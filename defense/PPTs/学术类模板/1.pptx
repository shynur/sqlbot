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9" r:id="rId3"/>
    <p:sldId id="258" r:id="rId4"/>
    <p:sldId id="260" r:id="rId5"/>
    <p:sldId id="262" r:id="rId6"/>
    <p:sldId id="261" r:id="rId7"/>
    <p:sldId id="263" r:id="rId8"/>
    <p:sldId id="265" r:id="rId9"/>
    <p:sldId id="267" r:id="rId10"/>
    <p:sldId id="266" r:id="rId11"/>
    <p:sldId id="272" r:id="rId12"/>
    <p:sldId id="271" r:id="rId13"/>
    <p:sldId id="273" r:id="rId14"/>
    <p:sldId id="270" r:id="rId15"/>
    <p:sldId id="275" r:id="rId16"/>
    <p:sldId id="277" r:id="rId17"/>
    <p:sldId id="274" r:id="rId18"/>
    <p:sldId id="276" r:id="rId19"/>
    <p:sldId id="278"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6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2828"/>
    <a:srgbClr val="CB3737"/>
    <a:srgbClr val="B95307"/>
    <a:srgbClr val="F67210"/>
    <a:srgbClr val="467E86"/>
    <a:srgbClr val="50919A"/>
    <a:srgbClr val="65A6AF"/>
    <a:srgbClr val="22777A"/>
    <a:srgbClr val="5D6C0A"/>
    <a:srgbClr val="9CB1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40" autoAdjust="0"/>
    <p:restoredTop sz="94660"/>
  </p:normalViewPr>
  <p:slideViewPr>
    <p:cSldViewPr snapToGrid="0" showGuides="1">
      <p:cViewPr>
        <p:scale>
          <a:sx n="50" d="100"/>
          <a:sy n="50" d="100"/>
        </p:scale>
        <p:origin x="1002" y="510"/>
      </p:cViewPr>
      <p:guideLst>
        <p:guide orient="horz" pos="256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6B933F"/>
            </a:solidFill>
            <a:ln>
              <a:noFill/>
            </a:ln>
          </c:spPr>
          <c:dPt>
            <c:idx val="0"/>
            <c:bubble3D val="0"/>
            <c:spPr>
              <a:solidFill>
                <a:srgbClr val="65A6AF"/>
              </a:solidFill>
              <a:ln w="19050">
                <a:noFill/>
              </a:ln>
              <a:effectLst/>
            </c:spPr>
          </c:dPt>
          <c:dPt>
            <c:idx val="1"/>
            <c:bubble3D val="0"/>
            <c:spPr>
              <a:noFill/>
              <a:ln w="19050">
                <a:noFill/>
              </a:ln>
              <a:effectLst/>
            </c:spPr>
          </c:dPt>
          <c:dPt>
            <c:idx val="2"/>
            <c:bubble3D val="0"/>
            <c:spPr>
              <a:solidFill>
                <a:srgbClr val="6B933F"/>
              </a:solidFill>
              <a:ln w="19050">
                <a:noFill/>
              </a:ln>
              <a:effectLst/>
            </c:spPr>
          </c:dPt>
          <c:dPt>
            <c:idx val="3"/>
            <c:bubble3D val="0"/>
            <c:spPr>
              <a:solidFill>
                <a:srgbClr val="6B933F"/>
              </a:solidFill>
              <a:ln w="19050">
                <a:noFill/>
              </a:ln>
              <a:effectLst/>
            </c:spPr>
          </c:dPt>
          <c:cat>
            <c:strRef>
              <c:f>Sheet1!$A$2:$A$5</c:f>
              <c:strCache>
                <c:ptCount val="2"/>
                <c:pt idx="0">
                  <c:v>1st Qtr</c:v>
                </c:pt>
                <c:pt idx="1">
                  <c:v>2nd Qtr</c:v>
                </c:pt>
              </c:strCache>
            </c:strRef>
          </c:cat>
          <c:val>
            <c:numRef>
              <c:f>Sheet1!$B$2:$B$5</c:f>
              <c:numCache>
                <c:formatCode>General</c:formatCode>
                <c:ptCount val="4"/>
                <c:pt idx="0">
                  <c:v>7.7</c:v>
                </c:pt>
                <c:pt idx="1">
                  <c:v>2.2999999999999998</c:v>
                </c:pt>
              </c:numCache>
            </c:numRef>
          </c:val>
        </c:ser>
        <c:dLbls>
          <c:showLegendKey val="0"/>
          <c:showVal val="0"/>
          <c:showCatName val="0"/>
          <c:showSerName val="0"/>
          <c:showPercent val="0"/>
          <c:showBubbleSize val="0"/>
          <c:showLeaderLines val="1"/>
        </c:dLbls>
        <c:firstSliceAng val="0"/>
        <c:holeSize val="88"/>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6B933F"/>
            </a:solidFill>
            <a:ln>
              <a:noFill/>
            </a:ln>
          </c:spPr>
          <c:dPt>
            <c:idx val="0"/>
            <c:bubble3D val="0"/>
            <c:spPr>
              <a:solidFill>
                <a:srgbClr val="9CB124"/>
              </a:solidFill>
              <a:ln w="19050">
                <a:noFill/>
              </a:ln>
              <a:effectLst/>
            </c:spPr>
          </c:dPt>
          <c:dPt>
            <c:idx val="1"/>
            <c:bubble3D val="0"/>
            <c:spPr>
              <a:noFill/>
              <a:ln w="19050">
                <a:noFill/>
              </a:ln>
              <a:effectLst/>
            </c:spPr>
          </c:dPt>
          <c:dPt>
            <c:idx val="2"/>
            <c:bubble3D val="0"/>
            <c:spPr>
              <a:solidFill>
                <a:srgbClr val="6B933F"/>
              </a:solidFill>
              <a:ln w="19050">
                <a:noFill/>
              </a:ln>
              <a:effectLst/>
            </c:spPr>
          </c:dPt>
          <c:dPt>
            <c:idx val="3"/>
            <c:bubble3D val="0"/>
            <c:spPr>
              <a:solidFill>
                <a:srgbClr val="6B933F"/>
              </a:solidFill>
              <a:ln w="19050">
                <a:noFill/>
              </a:ln>
              <a:effectLst/>
            </c:spPr>
          </c:dPt>
          <c:cat>
            <c:strRef>
              <c:f>Sheet1!$A$2:$A$5</c:f>
              <c:strCache>
                <c:ptCount val="2"/>
                <c:pt idx="0">
                  <c:v>1st Qtr</c:v>
                </c:pt>
                <c:pt idx="1">
                  <c:v>2nd Qtr</c:v>
                </c:pt>
              </c:strCache>
            </c:strRef>
          </c:cat>
          <c:val>
            <c:numRef>
              <c:f>Sheet1!$B$2:$B$5</c:f>
              <c:numCache>
                <c:formatCode>General</c:formatCode>
                <c:ptCount val="4"/>
                <c:pt idx="0">
                  <c:v>8.5</c:v>
                </c:pt>
                <c:pt idx="1">
                  <c:v>1.5</c:v>
                </c:pt>
              </c:numCache>
            </c:numRef>
          </c:val>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6B933F"/>
            </a:solidFill>
            <a:ln>
              <a:noFill/>
            </a:ln>
          </c:spPr>
          <c:dPt>
            <c:idx val="0"/>
            <c:bubble3D val="0"/>
            <c:spPr>
              <a:solidFill>
                <a:srgbClr val="CB3737"/>
              </a:solidFill>
              <a:ln w="19050">
                <a:noFill/>
              </a:ln>
              <a:effectLst/>
            </c:spPr>
          </c:dPt>
          <c:dPt>
            <c:idx val="1"/>
            <c:bubble3D val="0"/>
            <c:spPr>
              <a:noFill/>
              <a:ln w="19050">
                <a:noFill/>
              </a:ln>
              <a:effectLst/>
            </c:spPr>
          </c:dPt>
          <c:dPt>
            <c:idx val="2"/>
            <c:bubble3D val="0"/>
            <c:spPr>
              <a:solidFill>
                <a:srgbClr val="6B933F"/>
              </a:solidFill>
              <a:ln w="19050">
                <a:noFill/>
              </a:ln>
              <a:effectLst/>
            </c:spPr>
          </c:dPt>
          <c:dPt>
            <c:idx val="3"/>
            <c:bubble3D val="0"/>
            <c:spPr>
              <a:solidFill>
                <a:srgbClr val="6B933F"/>
              </a:solidFill>
              <a:ln w="19050">
                <a:noFill/>
              </a:ln>
              <a:effectLst/>
            </c:spPr>
          </c:dPt>
          <c:cat>
            <c:strRef>
              <c:f>Sheet1!$A$2:$A$5</c:f>
              <c:strCache>
                <c:ptCount val="2"/>
                <c:pt idx="0">
                  <c:v>1st Qtr</c:v>
                </c:pt>
                <c:pt idx="1">
                  <c:v>2nd Qtr</c:v>
                </c:pt>
              </c:strCache>
            </c:strRef>
          </c:cat>
          <c:val>
            <c:numRef>
              <c:f>Sheet1!$B$2:$B$5</c:f>
              <c:numCache>
                <c:formatCode>General</c:formatCode>
                <c:ptCount val="4"/>
                <c:pt idx="0">
                  <c:v>5.3</c:v>
                </c:pt>
                <c:pt idx="1">
                  <c:v>4.7</c:v>
                </c:pt>
              </c:numCache>
            </c:numRef>
          </c:val>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6B933F"/>
            </a:solidFill>
            <a:ln>
              <a:noFill/>
            </a:ln>
          </c:spPr>
          <c:dPt>
            <c:idx val="0"/>
            <c:bubble3D val="0"/>
            <c:spPr>
              <a:solidFill>
                <a:srgbClr val="F67210"/>
              </a:solidFill>
              <a:ln w="19050">
                <a:noFill/>
              </a:ln>
              <a:effectLst/>
            </c:spPr>
          </c:dPt>
          <c:dPt>
            <c:idx val="1"/>
            <c:bubble3D val="0"/>
            <c:spPr>
              <a:noFill/>
              <a:ln w="19050">
                <a:noFill/>
              </a:ln>
              <a:effectLst/>
            </c:spPr>
          </c:dPt>
          <c:dPt>
            <c:idx val="2"/>
            <c:bubble3D val="0"/>
            <c:spPr>
              <a:solidFill>
                <a:srgbClr val="6B933F"/>
              </a:solidFill>
              <a:ln w="19050">
                <a:noFill/>
              </a:ln>
              <a:effectLst/>
            </c:spPr>
          </c:dPt>
          <c:dPt>
            <c:idx val="3"/>
            <c:bubble3D val="0"/>
            <c:spPr>
              <a:solidFill>
                <a:srgbClr val="6B933F"/>
              </a:solidFill>
              <a:ln w="19050">
                <a:noFill/>
              </a:ln>
              <a:effectLst/>
            </c:spPr>
          </c:dPt>
          <c:cat>
            <c:strRef>
              <c:f>Sheet1!$A$2:$A$5</c:f>
              <c:strCache>
                <c:ptCount val="2"/>
                <c:pt idx="0">
                  <c:v>1st Qtr</c:v>
                </c:pt>
                <c:pt idx="1">
                  <c:v>2nd Qtr</c:v>
                </c:pt>
              </c:strCache>
            </c:strRef>
          </c:cat>
          <c:val>
            <c:numRef>
              <c:f>Sheet1!$B$2:$B$5</c:f>
              <c:numCache>
                <c:formatCode>General</c:formatCode>
                <c:ptCount val="4"/>
                <c:pt idx="0">
                  <c:v>6.4</c:v>
                </c:pt>
                <c:pt idx="1">
                  <c:v>3.6</c:v>
                </c:pt>
              </c:numCache>
            </c:numRef>
          </c:val>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839B4-271A-4940-BE4B-1013B2B0D09B}" type="datetimeFigureOut">
              <a:rPr lang="zh-CN" altLang="en-US" smtClean="0"/>
              <a:t>2016/5/12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DE1B8-3E39-47C6-9AE6-B31E8646645E}" type="slidenum">
              <a:rPr lang="zh-CN" altLang="en-US" smtClean="0"/>
              <a:t>‹#›</a:t>
            </a:fld>
            <a:endParaRPr lang="zh-CN" altLang="en-US"/>
          </a:p>
        </p:txBody>
      </p:sp>
    </p:spTree>
    <p:extLst>
      <p:ext uri="{BB962C8B-B14F-4D97-AF65-F5344CB8AC3E}">
        <p14:creationId xmlns:p14="http://schemas.microsoft.com/office/powerpoint/2010/main" val="128876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A1FBE9E-6CEE-4D07-9834-15139DE257F8}" type="slidenum">
              <a:rPr lang="zh-CN" altLang="en-US" smtClean="0"/>
              <a:t>9</a:t>
            </a:fld>
            <a:endParaRPr lang="zh-CN" altLang="en-US"/>
          </a:p>
        </p:txBody>
      </p:sp>
    </p:spTree>
    <p:extLst>
      <p:ext uri="{BB962C8B-B14F-4D97-AF65-F5344CB8AC3E}">
        <p14:creationId xmlns:p14="http://schemas.microsoft.com/office/powerpoint/2010/main" val="14463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2392161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3355633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4245772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2531854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618148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943230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2701981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547519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23728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478125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1453710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89B1A5-49DB-442A-834C-6E9D0A4D47E5}" type="datetimeFigureOut">
              <a:rPr lang="zh-CN" altLang="en-US" smtClean="0"/>
              <a:t>2016/5/12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B60B97-9C5F-4497-8922-D1CA7E6FB5A5}" type="slidenum">
              <a:rPr lang="zh-CN" altLang="en-US" smtClean="0"/>
              <a:t>‹#›</a:t>
            </a:fld>
            <a:endParaRPr lang="zh-CN" altLang="en-US"/>
          </a:p>
        </p:txBody>
      </p:sp>
    </p:spTree>
    <p:extLst>
      <p:ext uri="{BB962C8B-B14F-4D97-AF65-F5344CB8AC3E}">
        <p14:creationId xmlns:p14="http://schemas.microsoft.com/office/powerpoint/2010/main" val="3182424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r="1967"/>
          <a:stretch/>
        </p:blipFill>
        <p:spPr>
          <a:xfrm>
            <a:off x="0" y="-11671"/>
            <a:ext cx="12192000" cy="6858000"/>
          </a:xfrm>
          <a:prstGeom prst="rect">
            <a:avLst/>
          </a:prstGeom>
        </p:spPr>
      </p:pic>
      <p:sp>
        <p:nvSpPr>
          <p:cNvPr id="14" name="矩形 13"/>
          <p:cNvSpPr/>
          <p:nvPr/>
        </p:nvSpPr>
        <p:spPr>
          <a:xfrm>
            <a:off x="0" y="0"/>
            <a:ext cx="12192000" cy="6858000"/>
          </a:xfrm>
          <a:prstGeom prst="rect">
            <a:avLst/>
          </a:prstGeom>
          <a:solidFill>
            <a:srgbClr val="277578">
              <a:alpha val="8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25"/>
          <p:cNvSpPr/>
          <p:nvPr/>
        </p:nvSpPr>
        <p:spPr>
          <a:xfrm flipH="1" flipV="1">
            <a:off x="4577556" y="0"/>
            <a:ext cx="3036888" cy="3955036"/>
          </a:xfrm>
          <a:custGeom>
            <a:avLst/>
            <a:gdLst>
              <a:gd name="connsiteX0" fmla="*/ 3036888 w 3036888"/>
              <a:gd name="connsiteY0" fmla="*/ 3955036 h 3955036"/>
              <a:gd name="connsiteX1" fmla="*/ 0 w 3036888"/>
              <a:gd name="connsiteY1" fmla="*/ 3955036 h 3955036"/>
              <a:gd name="connsiteX2" fmla="*/ 0 w 3036888"/>
              <a:gd name="connsiteY2" fmla="*/ 1537301 h 3955036"/>
              <a:gd name="connsiteX3" fmla="*/ 0 w 3036888"/>
              <a:gd name="connsiteY3" fmla="*/ 1537300 h 3955036"/>
              <a:gd name="connsiteX4" fmla="*/ 1 w 3036888"/>
              <a:gd name="connsiteY4" fmla="*/ 1537300 h 3955036"/>
              <a:gd name="connsiteX5" fmla="*/ 1518444 w 3036888"/>
              <a:gd name="connsiteY5" fmla="*/ 0 h 3955036"/>
              <a:gd name="connsiteX6" fmla="*/ 3036887 w 3036888"/>
              <a:gd name="connsiteY6" fmla="*/ 1537300 h 3955036"/>
              <a:gd name="connsiteX7" fmla="*/ 3036888 w 3036888"/>
              <a:gd name="connsiteY7" fmla="*/ 1537300 h 3955036"/>
              <a:gd name="connsiteX8" fmla="*/ 3036888 w 3036888"/>
              <a:gd name="connsiteY8" fmla="*/ 1537301 h 395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888" h="3955036">
                <a:moveTo>
                  <a:pt x="3036888" y="3955036"/>
                </a:moveTo>
                <a:lnTo>
                  <a:pt x="0" y="3955036"/>
                </a:lnTo>
                <a:lnTo>
                  <a:pt x="0" y="1537301"/>
                </a:lnTo>
                <a:lnTo>
                  <a:pt x="0" y="1537300"/>
                </a:lnTo>
                <a:lnTo>
                  <a:pt x="1" y="1537300"/>
                </a:lnTo>
                <a:lnTo>
                  <a:pt x="1518444" y="0"/>
                </a:lnTo>
                <a:lnTo>
                  <a:pt x="3036887" y="1537300"/>
                </a:lnTo>
                <a:lnTo>
                  <a:pt x="3036888" y="1537300"/>
                </a:lnTo>
                <a:lnTo>
                  <a:pt x="3036888" y="153730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3804347" y="4083402"/>
            <a:ext cx="4583306" cy="769441"/>
          </a:xfrm>
          <a:prstGeom prst="rect">
            <a:avLst/>
          </a:prstGeom>
          <a:noFill/>
        </p:spPr>
        <p:txBody>
          <a:bodyPr wrap="none" rtlCol="0">
            <a:spAutoFit/>
          </a:bodyPr>
          <a:lstStyle/>
          <a:p>
            <a:r>
              <a:rPr lang="zh-CN" altLang="en-US" sz="4400" dirty="0" smtClean="0">
                <a:solidFill>
                  <a:schemeClr val="bg1"/>
                </a:solidFill>
                <a:latin typeface="微软雅黑" panose="020B0503020204020204" pitchFamily="34" charset="-122"/>
                <a:ea typeface="微软雅黑" panose="020B0503020204020204" pitchFamily="34" charset="-122"/>
                <a:cs typeface="+mn-ea"/>
                <a:sym typeface="+mn-lt"/>
              </a:rPr>
              <a:t>毕业答辩</a:t>
            </a:r>
            <a:r>
              <a:rPr lang="en-US" altLang="zh-CN" sz="4400" dirty="0" smtClean="0">
                <a:solidFill>
                  <a:schemeClr val="bg1"/>
                </a:solidFill>
                <a:latin typeface="微软雅黑" panose="020B0503020204020204" pitchFamily="34" charset="-122"/>
                <a:ea typeface="微软雅黑" panose="020B0503020204020204" pitchFamily="34" charset="-122"/>
                <a:cs typeface="+mn-ea"/>
                <a:sym typeface="+mn-lt"/>
              </a:rPr>
              <a:t>PPT</a:t>
            </a:r>
            <a:r>
              <a:rPr lang="zh-CN" altLang="en-US" sz="4400" dirty="0" smtClean="0">
                <a:solidFill>
                  <a:schemeClr val="bg1"/>
                </a:solidFill>
                <a:latin typeface="微软雅黑" panose="020B0503020204020204" pitchFamily="34" charset="-122"/>
                <a:ea typeface="微软雅黑" panose="020B0503020204020204" pitchFamily="34" charset="-122"/>
                <a:cs typeface="+mn-ea"/>
                <a:sym typeface="+mn-lt"/>
              </a:rPr>
              <a:t>模板</a:t>
            </a:r>
            <a:endParaRPr lang="zh-CN" altLang="en-US" sz="4400" dirty="0">
              <a:solidFill>
                <a:schemeClr val="bg1"/>
              </a:solidFill>
              <a:latin typeface="微软雅黑" panose="020B0503020204020204" pitchFamily="34" charset="-122"/>
              <a:ea typeface="微软雅黑" panose="020B0503020204020204" pitchFamily="34" charset="-122"/>
              <a:cs typeface="+mn-ea"/>
              <a:sym typeface="+mn-lt"/>
            </a:endParaRPr>
          </a:p>
        </p:txBody>
      </p:sp>
      <p:grpSp>
        <p:nvGrpSpPr>
          <p:cNvPr id="44" name="组合 43"/>
          <p:cNvGrpSpPr/>
          <p:nvPr/>
        </p:nvGrpSpPr>
        <p:grpSpPr>
          <a:xfrm>
            <a:off x="3944471" y="5398807"/>
            <a:ext cx="4303059" cy="375397"/>
            <a:chOff x="3944471" y="5398807"/>
            <a:chExt cx="4303059" cy="375397"/>
          </a:xfrm>
        </p:grpSpPr>
        <p:cxnSp>
          <p:nvCxnSpPr>
            <p:cNvPr id="10" name="直接连接符 9"/>
            <p:cNvCxnSpPr/>
            <p:nvPr/>
          </p:nvCxnSpPr>
          <p:spPr>
            <a:xfrm>
              <a:off x="3944471" y="5586505"/>
              <a:ext cx="181535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432177" y="5586505"/>
              <a:ext cx="181535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KSO_Shape"/>
            <p:cNvSpPr/>
            <p:nvPr/>
          </p:nvSpPr>
          <p:spPr>
            <a:xfrm flipH="1">
              <a:off x="5908302" y="5398807"/>
              <a:ext cx="375397" cy="375397"/>
            </a:xfrm>
            <a:prstGeom prst="diamon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sp>
        <p:nvSpPr>
          <p:cNvPr id="39" name="KSO_Shape"/>
          <p:cNvSpPr>
            <a:spLocks noChangeArrowheads="1"/>
          </p:cNvSpPr>
          <p:nvPr/>
        </p:nvSpPr>
        <p:spPr bwMode="auto">
          <a:xfrm>
            <a:off x="4961917" y="1334531"/>
            <a:ext cx="2268166" cy="1380712"/>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77578"/>
          </a:solidFill>
          <a:ln>
            <a:noFill/>
          </a:ln>
        </p:spPr>
        <p:txBody>
          <a:bodyPr anchor="ctr" anchorCtr="1"/>
          <a:lstStyle/>
          <a:p>
            <a:pPr eaLnBrk="0" hangingPunct="0"/>
            <a:endParaRPr lang="zh-CN" altLang="en-US">
              <a:ea typeface="宋体" panose="02010600030101010101" pitchFamily="2" charset="-122"/>
            </a:endParaRPr>
          </a:p>
        </p:txBody>
      </p:sp>
      <p:sp>
        <p:nvSpPr>
          <p:cNvPr id="34" name="文本框 1027"/>
          <p:cNvSpPr txBox="1">
            <a:spLocks noChangeArrowheads="1"/>
          </p:cNvSpPr>
          <p:nvPr/>
        </p:nvSpPr>
        <p:spPr bwMode="auto">
          <a:xfrm>
            <a:off x="5243042" y="4889457"/>
            <a:ext cx="17059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答辩人</a:t>
            </a:r>
            <a:r>
              <a:rPr lang="zh-CN" altLang="en-US" sz="2000" dirty="0" smtClean="0">
                <a:solidFill>
                  <a:schemeClr val="bg1"/>
                </a:solidFill>
                <a:latin typeface="微软雅黑" panose="020B0503020204020204" pitchFamily="34" charset="-122"/>
                <a:ea typeface="微软雅黑" panose="020B0503020204020204" pitchFamily="34" charset="-122"/>
              </a:rPr>
              <a:t>：</a:t>
            </a:r>
            <a:r>
              <a:rPr lang="en-US" altLang="zh-CN" sz="2000" dirty="0" smtClean="0">
                <a:solidFill>
                  <a:schemeClr val="bg1"/>
                </a:solidFill>
                <a:latin typeface="微软雅黑" panose="020B0503020204020204" pitchFamily="34" charset="-122"/>
                <a:ea typeface="微软雅黑" panose="020B0503020204020204" pitchFamily="34" charset="-122"/>
              </a:rPr>
              <a:t>XXX</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3241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r="1967"/>
          <a:stretch/>
        </p:blipFill>
        <p:spPr>
          <a:xfrm>
            <a:off x="0" y="-11671"/>
            <a:ext cx="12192000" cy="6858000"/>
          </a:xfrm>
          <a:prstGeom prst="rect">
            <a:avLst/>
          </a:prstGeom>
        </p:spPr>
      </p:pic>
      <p:sp>
        <p:nvSpPr>
          <p:cNvPr id="8" name="矩形 7"/>
          <p:cNvSpPr/>
          <p:nvPr/>
        </p:nvSpPr>
        <p:spPr>
          <a:xfrm flipV="1">
            <a:off x="4715038" y="-18288"/>
            <a:ext cx="7476962" cy="6876288"/>
          </a:xfrm>
          <a:custGeom>
            <a:avLst/>
            <a:gdLst>
              <a:gd name="connsiteX0" fmla="*/ 0 w 6068786"/>
              <a:gd name="connsiteY0" fmla="*/ 0 h 6858000"/>
              <a:gd name="connsiteX1" fmla="*/ 6068786 w 6068786"/>
              <a:gd name="connsiteY1" fmla="*/ 0 h 6858000"/>
              <a:gd name="connsiteX2" fmla="*/ 6068786 w 6068786"/>
              <a:gd name="connsiteY2" fmla="*/ 6858000 h 6858000"/>
              <a:gd name="connsiteX3" fmla="*/ 0 w 6068786"/>
              <a:gd name="connsiteY3" fmla="*/ 6858000 h 6858000"/>
              <a:gd name="connsiteX4" fmla="*/ 0 w 6068786"/>
              <a:gd name="connsiteY4" fmla="*/ 0 h 6858000"/>
              <a:gd name="connsiteX0" fmla="*/ 0 w 7385522"/>
              <a:gd name="connsiteY0" fmla="*/ 18288 h 6858000"/>
              <a:gd name="connsiteX1" fmla="*/ 7385522 w 7385522"/>
              <a:gd name="connsiteY1" fmla="*/ 0 h 6858000"/>
              <a:gd name="connsiteX2" fmla="*/ 7385522 w 7385522"/>
              <a:gd name="connsiteY2" fmla="*/ 6858000 h 6858000"/>
              <a:gd name="connsiteX3" fmla="*/ 1316736 w 7385522"/>
              <a:gd name="connsiteY3" fmla="*/ 6858000 h 6858000"/>
              <a:gd name="connsiteX4" fmla="*/ 0 w 7385522"/>
              <a:gd name="connsiteY4" fmla="*/ 18288 h 6858000"/>
              <a:gd name="connsiteX0" fmla="*/ 0 w 7531826"/>
              <a:gd name="connsiteY0" fmla="*/ 0 h 6858000"/>
              <a:gd name="connsiteX1" fmla="*/ 7531826 w 7531826"/>
              <a:gd name="connsiteY1" fmla="*/ 0 h 6858000"/>
              <a:gd name="connsiteX2" fmla="*/ 7531826 w 7531826"/>
              <a:gd name="connsiteY2" fmla="*/ 6858000 h 6858000"/>
              <a:gd name="connsiteX3" fmla="*/ 1463040 w 7531826"/>
              <a:gd name="connsiteY3" fmla="*/ 6858000 h 6858000"/>
              <a:gd name="connsiteX4" fmla="*/ 0 w 7531826"/>
              <a:gd name="connsiteY4" fmla="*/ 0 h 6858000"/>
              <a:gd name="connsiteX0" fmla="*/ 0 w 7476962"/>
              <a:gd name="connsiteY0" fmla="*/ 0 h 6876288"/>
              <a:gd name="connsiteX1" fmla="*/ 7476962 w 7476962"/>
              <a:gd name="connsiteY1" fmla="*/ 18288 h 6876288"/>
              <a:gd name="connsiteX2" fmla="*/ 7476962 w 7476962"/>
              <a:gd name="connsiteY2" fmla="*/ 6876288 h 6876288"/>
              <a:gd name="connsiteX3" fmla="*/ 1408176 w 7476962"/>
              <a:gd name="connsiteY3" fmla="*/ 6876288 h 6876288"/>
              <a:gd name="connsiteX4" fmla="*/ 0 w 7476962"/>
              <a:gd name="connsiteY4" fmla="*/ 0 h 687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6962" h="6876288">
                <a:moveTo>
                  <a:pt x="0" y="0"/>
                </a:moveTo>
                <a:lnTo>
                  <a:pt x="7476962" y="18288"/>
                </a:lnTo>
                <a:lnTo>
                  <a:pt x="7476962" y="6876288"/>
                </a:lnTo>
                <a:lnTo>
                  <a:pt x="1408176" y="6876288"/>
                </a:lnTo>
                <a:lnTo>
                  <a:pt x="0" y="0"/>
                </a:lnTo>
                <a:close/>
              </a:path>
            </a:pathLst>
          </a:custGeom>
          <a:solidFill>
            <a:srgbClr val="277578">
              <a:alpha val="67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6713433" y="1481202"/>
            <a:ext cx="735237" cy="735237"/>
          </a:xfrm>
          <a:prstGeom prst="roundRect">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dirty="0"/>
          </a:p>
        </p:txBody>
      </p:sp>
      <p:sp>
        <p:nvSpPr>
          <p:cNvPr id="35" name="圆角矩形 34"/>
          <p:cNvSpPr/>
          <p:nvPr/>
        </p:nvSpPr>
        <p:spPr>
          <a:xfrm>
            <a:off x="6459433" y="2528559"/>
            <a:ext cx="735237" cy="735237"/>
          </a:xfrm>
          <a:prstGeom prst="round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微软雅黑" panose="020B0503020204020204" pitchFamily="34" charset="-122"/>
                <a:ea typeface="微软雅黑" panose="020B0503020204020204" pitchFamily="34" charset="-122"/>
              </a:rPr>
              <a:t>02</a:t>
            </a:r>
            <a:endParaRPr lang="zh-CN" altLang="en-US" sz="2800" dirty="0"/>
          </a:p>
        </p:txBody>
      </p:sp>
      <p:sp>
        <p:nvSpPr>
          <p:cNvPr id="48" name="圆角矩形 47"/>
          <p:cNvSpPr/>
          <p:nvPr/>
        </p:nvSpPr>
        <p:spPr>
          <a:xfrm>
            <a:off x="6205433" y="3575916"/>
            <a:ext cx="735237" cy="735237"/>
          </a:xfrm>
          <a:prstGeom prst="roundRect">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dirty="0"/>
          </a:p>
        </p:txBody>
      </p:sp>
      <p:sp>
        <p:nvSpPr>
          <p:cNvPr id="49" name="圆角矩形 48"/>
          <p:cNvSpPr/>
          <p:nvPr/>
        </p:nvSpPr>
        <p:spPr>
          <a:xfrm>
            <a:off x="5951433" y="4623273"/>
            <a:ext cx="735237" cy="735237"/>
          </a:xfrm>
          <a:prstGeom prst="roundRect">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dirty="0"/>
          </a:p>
        </p:txBody>
      </p:sp>
      <p:sp>
        <p:nvSpPr>
          <p:cNvPr id="50" name="文本框 49"/>
          <p:cNvSpPr txBox="1"/>
          <p:nvPr/>
        </p:nvSpPr>
        <p:spPr>
          <a:xfrm>
            <a:off x="7635084" y="1617987"/>
            <a:ext cx="2646878"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7381084" y="2665344"/>
            <a:ext cx="2646878"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7092695" y="3695002"/>
            <a:ext cx="2646878"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6873084" y="4775538"/>
            <a:ext cx="2646878"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2628929" y="2755345"/>
            <a:ext cx="1564659" cy="835998"/>
          </a:xfrm>
          <a:prstGeom prst="rect">
            <a:avLst/>
          </a:prstGeom>
        </p:spPr>
        <p:txBody>
          <a:bodyPr wrap="square">
            <a:spAutoFit/>
          </a:bodyPr>
          <a:lstStyle/>
          <a:p>
            <a:pPr fontAlgn="base">
              <a:lnSpc>
                <a:spcPct val="120000"/>
              </a:lnSpc>
            </a:pPr>
            <a:r>
              <a:rPr lang="zh-CN" altLang="en-US" sz="4400" b="1" dirty="0" smtClean="0">
                <a:solidFill>
                  <a:schemeClr val="bg1"/>
                </a:solidFill>
                <a:latin typeface="微软雅黑" panose="020B0503020204020204" pitchFamily="34" charset="-122"/>
                <a:ea typeface="微软雅黑" panose="020B0503020204020204" pitchFamily="34" charset="-122"/>
                <a:cs typeface="+mn-ea"/>
                <a:sym typeface="+mn-lt"/>
              </a:rPr>
              <a:t>目 录</a:t>
            </a:r>
            <a:endParaRPr lang="zh-CN" alt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47314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31058" r="16842"/>
          <a:stretch/>
        </p:blipFill>
        <p:spPr>
          <a:xfrm>
            <a:off x="-9440" y="-5474"/>
            <a:ext cx="4783146" cy="6858000"/>
          </a:xfrm>
          <a:prstGeom prst="rect">
            <a:avLst/>
          </a:prstGeom>
        </p:spPr>
      </p:pic>
      <p:sp>
        <p:nvSpPr>
          <p:cNvPr id="7" name="等腰三角形 6"/>
          <p:cNvSpPr/>
          <p:nvPr/>
        </p:nvSpPr>
        <p:spPr>
          <a:xfrm rot="5400000">
            <a:off x="4784827" y="3224440"/>
            <a:ext cx="437020" cy="414415"/>
          </a:xfrm>
          <a:prstGeom prst="triangle">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5464545" y="2426905"/>
            <a:ext cx="5372788" cy="2004895"/>
            <a:chOff x="5464545" y="2591638"/>
            <a:chExt cx="5372788" cy="2004895"/>
          </a:xfrm>
        </p:grpSpPr>
        <p:sp>
          <p:nvSpPr>
            <p:cNvPr id="15" name="TextBox 15"/>
            <p:cNvSpPr txBox="1">
              <a:spLocks noChangeArrowheads="1"/>
            </p:cNvSpPr>
            <p:nvPr/>
          </p:nvSpPr>
          <p:spPr bwMode="auto">
            <a:xfrm>
              <a:off x="5464545" y="3303871"/>
              <a:ext cx="2698092" cy="12926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lgn="l">
                <a:lnSpc>
                  <a:spcPct val="120000"/>
                </a:lnSpc>
                <a:defRPr sz="1200" b="0" kern="0">
                  <a:solidFill>
                    <a:schemeClr val="accent3">
                      <a:lumMod val="50000"/>
                    </a:schemeClr>
                  </a:solidFill>
                  <a:latin typeface="微软雅黑" pitchFamily="34" charset="-122"/>
                  <a:ea typeface="微软雅黑" pitchFamily="34" charset="-122"/>
                </a:defRPr>
              </a:lvl1pPr>
            </a:lstStyle>
            <a:p>
              <a:pPr>
                <a:lnSpc>
                  <a:spcPct val="130000"/>
                </a:lnSpc>
              </a:pPr>
              <a:r>
                <a:rPr lang="zh-CN" altLang="en-US" sz="2000" dirty="0" smtClean="0"/>
                <a:t>添加第一部分小标题</a:t>
              </a:r>
              <a:endParaRPr lang="zh-CN" altLang="en-US" sz="2000" dirty="0"/>
            </a:p>
            <a:p>
              <a:pPr>
                <a:lnSpc>
                  <a:spcPct val="130000"/>
                </a:lnSpc>
              </a:pPr>
              <a:r>
                <a:rPr lang="zh-CN" altLang="en-US" sz="2000" dirty="0" smtClean="0"/>
                <a:t>添加</a:t>
              </a:r>
              <a:r>
                <a:rPr lang="zh-CN" altLang="en-US" sz="2000" dirty="0"/>
                <a:t>第一部分</a:t>
              </a:r>
              <a:r>
                <a:rPr lang="zh-CN" altLang="en-US" sz="2000" dirty="0" smtClean="0"/>
                <a:t>小标题</a:t>
              </a:r>
              <a:endParaRPr lang="en-US" altLang="zh-CN" sz="2000" dirty="0" smtClean="0"/>
            </a:p>
            <a:p>
              <a:pPr>
                <a:lnSpc>
                  <a:spcPct val="130000"/>
                </a:lnSpc>
              </a:pPr>
              <a:r>
                <a:rPr lang="zh-CN" altLang="en-US" sz="2000" dirty="0" smtClean="0"/>
                <a:t>添加</a:t>
              </a:r>
              <a:r>
                <a:rPr lang="zh-CN" altLang="en-US" sz="2000" dirty="0"/>
                <a:t>第一部分小标题</a:t>
              </a:r>
            </a:p>
          </p:txBody>
        </p:sp>
        <p:sp>
          <p:nvSpPr>
            <p:cNvPr id="24" name="MH_Entry_1">
              <a:hlinkClick r:id="rId4" action="ppaction://hlinksldjump"/>
            </p:cNvPr>
            <p:cNvSpPr txBox="1">
              <a:spLocks noChangeArrowheads="1"/>
            </p:cNvSpPr>
            <p:nvPr>
              <p:custDataLst>
                <p:tags r:id="rId1"/>
              </p:custDataLst>
            </p:nvPr>
          </p:nvSpPr>
          <p:spPr bwMode="auto">
            <a:xfrm>
              <a:off x="5565376" y="2591638"/>
              <a:ext cx="5271957" cy="44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nSpc>
                  <a:spcPct val="150000"/>
                </a:lnSpc>
              </a:pPr>
              <a:r>
                <a:rPr lang="zh-CN" altLang="en-US" sz="3600" b="1" dirty="0" smtClean="0">
                  <a:solidFill>
                    <a:srgbClr val="22777A"/>
                  </a:solidFill>
                  <a:latin typeface="微软雅黑" panose="020B0503020204020204" pitchFamily="34" charset="-122"/>
                  <a:ea typeface="微软雅黑" panose="020B0503020204020204" pitchFamily="34" charset="-122"/>
                </a:rPr>
                <a:t>添加论文第</a:t>
              </a:r>
              <a:r>
                <a:rPr lang="zh-CN" altLang="en-US" sz="3600" b="1" dirty="0">
                  <a:solidFill>
                    <a:srgbClr val="22777A"/>
                  </a:solidFill>
                  <a:latin typeface="微软雅黑" panose="020B0503020204020204" pitchFamily="34" charset="-122"/>
                  <a:ea typeface="微软雅黑" panose="020B0503020204020204" pitchFamily="34" charset="-122"/>
                </a:rPr>
                <a:t>一部分标题</a:t>
              </a:r>
            </a:p>
          </p:txBody>
        </p:sp>
      </p:grpSp>
      <p:sp>
        <p:nvSpPr>
          <p:cNvPr id="6" name="矩形 5"/>
          <p:cNvSpPr/>
          <p:nvPr/>
        </p:nvSpPr>
        <p:spPr>
          <a:xfrm>
            <a:off x="-9440" y="-5474"/>
            <a:ext cx="4760087" cy="6857296"/>
          </a:xfrm>
          <a:prstGeom prst="rect">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1322142" y="2213291"/>
            <a:ext cx="2181159" cy="2181159"/>
            <a:chOff x="1944196" y="1679833"/>
            <a:chExt cx="2181159" cy="2181159"/>
          </a:xfrm>
        </p:grpSpPr>
        <p:grpSp>
          <p:nvGrpSpPr>
            <p:cNvPr id="33" name="组合 32"/>
            <p:cNvGrpSpPr/>
            <p:nvPr/>
          </p:nvGrpSpPr>
          <p:grpSpPr>
            <a:xfrm>
              <a:off x="1944196" y="1679833"/>
              <a:ext cx="2181159" cy="2181159"/>
              <a:chOff x="1944196" y="1679833"/>
              <a:chExt cx="2181159" cy="2181159"/>
            </a:xfrm>
          </p:grpSpPr>
          <p:sp>
            <p:nvSpPr>
              <p:cNvPr id="8" name="椭圆 7"/>
              <p:cNvSpPr/>
              <p:nvPr/>
            </p:nvSpPr>
            <p:spPr>
              <a:xfrm>
                <a:off x="1944196" y="1679833"/>
                <a:ext cx="2181159" cy="2181159"/>
              </a:xfrm>
              <a:prstGeom prst="ellipse">
                <a:avLst/>
              </a:prstGeom>
              <a:solidFill>
                <a:schemeClr val="bg1"/>
              </a:solidFill>
              <a:ln w="127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058745" y="1794382"/>
                <a:ext cx="1952061" cy="1952061"/>
              </a:xfrm>
              <a:prstGeom prst="ellipse">
                <a:avLst/>
              </a:prstGeom>
              <a:solidFill>
                <a:srgbClr val="22777A"/>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2451947" y="2106001"/>
              <a:ext cx="1167606" cy="1328823"/>
            </a:xfrm>
            <a:prstGeom prst="rect">
              <a:avLst/>
            </a:prstGeom>
          </p:spPr>
          <p:txBody>
            <a:bodyPr wrap="square" lIns="96770" tIns="48386" rIns="96770" bIns="48386">
              <a:spAutoFit/>
            </a:bodyPr>
            <a:lstStyle/>
            <a:p>
              <a:pPr algn="l" fontAlgn="auto">
                <a:spcBef>
                  <a:spcPts val="0"/>
                </a:spcBef>
                <a:spcAft>
                  <a:spcPts val="0"/>
                </a:spcAft>
                <a:defRPr/>
              </a:pPr>
              <a:r>
                <a:rPr lang="en-US" altLang="zh-CN" sz="8000" b="0" kern="0" dirty="0" smtClean="0">
                  <a:solidFill>
                    <a:schemeClr val="bg1"/>
                  </a:solidFill>
                  <a:effectLst>
                    <a:glow rad="63500">
                      <a:schemeClr val="bg1">
                        <a:lumMod val="65000"/>
                        <a:alpha val="40000"/>
                      </a:schemeClr>
                    </a:glow>
                  </a:effectLst>
                  <a:latin typeface="Impact" pitchFamily="34" charset="0"/>
                </a:rPr>
                <a:t>01</a:t>
              </a:r>
              <a:endParaRPr lang="zh-CN" altLang="en-US" sz="8000" b="0" kern="0" dirty="0">
                <a:solidFill>
                  <a:schemeClr val="bg1"/>
                </a:solidFill>
                <a:effectLst>
                  <a:glow rad="63500">
                    <a:schemeClr val="bg1">
                      <a:lumMod val="65000"/>
                      <a:alpha val="40000"/>
                    </a:schemeClr>
                  </a:glow>
                </a:effectLst>
                <a:latin typeface="Impact" pitchFamily="34" charset="0"/>
              </a:endParaRPr>
            </a:p>
          </p:txBody>
        </p:sp>
      </p:grpSp>
    </p:spTree>
    <p:extLst>
      <p:ext uri="{BB962C8B-B14F-4D97-AF65-F5344CB8AC3E}">
        <p14:creationId xmlns:p14="http://schemas.microsoft.com/office/powerpoint/2010/main" val="27772672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a:spLocks noChangeArrowheads="1"/>
          </p:cNvSpPr>
          <p:nvPr/>
        </p:nvSpPr>
        <p:spPr bwMode="auto">
          <a:xfrm>
            <a:off x="1071559" y="233914"/>
            <a:ext cx="5244570"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论文第一部分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8" name="组合 7"/>
          <p:cNvGrpSpPr/>
          <p:nvPr/>
        </p:nvGrpSpPr>
        <p:grpSpPr>
          <a:xfrm>
            <a:off x="218279" y="342900"/>
            <a:ext cx="635000" cy="635000"/>
            <a:chOff x="218279" y="342900"/>
            <a:chExt cx="635000" cy="635000"/>
          </a:xfrm>
        </p:grpSpPr>
        <p:sp>
          <p:nvSpPr>
            <p:cNvPr id="5" name="椭圆 4"/>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椭圆 5"/>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KSO_Shape"/>
            <p:cNvSpPr>
              <a:spLocks noChangeArrowheads="1"/>
            </p:cNvSpPr>
            <p:nvPr/>
          </p:nvSpPr>
          <p:spPr bwMode="auto">
            <a:xfrm>
              <a:off x="320602" y="526107"/>
              <a:ext cx="430354" cy="261855"/>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solidFill>
            <a:ln>
              <a:noFill/>
            </a:ln>
          </p:spPr>
          <p:txBody>
            <a:bodyPr anchor="ctr" anchorCtr="1"/>
            <a:lstStyle/>
            <a:p>
              <a:pPr eaLnBrk="0" hangingPunct="0"/>
              <a:endParaRPr lang="zh-CN" altLang="en-US">
                <a:ea typeface="宋体" panose="02010600030101010101" pitchFamily="2" charset="-122"/>
              </a:endParaRPr>
            </a:p>
          </p:txBody>
        </p:sp>
      </p:grpSp>
      <p:grpSp>
        <p:nvGrpSpPr>
          <p:cNvPr id="4" name="组合 3"/>
          <p:cNvGrpSpPr/>
          <p:nvPr/>
        </p:nvGrpSpPr>
        <p:grpSpPr>
          <a:xfrm>
            <a:off x="1449659" y="1872206"/>
            <a:ext cx="9344722" cy="939142"/>
            <a:chOff x="1449659" y="1872206"/>
            <a:chExt cx="9344722" cy="939142"/>
          </a:xfrm>
          <a:solidFill>
            <a:srgbClr val="9CB124"/>
          </a:solidFill>
        </p:grpSpPr>
        <p:sp>
          <p:nvSpPr>
            <p:cNvPr id="10" name="KSO_Shape"/>
            <p:cNvSpPr/>
            <p:nvPr/>
          </p:nvSpPr>
          <p:spPr>
            <a:xfrm>
              <a:off x="9291754" y="1872206"/>
              <a:ext cx="1502627" cy="93914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1" name="矩形 10"/>
            <p:cNvSpPr/>
            <p:nvPr/>
          </p:nvSpPr>
          <p:spPr>
            <a:xfrm>
              <a:off x="1449659" y="2107601"/>
              <a:ext cx="7850458" cy="4683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719383" y="2384829"/>
            <a:ext cx="7074998" cy="939142"/>
            <a:chOff x="3719383" y="2384829"/>
            <a:chExt cx="7074998" cy="939142"/>
          </a:xfrm>
          <a:solidFill>
            <a:srgbClr val="65A6AF"/>
          </a:solidFill>
        </p:grpSpPr>
        <p:sp>
          <p:nvSpPr>
            <p:cNvPr id="14" name="KSO_Shape"/>
            <p:cNvSpPr/>
            <p:nvPr/>
          </p:nvSpPr>
          <p:spPr>
            <a:xfrm>
              <a:off x="9291754" y="2384829"/>
              <a:ext cx="1502627" cy="93914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5" name="矩形 14"/>
            <p:cNvSpPr/>
            <p:nvPr/>
          </p:nvSpPr>
          <p:spPr>
            <a:xfrm>
              <a:off x="3719383" y="2620224"/>
              <a:ext cx="5580733" cy="4683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6044338" y="2897452"/>
            <a:ext cx="4750043" cy="939142"/>
            <a:chOff x="6044338" y="1618206"/>
            <a:chExt cx="4750043" cy="939142"/>
          </a:xfrm>
          <a:solidFill>
            <a:schemeClr val="accent2"/>
          </a:solidFill>
        </p:grpSpPr>
        <p:sp>
          <p:nvSpPr>
            <p:cNvPr id="17" name="KSO_Shape"/>
            <p:cNvSpPr/>
            <p:nvPr/>
          </p:nvSpPr>
          <p:spPr>
            <a:xfrm>
              <a:off x="9291754" y="1618206"/>
              <a:ext cx="1502627" cy="93914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8" name="矩形 17"/>
            <p:cNvSpPr/>
            <p:nvPr/>
          </p:nvSpPr>
          <p:spPr>
            <a:xfrm>
              <a:off x="6044338" y="1853601"/>
              <a:ext cx="3255777" cy="4683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8229600" y="3410075"/>
            <a:ext cx="2564781" cy="939142"/>
            <a:chOff x="8229600" y="1618206"/>
            <a:chExt cx="2564781" cy="939142"/>
          </a:xfrm>
          <a:solidFill>
            <a:srgbClr val="CB3737"/>
          </a:solidFill>
        </p:grpSpPr>
        <p:sp>
          <p:nvSpPr>
            <p:cNvPr id="20" name="KSO_Shape"/>
            <p:cNvSpPr/>
            <p:nvPr/>
          </p:nvSpPr>
          <p:spPr>
            <a:xfrm>
              <a:off x="9291754" y="1618206"/>
              <a:ext cx="1502627" cy="93914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矩形 20"/>
            <p:cNvSpPr/>
            <p:nvPr/>
          </p:nvSpPr>
          <p:spPr>
            <a:xfrm>
              <a:off x="8229600" y="1853601"/>
              <a:ext cx="1070516" cy="4683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35"/>
          <p:cNvSpPr txBox="1">
            <a:spLocks noChangeArrowheads="1"/>
          </p:cNvSpPr>
          <p:nvPr/>
        </p:nvSpPr>
        <p:spPr bwMode="auto">
          <a:xfrm>
            <a:off x="1332389" y="2627661"/>
            <a:ext cx="220164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内容请在这里添加相应的文字内容请在这里添加相应的文字内容请在这里添加相应的</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文字请在这里添加相应的文字</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内容</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a:t>
            </a:r>
          </a:p>
        </p:txBody>
      </p:sp>
      <p:sp>
        <p:nvSpPr>
          <p:cNvPr id="24" name="文本框 35"/>
          <p:cNvSpPr txBox="1">
            <a:spLocks noChangeArrowheads="1"/>
          </p:cNvSpPr>
          <p:nvPr/>
        </p:nvSpPr>
        <p:spPr bwMode="auto">
          <a:xfrm>
            <a:off x="3633631" y="3141922"/>
            <a:ext cx="2201642" cy="243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的请在这里添加相应的文字</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内容</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这里</a:t>
            </a:r>
            <a:endPar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文本框 35"/>
          <p:cNvSpPr txBox="1">
            <a:spLocks noChangeArrowheads="1"/>
          </p:cNvSpPr>
          <p:nvPr/>
        </p:nvSpPr>
        <p:spPr bwMode="auto">
          <a:xfrm>
            <a:off x="5912317" y="3642971"/>
            <a:ext cx="212952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内容请在这里添加相应的添加相应</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的请在这里添加相应的文字内容</a:t>
            </a:r>
          </a:p>
        </p:txBody>
      </p:sp>
      <p:sp>
        <p:nvSpPr>
          <p:cNvPr id="26" name="文本框 35"/>
          <p:cNvSpPr txBox="1">
            <a:spLocks noChangeArrowheads="1"/>
          </p:cNvSpPr>
          <p:nvPr/>
        </p:nvSpPr>
        <p:spPr bwMode="auto">
          <a:xfrm>
            <a:off x="8118881" y="4144020"/>
            <a:ext cx="2081703" cy="124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相应添加相应的</a:t>
            </a:r>
            <a:r>
              <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rPr>
              <a:t>添加请在这里添加</a:t>
            </a:r>
            <a:r>
              <a:rPr lang="zh-CN" altLang="en-US" sz="1600" dirty="0" smtClean="0">
                <a:solidFill>
                  <a:srgbClr val="808080"/>
                </a:solidFill>
                <a:latin typeface="微软雅黑" panose="020B0503020204020204" pitchFamily="34" charset="-122"/>
                <a:ea typeface="微软雅黑" panose="020B0503020204020204" pitchFamily="34" charset="-122"/>
                <a:sym typeface="Arial" panose="020B0604020202020204" pitchFamily="34" charset="0"/>
              </a:rPr>
              <a:t>相应</a:t>
            </a:r>
            <a:endParaRPr lang="zh-CN" altLang="en-US" sz="1600" dirty="0">
              <a:solidFill>
                <a:srgbClr val="80808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KSO_Shape"/>
          <p:cNvSpPr>
            <a:spLocks/>
          </p:cNvSpPr>
          <p:nvPr/>
        </p:nvSpPr>
        <p:spPr bwMode="auto">
          <a:xfrm>
            <a:off x="1575573" y="2140431"/>
            <a:ext cx="347064" cy="295003"/>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28" name="矩形 27"/>
          <p:cNvSpPr/>
          <p:nvPr/>
        </p:nvSpPr>
        <p:spPr>
          <a:xfrm>
            <a:off x="1922637" y="2049257"/>
            <a:ext cx="1107996" cy="458908"/>
          </a:xfrm>
          <a:prstGeom prst="rect">
            <a:avLst/>
          </a:prstGeom>
        </p:spPr>
        <p:txBody>
          <a:bodyPr wrap="none">
            <a:spAutoFit/>
          </a:bodyPr>
          <a:lstStyle/>
          <a:p>
            <a:pPr>
              <a:lnSpc>
                <a:spcPct val="150000"/>
              </a:lnSpc>
            </a:pPr>
            <a:r>
              <a:rPr lang="zh-CN" altLang="en-US" b="1" dirty="0" smtClean="0">
                <a:solidFill>
                  <a:schemeClr val="bg1"/>
                </a:solidFill>
                <a:latin typeface="微软雅黑" panose="020B0503020204020204" pitchFamily="34" charset="-122"/>
                <a:ea typeface="微软雅黑" panose="020B0503020204020204" pitchFamily="34" charset="-122"/>
              </a:rPr>
              <a:t>添加标题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9" name="KSO_Shape"/>
          <p:cNvSpPr>
            <a:spLocks/>
          </p:cNvSpPr>
          <p:nvPr/>
        </p:nvSpPr>
        <p:spPr bwMode="auto">
          <a:xfrm>
            <a:off x="3864268" y="2692582"/>
            <a:ext cx="347064" cy="295003"/>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0" name="矩形 29"/>
          <p:cNvSpPr/>
          <p:nvPr/>
        </p:nvSpPr>
        <p:spPr>
          <a:xfrm>
            <a:off x="4211332" y="2601408"/>
            <a:ext cx="1107996" cy="458908"/>
          </a:xfrm>
          <a:prstGeom prst="rect">
            <a:avLst/>
          </a:prstGeom>
        </p:spPr>
        <p:txBody>
          <a:bodyPr wrap="none">
            <a:spAutoFit/>
          </a:bodyPr>
          <a:lstStyle/>
          <a:p>
            <a:pPr>
              <a:lnSpc>
                <a:spcPct val="150000"/>
              </a:lnSpc>
            </a:pPr>
            <a:r>
              <a:rPr lang="zh-CN" altLang="en-US" b="1" dirty="0" smtClean="0">
                <a:solidFill>
                  <a:schemeClr val="bg1"/>
                </a:solidFill>
                <a:latin typeface="微软雅黑" panose="020B0503020204020204" pitchFamily="34" charset="-122"/>
                <a:ea typeface="微软雅黑" panose="020B0503020204020204" pitchFamily="34" charset="-122"/>
              </a:rPr>
              <a:t>添加标题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1" name="KSO_Shape"/>
          <p:cNvSpPr>
            <a:spLocks/>
          </p:cNvSpPr>
          <p:nvPr/>
        </p:nvSpPr>
        <p:spPr bwMode="auto">
          <a:xfrm>
            <a:off x="6211920" y="3205884"/>
            <a:ext cx="347064" cy="295003"/>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2" name="矩形 31"/>
          <p:cNvSpPr/>
          <p:nvPr/>
        </p:nvSpPr>
        <p:spPr>
          <a:xfrm>
            <a:off x="6558984" y="3114710"/>
            <a:ext cx="1107996" cy="458908"/>
          </a:xfrm>
          <a:prstGeom prst="rect">
            <a:avLst/>
          </a:prstGeom>
        </p:spPr>
        <p:txBody>
          <a:bodyPr wrap="none">
            <a:spAutoFit/>
          </a:bodyPr>
          <a:lstStyle/>
          <a:p>
            <a:pPr>
              <a:lnSpc>
                <a:spcPct val="150000"/>
              </a:lnSpc>
            </a:pPr>
            <a:r>
              <a:rPr lang="zh-CN" altLang="en-US" b="1" dirty="0" smtClean="0">
                <a:solidFill>
                  <a:schemeClr val="bg1"/>
                </a:solidFill>
                <a:latin typeface="微软雅黑" panose="020B0503020204020204" pitchFamily="34" charset="-122"/>
                <a:ea typeface="微软雅黑" panose="020B0503020204020204" pitchFamily="34" charset="-122"/>
              </a:rPr>
              <a:t>添加标题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3" name="KSO_Shape"/>
          <p:cNvSpPr>
            <a:spLocks/>
          </p:cNvSpPr>
          <p:nvPr/>
        </p:nvSpPr>
        <p:spPr bwMode="auto">
          <a:xfrm>
            <a:off x="8390692" y="3680653"/>
            <a:ext cx="347064" cy="295003"/>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4" name="矩形 33"/>
          <p:cNvSpPr/>
          <p:nvPr/>
        </p:nvSpPr>
        <p:spPr>
          <a:xfrm>
            <a:off x="8737756" y="3598700"/>
            <a:ext cx="1107996" cy="458908"/>
          </a:xfrm>
          <a:prstGeom prst="rect">
            <a:avLst/>
          </a:prstGeom>
        </p:spPr>
        <p:txBody>
          <a:bodyPr wrap="none">
            <a:spAutoFit/>
          </a:bodyPr>
          <a:lstStyle/>
          <a:p>
            <a:pPr>
              <a:lnSpc>
                <a:spcPct val="150000"/>
              </a:lnSpc>
            </a:pPr>
            <a:r>
              <a:rPr lang="zh-CN" altLang="en-US" b="1" dirty="0" smtClean="0">
                <a:solidFill>
                  <a:schemeClr val="bg1"/>
                </a:solidFill>
                <a:latin typeface="微软雅黑" panose="020B0503020204020204" pitchFamily="34" charset="-122"/>
                <a:ea typeface="微软雅黑" panose="020B0503020204020204" pitchFamily="34" charset="-122"/>
              </a:rPr>
              <a:t>添加标题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626057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2" cstate="print">
            <a:extLst>
              <a:ext uri="{28A0092B-C50C-407E-A947-70E740481C1C}">
                <a14:useLocalDpi xmlns:a14="http://schemas.microsoft.com/office/drawing/2010/main" val="0"/>
              </a:ext>
            </a:extLst>
          </a:blip>
          <a:srcRect r="5207"/>
          <a:stretch/>
        </p:blipFill>
        <p:spPr>
          <a:xfrm>
            <a:off x="6172200" y="1612044"/>
            <a:ext cx="4716194" cy="4631773"/>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30146" r="24346"/>
          <a:stretch/>
        </p:blipFill>
        <p:spPr>
          <a:xfrm>
            <a:off x="3781612" y="1612044"/>
            <a:ext cx="2302329" cy="2341868"/>
          </a:xfrm>
          <a:prstGeom prst="rect">
            <a:avLst/>
          </a:prstGeom>
          <a:solidFill>
            <a:srgbClr val="9CB124"/>
          </a:solidFill>
        </p:spPr>
      </p:pic>
      <p:pic>
        <p:nvPicPr>
          <p:cNvPr id="14" name="图片 13"/>
          <p:cNvPicPr>
            <a:picLocks noChangeAspect="1"/>
          </p:cNvPicPr>
          <p:nvPr/>
        </p:nvPicPr>
        <p:blipFill rotWithShape="1">
          <a:blip r:embed="rId4" cstate="print">
            <a:extLst>
              <a:ext uri="{28A0092B-C50C-407E-A947-70E740481C1C}">
                <a14:useLocalDpi xmlns:a14="http://schemas.microsoft.com/office/drawing/2010/main" val="0"/>
              </a:ext>
            </a:extLst>
          </a:blip>
          <a:srcRect l="18955" r="10271"/>
          <a:stretch/>
        </p:blipFill>
        <p:spPr>
          <a:xfrm>
            <a:off x="1397000" y="3930477"/>
            <a:ext cx="2308412" cy="2313343"/>
          </a:xfrm>
          <a:prstGeom prst="rect">
            <a:avLst/>
          </a:prstGeom>
        </p:spPr>
      </p:pic>
      <p:sp>
        <p:nvSpPr>
          <p:cNvPr id="3" name="矩形 2"/>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a:spLocks noChangeArrowheads="1"/>
          </p:cNvSpPr>
          <p:nvPr/>
        </p:nvSpPr>
        <p:spPr bwMode="auto">
          <a:xfrm>
            <a:off x="1071559" y="233914"/>
            <a:ext cx="5244570"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论文第一部分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5" name="组合 4"/>
          <p:cNvGrpSpPr/>
          <p:nvPr/>
        </p:nvGrpSpPr>
        <p:grpSpPr>
          <a:xfrm>
            <a:off x="218279" y="342900"/>
            <a:ext cx="635000" cy="635000"/>
            <a:chOff x="218279" y="342900"/>
            <a:chExt cx="635000" cy="635000"/>
          </a:xfrm>
        </p:grpSpPr>
        <p:sp>
          <p:nvSpPr>
            <p:cNvPr id="6" name="椭圆 5"/>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椭圆 6"/>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KSO_Shape"/>
            <p:cNvSpPr>
              <a:spLocks noChangeArrowheads="1"/>
            </p:cNvSpPr>
            <p:nvPr/>
          </p:nvSpPr>
          <p:spPr bwMode="auto">
            <a:xfrm>
              <a:off x="320602" y="526107"/>
              <a:ext cx="430354" cy="261855"/>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solidFill>
            <a:ln>
              <a:noFill/>
            </a:ln>
          </p:spPr>
          <p:txBody>
            <a:bodyPr anchor="ctr" anchorCtr="1"/>
            <a:lstStyle/>
            <a:p>
              <a:pPr eaLnBrk="0" hangingPunct="0"/>
              <a:endParaRPr lang="zh-CN" altLang="en-US">
                <a:ea typeface="宋体" panose="02010600030101010101" pitchFamily="2" charset="-122"/>
              </a:endParaRPr>
            </a:p>
          </p:txBody>
        </p:sp>
      </p:grpSp>
      <p:sp>
        <p:nvSpPr>
          <p:cNvPr id="9" name="矩形 8"/>
          <p:cNvSpPr/>
          <p:nvPr/>
        </p:nvSpPr>
        <p:spPr>
          <a:xfrm>
            <a:off x="1397000" y="1617134"/>
            <a:ext cx="2311400" cy="2315888"/>
          </a:xfrm>
          <a:prstGeom prst="rect">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784600" y="1617134"/>
            <a:ext cx="2311400" cy="2315888"/>
          </a:xfrm>
          <a:prstGeom prst="rect">
            <a:avLst/>
          </a:prstGeom>
          <a:solidFill>
            <a:srgbClr val="9CB124">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397000" y="3933022"/>
            <a:ext cx="2311400" cy="2315888"/>
          </a:xfrm>
          <a:prstGeom prst="rect">
            <a:avLst/>
          </a:prstGeom>
          <a:solidFill>
            <a:srgbClr val="65A6AF">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784600" y="3933022"/>
            <a:ext cx="2311400" cy="2315888"/>
          </a:xfrm>
          <a:prstGeom prst="rect">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172200" y="1617134"/>
            <a:ext cx="4716194" cy="462668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1644545" y="1858375"/>
            <a:ext cx="1816310" cy="1769441"/>
            <a:chOff x="1643051" y="1923949"/>
            <a:chExt cx="1816310" cy="1769441"/>
          </a:xfrm>
        </p:grpSpPr>
        <p:sp>
          <p:nvSpPr>
            <p:cNvPr id="17" name="文本框 35"/>
            <p:cNvSpPr txBox="1">
              <a:spLocks noChangeArrowheads="1"/>
            </p:cNvSpPr>
            <p:nvPr/>
          </p:nvSpPr>
          <p:spPr bwMode="auto">
            <a:xfrm>
              <a:off x="1643051" y="2444202"/>
              <a:ext cx="1816310" cy="124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20000"/>
                </a:lnSpc>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内容内容</a:t>
              </a:r>
              <a:endPar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8" name="矩形 17"/>
            <p:cNvSpPr/>
            <p:nvPr/>
          </p:nvSpPr>
          <p:spPr>
            <a:xfrm>
              <a:off x="1877043" y="1923949"/>
              <a:ext cx="1210588" cy="499624"/>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4032145" y="4175774"/>
            <a:ext cx="1816310" cy="1769441"/>
            <a:chOff x="1643051" y="1923949"/>
            <a:chExt cx="1816310" cy="1769441"/>
          </a:xfrm>
        </p:grpSpPr>
        <p:sp>
          <p:nvSpPr>
            <p:cNvPr id="21" name="文本框 35"/>
            <p:cNvSpPr txBox="1">
              <a:spLocks noChangeArrowheads="1"/>
            </p:cNvSpPr>
            <p:nvPr/>
          </p:nvSpPr>
          <p:spPr bwMode="auto">
            <a:xfrm>
              <a:off x="1643051" y="2444202"/>
              <a:ext cx="1816310" cy="124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20000"/>
                </a:lnSpc>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内容内容</a:t>
              </a:r>
              <a:endPar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2" name="矩形 21"/>
            <p:cNvSpPr/>
            <p:nvPr/>
          </p:nvSpPr>
          <p:spPr>
            <a:xfrm>
              <a:off x="1877043" y="1923949"/>
              <a:ext cx="1210588" cy="499624"/>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034619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a:spLocks noChangeArrowheads="1"/>
          </p:cNvSpPr>
          <p:nvPr/>
        </p:nvSpPr>
        <p:spPr bwMode="auto">
          <a:xfrm>
            <a:off x="1071559" y="233914"/>
            <a:ext cx="5244570"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论文第一部分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5" name="组合 4"/>
          <p:cNvGrpSpPr/>
          <p:nvPr/>
        </p:nvGrpSpPr>
        <p:grpSpPr>
          <a:xfrm>
            <a:off x="218279" y="342900"/>
            <a:ext cx="635000" cy="635000"/>
            <a:chOff x="218279" y="342900"/>
            <a:chExt cx="635000" cy="635000"/>
          </a:xfrm>
        </p:grpSpPr>
        <p:sp>
          <p:nvSpPr>
            <p:cNvPr id="6" name="椭圆 5"/>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椭圆 6"/>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KSO_Shape"/>
            <p:cNvSpPr>
              <a:spLocks noChangeArrowheads="1"/>
            </p:cNvSpPr>
            <p:nvPr/>
          </p:nvSpPr>
          <p:spPr bwMode="auto">
            <a:xfrm>
              <a:off x="320602" y="526107"/>
              <a:ext cx="430354" cy="261855"/>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solidFill>
            <a:ln>
              <a:noFill/>
            </a:ln>
          </p:spPr>
          <p:txBody>
            <a:bodyPr anchor="ctr" anchorCtr="1"/>
            <a:lstStyle/>
            <a:p>
              <a:pPr eaLnBrk="0" hangingPunct="0"/>
              <a:endParaRPr lang="zh-CN" altLang="en-US">
                <a:ea typeface="宋体" panose="02010600030101010101" pitchFamily="2" charset="-122"/>
              </a:endParaRPr>
            </a:p>
          </p:txBody>
        </p:sp>
      </p:grpSp>
      <p:grpSp>
        <p:nvGrpSpPr>
          <p:cNvPr id="13" name="组合 12"/>
          <p:cNvGrpSpPr/>
          <p:nvPr/>
        </p:nvGrpSpPr>
        <p:grpSpPr>
          <a:xfrm>
            <a:off x="2276202" y="1962530"/>
            <a:ext cx="3509294" cy="87654"/>
            <a:chOff x="2276202" y="2140358"/>
            <a:chExt cx="3509294" cy="87654"/>
          </a:xfrm>
          <a:solidFill>
            <a:srgbClr val="CB3737"/>
          </a:solidFill>
        </p:grpSpPr>
        <p:cxnSp>
          <p:nvCxnSpPr>
            <p:cNvPr id="11" name="直接连接符 10"/>
            <p:cNvCxnSpPr/>
            <p:nvPr/>
          </p:nvCxnSpPr>
          <p:spPr>
            <a:xfrm flipH="1">
              <a:off x="2330245" y="2181696"/>
              <a:ext cx="3384755" cy="0"/>
            </a:xfrm>
            <a:prstGeom prst="line">
              <a:avLst/>
            </a:prstGeom>
            <a:grpFill/>
            <a:ln w="19050">
              <a:solidFill>
                <a:srgbClr val="CB3737"/>
              </a:solidFill>
              <a:prstDash val="sysDot"/>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2276202" y="2140358"/>
              <a:ext cx="82676" cy="82676"/>
            </a:xfrm>
            <a:prstGeom prst="ellipse">
              <a:avLst/>
            </a:prstGeom>
            <a:grpFill/>
            <a:ln>
              <a:solidFill>
                <a:srgbClr val="CB37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702820" y="2145336"/>
              <a:ext cx="82676" cy="82676"/>
            </a:xfrm>
            <a:prstGeom prst="ellipse">
              <a:avLst/>
            </a:prstGeom>
            <a:grpFill/>
            <a:ln>
              <a:solidFill>
                <a:srgbClr val="CB37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p:cNvGrpSpPr/>
          <p:nvPr/>
        </p:nvGrpSpPr>
        <p:grpSpPr>
          <a:xfrm>
            <a:off x="2279650" y="3913469"/>
            <a:ext cx="2540866" cy="566216"/>
            <a:chOff x="2279650" y="3913469"/>
            <a:chExt cx="2540866" cy="566216"/>
          </a:xfrm>
        </p:grpSpPr>
        <p:cxnSp>
          <p:nvCxnSpPr>
            <p:cNvPr id="22" name="直接连接符 21"/>
            <p:cNvCxnSpPr/>
            <p:nvPr/>
          </p:nvCxnSpPr>
          <p:spPr>
            <a:xfrm flipH="1">
              <a:off x="2330245" y="3954807"/>
              <a:ext cx="2076503" cy="0"/>
            </a:xfrm>
            <a:prstGeom prst="line">
              <a:avLst/>
            </a:prstGeom>
            <a:solidFill>
              <a:srgbClr val="F67210"/>
            </a:solidFill>
            <a:ln w="19050">
              <a:solidFill>
                <a:srgbClr val="F67210"/>
              </a:solidFill>
              <a:prstDash val="sysDot"/>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2279650" y="3913469"/>
              <a:ext cx="82676" cy="82676"/>
            </a:xfrm>
            <a:prstGeom prst="ellipse">
              <a:avLst/>
            </a:prstGeom>
            <a:solidFill>
              <a:srgbClr val="F67210"/>
            </a:solidFill>
            <a:ln>
              <a:solidFill>
                <a:srgbClr val="F672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flipH="1" flipV="1">
              <a:off x="4413480" y="3954807"/>
              <a:ext cx="345234" cy="447922"/>
            </a:xfrm>
            <a:prstGeom prst="line">
              <a:avLst/>
            </a:prstGeom>
            <a:solidFill>
              <a:srgbClr val="F67210"/>
            </a:solidFill>
            <a:ln w="19050">
              <a:solidFill>
                <a:srgbClr val="F67210"/>
              </a:solidFill>
              <a:prstDash val="sysDot"/>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4737840" y="4397009"/>
              <a:ext cx="82676" cy="82676"/>
            </a:xfrm>
            <a:prstGeom prst="ellipse">
              <a:avLst/>
            </a:prstGeom>
            <a:solidFill>
              <a:srgbClr val="F67210"/>
            </a:solidFill>
            <a:ln>
              <a:solidFill>
                <a:srgbClr val="F672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文本框 35"/>
          <p:cNvSpPr txBox="1">
            <a:spLocks noChangeArrowheads="1"/>
          </p:cNvSpPr>
          <p:nvPr/>
        </p:nvSpPr>
        <p:spPr bwMode="auto">
          <a:xfrm>
            <a:off x="1070219" y="2127368"/>
            <a:ext cx="3278068"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内容请在这里添加相应的文字内容请在这里添加相应的文字</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7" name="矩形 46"/>
          <p:cNvSpPr/>
          <p:nvPr/>
        </p:nvSpPr>
        <p:spPr>
          <a:xfrm>
            <a:off x="1070219" y="1704394"/>
            <a:ext cx="1210588" cy="499624"/>
          </a:xfrm>
          <a:prstGeom prst="rect">
            <a:avLst/>
          </a:prstGeom>
        </p:spPr>
        <p:txBody>
          <a:bodyPr wrap="none">
            <a:spAutoFit/>
          </a:bodyPr>
          <a:lstStyle/>
          <a:p>
            <a:pPr>
              <a:lnSpc>
                <a:spcPct val="150000"/>
              </a:lnSpc>
            </a:pPr>
            <a:r>
              <a:rPr lang="zh-CN" altLang="en-US" sz="2000" b="1" dirty="0" smtClean="0">
                <a:solidFill>
                  <a:srgbClr val="CB3737"/>
                </a:solidFill>
                <a:latin typeface="微软雅黑" panose="020B0503020204020204" pitchFamily="34" charset="-122"/>
                <a:ea typeface="微软雅黑" panose="020B0503020204020204" pitchFamily="34" charset="-122"/>
              </a:rPr>
              <a:t>添加标题</a:t>
            </a:r>
            <a:endParaRPr lang="zh-CN" altLang="en-US" sz="2000" b="1" dirty="0">
              <a:solidFill>
                <a:srgbClr val="CB3737"/>
              </a:solidFill>
              <a:latin typeface="微软雅黑" panose="020B0503020204020204" pitchFamily="34" charset="-122"/>
              <a:ea typeface="微软雅黑" panose="020B0503020204020204" pitchFamily="34" charset="-122"/>
            </a:endParaRPr>
          </a:p>
        </p:txBody>
      </p:sp>
      <p:sp>
        <p:nvSpPr>
          <p:cNvPr id="48" name="文本框 35"/>
          <p:cNvSpPr txBox="1">
            <a:spLocks noChangeArrowheads="1"/>
          </p:cNvSpPr>
          <p:nvPr/>
        </p:nvSpPr>
        <p:spPr bwMode="auto">
          <a:xfrm>
            <a:off x="1070219" y="4053672"/>
            <a:ext cx="3278068"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内容请在这里添加相应的文字内容请在这里添加相应的文字</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9" name="矩形 48"/>
          <p:cNvSpPr/>
          <p:nvPr/>
        </p:nvSpPr>
        <p:spPr>
          <a:xfrm>
            <a:off x="1070219" y="3630698"/>
            <a:ext cx="1210588" cy="499624"/>
          </a:xfrm>
          <a:prstGeom prst="rect">
            <a:avLst/>
          </a:prstGeom>
        </p:spPr>
        <p:txBody>
          <a:bodyPr wrap="none">
            <a:spAutoFit/>
          </a:bodyPr>
          <a:lstStyle/>
          <a:p>
            <a:pPr>
              <a:lnSpc>
                <a:spcPct val="150000"/>
              </a:lnSpc>
            </a:pPr>
            <a:r>
              <a:rPr lang="zh-CN" altLang="en-US" sz="2000" b="1" dirty="0" smtClean="0">
                <a:solidFill>
                  <a:srgbClr val="F67210"/>
                </a:solidFill>
                <a:latin typeface="微软雅黑" panose="020B0503020204020204" pitchFamily="34" charset="-122"/>
                <a:ea typeface="微软雅黑" panose="020B0503020204020204" pitchFamily="34" charset="-122"/>
              </a:rPr>
              <a:t>添加标题</a:t>
            </a:r>
            <a:endParaRPr lang="zh-CN" altLang="en-US" sz="2000" b="1" dirty="0">
              <a:solidFill>
                <a:srgbClr val="F67210"/>
              </a:solidFill>
              <a:latin typeface="微软雅黑" panose="020B0503020204020204" pitchFamily="34" charset="-122"/>
              <a:ea typeface="微软雅黑" panose="020B0503020204020204" pitchFamily="34" charset="-122"/>
            </a:endParaRPr>
          </a:p>
        </p:txBody>
      </p:sp>
      <p:sp>
        <p:nvSpPr>
          <p:cNvPr id="50" name="文本框 35"/>
          <p:cNvSpPr txBox="1">
            <a:spLocks noChangeArrowheads="1"/>
          </p:cNvSpPr>
          <p:nvPr/>
        </p:nvSpPr>
        <p:spPr bwMode="auto">
          <a:xfrm>
            <a:off x="8090574" y="2122798"/>
            <a:ext cx="3278068"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内容请在这里添加相应的文字内容请在这里添加相应的文字</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矩形 50"/>
          <p:cNvSpPr/>
          <p:nvPr/>
        </p:nvSpPr>
        <p:spPr>
          <a:xfrm>
            <a:off x="8090574" y="1699824"/>
            <a:ext cx="1210588" cy="499624"/>
          </a:xfrm>
          <a:prstGeom prst="rect">
            <a:avLst/>
          </a:prstGeom>
        </p:spPr>
        <p:txBody>
          <a:bodyPr wrap="none">
            <a:spAutoFit/>
          </a:bodyPr>
          <a:lstStyle/>
          <a:p>
            <a:pPr>
              <a:lnSpc>
                <a:spcPct val="150000"/>
              </a:lnSpc>
            </a:pPr>
            <a:r>
              <a:rPr lang="zh-CN" altLang="en-US" sz="2000" b="1" dirty="0" smtClean="0">
                <a:solidFill>
                  <a:srgbClr val="65A6AF"/>
                </a:solidFill>
                <a:latin typeface="微软雅黑" panose="020B0503020204020204" pitchFamily="34" charset="-122"/>
                <a:ea typeface="微软雅黑" panose="020B0503020204020204" pitchFamily="34" charset="-122"/>
              </a:rPr>
              <a:t>添加标题</a:t>
            </a:r>
            <a:endParaRPr lang="zh-CN" altLang="en-US" sz="2000" b="1" dirty="0">
              <a:solidFill>
                <a:srgbClr val="65A6AF"/>
              </a:solidFill>
              <a:latin typeface="微软雅黑" panose="020B0503020204020204" pitchFamily="34" charset="-122"/>
              <a:ea typeface="微软雅黑" panose="020B0503020204020204" pitchFamily="34" charset="-122"/>
            </a:endParaRPr>
          </a:p>
        </p:txBody>
      </p:sp>
      <p:sp>
        <p:nvSpPr>
          <p:cNvPr id="52" name="文本框 35"/>
          <p:cNvSpPr txBox="1">
            <a:spLocks noChangeArrowheads="1"/>
          </p:cNvSpPr>
          <p:nvPr/>
        </p:nvSpPr>
        <p:spPr bwMode="auto">
          <a:xfrm>
            <a:off x="8090574" y="4068785"/>
            <a:ext cx="3278068"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内容请在这里添加相应的文字内容请在这里添加相应的文字</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3" name="矩形 52"/>
          <p:cNvSpPr/>
          <p:nvPr/>
        </p:nvSpPr>
        <p:spPr>
          <a:xfrm>
            <a:off x="8090574" y="3645811"/>
            <a:ext cx="1210588" cy="499624"/>
          </a:xfrm>
          <a:prstGeom prst="rect">
            <a:avLst/>
          </a:prstGeom>
        </p:spPr>
        <p:txBody>
          <a:bodyPr wrap="none">
            <a:spAutoFit/>
          </a:bodyPr>
          <a:lstStyle/>
          <a:p>
            <a:pPr>
              <a:lnSpc>
                <a:spcPct val="150000"/>
              </a:lnSpc>
            </a:pPr>
            <a:r>
              <a:rPr lang="zh-CN" altLang="en-US" sz="2000" b="1" dirty="0" smtClean="0">
                <a:solidFill>
                  <a:srgbClr val="9CB124"/>
                </a:solidFill>
                <a:latin typeface="微软雅黑" panose="020B0503020204020204" pitchFamily="34" charset="-122"/>
                <a:ea typeface="微软雅黑" panose="020B0503020204020204" pitchFamily="34" charset="-122"/>
              </a:rPr>
              <a:t>添加标题</a:t>
            </a:r>
            <a:endParaRPr lang="zh-CN" altLang="en-US" sz="2000" b="1" dirty="0">
              <a:solidFill>
                <a:srgbClr val="9CB124"/>
              </a:solidFill>
              <a:latin typeface="微软雅黑" panose="020B0503020204020204" pitchFamily="34" charset="-122"/>
              <a:ea typeface="微软雅黑" panose="020B0503020204020204" pitchFamily="34" charset="-122"/>
            </a:endParaRPr>
          </a:p>
        </p:txBody>
      </p:sp>
      <p:grpSp>
        <p:nvGrpSpPr>
          <p:cNvPr id="93" name="组合 92"/>
          <p:cNvGrpSpPr/>
          <p:nvPr/>
        </p:nvGrpSpPr>
        <p:grpSpPr>
          <a:xfrm>
            <a:off x="3682528" y="1798406"/>
            <a:ext cx="4490380" cy="3641973"/>
            <a:chOff x="3682528" y="1798406"/>
            <a:chExt cx="4490380" cy="3641973"/>
          </a:xfrm>
        </p:grpSpPr>
        <p:graphicFrame>
          <p:nvGraphicFramePr>
            <p:cNvPr id="17" name="Chart 3"/>
            <p:cNvGraphicFramePr>
              <a:graphicFrameLocks/>
            </p:cNvGraphicFramePr>
            <p:nvPr>
              <p:extLst>
                <p:ext uri="{D42A27DB-BD31-4B8C-83A1-F6EECF244321}">
                  <p14:modId xmlns:p14="http://schemas.microsoft.com/office/powerpoint/2010/main" val="1584007881"/>
                </p:ext>
              </p:extLst>
            </p:nvPr>
          </p:nvGraphicFramePr>
          <p:xfrm>
            <a:off x="4165423" y="2181696"/>
            <a:ext cx="3524590" cy="28586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3"/>
            <p:cNvGraphicFramePr>
              <a:graphicFrameLocks/>
            </p:cNvGraphicFramePr>
            <p:nvPr>
              <p:extLst>
                <p:ext uri="{D42A27DB-BD31-4B8C-83A1-F6EECF244321}">
                  <p14:modId xmlns:p14="http://schemas.microsoft.com/office/powerpoint/2010/main" val="398245038"/>
                </p:ext>
              </p:extLst>
            </p:nvPr>
          </p:nvGraphicFramePr>
          <p:xfrm>
            <a:off x="4406747" y="2381846"/>
            <a:ext cx="3051673" cy="24750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3"/>
            <p:cNvGraphicFramePr>
              <a:graphicFrameLocks/>
            </p:cNvGraphicFramePr>
            <p:nvPr>
              <p:extLst>
                <p:ext uri="{D42A27DB-BD31-4B8C-83A1-F6EECF244321}">
                  <p14:modId xmlns:p14="http://schemas.microsoft.com/office/powerpoint/2010/main" val="3383902908"/>
                </p:ext>
              </p:extLst>
            </p:nvPr>
          </p:nvGraphicFramePr>
          <p:xfrm>
            <a:off x="3682528" y="1798406"/>
            <a:ext cx="4490380" cy="364197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3"/>
            <p:cNvGraphicFramePr>
              <a:graphicFrameLocks/>
            </p:cNvGraphicFramePr>
            <p:nvPr>
              <p:extLst>
                <p:ext uri="{D42A27DB-BD31-4B8C-83A1-F6EECF244321}">
                  <p14:modId xmlns:p14="http://schemas.microsoft.com/office/powerpoint/2010/main" val="2357282564"/>
                </p:ext>
              </p:extLst>
            </p:nvPr>
          </p:nvGraphicFramePr>
          <p:xfrm>
            <a:off x="3943351" y="2006214"/>
            <a:ext cx="3970330" cy="3220182"/>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00" name="组合 99"/>
          <p:cNvGrpSpPr/>
          <p:nvPr/>
        </p:nvGrpSpPr>
        <p:grpSpPr>
          <a:xfrm>
            <a:off x="4568056" y="5629796"/>
            <a:ext cx="2719325" cy="399391"/>
            <a:chOff x="4568056" y="5629796"/>
            <a:chExt cx="2719325" cy="399391"/>
          </a:xfrm>
        </p:grpSpPr>
        <p:grpSp>
          <p:nvGrpSpPr>
            <p:cNvPr id="99" name="组合 98"/>
            <p:cNvGrpSpPr/>
            <p:nvPr/>
          </p:nvGrpSpPr>
          <p:grpSpPr>
            <a:xfrm>
              <a:off x="4568056" y="5643756"/>
              <a:ext cx="632012" cy="385431"/>
              <a:chOff x="4568056" y="5643756"/>
              <a:chExt cx="632012" cy="385431"/>
            </a:xfrm>
          </p:grpSpPr>
          <p:sp>
            <p:nvSpPr>
              <p:cNvPr id="56" name="圆角矩形 55"/>
              <p:cNvSpPr/>
              <p:nvPr/>
            </p:nvSpPr>
            <p:spPr>
              <a:xfrm>
                <a:off x="4568056" y="5643756"/>
                <a:ext cx="632012" cy="385431"/>
              </a:xfrm>
              <a:prstGeom prst="roundRect">
                <a:avLst/>
              </a:prstGeom>
              <a:noFill/>
              <a:ln>
                <a:solidFill>
                  <a:srgbClr val="CB37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4586545" y="5667194"/>
                <a:ext cx="595035" cy="338554"/>
              </a:xfrm>
              <a:prstGeom prst="rect">
                <a:avLst/>
              </a:prstGeom>
              <a:noFill/>
            </p:spPr>
            <p:txBody>
              <a:bodyPr wrap="none" rtlCol="0">
                <a:spAutoFit/>
              </a:bodyPr>
              <a:lstStyle/>
              <a:p>
                <a:r>
                  <a:rPr lang="en-US" altLang="zh-CN" sz="1600" dirty="0" smtClean="0">
                    <a:solidFill>
                      <a:srgbClr val="CB3737"/>
                    </a:solidFill>
                    <a:latin typeface="Arial" panose="020B0604020202020204" pitchFamily="34" charset="0"/>
                    <a:cs typeface="Arial" panose="020B0604020202020204" pitchFamily="34" charset="0"/>
                  </a:rPr>
                  <a:t>53%</a:t>
                </a:r>
                <a:endParaRPr lang="zh-CN" altLang="en-US" sz="1600" dirty="0">
                  <a:solidFill>
                    <a:srgbClr val="CB3737"/>
                  </a:solidFill>
                  <a:latin typeface="Arial" panose="020B0604020202020204" pitchFamily="34" charset="0"/>
                  <a:cs typeface="Arial" panose="020B0604020202020204" pitchFamily="34" charset="0"/>
                </a:endParaRPr>
              </a:p>
            </p:txBody>
          </p:sp>
        </p:grpSp>
        <p:sp>
          <p:nvSpPr>
            <p:cNvPr id="57" name="圆角矩形 56"/>
            <p:cNvSpPr/>
            <p:nvPr/>
          </p:nvSpPr>
          <p:spPr>
            <a:xfrm>
              <a:off x="5263827" y="5636097"/>
              <a:ext cx="632012" cy="385431"/>
            </a:xfrm>
            <a:prstGeom prst="roundRect">
              <a:avLst/>
            </a:prstGeom>
            <a:noFill/>
            <a:ln>
              <a:solidFill>
                <a:srgbClr val="F672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282316" y="5659535"/>
              <a:ext cx="595035" cy="338554"/>
            </a:xfrm>
            <a:prstGeom prst="rect">
              <a:avLst/>
            </a:prstGeom>
            <a:noFill/>
          </p:spPr>
          <p:txBody>
            <a:bodyPr wrap="none" rtlCol="0">
              <a:spAutoFit/>
            </a:bodyPr>
            <a:lstStyle/>
            <a:p>
              <a:r>
                <a:rPr lang="en-US" altLang="zh-CN" sz="1600" dirty="0" smtClean="0">
                  <a:solidFill>
                    <a:srgbClr val="F67210"/>
                  </a:solidFill>
                  <a:latin typeface="Arial" panose="020B0604020202020204" pitchFamily="34" charset="0"/>
                  <a:cs typeface="Arial" panose="020B0604020202020204" pitchFamily="34" charset="0"/>
                </a:rPr>
                <a:t>72%</a:t>
              </a:r>
              <a:endParaRPr lang="zh-CN" altLang="en-US" sz="1600" dirty="0">
                <a:solidFill>
                  <a:srgbClr val="F67210"/>
                </a:solidFill>
                <a:latin typeface="Arial" panose="020B0604020202020204" pitchFamily="34" charset="0"/>
                <a:cs typeface="Arial" panose="020B0604020202020204" pitchFamily="34" charset="0"/>
              </a:endParaRPr>
            </a:p>
          </p:txBody>
        </p:sp>
        <p:sp>
          <p:nvSpPr>
            <p:cNvPr id="58" name="圆角矩形 57"/>
            <p:cNvSpPr/>
            <p:nvPr/>
          </p:nvSpPr>
          <p:spPr>
            <a:xfrm>
              <a:off x="5959598" y="5629796"/>
              <a:ext cx="632012" cy="385431"/>
            </a:xfrm>
            <a:prstGeom prst="roundRect">
              <a:avLst/>
            </a:prstGeom>
            <a:noFill/>
            <a:ln>
              <a:solidFill>
                <a:srgbClr val="65A6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5978087" y="5653234"/>
              <a:ext cx="595035" cy="338554"/>
            </a:xfrm>
            <a:prstGeom prst="rect">
              <a:avLst/>
            </a:prstGeom>
            <a:noFill/>
          </p:spPr>
          <p:txBody>
            <a:bodyPr wrap="none" rtlCol="0">
              <a:spAutoFit/>
            </a:bodyPr>
            <a:lstStyle/>
            <a:p>
              <a:r>
                <a:rPr lang="en-US" altLang="zh-CN" sz="1600" dirty="0" smtClean="0">
                  <a:solidFill>
                    <a:srgbClr val="65A6AF"/>
                  </a:solidFill>
                  <a:latin typeface="Arial" panose="020B0604020202020204" pitchFamily="34" charset="0"/>
                  <a:cs typeface="Arial" panose="020B0604020202020204" pitchFamily="34" charset="0"/>
                </a:rPr>
                <a:t>77%</a:t>
              </a:r>
              <a:endParaRPr lang="zh-CN" altLang="en-US" sz="1600" dirty="0">
                <a:solidFill>
                  <a:srgbClr val="65A6AF"/>
                </a:solidFill>
                <a:latin typeface="Arial" panose="020B0604020202020204" pitchFamily="34" charset="0"/>
                <a:cs typeface="Arial" panose="020B0604020202020204" pitchFamily="34" charset="0"/>
              </a:endParaRPr>
            </a:p>
          </p:txBody>
        </p:sp>
        <p:sp>
          <p:nvSpPr>
            <p:cNvPr id="59" name="圆角矩形 58"/>
            <p:cNvSpPr/>
            <p:nvPr/>
          </p:nvSpPr>
          <p:spPr>
            <a:xfrm>
              <a:off x="6655369" y="5643014"/>
              <a:ext cx="632012" cy="385431"/>
            </a:xfrm>
            <a:prstGeom prst="roundRect">
              <a:avLst/>
            </a:prstGeom>
            <a:noFill/>
            <a:ln>
              <a:solidFill>
                <a:srgbClr val="9CB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6673858" y="5666452"/>
              <a:ext cx="595035" cy="338554"/>
            </a:xfrm>
            <a:prstGeom prst="rect">
              <a:avLst/>
            </a:prstGeom>
            <a:noFill/>
          </p:spPr>
          <p:txBody>
            <a:bodyPr wrap="none" rtlCol="0">
              <a:spAutoFit/>
            </a:bodyPr>
            <a:lstStyle/>
            <a:p>
              <a:r>
                <a:rPr lang="en-US" altLang="zh-CN" sz="1600" dirty="0" smtClean="0">
                  <a:solidFill>
                    <a:srgbClr val="9CB124"/>
                  </a:solidFill>
                  <a:latin typeface="Arial" panose="020B0604020202020204" pitchFamily="34" charset="0"/>
                  <a:cs typeface="Arial" panose="020B0604020202020204" pitchFamily="34" charset="0"/>
                </a:rPr>
                <a:t>85%</a:t>
              </a:r>
              <a:endParaRPr lang="zh-CN" altLang="en-US" sz="1600" dirty="0">
                <a:solidFill>
                  <a:srgbClr val="9CB124"/>
                </a:solidFill>
                <a:latin typeface="Arial" panose="020B0604020202020204" pitchFamily="34" charset="0"/>
                <a:cs typeface="Arial" panose="020B0604020202020204" pitchFamily="34" charset="0"/>
              </a:endParaRPr>
            </a:p>
          </p:txBody>
        </p:sp>
      </p:grpSp>
      <p:grpSp>
        <p:nvGrpSpPr>
          <p:cNvPr id="82" name="组合 81"/>
          <p:cNvGrpSpPr/>
          <p:nvPr/>
        </p:nvGrpSpPr>
        <p:grpSpPr>
          <a:xfrm>
            <a:off x="6825692" y="1889847"/>
            <a:ext cx="1273638" cy="1089131"/>
            <a:chOff x="6825692" y="1889847"/>
            <a:chExt cx="1273638" cy="1089131"/>
          </a:xfrm>
        </p:grpSpPr>
        <p:sp>
          <p:nvSpPr>
            <p:cNvPr id="32" name="椭圆 31"/>
            <p:cNvSpPr/>
            <p:nvPr/>
          </p:nvSpPr>
          <p:spPr>
            <a:xfrm rot="789561">
              <a:off x="6825692" y="2812692"/>
              <a:ext cx="145614" cy="14561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p:cNvGrpSpPr/>
            <p:nvPr/>
          </p:nvGrpSpPr>
          <p:grpSpPr>
            <a:xfrm rot="789561">
              <a:off x="7036795" y="1889847"/>
              <a:ext cx="876053" cy="1089131"/>
              <a:chOff x="6938632" y="2023333"/>
              <a:chExt cx="841746" cy="881728"/>
            </a:xfrm>
          </p:grpSpPr>
          <p:cxnSp>
            <p:nvCxnSpPr>
              <p:cNvPr id="31" name="直接连接符 30"/>
              <p:cNvCxnSpPr/>
              <p:nvPr/>
            </p:nvCxnSpPr>
            <p:spPr>
              <a:xfrm flipH="1">
                <a:off x="6938632" y="2023333"/>
                <a:ext cx="841746" cy="881728"/>
              </a:xfrm>
              <a:prstGeom prst="line">
                <a:avLst/>
              </a:prstGeom>
              <a:solidFill>
                <a:srgbClr val="65A6AF"/>
              </a:solidFill>
              <a:ln w="5715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6938632" y="2023333"/>
                <a:ext cx="841746" cy="881728"/>
              </a:xfrm>
              <a:prstGeom prst="line">
                <a:avLst/>
              </a:prstGeom>
              <a:solidFill>
                <a:srgbClr val="65A6AF"/>
              </a:solidFill>
              <a:ln w="19050">
                <a:solidFill>
                  <a:srgbClr val="65A6AF"/>
                </a:solidFill>
                <a:prstDash val="sysDot"/>
              </a:ln>
            </p:spPr>
            <p:style>
              <a:lnRef idx="1">
                <a:schemeClr val="accent1"/>
              </a:lnRef>
              <a:fillRef idx="0">
                <a:schemeClr val="accent1"/>
              </a:fillRef>
              <a:effectRef idx="0">
                <a:schemeClr val="accent1"/>
              </a:effectRef>
              <a:fontRef idx="minor">
                <a:schemeClr val="tx1"/>
              </a:fontRef>
            </p:style>
          </p:cxnSp>
        </p:grpSp>
        <p:sp>
          <p:nvSpPr>
            <p:cNvPr id="71" name="椭圆 70"/>
            <p:cNvSpPr/>
            <p:nvPr/>
          </p:nvSpPr>
          <p:spPr>
            <a:xfrm rot="789561">
              <a:off x="6857161" y="2844161"/>
              <a:ext cx="82676" cy="82676"/>
            </a:xfrm>
            <a:prstGeom prst="ellipse">
              <a:avLst/>
            </a:prstGeom>
            <a:solidFill>
              <a:srgbClr val="65A6AF"/>
            </a:solidFill>
            <a:ln>
              <a:solidFill>
                <a:srgbClr val="65A6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rot="789561">
              <a:off x="8016654" y="1954205"/>
              <a:ext cx="82676" cy="82676"/>
            </a:xfrm>
            <a:prstGeom prst="ellipse">
              <a:avLst/>
            </a:prstGeom>
            <a:solidFill>
              <a:srgbClr val="65A6AF"/>
            </a:solidFill>
            <a:ln>
              <a:solidFill>
                <a:srgbClr val="65A6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p:cNvGrpSpPr/>
          <p:nvPr/>
        </p:nvGrpSpPr>
        <p:grpSpPr>
          <a:xfrm>
            <a:off x="6845876" y="3869771"/>
            <a:ext cx="1253872" cy="145614"/>
            <a:chOff x="6845876" y="3869771"/>
            <a:chExt cx="1253872" cy="145614"/>
          </a:xfrm>
        </p:grpSpPr>
        <p:sp>
          <p:nvSpPr>
            <p:cNvPr id="84" name="椭圆 83"/>
            <p:cNvSpPr/>
            <p:nvPr/>
          </p:nvSpPr>
          <p:spPr>
            <a:xfrm rot="789561">
              <a:off x="6845876" y="3869771"/>
              <a:ext cx="145614" cy="14561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连接符 87"/>
            <p:cNvCxnSpPr/>
            <p:nvPr/>
          </p:nvCxnSpPr>
          <p:spPr>
            <a:xfrm flipH="1" flipV="1">
              <a:off x="6890595" y="3942578"/>
              <a:ext cx="1135651" cy="8896"/>
            </a:xfrm>
            <a:prstGeom prst="line">
              <a:avLst/>
            </a:prstGeom>
            <a:solidFill>
              <a:srgbClr val="65A6AF"/>
            </a:solidFill>
            <a:ln w="5715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6902211" y="3942579"/>
              <a:ext cx="1112419" cy="8895"/>
            </a:xfrm>
            <a:prstGeom prst="line">
              <a:avLst/>
            </a:prstGeom>
            <a:solidFill>
              <a:srgbClr val="9CB124"/>
            </a:solidFill>
            <a:ln w="19050">
              <a:solidFill>
                <a:srgbClr val="9CB124"/>
              </a:solidFill>
              <a:prstDash val="sysDot"/>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6877345" y="3901240"/>
              <a:ext cx="82676" cy="82676"/>
            </a:xfrm>
            <a:prstGeom prst="ellipse">
              <a:avLst/>
            </a:prstGeom>
            <a:solidFill>
              <a:srgbClr val="9CB124"/>
            </a:solidFill>
            <a:ln>
              <a:solidFill>
                <a:srgbClr val="9CB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8017072" y="3910136"/>
              <a:ext cx="82676" cy="82676"/>
            </a:xfrm>
            <a:prstGeom prst="ellipse">
              <a:avLst/>
            </a:prstGeom>
            <a:solidFill>
              <a:srgbClr val="9CB124"/>
            </a:solidFill>
            <a:ln>
              <a:solidFill>
                <a:srgbClr val="9CB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135386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椭圆 6"/>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9" name="组合 8"/>
          <p:cNvGrpSpPr/>
          <p:nvPr/>
        </p:nvGrpSpPr>
        <p:grpSpPr>
          <a:xfrm>
            <a:off x="350349" y="533728"/>
            <a:ext cx="370860" cy="246993"/>
            <a:chOff x="4806414" y="597345"/>
            <a:chExt cx="936362" cy="623618"/>
          </a:xfrm>
          <a:solidFill>
            <a:schemeClr val="bg1"/>
          </a:solidFill>
        </p:grpSpPr>
        <p:sp>
          <p:nvSpPr>
            <p:cNvPr id="10"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1"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2"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3"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4"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5"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4" name="文本框 3"/>
          <p:cNvSpPr txBox="1">
            <a:spLocks noChangeArrowheads="1"/>
          </p:cNvSpPr>
          <p:nvPr/>
        </p:nvSpPr>
        <p:spPr bwMode="auto">
          <a:xfrm>
            <a:off x="1071559" y="233914"/>
            <a:ext cx="5244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论文第二部分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sp>
        <p:nvSpPr>
          <p:cNvPr id="36" name="文本框 35"/>
          <p:cNvSpPr txBox="1">
            <a:spLocks noChangeArrowheads="1"/>
          </p:cNvSpPr>
          <p:nvPr/>
        </p:nvSpPr>
        <p:spPr bwMode="auto">
          <a:xfrm>
            <a:off x="5327639" y="2479970"/>
            <a:ext cx="5436911"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请在这里添加相应的文字添加相应的文字</a:t>
            </a: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997" y="1780729"/>
            <a:ext cx="2399452" cy="4465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组合 40"/>
          <p:cNvGrpSpPr/>
          <p:nvPr/>
        </p:nvGrpSpPr>
        <p:grpSpPr>
          <a:xfrm>
            <a:off x="1643613" y="2438850"/>
            <a:ext cx="2098219" cy="3084798"/>
            <a:chOff x="5503034" y="2260600"/>
            <a:chExt cx="1917700" cy="2819400"/>
          </a:xfrm>
        </p:grpSpPr>
        <p:pic>
          <p:nvPicPr>
            <p:cNvPr id="21" name="图片 20"/>
            <p:cNvPicPr>
              <a:picLocks noChangeAspect="1"/>
            </p:cNvPicPr>
            <p:nvPr/>
          </p:nvPicPr>
          <p:blipFill rotWithShape="1">
            <a:blip r:embed="rId3">
              <a:extLst>
                <a:ext uri="{28A0092B-C50C-407E-A947-70E740481C1C}">
                  <a14:useLocalDpi xmlns:a14="http://schemas.microsoft.com/office/drawing/2010/main" val="0"/>
                </a:ext>
              </a:extLst>
            </a:blip>
            <a:srcRect l="21258" t="1460" r="34141"/>
            <a:stretch/>
          </p:blipFill>
          <p:spPr>
            <a:xfrm>
              <a:off x="5505164" y="2264680"/>
              <a:ext cx="1913441" cy="2815320"/>
            </a:xfrm>
            <a:prstGeom prst="rect">
              <a:avLst/>
            </a:prstGeom>
          </p:spPr>
        </p:pic>
        <p:sp>
          <p:nvSpPr>
            <p:cNvPr id="20" name="矩形 19"/>
            <p:cNvSpPr/>
            <p:nvPr/>
          </p:nvSpPr>
          <p:spPr>
            <a:xfrm>
              <a:off x="5503034" y="2260600"/>
              <a:ext cx="1917700" cy="699645"/>
            </a:xfrm>
            <a:prstGeom prst="rect">
              <a:avLst/>
            </a:prstGeom>
            <a:solidFill>
              <a:srgbClr val="9CB124">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503034" y="2960245"/>
              <a:ext cx="1917700" cy="699645"/>
            </a:xfrm>
            <a:prstGeom prst="rect">
              <a:avLst/>
            </a:prstGeom>
            <a:solidFill>
              <a:srgbClr val="65A6AF">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503034" y="3659890"/>
              <a:ext cx="1917700" cy="699645"/>
            </a:xfrm>
            <a:prstGeom prst="rect">
              <a:avLst/>
            </a:prstGeom>
            <a:solidFill>
              <a:srgbClr val="F67210">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503034" y="4359535"/>
              <a:ext cx="1917700" cy="720465"/>
            </a:xfrm>
            <a:prstGeom prst="rect">
              <a:avLst/>
            </a:prstGeom>
            <a:solidFill>
              <a:srgbClr val="CB3737">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矩形 28"/>
          <p:cNvSpPr/>
          <p:nvPr/>
        </p:nvSpPr>
        <p:spPr>
          <a:xfrm>
            <a:off x="3892449" y="2438850"/>
            <a:ext cx="767064" cy="765505"/>
          </a:xfrm>
          <a:prstGeom prst="rect">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892449" y="3204725"/>
            <a:ext cx="767064" cy="765505"/>
          </a:xfrm>
          <a:prstGeom prst="rect">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3892449" y="3972066"/>
            <a:ext cx="767064" cy="765505"/>
          </a:xfrm>
          <a:prstGeom prst="rect">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3892449" y="4735364"/>
            <a:ext cx="767064" cy="788284"/>
          </a:xfrm>
          <a:prstGeom prst="rect">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087547" y="2474299"/>
            <a:ext cx="1210588" cy="553998"/>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8" name="矩形 37"/>
          <p:cNvSpPr/>
          <p:nvPr/>
        </p:nvSpPr>
        <p:spPr>
          <a:xfrm>
            <a:off x="2087547" y="3271577"/>
            <a:ext cx="1210588" cy="553998"/>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9" name="矩形 38"/>
          <p:cNvSpPr/>
          <p:nvPr/>
        </p:nvSpPr>
        <p:spPr>
          <a:xfrm>
            <a:off x="2087547" y="4004680"/>
            <a:ext cx="1210588" cy="553998"/>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0" name="矩形 39"/>
          <p:cNvSpPr/>
          <p:nvPr/>
        </p:nvSpPr>
        <p:spPr>
          <a:xfrm>
            <a:off x="2087547" y="4819772"/>
            <a:ext cx="1210588" cy="553998"/>
          </a:xfrm>
          <a:prstGeom prst="rect">
            <a:avLst/>
          </a:prstGeom>
        </p:spPr>
        <p:txBody>
          <a:bodyPr wrap="none">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2" name="KSO_Shape"/>
          <p:cNvSpPr>
            <a:spLocks/>
          </p:cNvSpPr>
          <p:nvPr/>
        </p:nvSpPr>
        <p:spPr bwMode="auto">
          <a:xfrm>
            <a:off x="4100840" y="2701340"/>
            <a:ext cx="350282" cy="2405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43" name="KSO_Shape"/>
          <p:cNvSpPr>
            <a:spLocks/>
          </p:cNvSpPr>
          <p:nvPr/>
        </p:nvSpPr>
        <p:spPr bwMode="auto">
          <a:xfrm>
            <a:off x="4107642" y="3443740"/>
            <a:ext cx="336678" cy="286735"/>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44" name="KSO_Shape"/>
          <p:cNvSpPr>
            <a:spLocks/>
          </p:cNvSpPr>
          <p:nvPr/>
        </p:nvSpPr>
        <p:spPr bwMode="auto">
          <a:xfrm>
            <a:off x="4114547" y="4178595"/>
            <a:ext cx="322868" cy="348033"/>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45" name="KSO_Shape"/>
          <p:cNvSpPr>
            <a:spLocks/>
          </p:cNvSpPr>
          <p:nvPr/>
        </p:nvSpPr>
        <p:spPr bwMode="auto">
          <a:xfrm>
            <a:off x="4111164" y="4964415"/>
            <a:ext cx="329634" cy="330183"/>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49" name="KSO_Shape"/>
          <p:cNvSpPr/>
          <p:nvPr/>
        </p:nvSpPr>
        <p:spPr>
          <a:xfrm>
            <a:off x="4931054" y="2688858"/>
            <a:ext cx="265488" cy="265488"/>
          </a:xfrm>
          <a:prstGeom prst="chevron">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0" name="KSO_Shape"/>
          <p:cNvSpPr/>
          <p:nvPr/>
        </p:nvSpPr>
        <p:spPr>
          <a:xfrm>
            <a:off x="4931054" y="3454734"/>
            <a:ext cx="265488" cy="265488"/>
          </a:xfrm>
          <a:prstGeom prst="chevron">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1" name="KSO_Shape"/>
          <p:cNvSpPr/>
          <p:nvPr/>
        </p:nvSpPr>
        <p:spPr>
          <a:xfrm>
            <a:off x="4931054" y="4222074"/>
            <a:ext cx="265488" cy="265488"/>
          </a:xfrm>
          <a:prstGeom prst="chevron">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2" name="KSO_Shape"/>
          <p:cNvSpPr/>
          <p:nvPr/>
        </p:nvSpPr>
        <p:spPr>
          <a:xfrm>
            <a:off x="4931054" y="4996762"/>
            <a:ext cx="265488" cy="265488"/>
          </a:xfrm>
          <a:prstGeom prst="chevron">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4" name="文本框 53"/>
          <p:cNvSpPr txBox="1">
            <a:spLocks noChangeArrowheads="1"/>
          </p:cNvSpPr>
          <p:nvPr/>
        </p:nvSpPr>
        <p:spPr bwMode="auto">
          <a:xfrm>
            <a:off x="5327639" y="3249271"/>
            <a:ext cx="5436911"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请在这里添加相应的文字添加相应的文字</a:t>
            </a:r>
          </a:p>
        </p:txBody>
      </p:sp>
      <p:sp>
        <p:nvSpPr>
          <p:cNvPr id="55" name="文本框 54"/>
          <p:cNvSpPr txBox="1">
            <a:spLocks noChangeArrowheads="1"/>
          </p:cNvSpPr>
          <p:nvPr/>
        </p:nvSpPr>
        <p:spPr bwMode="auto">
          <a:xfrm>
            <a:off x="5327639" y="4018572"/>
            <a:ext cx="5436911"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请在这里添加相应的文字添加相应的文字</a:t>
            </a:r>
          </a:p>
        </p:txBody>
      </p:sp>
      <p:sp>
        <p:nvSpPr>
          <p:cNvPr id="56" name="文本框 55"/>
          <p:cNvSpPr txBox="1">
            <a:spLocks noChangeArrowheads="1"/>
          </p:cNvSpPr>
          <p:nvPr/>
        </p:nvSpPr>
        <p:spPr bwMode="auto">
          <a:xfrm>
            <a:off x="5327639" y="4787874"/>
            <a:ext cx="5436911"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请在这里添加相应的文字添加相应的文字</a:t>
            </a:r>
          </a:p>
        </p:txBody>
      </p:sp>
    </p:spTree>
    <p:extLst>
      <p:ext uri="{BB962C8B-B14F-4D97-AF65-F5344CB8AC3E}">
        <p14:creationId xmlns:p14="http://schemas.microsoft.com/office/powerpoint/2010/main" val="1183505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04"/>
            <a:ext cx="4796129" cy="6858000"/>
          </a:xfrm>
          <a:prstGeom prst="rect">
            <a:avLst/>
          </a:prstGeom>
        </p:spPr>
      </p:pic>
      <p:sp>
        <p:nvSpPr>
          <p:cNvPr id="6" name="矩形 5"/>
          <p:cNvSpPr/>
          <p:nvPr/>
        </p:nvSpPr>
        <p:spPr>
          <a:xfrm>
            <a:off x="0" y="704"/>
            <a:ext cx="4825445" cy="6857296"/>
          </a:xfrm>
          <a:prstGeom prst="rect">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4784827" y="3224440"/>
            <a:ext cx="437020" cy="414415"/>
          </a:xfrm>
          <a:prstGeom prst="triangle">
            <a:avLst/>
          </a:prstGeom>
          <a:solidFill>
            <a:srgbClr val="277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5464545" y="2426905"/>
            <a:ext cx="5372788" cy="2004895"/>
            <a:chOff x="5464545" y="2591638"/>
            <a:chExt cx="5372788" cy="2004895"/>
          </a:xfrm>
        </p:grpSpPr>
        <p:sp>
          <p:nvSpPr>
            <p:cNvPr id="15" name="TextBox 15"/>
            <p:cNvSpPr txBox="1">
              <a:spLocks noChangeArrowheads="1"/>
            </p:cNvSpPr>
            <p:nvPr/>
          </p:nvSpPr>
          <p:spPr bwMode="auto">
            <a:xfrm>
              <a:off x="5464545" y="3303871"/>
              <a:ext cx="2698092" cy="12926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lgn="l">
                <a:lnSpc>
                  <a:spcPct val="120000"/>
                </a:lnSpc>
                <a:defRPr sz="1200" b="0" kern="0">
                  <a:solidFill>
                    <a:schemeClr val="accent3">
                      <a:lumMod val="50000"/>
                    </a:schemeClr>
                  </a:solidFill>
                  <a:latin typeface="微软雅黑" pitchFamily="34" charset="-122"/>
                  <a:ea typeface="微软雅黑" pitchFamily="34" charset="-122"/>
                </a:defRPr>
              </a:lvl1pPr>
            </a:lstStyle>
            <a:p>
              <a:pPr>
                <a:lnSpc>
                  <a:spcPct val="130000"/>
                </a:lnSpc>
              </a:pPr>
              <a:r>
                <a:rPr lang="zh-CN" altLang="en-US" sz="2000" dirty="0" smtClean="0"/>
                <a:t>添加第二部分小标题</a:t>
              </a:r>
              <a:endParaRPr lang="zh-CN" altLang="en-US" sz="2000" dirty="0"/>
            </a:p>
            <a:p>
              <a:pPr>
                <a:lnSpc>
                  <a:spcPct val="130000"/>
                </a:lnSpc>
              </a:pPr>
              <a:r>
                <a:rPr lang="zh-CN" altLang="en-US" sz="2000" dirty="0" smtClean="0"/>
                <a:t>添加第二部分小标题</a:t>
              </a:r>
              <a:endParaRPr lang="en-US" altLang="zh-CN" sz="2000" dirty="0" smtClean="0"/>
            </a:p>
            <a:p>
              <a:pPr>
                <a:lnSpc>
                  <a:spcPct val="130000"/>
                </a:lnSpc>
              </a:pPr>
              <a:r>
                <a:rPr lang="zh-CN" altLang="en-US" sz="2000" dirty="0" smtClean="0"/>
                <a:t>添加第二部分</a:t>
              </a:r>
              <a:r>
                <a:rPr lang="zh-CN" altLang="en-US" sz="2000" dirty="0"/>
                <a:t>小标题</a:t>
              </a:r>
            </a:p>
          </p:txBody>
        </p:sp>
        <p:sp>
          <p:nvSpPr>
            <p:cNvPr id="24" name="MH_Entry_1">
              <a:hlinkClick r:id="rId4" action="ppaction://hlinksldjump"/>
            </p:cNvPr>
            <p:cNvSpPr txBox="1">
              <a:spLocks noChangeArrowheads="1"/>
            </p:cNvSpPr>
            <p:nvPr>
              <p:custDataLst>
                <p:tags r:id="rId1"/>
              </p:custDataLst>
            </p:nvPr>
          </p:nvSpPr>
          <p:spPr bwMode="auto">
            <a:xfrm>
              <a:off x="5565376" y="2591638"/>
              <a:ext cx="5271957" cy="44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nSpc>
                  <a:spcPct val="150000"/>
                </a:lnSpc>
              </a:pPr>
              <a:r>
                <a:rPr lang="zh-CN" altLang="en-US" sz="3600" b="1" dirty="0" smtClean="0">
                  <a:solidFill>
                    <a:srgbClr val="22777A"/>
                  </a:solidFill>
                  <a:latin typeface="微软雅黑" panose="020B0503020204020204" pitchFamily="34" charset="-122"/>
                  <a:ea typeface="微软雅黑" panose="020B0503020204020204" pitchFamily="34" charset="-122"/>
                </a:rPr>
                <a:t>添加论文第二部分</a:t>
              </a:r>
              <a:r>
                <a:rPr lang="zh-CN" altLang="en-US" sz="3600" b="1" dirty="0">
                  <a:solidFill>
                    <a:srgbClr val="22777A"/>
                  </a:solidFill>
                  <a:latin typeface="微软雅黑" panose="020B0503020204020204" pitchFamily="34" charset="-122"/>
                  <a:ea typeface="微软雅黑" panose="020B0503020204020204" pitchFamily="34" charset="-122"/>
                </a:rPr>
                <a:t>标题</a:t>
              </a:r>
            </a:p>
          </p:txBody>
        </p:sp>
      </p:grpSp>
      <p:grpSp>
        <p:nvGrpSpPr>
          <p:cNvPr id="36" name="组合 35"/>
          <p:cNvGrpSpPr/>
          <p:nvPr/>
        </p:nvGrpSpPr>
        <p:grpSpPr>
          <a:xfrm>
            <a:off x="1322142" y="2213291"/>
            <a:ext cx="2181159" cy="2181159"/>
            <a:chOff x="1944196" y="1679833"/>
            <a:chExt cx="2181159" cy="2181159"/>
          </a:xfrm>
        </p:grpSpPr>
        <p:grpSp>
          <p:nvGrpSpPr>
            <p:cNvPr id="33" name="组合 32"/>
            <p:cNvGrpSpPr/>
            <p:nvPr/>
          </p:nvGrpSpPr>
          <p:grpSpPr>
            <a:xfrm>
              <a:off x="1944196" y="1679833"/>
              <a:ext cx="2181159" cy="2181159"/>
              <a:chOff x="1944196" y="1679833"/>
              <a:chExt cx="2181159" cy="2181159"/>
            </a:xfrm>
          </p:grpSpPr>
          <p:sp>
            <p:nvSpPr>
              <p:cNvPr id="8" name="椭圆 7"/>
              <p:cNvSpPr/>
              <p:nvPr/>
            </p:nvSpPr>
            <p:spPr>
              <a:xfrm>
                <a:off x="1944196" y="1679833"/>
                <a:ext cx="2181159" cy="2181159"/>
              </a:xfrm>
              <a:prstGeom prst="ellipse">
                <a:avLst/>
              </a:prstGeom>
              <a:solidFill>
                <a:schemeClr val="bg1"/>
              </a:solidFill>
              <a:ln w="127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058745" y="1794382"/>
                <a:ext cx="1952061" cy="1952061"/>
              </a:xfrm>
              <a:prstGeom prst="ellipse">
                <a:avLst/>
              </a:prstGeom>
              <a:solidFill>
                <a:srgbClr val="22777A"/>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2451947" y="2106001"/>
              <a:ext cx="1354178" cy="1328823"/>
            </a:xfrm>
            <a:prstGeom prst="rect">
              <a:avLst/>
            </a:prstGeom>
          </p:spPr>
          <p:txBody>
            <a:bodyPr wrap="square" lIns="96770" tIns="48386" rIns="96770" bIns="48386">
              <a:spAutoFit/>
            </a:bodyPr>
            <a:lstStyle/>
            <a:p>
              <a:pPr algn="l" fontAlgn="auto">
                <a:spcBef>
                  <a:spcPts val="0"/>
                </a:spcBef>
                <a:spcAft>
                  <a:spcPts val="0"/>
                </a:spcAft>
                <a:defRPr/>
              </a:pPr>
              <a:r>
                <a:rPr lang="en-US" altLang="zh-CN" sz="8000" b="0" kern="0" dirty="0" smtClean="0">
                  <a:solidFill>
                    <a:schemeClr val="bg1"/>
                  </a:solidFill>
                  <a:effectLst>
                    <a:glow rad="63500">
                      <a:schemeClr val="bg1">
                        <a:lumMod val="65000"/>
                        <a:alpha val="40000"/>
                      </a:schemeClr>
                    </a:glow>
                  </a:effectLst>
                  <a:latin typeface="Impact" pitchFamily="34" charset="0"/>
                </a:rPr>
                <a:t>02</a:t>
              </a:r>
              <a:endParaRPr lang="zh-CN" altLang="en-US" sz="8000" b="0" kern="0" dirty="0">
                <a:solidFill>
                  <a:schemeClr val="bg1"/>
                </a:solidFill>
                <a:effectLst>
                  <a:glow rad="63500">
                    <a:schemeClr val="bg1">
                      <a:lumMod val="65000"/>
                      <a:alpha val="40000"/>
                    </a:schemeClr>
                  </a:glow>
                </a:effectLst>
                <a:latin typeface="Impact" pitchFamily="34" charset="0"/>
              </a:endParaRPr>
            </a:p>
          </p:txBody>
        </p:sp>
      </p:grpSp>
    </p:spTree>
    <p:extLst>
      <p:ext uri="{BB962C8B-B14F-4D97-AF65-F5344CB8AC3E}">
        <p14:creationId xmlns:p14="http://schemas.microsoft.com/office/powerpoint/2010/main" val="19231454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文本框 45"/>
          <p:cNvSpPr txBox="1">
            <a:spLocks noChangeArrowheads="1"/>
          </p:cNvSpPr>
          <p:nvPr/>
        </p:nvSpPr>
        <p:spPr bwMode="auto">
          <a:xfrm>
            <a:off x="1071559" y="233914"/>
            <a:ext cx="52445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论文第二部分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pic>
        <p:nvPicPr>
          <p:cNvPr id="302" name="图片 301"/>
          <p:cNvPicPr>
            <a:picLocks noChangeAspect="1"/>
          </p:cNvPicPr>
          <p:nvPr/>
        </p:nvPicPr>
        <p:blipFill rotWithShape="1">
          <a:blip r:embed="rId4" cstate="print">
            <a:extLst>
              <a:ext uri="{28A0092B-C50C-407E-A947-70E740481C1C}">
                <a14:useLocalDpi xmlns:a14="http://schemas.microsoft.com/office/drawing/2010/main" val="0"/>
              </a:ext>
            </a:extLst>
          </a:blip>
          <a:srcRect r="1967"/>
          <a:stretch/>
        </p:blipFill>
        <p:spPr>
          <a:xfrm>
            <a:off x="0" y="0"/>
            <a:ext cx="12191998" cy="6870934"/>
          </a:xfrm>
          <a:prstGeom prst="rect">
            <a:avLst/>
          </a:prstGeom>
        </p:spPr>
      </p:pic>
      <p:sp>
        <p:nvSpPr>
          <p:cNvPr id="305" name="AutoShape 3"/>
          <p:cNvSpPr>
            <a:spLocks noChangeAspect="1" noChangeArrowheads="1" noTextEdit="1"/>
          </p:cNvSpPr>
          <p:nvPr/>
        </p:nvSpPr>
        <p:spPr bwMode="auto">
          <a:xfrm>
            <a:off x="4762" y="1588"/>
            <a:ext cx="12180889" cy="686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6" name="Freeform 5"/>
          <p:cNvSpPr>
            <a:spLocks/>
          </p:cNvSpPr>
          <p:nvPr/>
        </p:nvSpPr>
        <p:spPr bwMode="auto">
          <a:xfrm>
            <a:off x="4762" y="1588"/>
            <a:ext cx="2333771" cy="6827814"/>
          </a:xfrm>
          <a:custGeom>
            <a:avLst/>
            <a:gdLst>
              <a:gd name="T0" fmla="*/ 1751012 w 1103"/>
              <a:gd name="T1" fmla="*/ 0 h 3227"/>
              <a:gd name="T2" fmla="*/ 0 w 1103"/>
              <a:gd name="T3" fmla="*/ 5122863 h 3227"/>
              <a:gd name="T4" fmla="*/ 0 w 1103"/>
              <a:gd name="T5" fmla="*/ 0 h 3227"/>
              <a:gd name="T6" fmla="*/ 1751012 w 1103"/>
              <a:gd name="T7" fmla="*/ 0 h 32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3" h="3227">
                <a:moveTo>
                  <a:pt x="1103" y="0"/>
                </a:moveTo>
                <a:lnTo>
                  <a:pt x="0" y="3227"/>
                </a:lnTo>
                <a:lnTo>
                  <a:pt x="0" y="0"/>
                </a:lnTo>
                <a:lnTo>
                  <a:pt x="1103" y="0"/>
                </a:lnTo>
                <a:close/>
              </a:path>
            </a:pathLst>
          </a:custGeom>
          <a:solidFill>
            <a:srgbClr val="9CB124">
              <a:alpha val="80000"/>
            </a:srgbClr>
          </a:solidFill>
          <a:ln>
            <a:noFill/>
          </a:ln>
        </p:spPr>
        <p:txBody>
          <a:bodyPr/>
          <a:lstStyle/>
          <a:p>
            <a:endParaRPr lang="zh-CN" altLang="en-US"/>
          </a:p>
        </p:txBody>
      </p:sp>
      <p:sp>
        <p:nvSpPr>
          <p:cNvPr id="307" name="Freeform 6"/>
          <p:cNvSpPr>
            <a:spLocks/>
          </p:cNvSpPr>
          <p:nvPr/>
        </p:nvSpPr>
        <p:spPr bwMode="auto">
          <a:xfrm>
            <a:off x="4762" y="1588"/>
            <a:ext cx="5039930" cy="6868016"/>
          </a:xfrm>
          <a:custGeom>
            <a:avLst/>
            <a:gdLst>
              <a:gd name="T0" fmla="*/ 3781425 w 2382"/>
              <a:gd name="T1" fmla="*/ 0 h 3246"/>
              <a:gd name="T2" fmla="*/ 4763 w 2382"/>
              <a:gd name="T3" fmla="*/ 5153025 h 3246"/>
              <a:gd name="T4" fmla="*/ 0 w 2382"/>
              <a:gd name="T5" fmla="*/ 5153025 h 3246"/>
              <a:gd name="T6" fmla="*/ 0 w 2382"/>
              <a:gd name="T7" fmla="*/ 5122863 h 3246"/>
              <a:gd name="T8" fmla="*/ 1751013 w 2382"/>
              <a:gd name="T9" fmla="*/ 0 h 3246"/>
              <a:gd name="T10" fmla="*/ 3781425 w 2382"/>
              <a:gd name="T11" fmla="*/ 0 h 32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82" h="3246">
                <a:moveTo>
                  <a:pt x="2382" y="0"/>
                </a:moveTo>
                <a:lnTo>
                  <a:pt x="3" y="3246"/>
                </a:lnTo>
                <a:lnTo>
                  <a:pt x="0" y="3246"/>
                </a:lnTo>
                <a:lnTo>
                  <a:pt x="0" y="3227"/>
                </a:lnTo>
                <a:lnTo>
                  <a:pt x="1103" y="0"/>
                </a:lnTo>
                <a:lnTo>
                  <a:pt x="2382" y="0"/>
                </a:lnTo>
                <a:close/>
              </a:path>
            </a:pathLst>
          </a:custGeom>
          <a:solidFill>
            <a:srgbClr val="65A6AF">
              <a:alpha val="80000"/>
            </a:srgbClr>
          </a:solidFill>
          <a:ln>
            <a:noFill/>
          </a:ln>
        </p:spPr>
        <p:txBody>
          <a:bodyPr/>
          <a:lstStyle/>
          <a:p>
            <a:endParaRPr lang="zh-CN" altLang="en-US"/>
          </a:p>
        </p:txBody>
      </p:sp>
      <p:sp>
        <p:nvSpPr>
          <p:cNvPr id="308" name="Freeform 7"/>
          <p:cNvSpPr>
            <a:spLocks/>
          </p:cNvSpPr>
          <p:nvPr/>
        </p:nvSpPr>
        <p:spPr bwMode="auto">
          <a:xfrm>
            <a:off x="11109" y="1588"/>
            <a:ext cx="9267378" cy="6868016"/>
          </a:xfrm>
          <a:custGeom>
            <a:avLst/>
            <a:gdLst>
              <a:gd name="T0" fmla="*/ 6953250 w 4380"/>
              <a:gd name="T1" fmla="*/ 0 h 3246"/>
              <a:gd name="T2" fmla="*/ 25400 w 4380"/>
              <a:gd name="T3" fmla="*/ 5153025 h 3246"/>
              <a:gd name="T4" fmla="*/ 0 w 4380"/>
              <a:gd name="T5" fmla="*/ 5153025 h 3246"/>
              <a:gd name="T6" fmla="*/ 3776663 w 4380"/>
              <a:gd name="T7" fmla="*/ 0 h 3246"/>
              <a:gd name="T8" fmla="*/ 6953250 w 4380"/>
              <a:gd name="T9" fmla="*/ 0 h 32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80" h="3246">
                <a:moveTo>
                  <a:pt x="4380" y="0"/>
                </a:moveTo>
                <a:lnTo>
                  <a:pt x="16" y="3246"/>
                </a:lnTo>
                <a:lnTo>
                  <a:pt x="0" y="3246"/>
                </a:lnTo>
                <a:lnTo>
                  <a:pt x="2379" y="0"/>
                </a:lnTo>
                <a:lnTo>
                  <a:pt x="4380" y="0"/>
                </a:lnTo>
                <a:close/>
              </a:path>
            </a:pathLst>
          </a:custGeom>
          <a:solidFill>
            <a:srgbClr val="F67210">
              <a:alpha val="80000"/>
            </a:srgbClr>
          </a:solidFill>
          <a:ln>
            <a:noFill/>
          </a:ln>
        </p:spPr>
        <p:txBody>
          <a:bodyPr/>
          <a:lstStyle/>
          <a:p>
            <a:endParaRPr lang="zh-CN" altLang="en-US"/>
          </a:p>
        </p:txBody>
      </p:sp>
      <p:sp>
        <p:nvSpPr>
          <p:cNvPr id="309" name="Freeform 8"/>
          <p:cNvSpPr>
            <a:spLocks/>
          </p:cNvSpPr>
          <p:nvPr/>
        </p:nvSpPr>
        <p:spPr bwMode="auto">
          <a:xfrm>
            <a:off x="44962" y="1588"/>
            <a:ext cx="12147037" cy="6868016"/>
          </a:xfrm>
          <a:custGeom>
            <a:avLst/>
            <a:gdLst>
              <a:gd name="T0" fmla="*/ 9113837 w 5741"/>
              <a:gd name="T1" fmla="*/ 1943100 h 3246"/>
              <a:gd name="T2" fmla="*/ 60325 w 5741"/>
              <a:gd name="T3" fmla="*/ 5153025 h 3246"/>
              <a:gd name="T4" fmla="*/ 0 w 5741"/>
              <a:gd name="T5" fmla="*/ 5153025 h 3246"/>
              <a:gd name="T6" fmla="*/ 6927850 w 5741"/>
              <a:gd name="T7" fmla="*/ 0 h 3246"/>
              <a:gd name="T8" fmla="*/ 9113837 w 5741"/>
              <a:gd name="T9" fmla="*/ 0 h 3246"/>
              <a:gd name="T10" fmla="*/ 9113837 w 5741"/>
              <a:gd name="T11" fmla="*/ 1943100 h 32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1" h="3246">
                <a:moveTo>
                  <a:pt x="5741" y="1224"/>
                </a:moveTo>
                <a:lnTo>
                  <a:pt x="38" y="3246"/>
                </a:lnTo>
                <a:lnTo>
                  <a:pt x="0" y="3246"/>
                </a:lnTo>
                <a:lnTo>
                  <a:pt x="4364" y="0"/>
                </a:lnTo>
                <a:lnTo>
                  <a:pt x="5741" y="0"/>
                </a:lnTo>
                <a:lnTo>
                  <a:pt x="5741" y="1224"/>
                </a:lnTo>
                <a:close/>
              </a:path>
            </a:pathLst>
          </a:custGeom>
          <a:solidFill>
            <a:srgbClr val="CB3737">
              <a:alpha val="80000"/>
            </a:srgbClr>
          </a:solidFill>
          <a:ln>
            <a:noFill/>
          </a:ln>
        </p:spPr>
        <p:txBody>
          <a:bodyPr/>
          <a:lstStyle/>
          <a:p>
            <a:endParaRPr lang="zh-CN" altLang="en-US"/>
          </a:p>
        </p:txBody>
      </p:sp>
      <p:sp>
        <p:nvSpPr>
          <p:cNvPr id="310" name="Freeform 9"/>
          <p:cNvSpPr>
            <a:spLocks/>
          </p:cNvSpPr>
          <p:nvPr/>
        </p:nvSpPr>
        <p:spPr bwMode="auto">
          <a:xfrm>
            <a:off x="125364" y="2591376"/>
            <a:ext cx="12066635" cy="4278228"/>
          </a:xfrm>
          <a:custGeom>
            <a:avLst/>
            <a:gdLst>
              <a:gd name="T0" fmla="*/ 0 w 5703"/>
              <a:gd name="T1" fmla="*/ 2022 h 2022"/>
              <a:gd name="T2" fmla="*/ 5703 w 5703"/>
              <a:gd name="T3" fmla="*/ 0 h 2022"/>
              <a:gd name="T4" fmla="*/ 5703 w 5703"/>
              <a:gd name="T5" fmla="*/ 2022 h 2022"/>
              <a:gd name="T6" fmla="*/ 0 w 5703"/>
              <a:gd name="T7" fmla="*/ 2022 h 2022"/>
            </a:gdLst>
            <a:ahLst/>
            <a:cxnLst>
              <a:cxn ang="0">
                <a:pos x="T0" y="T1"/>
              </a:cxn>
              <a:cxn ang="0">
                <a:pos x="T2" y="T3"/>
              </a:cxn>
              <a:cxn ang="0">
                <a:pos x="T4" y="T5"/>
              </a:cxn>
              <a:cxn ang="0">
                <a:pos x="T6" y="T7"/>
              </a:cxn>
            </a:cxnLst>
            <a:rect l="0" t="0" r="r" b="b"/>
            <a:pathLst>
              <a:path w="5703" h="2022">
                <a:moveTo>
                  <a:pt x="0" y="2022"/>
                </a:moveTo>
                <a:lnTo>
                  <a:pt x="5703" y="0"/>
                </a:lnTo>
                <a:lnTo>
                  <a:pt x="5703" y="2022"/>
                </a:lnTo>
                <a:lnTo>
                  <a:pt x="0" y="2022"/>
                </a:lnTo>
                <a:close/>
              </a:path>
            </a:pathLst>
          </a:custGeom>
          <a:solidFill>
            <a:schemeClr val="tx2">
              <a:lumMod val="75000"/>
              <a:alpha val="80000"/>
            </a:schemeClr>
          </a:solidFill>
          <a:ln>
            <a:noFill/>
          </a:ln>
          <a:extLst/>
        </p:spPr>
        <p:txBody>
          <a:bodyPr/>
          <a:lstStyle/>
          <a:p>
            <a:pPr fontAlgn="auto">
              <a:spcBef>
                <a:spcPts val="0"/>
              </a:spcBef>
              <a:spcAft>
                <a:spcPts val="0"/>
              </a:spcAft>
              <a:defRPr/>
            </a:pPr>
            <a:endParaRPr lang="en-US">
              <a:latin typeface="+mn-lt"/>
              <a:cs typeface="+mn-cs"/>
            </a:endParaRPr>
          </a:p>
        </p:txBody>
      </p:sp>
      <p:sp>
        <p:nvSpPr>
          <p:cNvPr id="311" name="Freeform 10"/>
          <p:cNvSpPr>
            <a:spLocks/>
          </p:cNvSpPr>
          <p:nvPr/>
        </p:nvSpPr>
        <p:spPr bwMode="auto">
          <a:xfrm>
            <a:off x="4762" y="3731813"/>
            <a:ext cx="3175875" cy="3137791"/>
          </a:xfrm>
          <a:custGeom>
            <a:avLst/>
            <a:gdLst>
              <a:gd name="T0" fmla="*/ 514229 w 542"/>
              <a:gd name="T1" fmla="*/ 0 h 535"/>
              <a:gd name="T2" fmla="*/ 2382157 w 542"/>
              <a:gd name="T3" fmla="*/ 1865808 h 535"/>
              <a:gd name="T4" fmla="*/ 2316230 w 542"/>
              <a:gd name="T5" fmla="*/ 2354262 h 535"/>
              <a:gd name="T6" fmla="*/ 0 w 542"/>
              <a:gd name="T7" fmla="*/ 2354262 h 535"/>
              <a:gd name="T8" fmla="*/ 0 w 542"/>
              <a:gd name="T9" fmla="*/ 70408 h 535"/>
              <a:gd name="T10" fmla="*/ 514229 w 542"/>
              <a:gd name="T11" fmla="*/ 0 h 5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2" h="535">
                <a:moveTo>
                  <a:pt x="117" y="0"/>
                </a:moveTo>
                <a:cubicBezTo>
                  <a:pt x="352" y="0"/>
                  <a:pt x="542" y="190"/>
                  <a:pt x="542" y="424"/>
                </a:cubicBezTo>
                <a:cubicBezTo>
                  <a:pt x="542" y="462"/>
                  <a:pt x="537" y="499"/>
                  <a:pt x="527" y="535"/>
                </a:cubicBezTo>
                <a:cubicBezTo>
                  <a:pt x="0" y="535"/>
                  <a:pt x="0" y="535"/>
                  <a:pt x="0" y="535"/>
                </a:cubicBezTo>
                <a:cubicBezTo>
                  <a:pt x="0" y="16"/>
                  <a:pt x="0" y="16"/>
                  <a:pt x="0" y="16"/>
                </a:cubicBezTo>
                <a:cubicBezTo>
                  <a:pt x="37" y="5"/>
                  <a:pt x="77" y="0"/>
                  <a:pt x="117" y="0"/>
                </a:cubicBezTo>
                <a:close/>
              </a:path>
            </a:pathLst>
          </a:custGeom>
          <a:solidFill>
            <a:schemeClr val="bg1">
              <a:alpha val="80000"/>
            </a:schemeClr>
          </a:solidFill>
          <a:ln>
            <a:noFill/>
          </a:ln>
        </p:spPr>
        <p:txBody>
          <a:bodyPr/>
          <a:lstStyle/>
          <a:p>
            <a:endParaRPr lang="zh-CN" altLang="en-US"/>
          </a:p>
        </p:txBody>
      </p:sp>
      <p:sp>
        <p:nvSpPr>
          <p:cNvPr id="319" name="Rectangle 30"/>
          <p:cNvSpPr/>
          <p:nvPr/>
        </p:nvSpPr>
        <p:spPr>
          <a:xfrm>
            <a:off x="4873309" y="5255218"/>
            <a:ext cx="4773334" cy="1348061"/>
          </a:xfrm>
          <a:prstGeom prst="rect">
            <a:avLst/>
          </a:prstGeom>
        </p:spPr>
        <p:txBody>
          <a:bodyPr>
            <a:spAutoFit/>
          </a:bodyPr>
          <a:lstStyle/>
          <a:p>
            <a:pPr fontAlgn="auto">
              <a:lnSpc>
                <a:spcPct val="20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添加标题</a:t>
            </a:r>
            <a:endParaRPr lang="en-US" altLang="zh-CN" sz="2000" b="1" dirty="0">
              <a:solidFill>
                <a:schemeClr val="bg1"/>
              </a:solidFill>
              <a:latin typeface="微软雅黑" panose="020B0503020204020204" pitchFamily="34" charset="-122"/>
              <a:ea typeface="微软雅黑" panose="020B0503020204020204" pitchFamily="34" charset="-122"/>
              <a:cs typeface="Open Sans" pitchFamily="34" charset="0"/>
            </a:endParaRPr>
          </a:p>
          <a:p>
            <a:pPr fontAlgn="auto">
              <a:lnSpc>
                <a:spcPct val="130000"/>
              </a:lnSpc>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请在这里添加相应的文字内容请在这里添加相应的文字内容请在请在这里添加相应的</a:t>
            </a:r>
            <a:endParaRPr lang="en-US" altLang="zh-CN" sz="1600" dirty="0">
              <a:solidFill>
                <a:schemeClr val="bg1"/>
              </a:solidFill>
              <a:latin typeface="Open Sans" pitchFamily="34" charset="0"/>
              <a:ea typeface="Open Sans" pitchFamily="34" charset="0"/>
              <a:cs typeface="Open Sans" pitchFamily="34" charset="0"/>
            </a:endParaRPr>
          </a:p>
        </p:txBody>
      </p:sp>
      <p:sp>
        <p:nvSpPr>
          <p:cNvPr id="320" name="Rectangle 31"/>
          <p:cNvSpPr/>
          <p:nvPr/>
        </p:nvSpPr>
        <p:spPr>
          <a:xfrm rot="19953944">
            <a:off x="4107375" y="2701263"/>
            <a:ext cx="4688701" cy="1348061"/>
          </a:xfrm>
          <a:prstGeom prst="rect">
            <a:avLst/>
          </a:prstGeom>
        </p:spPr>
        <p:txBody>
          <a:bodyPr>
            <a:spAutoFit/>
          </a:bodyPr>
          <a:lstStyle/>
          <a:p>
            <a:pPr fontAlgn="auto">
              <a:lnSpc>
                <a:spcPct val="20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添加标题</a:t>
            </a:r>
            <a:endParaRPr lang="en-US" altLang="zh-CN" sz="2000" dirty="0">
              <a:solidFill>
                <a:schemeClr val="bg1"/>
              </a:solidFill>
              <a:latin typeface="微软雅黑" panose="020B0503020204020204" pitchFamily="34" charset="-122"/>
              <a:ea typeface="微软雅黑" panose="020B0503020204020204" pitchFamily="34" charset="-122"/>
              <a:cs typeface="Open Sans" pitchFamily="34" charset="0"/>
            </a:endParaRPr>
          </a:p>
          <a:p>
            <a:pPr fontAlgn="auto">
              <a:lnSpc>
                <a:spcPct val="130000"/>
              </a:lnSpc>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请在这里添加相应的文字内容请在这里添加相应的文字内容请</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在请</a:t>
            </a: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在这里添加相应</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的</a:t>
            </a:r>
            <a:endParaRPr lang="en-US" sz="1600" dirty="0">
              <a:solidFill>
                <a:schemeClr val="bg1"/>
              </a:solidFill>
              <a:latin typeface="Open Sans" pitchFamily="34" charset="0"/>
              <a:ea typeface="Open Sans" pitchFamily="34" charset="0"/>
              <a:cs typeface="Open Sans" pitchFamily="34" charset="0"/>
            </a:endParaRPr>
          </a:p>
        </p:txBody>
      </p:sp>
      <p:sp>
        <p:nvSpPr>
          <p:cNvPr id="321" name="Rectangle 32"/>
          <p:cNvSpPr/>
          <p:nvPr/>
        </p:nvSpPr>
        <p:spPr>
          <a:xfrm rot="18718650">
            <a:off x="2810851" y="1491480"/>
            <a:ext cx="3148370" cy="1446550"/>
          </a:xfrm>
          <a:prstGeom prst="rect">
            <a:avLst/>
          </a:prstGeom>
        </p:spPr>
        <p:txBody>
          <a:bodyPr>
            <a:spAutoFit/>
          </a:bodyPr>
          <a:lstStyle/>
          <a:p>
            <a:pPr fontAlgn="auto">
              <a:lnSpc>
                <a:spcPct val="20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添加标题</a:t>
            </a:r>
            <a:endParaRPr lang="en-US" altLang="zh-CN" sz="2000" dirty="0">
              <a:solidFill>
                <a:schemeClr val="bg1"/>
              </a:solidFill>
              <a:latin typeface="微软雅黑" panose="020B0503020204020204" pitchFamily="34" charset="-122"/>
              <a:ea typeface="微软雅黑" panose="020B0503020204020204" pitchFamily="34" charset="-122"/>
              <a:cs typeface="Open Sans" pitchFamily="34" charset="0"/>
            </a:endParaRPr>
          </a:p>
          <a:p>
            <a:pPr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内容</a:t>
            </a: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a:t>
            </a:r>
            <a:r>
              <a:rPr lang="zh-CN" altLang="en-US" sz="16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内容</a:t>
            </a: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a:t>
            </a:r>
            <a:endParaRPr lang="en-US" altLang="zh-CN" sz="1600" dirty="0">
              <a:solidFill>
                <a:schemeClr val="bg1"/>
              </a:solidFill>
              <a:latin typeface="微软雅黑" panose="020B0503020204020204" pitchFamily="34" charset="-122"/>
              <a:ea typeface="微软雅黑" panose="020B0503020204020204" pitchFamily="34" charset="-122"/>
              <a:cs typeface="Open Sans" pitchFamily="34" charset="0"/>
            </a:endParaRPr>
          </a:p>
        </p:txBody>
      </p:sp>
      <p:sp>
        <p:nvSpPr>
          <p:cNvPr id="322" name="Rectangle 33"/>
          <p:cNvSpPr/>
          <p:nvPr/>
        </p:nvSpPr>
        <p:spPr>
          <a:xfrm rot="18047559">
            <a:off x="1464691" y="860294"/>
            <a:ext cx="2596135" cy="1200329"/>
          </a:xfrm>
          <a:prstGeom prst="rect">
            <a:avLst/>
          </a:prstGeom>
        </p:spPr>
        <p:txBody>
          <a:bodyPr>
            <a:spAutoFit/>
          </a:bodyPr>
          <a:lstStyle/>
          <a:p>
            <a:pPr fontAlgn="auto">
              <a:lnSpc>
                <a:spcPct val="20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添加标题</a:t>
            </a:r>
            <a:endParaRPr lang="en-US" altLang="zh-CN" sz="2000" dirty="0">
              <a:solidFill>
                <a:schemeClr val="bg1"/>
              </a:solidFill>
              <a:latin typeface="微软雅黑" panose="020B0503020204020204" pitchFamily="34" charset="-122"/>
              <a:ea typeface="微软雅黑" panose="020B0503020204020204" pitchFamily="34" charset="-122"/>
              <a:cs typeface="Open Sans" pitchFamily="34" charset="0"/>
            </a:endParaRPr>
          </a:p>
          <a:p>
            <a:pPr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a:t>
            </a:r>
            <a:r>
              <a:rPr lang="en-US" altLang="zh-CN" sz="1600" dirty="0">
                <a:solidFill>
                  <a:schemeClr val="bg1"/>
                </a:solidFill>
                <a:latin typeface="微软雅黑" panose="020B0503020204020204" pitchFamily="34" charset="-122"/>
                <a:ea typeface="微软雅黑" panose="020B0503020204020204" pitchFamily="34" charset="-122"/>
                <a:cs typeface="Open Sans" pitchFamily="34" charset="0"/>
              </a:rPr>
              <a:t>.</a:t>
            </a:r>
          </a:p>
        </p:txBody>
      </p:sp>
      <p:sp>
        <p:nvSpPr>
          <p:cNvPr id="324" name="Rectangle 38"/>
          <p:cNvSpPr/>
          <p:nvPr/>
        </p:nvSpPr>
        <p:spPr>
          <a:xfrm rot="16789083">
            <a:off x="-279819" y="567250"/>
            <a:ext cx="2293570" cy="1200329"/>
          </a:xfrm>
          <a:prstGeom prst="rect">
            <a:avLst/>
          </a:prstGeom>
        </p:spPr>
        <p:txBody>
          <a:bodyPr>
            <a:spAutoFit/>
          </a:bodyPr>
          <a:lstStyle/>
          <a:p>
            <a:pPr fontAlgn="auto">
              <a:lnSpc>
                <a:spcPct val="200000"/>
              </a:lnSpc>
              <a:spcBef>
                <a:spcPts val="0"/>
              </a:spcBef>
              <a:spcAft>
                <a:spcPts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添加</a:t>
            </a:r>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标题</a:t>
            </a:r>
            <a:endParaRPr lang="en-US" sz="2000" dirty="0">
              <a:solidFill>
                <a:schemeClr val="bg1"/>
              </a:solidFill>
              <a:latin typeface="微软雅黑" panose="020B0503020204020204" pitchFamily="34" charset="-122"/>
              <a:ea typeface="微软雅黑" panose="020B0503020204020204" pitchFamily="34" charset="-122"/>
              <a:cs typeface="Open Sans" pitchFamily="34" charset="0"/>
            </a:endParaRPr>
          </a:p>
          <a:p>
            <a:pPr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a:t>
            </a:r>
            <a:r>
              <a:rPr lang="en-US" sz="1050" dirty="0" smtClean="0">
                <a:solidFill>
                  <a:schemeClr val="bg1"/>
                </a:solidFill>
                <a:latin typeface="Open Sans" pitchFamily="34" charset="0"/>
                <a:ea typeface="Open Sans" pitchFamily="34" charset="0"/>
                <a:cs typeface="Open Sans" pitchFamily="34" charset="0"/>
              </a:rPr>
              <a:t>.</a:t>
            </a:r>
            <a:endParaRPr lang="en-US" sz="1050" dirty="0">
              <a:solidFill>
                <a:schemeClr val="bg1"/>
              </a:solidFill>
              <a:latin typeface="Open Sans" pitchFamily="34" charset="0"/>
              <a:ea typeface="Open Sans" pitchFamily="34" charset="0"/>
              <a:cs typeface="Open Sans" pitchFamily="34" charset="0"/>
            </a:endParaRPr>
          </a:p>
        </p:txBody>
      </p:sp>
      <p:sp>
        <p:nvSpPr>
          <p:cNvPr id="325" name="Rectangle 39"/>
          <p:cNvSpPr/>
          <p:nvPr/>
        </p:nvSpPr>
        <p:spPr>
          <a:xfrm>
            <a:off x="250732" y="5837581"/>
            <a:ext cx="2122227" cy="584775"/>
          </a:xfrm>
          <a:prstGeom prst="rect">
            <a:avLst/>
          </a:prstGeom>
        </p:spPr>
        <p:txBody>
          <a:bodyPr wrap="square">
            <a:spAutoFit/>
          </a:bodyPr>
          <a:lstStyle/>
          <a:p>
            <a:pPr algn="ctr" fontAlgn="auto">
              <a:spcBef>
                <a:spcPts val="0"/>
              </a:spcBef>
              <a:spcAft>
                <a:spcPts val="0"/>
              </a:spcAft>
              <a:defRPr/>
            </a:pPr>
            <a:r>
              <a:rPr lang="zh-CN" altLang="en-US" sz="3200" b="1" dirty="0" smtClean="0">
                <a:solidFill>
                  <a:schemeClr val="tx1">
                    <a:lumMod val="50000"/>
                    <a:lumOff val="50000"/>
                  </a:schemeClr>
                </a:solidFill>
                <a:latin typeface="微软雅黑" panose="020B0503020204020204" pitchFamily="34" charset="-122"/>
                <a:ea typeface="微软雅黑" panose="020B0503020204020204" pitchFamily="34" charset="-122"/>
                <a:cs typeface="Open Sans" pitchFamily="34" charset="0"/>
              </a:rPr>
              <a:t>添加标题</a:t>
            </a:r>
            <a:endParaRPr lang="en-US" sz="3200" b="1" dirty="0">
              <a:solidFill>
                <a:schemeClr val="tx1">
                  <a:lumMod val="50000"/>
                  <a:lumOff val="50000"/>
                </a:schemeClr>
              </a:solidFill>
              <a:latin typeface="微软雅黑" panose="020B0503020204020204" pitchFamily="34" charset="-122"/>
              <a:ea typeface="微软雅黑" panose="020B0503020204020204" pitchFamily="34" charset="-122"/>
              <a:cs typeface="Open Sans" pitchFamily="34" charset="0"/>
            </a:endParaRPr>
          </a:p>
        </p:txBody>
      </p:sp>
      <p:grpSp>
        <p:nvGrpSpPr>
          <p:cNvPr id="358" name="组合 357"/>
          <p:cNvGrpSpPr/>
          <p:nvPr/>
        </p:nvGrpSpPr>
        <p:grpSpPr>
          <a:xfrm>
            <a:off x="693553" y="4827406"/>
            <a:ext cx="1272592" cy="847547"/>
            <a:chOff x="4806414" y="597345"/>
            <a:chExt cx="936362" cy="623618"/>
          </a:xfrm>
          <a:solidFill>
            <a:srgbClr val="22777A"/>
          </a:solidFill>
        </p:grpSpPr>
        <p:sp>
          <p:nvSpPr>
            <p:cNvPr id="359"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0"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1"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2"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3"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4"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5"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366" name="KSO_Shape"/>
          <p:cNvSpPr>
            <a:spLocks/>
          </p:cNvSpPr>
          <p:nvPr/>
        </p:nvSpPr>
        <p:spPr bwMode="auto">
          <a:xfrm>
            <a:off x="1363672" y="3056069"/>
            <a:ext cx="932231" cy="640126"/>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67" name="KSO_Shape"/>
          <p:cNvSpPr>
            <a:spLocks/>
          </p:cNvSpPr>
          <p:nvPr/>
        </p:nvSpPr>
        <p:spPr bwMode="auto">
          <a:xfrm>
            <a:off x="2593507" y="3709163"/>
            <a:ext cx="756724" cy="644471"/>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68" name="KSO_Shape"/>
          <p:cNvSpPr>
            <a:spLocks/>
          </p:cNvSpPr>
          <p:nvPr/>
        </p:nvSpPr>
        <p:spPr bwMode="auto">
          <a:xfrm>
            <a:off x="240621" y="2789157"/>
            <a:ext cx="647966" cy="698470"/>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369" name="KSO_Shape"/>
          <p:cNvSpPr>
            <a:spLocks/>
          </p:cNvSpPr>
          <p:nvPr/>
        </p:nvSpPr>
        <p:spPr bwMode="auto">
          <a:xfrm>
            <a:off x="3396712" y="5887457"/>
            <a:ext cx="687474" cy="688618"/>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370" name="KSO_Shape"/>
          <p:cNvSpPr>
            <a:spLocks/>
          </p:cNvSpPr>
          <p:nvPr/>
        </p:nvSpPr>
        <p:spPr bwMode="auto">
          <a:xfrm>
            <a:off x="3154618" y="4681629"/>
            <a:ext cx="820675" cy="697571"/>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Tree>
    <p:custDataLst>
      <p:tags r:id="rId1"/>
    </p:custDataLst>
    <p:extLst>
      <p:ext uri="{BB962C8B-B14F-4D97-AF65-F5344CB8AC3E}">
        <p14:creationId xmlns:p14="http://schemas.microsoft.com/office/powerpoint/2010/main" val="3620726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矩形 439"/>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椭圆 440"/>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442" name="椭圆 441"/>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443" name="组合 442"/>
          <p:cNvGrpSpPr/>
          <p:nvPr/>
        </p:nvGrpSpPr>
        <p:grpSpPr>
          <a:xfrm>
            <a:off x="350349" y="533728"/>
            <a:ext cx="370860" cy="246993"/>
            <a:chOff x="4806414" y="597345"/>
            <a:chExt cx="936362" cy="623618"/>
          </a:xfrm>
          <a:solidFill>
            <a:schemeClr val="bg1"/>
          </a:solidFill>
        </p:grpSpPr>
        <p:sp>
          <p:nvSpPr>
            <p:cNvPr id="444"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45"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46"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47"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48"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49"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50"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451" name="文本框 450"/>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论文第二部分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452" name="组合 451"/>
          <p:cNvGrpSpPr/>
          <p:nvPr/>
        </p:nvGrpSpPr>
        <p:grpSpPr>
          <a:xfrm>
            <a:off x="2918999" y="2319930"/>
            <a:ext cx="3116444" cy="442006"/>
            <a:chOff x="2480729" y="1925271"/>
            <a:chExt cx="2428875" cy="344488"/>
          </a:xfrm>
        </p:grpSpPr>
        <p:sp>
          <p:nvSpPr>
            <p:cNvPr id="278" name="Rectangle 44"/>
            <p:cNvSpPr>
              <a:spLocks noChangeArrowheads="1"/>
            </p:cNvSpPr>
            <p:nvPr/>
          </p:nvSpPr>
          <p:spPr bwMode="auto">
            <a:xfrm>
              <a:off x="2480729" y="1947496"/>
              <a:ext cx="319088" cy="300038"/>
            </a:xfrm>
            <a:prstGeom prst="rect">
              <a:avLst/>
            </a:prstGeom>
            <a:solidFill>
              <a:srgbClr val="EFDB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9" name="Rectangle 45"/>
            <p:cNvSpPr>
              <a:spLocks noChangeArrowheads="1"/>
            </p:cNvSpPr>
            <p:nvPr/>
          </p:nvSpPr>
          <p:spPr bwMode="auto">
            <a:xfrm>
              <a:off x="2480729" y="2123709"/>
              <a:ext cx="319088" cy="98425"/>
            </a:xfrm>
            <a:prstGeom prst="rect">
              <a:avLst/>
            </a:prstGeom>
            <a:solidFill>
              <a:srgbClr val="DECBD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0" name="Rectangle 46"/>
            <p:cNvSpPr>
              <a:spLocks noChangeArrowheads="1"/>
            </p:cNvSpPr>
            <p:nvPr/>
          </p:nvSpPr>
          <p:spPr bwMode="auto">
            <a:xfrm>
              <a:off x="2480729" y="1966546"/>
              <a:ext cx="319088" cy="44450"/>
            </a:xfrm>
            <a:prstGeom prst="rect">
              <a:avLst/>
            </a:prstGeom>
            <a:solidFill>
              <a:srgbClr val="FCE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1" name="Freeform 47"/>
            <p:cNvSpPr>
              <a:spLocks/>
            </p:cNvSpPr>
            <p:nvPr/>
          </p:nvSpPr>
          <p:spPr bwMode="auto">
            <a:xfrm>
              <a:off x="4436529" y="1928446"/>
              <a:ext cx="473075" cy="334963"/>
            </a:xfrm>
            <a:custGeom>
              <a:avLst/>
              <a:gdLst>
                <a:gd name="T0" fmla="*/ 0 w 298"/>
                <a:gd name="T1" fmla="*/ 0 h 211"/>
                <a:gd name="T2" fmla="*/ 2 w 298"/>
                <a:gd name="T3" fmla="*/ 211 h 211"/>
                <a:gd name="T4" fmla="*/ 4 w 298"/>
                <a:gd name="T5" fmla="*/ 211 h 211"/>
                <a:gd name="T6" fmla="*/ 298 w 298"/>
                <a:gd name="T7" fmla="*/ 109 h 211"/>
                <a:gd name="T8" fmla="*/ 7 w 298"/>
                <a:gd name="T9" fmla="*/ 0 h 211"/>
                <a:gd name="T10" fmla="*/ 0 w 298"/>
                <a:gd name="T11" fmla="*/ 0 h 211"/>
              </a:gdLst>
              <a:ahLst/>
              <a:cxnLst>
                <a:cxn ang="0">
                  <a:pos x="T0" y="T1"/>
                </a:cxn>
                <a:cxn ang="0">
                  <a:pos x="T2" y="T3"/>
                </a:cxn>
                <a:cxn ang="0">
                  <a:pos x="T4" y="T5"/>
                </a:cxn>
                <a:cxn ang="0">
                  <a:pos x="T6" y="T7"/>
                </a:cxn>
                <a:cxn ang="0">
                  <a:pos x="T8" y="T9"/>
                </a:cxn>
                <a:cxn ang="0">
                  <a:pos x="T10" y="T11"/>
                </a:cxn>
              </a:cxnLst>
              <a:rect l="0" t="0" r="r" b="b"/>
              <a:pathLst>
                <a:path w="298" h="211">
                  <a:moveTo>
                    <a:pt x="0" y="0"/>
                  </a:moveTo>
                  <a:lnTo>
                    <a:pt x="2" y="211"/>
                  </a:lnTo>
                  <a:lnTo>
                    <a:pt x="4" y="211"/>
                  </a:lnTo>
                  <a:lnTo>
                    <a:pt x="298" y="109"/>
                  </a:lnTo>
                  <a:lnTo>
                    <a:pt x="7" y="0"/>
                  </a:lnTo>
                  <a:lnTo>
                    <a:pt x="0" y="0"/>
                  </a:lnTo>
                  <a:close/>
                </a:path>
              </a:pathLst>
            </a:custGeom>
            <a:solidFill>
              <a:srgbClr val="FDDF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2" name="Freeform 48"/>
            <p:cNvSpPr>
              <a:spLocks/>
            </p:cNvSpPr>
            <p:nvPr/>
          </p:nvSpPr>
          <p:spPr bwMode="auto">
            <a:xfrm>
              <a:off x="4436529" y="2101484"/>
              <a:ext cx="473075" cy="165100"/>
            </a:xfrm>
            <a:custGeom>
              <a:avLst/>
              <a:gdLst>
                <a:gd name="T0" fmla="*/ 4 w 298"/>
                <a:gd name="T1" fmla="*/ 104 h 104"/>
                <a:gd name="T2" fmla="*/ 298 w 298"/>
                <a:gd name="T3" fmla="*/ 0 h 104"/>
                <a:gd name="T4" fmla="*/ 0 w 298"/>
                <a:gd name="T5" fmla="*/ 19 h 104"/>
                <a:gd name="T6" fmla="*/ 2 w 298"/>
                <a:gd name="T7" fmla="*/ 104 h 104"/>
                <a:gd name="T8" fmla="*/ 4 w 298"/>
                <a:gd name="T9" fmla="*/ 104 h 104"/>
              </a:gdLst>
              <a:ahLst/>
              <a:cxnLst>
                <a:cxn ang="0">
                  <a:pos x="T0" y="T1"/>
                </a:cxn>
                <a:cxn ang="0">
                  <a:pos x="T2" y="T3"/>
                </a:cxn>
                <a:cxn ang="0">
                  <a:pos x="T4" y="T5"/>
                </a:cxn>
                <a:cxn ang="0">
                  <a:pos x="T6" y="T7"/>
                </a:cxn>
                <a:cxn ang="0">
                  <a:pos x="T8" y="T9"/>
                </a:cxn>
              </a:cxnLst>
              <a:rect l="0" t="0" r="r" b="b"/>
              <a:pathLst>
                <a:path w="298" h="104">
                  <a:moveTo>
                    <a:pt x="4" y="104"/>
                  </a:moveTo>
                  <a:lnTo>
                    <a:pt x="298" y="0"/>
                  </a:lnTo>
                  <a:lnTo>
                    <a:pt x="0" y="19"/>
                  </a:lnTo>
                  <a:lnTo>
                    <a:pt x="2" y="104"/>
                  </a:lnTo>
                  <a:lnTo>
                    <a:pt x="4" y="104"/>
                  </a:lnTo>
                  <a:close/>
                </a:path>
              </a:pathLst>
            </a:custGeom>
            <a:solidFill>
              <a:srgbClr val="BEA7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3" name="Freeform 49"/>
            <p:cNvSpPr>
              <a:spLocks/>
            </p:cNvSpPr>
            <p:nvPr/>
          </p:nvSpPr>
          <p:spPr bwMode="auto">
            <a:xfrm>
              <a:off x="4436529" y="2018934"/>
              <a:ext cx="473075" cy="161925"/>
            </a:xfrm>
            <a:custGeom>
              <a:avLst/>
              <a:gdLst>
                <a:gd name="T0" fmla="*/ 0 w 298"/>
                <a:gd name="T1" fmla="*/ 0 h 102"/>
                <a:gd name="T2" fmla="*/ 298 w 298"/>
                <a:gd name="T3" fmla="*/ 52 h 102"/>
                <a:gd name="T4" fmla="*/ 2 w 298"/>
                <a:gd name="T5" fmla="*/ 102 h 102"/>
                <a:gd name="T6" fmla="*/ 0 w 298"/>
                <a:gd name="T7" fmla="*/ 0 h 102"/>
              </a:gdLst>
              <a:ahLst/>
              <a:cxnLst>
                <a:cxn ang="0">
                  <a:pos x="T0" y="T1"/>
                </a:cxn>
                <a:cxn ang="0">
                  <a:pos x="T2" y="T3"/>
                </a:cxn>
                <a:cxn ang="0">
                  <a:pos x="T4" y="T5"/>
                </a:cxn>
                <a:cxn ang="0">
                  <a:pos x="T6" y="T7"/>
                </a:cxn>
              </a:cxnLst>
              <a:rect l="0" t="0" r="r" b="b"/>
              <a:pathLst>
                <a:path w="298" h="102">
                  <a:moveTo>
                    <a:pt x="0" y="0"/>
                  </a:moveTo>
                  <a:lnTo>
                    <a:pt x="298" y="52"/>
                  </a:lnTo>
                  <a:lnTo>
                    <a:pt x="2" y="102"/>
                  </a:lnTo>
                  <a:lnTo>
                    <a:pt x="0" y="0"/>
                  </a:lnTo>
                  <a:close/>
                </a:path>
              </a:pathLst>
            </a:custGeom>
            <a:solidFill>
              <a:srgbClr val="EBCF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4" name="Freeform 50"/>
            <p:cNvSpPr>
              <a:spLocks/>
            </p:cNvSpPr>
            <p:nvPr/>
          </p:nvSpPr>
          <p:spPr bwMode="auto">
            <a:xfrm>
              <a:off x="4725454" y="2044334"/>
              <a:ext cx="184150" cy="112713"/>
            </a:xfrm>
            <a:custGeom>
              <a:avLst/>
              <a:gdLst>
                <a:gd name="T0" fmla="*/ 9 w 49"/>
                <a:gd name="T1" fmla="*/ 0 h 30"/>
                <a:gd name="T2" fmla="*/ 49 w 49"/>
                <a:gd name="T3" fmla="*/ 15 h 30"/>
                <a:gd name="T4" fmla="*/ 8 w 49"/>
                <a:gd name="T5" fmla="*/ 30 h 30"/>
                <a:gd name="T6" fmla="*/ 2 w 49"/>
                <a:gd name="T7" fmla="*/ 20 h 30"/>
                <a:gd name="T8" fmla="*/ 9 w 49"/>
                <a:gd name="T9" fmla="*/ 0 h 30"/>
              </a:gdLst>
              <a:ahLst/>
              <a:cxnLst>
                <a:cxn ang="0">
                  <a:pos x="T0" y="T1"/>
                </a:cxn>
                <a:cxn ang="0">
                  <a:pos x="T2" y="T3"/>
                </a:cxn>
                <a:cxn ang="0">
                  <a:pos x="T4" y="T5"/>
                </a:cxn>
                <a:cxn ang="0">
                  <a:pos x="T6" y="T7"/>
                </a:cxn>
                <a:cxn ang="0">
                  <a:pos x="T8" y="T9"/>
                </a:cxn>
              </a:cxnLst>
              <a:rect l="0" t="0" r="r" b="b"/>
              <a:pathLst>
                <a:path w="49" h="30">
                  <a:moveTo>
                    <a:pt x="9" y="0"/>
                  </a:moveTo>
                  <a:cubicBezTo>
                    <a:pt x="49" y="15"/>
                    <a:pt x="49" y="15"/>
                    <a:pt x="49" y="15"/>
                  </a:cubicBezTo>
                  <a:cubicBezTo>
                    <a:pt x="8" y="30"/>
                    <a:pt x="8" y="30"/>
                    <a:pt x="8" y="30"/>
                  </a:cubicBezTo>
                  <a:cubicBezTo>
                    <a:pt x="8" y="30"/>
                    <a:pt x="3" y="25"/>
                    <a:pt x="2" y="20"/>
                  </a:cubicBezTo>
                  <a:cubicBezTo>
                    <a:pt x="0" y="15"/>
                    <a:pt x="9" y="0"/>
                    <a:pt x="9" y="0"/>
                  </a:cubicBezTo>
                  <a:close/>
                </a:path>
              </a:pathLst>
            </a:custGeom>
            <a:solidFill>
              <a:srgbClr val="3F2C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5" name="Rectangle 51"/>
            <p:cNvSpPr>
              <a:spLocks noChangeArrowheads="1"/>
            </p:cNvSpPr>
            <p:nvPr/>
          </p:nvSpPr>
          <p:spPr bwMode="auto">
            <a:xfrm>
              <a:off x="2882367" y="2030046"/>
              <a:ext cx="1560513" cy="161925"/>
            </a:xfrm>
            <a:prstGeom prst="rect">
              <a:avLst/>
            </a:prstGeom>
            <a:solidFill>
              <a:srgbClr val="9CB124">
                <a:alpha val="79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6" name="Rectangle 52"/>
            <p:cNvSpPr>
              <a:spLocks noChangeArrowheads="1"/>
            </p:cNvSpPr>
            <p:nvPr/>
          </p:nvSpPr>
          <p:spPr bwMode="auto">
            <a:xfrm>
              <a:off x="2882367" y="1928446"/>
              <a:ext cx="1560513" cy="101600"/>
            </a:xfrm>
            <a:prstGeom prst="rect">
              <a:avLst/>
            </a:prstGeom>
            <a:solidFill>
              <a:srgbClr val="9CB12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7" name="Rectangle 53"/>
            <p:cNvSpPr>
              <a:spLocks noChangeArrowheads="1"/>
            </p:cNvSpPr>
            <p:nvPr/>
          </p:nvSpPr>
          <p:spPr bwMode="auto">
            <a:xfrm>
              <a:off x="2882367" y="2184034"/>
              <a:ext cx="1560513" cy="82550"/>
            </a:xfrm>
            <a:prstGeom prst="rect">
              <a:avLst/>
            </a:prstGeom>
            <a:solidFill>
              <a:srgbClr val="9CB12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8" name="Rectangle 54"/>
            <p:cNvSpPr>
              <a:spLocks noChangeArrowheads="1"/>
            </p:cNvSpPr>
            <p:nvPr/>
          </p:nvSpPr>
          <p:spPr bwMode="auto">
            <a:xfrm>
              <a:off x="2653767" y="1925271"/>
              <a:ext cx="236538" cy="344488"/>
            </a:xfrm>
            <a:prstGeom prst="rect">
              <a:avLst/>
            </a:prstGeom>
            <a:solidFill>
              <a:srgbClr val="FDD0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0" name="Rectangle 56"/>
            <p:cNvSpPr>
              <a:spLocks noChangeArrowheads="1"/>
            </p:cNvSpPr>
            <p:nvPr/>
          </p:nvSpPr>
          <p:spPr bwMode="auto">
            <a:xfrm>
              <a:off x="2664879" y="2247534"/>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1" name="Rectangle 57"/>
            <p:cNvSpPr>
              <a:spLocks noChangeArrowheads="1"/>
            </p:cNvSpPr>
            <p:nvPr/>
          </p:nvSpPr>
          <p:spPr bwMode="auto">
            <a:xfrm>
              <a:off x="2664879" y="2233246"/>
              <a:ext cx="217488" cy="11113"/>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2" name="Rectangle 58"/>
            <p:cNvSpPr>
              <a:spLocks noChangeArrowheads="1"/>
            </p:cNvSpPr>
            <p:nvPr/>
          </p:nvSpPr>
          <p:spPr bwMode="auto">
            <a:xfrm>
              <a:off x="2664879" y="2222134"/>
              <a:ext cx="217488" cy="11113"/>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3" name="Rectangle 59"/>
            <p:cNvSpPr>
              <a:spLocks noChangeArrowheads="1"/>
            </p:cNvSpPr>
            <p:nvPr/>
          </p:nvSpPr>
          <p:spPr bwMode="auto">
            <a:xfrm>
              <a:off x="2664879" y="2209434"/>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4" name="Rectangle 60"/>
            <p:cNvSpPr>
              <a:spLocks noChangeArrowheads="1"/>
            </p:cNvSpPr>
            <p:nvPr/>
          </p:nvSpPr>
          <p:spPr bwMode="auto">
            <a:xfrm>
              <a:off x="2664879" y="2198321"/>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5" name="Rectangle 61"/>
            <p:cNvSpPr>
              <a:spLocks noChangeArrowheads="1"/>
            </p:cNvSpPr>
            <p:nvPr/>
          </p:nvSpPr>
          <p:spPr bwMode="auto">
            <a:xfrm>
              <a:off x="2664879" y="2184034"/>
              <a:ext cx="217488" cy="11113"/>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 name="Rectangle 62"/>
            <p:cNvSpPr>
              <a:spLocks noChangeArrowheads="1"/>
            </p:cNvSpPr>
            <p:nvPr/>
          </p:nvSpPr>
          <p:spPr bwMode="auto">
            <a:xfrm>
              <a:off x="2664879" y="2172921"/>
              <a:ext cx="217488" cy="11113"/>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7" name="Rectangle 63"/>
            <p:cNvSpPr>
              <a:spLocks noChangeArrowheads="1"/>
            </p:cNvSpPr>
            <p:nvPr/>
          </p:nvSpPr>
          <p:spPr bwMode="auto">
            <a:xfrm>
              <a:off x="2664879" y="2161809"/>
              <a:ext cx="217488" cy="6350"/>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8" name="Rectangle 64"/>
            <p:cNvSpPr>
              <a:spLocks noChangeArrowheads="1"/>
            </p:cNvSpPr>
            <p:nvPr/>
          </p:nvSpPr>
          <p:spPr bwMode="auto">
            <a:xfrm>
              <a:off x="2664879" y="2150696"/>
              <a:ext cx="217488" cy="6350"/>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9" name="Rectangle 65"/>
            <p:cNvSpPr>
              <a:spLocks noChangeArrowheads="1"/>
            </p:cNvSpPr>
            <p:nvPr/>
          </p:nvSpPr>
          <p:spPr bwMode="auto">
            <a:xfrm>
              <a:off x="2664879" y="2134821"/>
              <a:ext cx="217488" cy="11113"/>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0" name="Rectangle 66"/>
            <p:cNvSpPr>
              <a:spLocks noChangeArrowheads="1"/>
            </p:cNvSpPr>
            <p:nvPr/>
          </p:nvSpPr>
          <p:spPr bwMode="auto">
            <a:xfrm>
              <a:off x="2664879" y="2123709"/>
              <a:ext cx="217488" cy="11113"/>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1" name="Rectangle 67"/>
            <p:cNvSpPr>
              <a:spLocks noChangeArrowheads="1"/>
            </p:cNvSpPr>
            <p:nvPr/>
          </p:nvSpPr>
          <p:spPr bwMode="auto">
            <a:xfrm>
              <a:off x="2664879" y="2112596"/>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2" name="Rectangle 68"/>
            <p:cNvSpPr>
              <a:spLocks noChangeArrowheads="1"/>
            </p:cNvSpPr>
            <p:nvPr/>
          </p:nvSpPr>
          <p:spPr bwMode="auto">
            <a:xfrm>
              <a:off x="2664879" y="2101484"/>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3" name="Rectangle 69"/>
            <p:cNvSpPr>
              <a:spLocks noChangeArrowheads="1"/>
            </p:cNvSpPr>
            <p:nvPr/>
          </p:nvSpPr>
          <p:spPr bwMode="auto">
            <a:xfrm>
              <a:off x="2664879" y="2085609"/>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4" name="Rectangle 70"/>
            <p:cNvSpPr>
              <a:spLocks noChangeArrowheads="1"/>
            </p:cNvSpPr>
            <p:nvPr/>
          </p:nvSpPr>
          <p:spPr bwMode="auto">
            <a:xfrm>
              <a:off x="2664879" y="2074496"/>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5" name="Rectangle 71"/>
            <p:cNvSpPr>
              <a:spLocks noChangeArrowheads="1"/>
            </p:cNvSpPr>
            <p:nvPr/>
          </p:nvSpPr>
          <p:spPr bwMode="auto">
            <a:xfrm>
              <a:off x="2664879" y="2063384"/>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6" name="Rectangle 72"/>
            <p:cNvSpPr>
              <a:spLocks noChangeArrowheads="1"/>
            </p:cNvSpPr>
            <p:nvPr/>
          </p:nvSpPr>
          <p:spPr bwMode="auto">
            <a:xfrm>
              <a:off x="2664879" y="2052271"/>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7" name="Rectangle 73"/>
            <p:cNvSpPr>
              <a:spLocks noChangeArrowheads="1"/>
            </p:cNvSpPr>
            <p:nvPr/>
          </p:nvSpPr>
          <p:spPr bwMode="auto">
            <a:xfrm>
              <a:off x="2664879" y="2037984"/>
              <a:ext cx="217488" cy="6350"/>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8" name="Rectangle 74"/>
            <p:cNvSpPr>
              <a:spLocks noChangeArrowheads="1"/>
            </p:cNvSpPr>
            <p:nvPr/>
          </p:nvSpPr>
          <p:spPr bwMode="auto">
            <a:xfrm>
              <a:off x="2664879" y="2025284"/>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9" name="Rectangle 75"/>
            <p:cNvSpPr>
              <a:spLocks noChangeArrowheads="1"/>
            </p:cNvSpPr>
            <p:nvPr/>
          </p:nvSpPr>
          <p:spPr bwMode="auto">
            <a:xfrm>
              <a:off x="2664879" y="2014171"/>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0" name="Rectangle 76"/>
            <p:cNvSpPr>
              <a:spLocks noChangeArrowheads="1"/>
            </p:cNvSpPr>
            <p:nvPr/>
          </p:nvSpPr>
          <p:spPr bwMode="auto">
            <a:xfrm>
              <a:off x="2664879" y="2003059"/>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1" name="Rectangle 77"/>
            <p:cNvSpPr>
              <a:spLocks noChangeArrowheads="1"/>
            </p:cNvSpPr>
            <p:nvPr/>
          </p:nvSpPr>
          <p:spPr bwMode="auto">
            <a:xfrm>
              <a:off x="2664879" y="1988771"/>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2" name="Rectangle 78"/>
            <p:cNvSpPr>
              <a:spLocks noChangeArrowheads="1"/>
            </p:cNvSpPr>
            <p:nvPr/>
          </p:nvSpPr>
          <p:spPr bwMode="auto">
            <a:xfrm>
              <a:off x="2664879" y="1977659"/>
              <a:ext cx="217488" cy="6350"/>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3" name="Rectangle 79"/>
            <p:cNvSpPr>
              <a:spLocks noChangeArrowheads="1"/>
            </p:cNvSpPr>
            <p:nvPr/>
          </p:nvSpPr>
          <p:spPr bwMode="auto">
            <a:xfrm>
              <a:off x="2664879" y="1961784"/>
              <a:ext cx="217488" cy="11113"/>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4" name="Rectangle 80"/>
            <p:cNvSpPr>
              <a:spLocks noChangeArrowheads="1"/>
            </p:cNvSpPr>
            <p:nvPr/>
          </p:nvSpPr>
          <p:spPr bwMode="auto">
            <a:xfrm>
              <a:off x="2664879" y="1953846"/>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5" name="Rectangle 81"/>
            <p:cNvSpPr>
              <a:spLocks noChangeArrowheads="1"/>
            </p:cNvSpPr>
            <p:nvPr/>
          </p:nvSpPr>
          <p:spPr bwMode="auto">
            <a:xfrm>
              <a:off x="2664879" y="1939559"/>
              <a:ext cx="217488" cy="793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6" name="Rectangle 82"/>
            <p:cNvSpPr>
              <a:spLocks noChangeArrowheads="1"/>
            </p:cNvSpPr>
            <p:nvPr/>
          </p:nvSpPr>
          <p:spPr bwMode="auto">
            <a:xfrm>
              <a:off x="2664879" y="1928446"/>
              <a:ext cx="217488" cy="793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 name="组合 2"/>
          <p:cNvGrpSpPr/>
          <p:nvPr/>
        </p:nvGrpSpPr>
        <p:grpSpPr>
          <a:xfrm>
            <a:off x="2918999" y="3210121"/>
            <a:ext cx="4921130" cy="450154"/>
            <a:chOff x="1394999" y="2769813"/>
            <a:chExt cx="4921130" cy="450154"/>
          </a:xfrm>
        </p:grpSpPr>
        <p:sp>
          <p:nvSpPr>
            <p:cNvPr id="190" name="Rectangle 357"/>
            <p:cNvSpPr>
              <a:spLocks noChangeArrowheads="1"/>
            </p:cNvSpPr>
            <p:nvPr/>
          </p:nvSpPr>
          <p:spPr bwMode="auto">
            <a:xfrm>
              <a:off x="1394999" y="2800366"/>
              <a:ext cx="409416" cy="389047"/>
            </a:xfrm>
            <a:prstGeom prst="rect">
              <a:avLst/>
            </a:prstGeom>
            <a:solidFill>
              <a:srgbClr val="EFDB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1" name="Rectangle 358"/>
            <p:cNvSpPr>
              <a:spLocks noChangeArrowheads="1"/>
            </p:cNvSpPr>
            <p:nvPr/>
          </p:nvSpPr>
          <p:spPr bwMode="auto">
            <a:xfrm>
              <a:off x="1394999" y="3026462"/>
              <a:ext cx="409416" cy="124251"/>
            </a:xfrm>
            <a:prstGeom prst="rect">
              <a:avLst/>
            </a:prstGeom>
            <a:solidFill>
              <a:srgbClr val="DECBD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2" name="Rectangle 359"/>
            <p:cNvSpPr>
              <a:spLocks noChangeArrowheads="1"/>
            </p:cNvSpPr>
            <p:nvPr/>
          </p:nvSpPr>
          <p:spPr bwMode="auto">
            <a:xfrm>
              <a:off x="1394999" y="2822772"/>
              <a:ext cx="409416" cy="63144"/>
            </a:xfrm>
            <a:prstGeom prst="rect">
              <a:avLst/>
            </a:prstGeom>
            <a:solidFill>
              <a:srgbClr val="FCE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3" name="Freeform 360"/>
            <p:cNvSpPr>
              <a:spLocks/>
            </p:cNvSpPr>
            <p:nvPr/>
          </p:nvSpPr>
          <p:spPr bwMode="auto">
            <a:xfrm>
              <a:off x="5709135" y="2779997"/>
              <a:ext cx="606994" cy="429785"/>
            </a:xfrm>
            <a:custGeom>
              <a:avLst/>
              <a:gdLst>
                <a:gd name="T0" fmla="*/ 0 w 298"/>
                <a:gd name="T1" fmla="*/ 0 h 211"/>
                <a:gd name="T2" fmla="*/ 2 w 298"/>
                <a:gd name="T3" fmla="*/ 211 h 211"/>
                <a:gd name="T4" fmla="*/ 4 w 298"/>
                <a:gd name="T5" fmla="*/ 211 h 211"/>
                <a:gd name="T6" fmla="*/ 298 w 298"/>
                <a:gd name="T7" fmla="*/ 109 h 211"/>
                <a:gd name="T8" fmla="*/ 7 w 298"/>
                <a:gd name="T9" fmla="*/ 0 h 211"/>
                <a:gd name="T10" fmla="*/ 0 w 298"/>
                <a:gd name="T11" fmla="*/ 0 h 211"/>
              </a:gdLst>
              <a:ahLst/>
              <a:cxnLst>
                <a:cxn ang="0">
                  <a:pos x="T0" y="T1"/>
                </a:cxn>
                <a:cxn ang="0">
                  <a:pos x="T2" y="T3"/>
                </a:cxn>
                <a:cxn ang="0">
                  <a:pos x="T4" y="T5"/>
                </a:cxn>
                <a:cxn ang="0">
                  <a:pos x="T6" y="T7"/>
                </a:cxn>
                <a:cxn ang="0">
                  <a:pos x="T8" y="T9"/>
                </a:cxn>
                <a:cxn ang="0">
                  <a:pos x="T10" y="T11"/>
                </a:cxn>
              </a:cxnLst>
              <a:rect l="0" t="0" r="r" b="b"/>
              <a:pathLst>
                <a:path w="298" h="211">
                  <a:moveTo>
                    <a:pt x="0" y="0"/>
                  </a:moveTo>
                  <a:lnTo>
                    <a:pt x="2" y="211"/>
                  </a:lnTo>
                  <a:lnTo>
                    <a:pt x="4" y="211"/>
                  </a:lnTo>
                  <a:lnTo>
                    <a:pt x="298" y="109"/>
                  </a:lnTo>
                  <a:lnTo>
                    <a:pt x="7" y="0"/>
                  </a:lnTo>
                  <a:lnTo>
                    <a:pt x="0" y="0"/>
                  </a:lnTo>
                  <a:close/>
                </a:path>
              </a:pathLst>
            </a:custGeom>
            <a:solidFill>
              <a:srgbClr val="FDDF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4" name="Freeform 361"/>
            <p:cNvSpPr>
              <a:spLocks/>
            </p:cNvSpPr>
            <p:nvPr/>
          </p:nvSpPr>
          <p:spPr bwMode="auto">
            <a:xfrm>
              <a:off x="5709135" y="3002019"/>
              <a:ext cx="606994" cy="207763"/>
            </a:xfrm>
            <a:custGeom>
              <a:avLst/>
              <a:gdLst>
                <a:gd name="T0" fmla="*/ 4 w 298"/>
                <a:gd name="T1" fmla="*/ 102 h 102"/>
                <a:gd name="T2" fmla="*/ 298 w 298"/>
                <a:gd name="T3" fmla="*/ 0 h 102"/>
                <a:gd name="T4" fmla="*/ 0 w 298"/>
                <a:gd name="T5" fmla="*/ 17 h 102"/>
                <a:gd name="T6" fmla="*/ 2 w 298"/>
                <a:gd name="T7" fmla="*/ 102 h 102"/>
                <a:gd name="T8" fmla="*/ 4 w 298"/>
                <a:gd name="T9" fmla="*/ 102 h 102"/>
              </a:gdLst>
              <a:ahLst/>
              <a:cxnLst>
                <a:cxn ang="0">
                  <a:pos x="T0" y="T1"/>
                </a:cxn>
                <a:cxn ang="0">
                  <a:pos x="T2" y="T3"/>
                </a:cxn>
                <a:cxn ang="0">
                  <a:pos x="T4" y="T5"/>
                </a:cxn>
                <a:cxn ang="0">
                  <a:pos x="T6" y="T7"/>
                </a:cxn>
                <a:cxn ang="0">
                  <a:pos x="T8" y="T9"/>
                </a:cxn>
              </a:cxnLst>
              <a:rect l="0" t="0" r="r" b="b"/>
              <a:pathLst>
                <a:path w="298" h="102">
                  <a:moveTo>
                    <a:pt x="4" y="102"/>
                  </a:moveTo>
                  <a:lnTo>
                    <a:pt x="298" y="0"/>
                  </a:lnTo>
                  <a:lnTo>
                    <a:pt x="0" y="17"/>
                  </a:lnTo>
                  <a:lnTo>
                    <a:pt x="2" y="102"/>
                  </a:lnTo>
                  <a:lnTo>
                    <a:pt x="4" y="102"/>
                  </a:lnTo>
                  <a:close/>
                </a:path>
              </a:pathLst>
            </a:custGeom>
            <a:solidFill>
              <a:srgbClr val="BEA7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5" name="Freeform 362"/>
            <p:cNvSpPr>
              <a:spLocks/>
            </p:cNvSpPr>
            <p:nvPr/>
          </p:nvSpPr>
          <p:spPr bwMode="auto">
            <a:xfrm>
              <a:off x="5709135" y="2896100"/>
              <a:ext cx="606994" cy="207763"/>
            </a:xfrm>
            <a:custGeom>
              <a:avLst/>
              <a:gdLst>
                <a:gd name="T0" fmla="*/ 0 w 298"/>
                <a:gd name="T1" fmla="*/ 0 h 102"/>
                <a:gd name="T2" fmla="*/ 298 w 298"/>
                <a:gd name="T3" fmla="*/ 50 h 102"/>
                <a:gd name="T4" fmla="*/ 2 w 298"/>
                <a:gd name="T5" fmla="*/ 102 h 102"/>
                <a:gd name="T6" fmla="*/ 0 w 298"/>
                <a:gd name="T7" fmla="*/ 0 h 102"/>
              </a:gdLst>
              <a:ahLst/>
              <a:cxnLst>
                <a:cxn ang="0">
                  <a:pos x="T0" y="T1"/>
                </a:cxn>
                <a:cxn ang="0">
                  <a:pos x="T2" y="T3"/>
                </a:cxn>
                <a:cxn ang="0">
                  <a:pos x="T4" y="T5"/>
                </a:cxn>
                <a:cxn ang="0">
                  <a:pos x="T6" y="T7"/>
                </a:cxn>
              </a:cxnLst>
              <a:rect l="0" t="0" r="r" b="b"/>
              <a:pathLst>
                <a:path w="298" h="102">
                  <a:moveTo>
                    <a:pt x="0" y="0"/>
                  </a:moveTo>
                  <a:lnTo>
                    <a:pt x="298" y="50"/>
                  </a:lnTo>
                  <a:lnTo>
                    <a:pt x="2" y="102"/>
                  </a:lnTo>
                  <a:lnTo>
                    <a:pt x="0" y="0"/>
                  </a:lnTo>
                  <a:close/>
                </a:path>
              </a:pathLst>
            </a:custGeom>
            <a:solidFill>
              <a:srgbClr val="EBCF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6" name="Freeform 363"/>
            <p:cNvSpPr>
              <a:spLocks/>
            </p:cNvSpPr>
            <p:nvPr/>
          </p:nvSpPr>
          <p:spPr bwMode="auto">
            <a:xfrm>
              <a:off x="6079850" y="2928691"/>
              <a:ext cx="236279" cy="140546"/>
            </a:xfrm>
            <a:custGeom>
              <a:avLst/>
              <a:gdLst>
                <a:gd name="T0" fmla="*/ 8 w 49"/>
                <a:gd name="T1" fmla="*/ 0 h 29"/>
                <a:gd name="T2" fmla="*/ 49 w 49"/>
                <a:gd name="T3" fmla="*/ 15 h 29"/>
                <a:gd name="T4" fmla="*/ 8 w 49"/>
                <a:gd name="T5" fmla="*/ 29 h 29"/>
                <a:gd name="T6" fmla="*/ 2 w 49"/>
                <a:gd name="T7" fmla="*/ 19 h 29"/>
                <a:gd name="T8" fmla="*/ 8 w 49"/>
                <a:gd name="T9" fmla="*/ 0 h 29"/>
              </a:gdLst>
              <a:ahLst/>
              <a:cxnLst>
                <a:cxn ang="0">
                  <a:pos x="T0" y="T1"/>
                </a:cxn>
                <a:cxn ang="0">
                  <a:pos x="T2" y="T3"/>
                </a:cxn>
                <a:cxn ang="0">
                  <a:pos x="T4" y="T5"/>
                </a:cxn>
                <a:cxn ang="0">
                  <a:pos x="T6" y="T7"/>
                </a:cxn>
                <a:cxn ang="0">
                  <a:pos x="T8" y="T9"/>
                </a:cxn>
              </a:cxnLst>
              <a:rect l="0" t="0" r="r" b="b"/>
              <a:pathLst>
                <a:path w="49" h="29">
                  <a:moveTo>
                    <a:pt x="8" y="0"/>
                  </a:moveTo>
                  <a:cubicBezTo>
                    <a:pt x="49" y="15"/>
                    <a:pt x="49" y="15"/>
                    <a:pt x="49" y="15"/>
                  </a:cubicBezTo>
                  <a:cubicBezTo>
                    <a:pt x="8" y="29"/>
                    <a:pt x="8" y="29"/>
                    <a:pt x="8" y="29"/>
                  </a:cubicBezTo>
                  <a:cubicBezTo>
                    <a:pt x="8" y="29"/>
                    <a:pt x="3" y="24"/>
                    <a:pt x="2" y="19"/>
                  </a:cubicBezTo>
                  <a:cubicBezTo>
                    <a:pt x="0" y="14"/>
                    <a:pt x="8" y="0"/>
                    <a:pt x="8" y="0"/>
                  </a:cubicBezTo>
                  <a:close/>
                </a:path>
              </a:pathLst>
            </a:custGeom>
            <a:solidFill>
              <a:srgbClr val="3F2C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7" name="Rectangle 364"/>
            <p:cNvSpPr>
              <a:spLocks noChangeArrowheads="1"/>
            </p:cNvSpPr>
            <p:nvPr/>
          </p:nvSpPr>
          <p:spPr bwMode="auto">
            <a:xfrm>
              <a:off x="1910333" y="2906284"/>
              <a:ext cx="3806951" cy="205727"/>
            </a:xfrm>
            <a:prstGeom prst="rect">
              <a:avLst/>
            </a:prstGeom>
            <a:solidFill>
              <a:srgbClr val="65A6AF">
                <a:alpha val="79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8" name="Rectangle 365"/>
            <p:cNvSpPr>
              <a:spLocks noChangeArrowheads="1"/>
            </p:cNvSpPr>
            <p:nvPr/>
          </p:nvSpPr>
          <p:spPr bwMode="auto">
            <a:xfrm>
              <a:off x="1910333" y="2775923"/>
              <a:ext cx="3806951" cy="130361"/>
            </a:xfrm>
            <a:prstGeom prst="rect">
              <a:avLst/>
            </a:prstGeom>
            <a:solidFill>
              <a:srgbClr val="65A6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9" name="Rectangle 366"/>
            <p:cNvSpPr>
              <a:spLocks noChangeArrowheads="1"/>
            </p:cNvSpPr>
            <p:nvPr/>
          </p:nvSpPr>
          <p:spPr bwMode="auto">
            <a:xfrm>
              <a:off x="1910333" y="3107937"/>
              <a:ext cx="3806951" cy="101845"/>
            </a:xfrm>
            <a:prstGeom prst="rect">
              <a:avLst/>
            </a:prstGeom>
            <a:solidFill>
              <a:srgbClr val="65A6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0" name="Rectangle 367"/>
            <p:cNvSpPr>
              <a:spLocks noChangeArrowheads="1"/>
            </p:cNvSpPr>
            <p:nvPr/>
          </p:nvSpPr>
          <p:spPr bwMode="auto">
            <a:xfrm>
              <a:off x="1617021" y="2769813"/>
              <a:ext cx="303497" cy="450154"/>
            </a:xfrm>
            <a:prstGeom prst="rect">
              <a:avLst/>
            </a:prstGeom>
            <a:solidFill>
              <a:srgbClr val="FDD0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1" name="Rectangle 368"/>
            <p:cNvSpPr>
              <a:spLocks noChangeArrowheads="1"/>
            </p:cNvSpPr>
            <p:nvPr/>
          </p:nvSpPr>
          <p:spPr bwMode="auto">
            <a:xfrm>
              <a:off x="1631278" y="3199597"/>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2" name="Rectangle 369"/>
            <p:cNvSpPr>
              <a:spLocks noChangeArrowheads="1"/>
            </p:cNvSpPr>
            <p:nvPr/>
          </p:nvSpPr>
          <p:spPr bwMode="auto">
            <a:xfrm>
              <a:off x="1631278" y="3185339"/>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3" name="Rectangle 370"/>
            <p:cNvSpPr>
              <a:spLocks noChangeArrowheads="1"/>
            </p:cNvSpPr>
            <p:nvPr/>
          </p:nvSpPr>
          <p:spPr bwMode="auto">
            <a:xfrm>
              <a:off x="1631278" y="3171080"/>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4" name="Rectangle 371"/>
            <p:cNvSpPr>
              <a:spLocks noChangeArrowheads="1"/>
            </p:cNvSpPr>
            <p:nvPr/>
          </p:nvSpPr>
          <p:spPr bwMode="auto">
            <a:xfrm>
              <a:off x="1631278" y="3156823"/>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5" name="Rectangle 372"/>
            <p:cNvSpPr>
              <a:spLocks noChangeArrowheads="1"/>
            </p:cNvSpPr>
            <p:nvPr/>
          </p:nvSpPr>
          <p:spPr bwMode="auto">
            <a:xfrm>
              <a:off x="1631278" y="3136454"/>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6" name="Rectangle 373"/>
            <p:cNvSpPr>
              <a:spLocks noChangeArrowheads="1"/>
            </p:cNvSpPr>
            <p:nvPr/>
          </p:nvSpPr>
          <p:spPr bwMode="auto">
            <a:xfrm>
              <a:off x="1631278" y="3122195"/>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7" name="Rectangle 374"/>
            <p:cNvSpPr>
              <a:spLocks noChangeArrowheads="1"/>
            </p:cNvSpPr>
            <p:nvPr/>
          </p:nvSpPr>
          <p:spPr bwMode="auto">
            <a:xfrm>
              <a:off x="1631278" y="3107937"/>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8" name="Rectangle 375"/>
            <p:cNvSpPr>
              <a:spLocks noChangeArrowheads="1"/>
            </p:cNvSpPr>
            <p:nvPr/>
          </p:nvSpPr>
          <p:spPr bwMode="auto">
            <a:xfrm>
              <a:off x="1631278" y="3093678"/>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9" name="Rectangle 376"/>
            <p:cNvSpPr>
              <a:spLocks noChangeArrowheads="1"/>
            </p:cNvSpPr>
            <p:nvPr/>
          </p:nvSpPr>
          <p:spPr bwMode="auto">
            <a:xfrm>
              <a:off x="1631278" y="3073309"/>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0" name="Rectangle 377"/>
            <p:cNvSpPr>
              <a:spLocks noChangeArrowheads="1"/>
            </p:cNvSpPr>
            <p:nvPr/>
          </p:nvSpPr>
          <p:spPr bwMode="auto">
            <a:xfrm>
              <a:off x="1631278" y="3059052"/>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1" name="Rectangle 378"/>
            <p:cNvSpPr>
              <a:spLocks noChangeArrowheads="1"/>
            </p:cNvSpPr>
            <p:nvPr/>
          </p:nvSpPr>
          <p:spPr bwMode="auto">
            <a:xfrm>
              <a:off x="1631278" y="3044793"/>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2" name="Rectangle 379"/>
            <p:cNvSpPr>
              <a:spLocks noChangeArrowheads="1"/>
            </p:cNvSpPr>
            <p:nvPr/>
          </p:nvSpPr>
          <p:spPr bwMode="auto">
            <a:xfrm>
              <a:off x="1631278" y="3030535"/>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3" name="Rectangle 380"/>
            <p:cNvSpPr>
              <a:spLocks noChangeArrowheads="1"/>
            </p:cNvSpPr>
            <p:nvPr/>
          </p:nvSpPr>
          <p:spPr bwMode="auto">
            <a:xfrm>
              <a:off x="1631278" y="3012203"/>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4" name="Rectangle 381"/>
            <p:cNvSpPr>
              <a:spLocks noChangeArrowheads="1"/>
            </p:cNvSpPr>
            <p:nvPr/>
          </p:nvSpPr>
          <p:spPr bwMode="auto">
            <a:xfrm>
              <a:off x="1631278" y="2997945"/>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 name="Rectangle 382"/>
            <p:cNvSpPr>
              <a:spLocks noChangeArrowheads="1"/>
            </p:cNvSpPr>
            <p:nvPr/>
          </p:nvSpPr>
          <p:spPr bwMode="auto">
            <a:xfrm>
              <a:off x="1631278" y="2983686"/>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6" name="Rectangle 383"/>
            <p:cNvSpPr>
              <a:spLocks noChangeArrowheads="1"/>
            </p:cNvSpPr>
            <p:nvPr/>
          </p:nvSpPr>
          <p:spPr bwMode="auto">
            <a:xfrm>
              <a:off x="1631278" y="2967391"/>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7" name="Rectangle 384"/>
            <p:cNvSpPr>
              <a:spLocks noChangeArrowheads="1"/>
            </p:cNvSpPr>
            <p:nvPr/>
          </p:nvSpPr>
          <p:spPr bwMode="auto">
            <a:xfrm>
              <a:off x="1631278" y="2949060"/>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8" name="Rectangle 385"/>
            <p:cNvSpPr>
              <a:spLocks noChangeArrowheads="1"/>
            </p:cNvSpPr>
            <p:nvPr/>
          </p:nvSpPr>
          <p:spPr bwMode="auto">
            <a:xfrm>
              <a:off x="1631278" y="2934801"/>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9" name="Rectangle 386"/>
            <p:cNvSpPr>
              <a:spLocks noChangeArrowheads="1"/>
            </p:cNvSpPr>
            <p:nvPr/>
          </p:nvSpPr>
          <p:spPr bwMode="auto">
            <a:xfrm>
              <a:off x="1631278" y="2914432"/>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0" name="Rectangle 387"/>
            <p:cNvSpPr>
              <a:spLocks noChangeArrowheads="1"/>
            </p:cNvSpPr>
            <p:nvPr/>
          </p:nvSpPr>
          <p:spPr bwMode="auto">
            <a:xfrm>
              <a:off x="1631278" y="2906284"/>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1" name="Rectangle 388"/>
            <p:cNvSpPr>
              <a:spLocks noChangeArrowheads="1"/>
            </p:cNvSpPr>
            <p:nvPr/>
          </p:nvSpPr>
          <p:spPr bwMode="auto">
            <a:xfrm>
              <a:off x="1631278" y="2885915"/>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2" name="Rectangle 389"/>
            <p:cNvSpPr>
              <a:spLocks noChangeArrowheads="1"/>
            </p:cNvSpPr>
            <p:nvPr/>
          </p:nvSpPr>
          <p:spPr bwMode="auto">
            <a:xfrm>
              <a:off x="1631278" y="2871658"/>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3" name="Rectangle 390"/>
            <p:cNvSpPr>
              <a:spLocks noChangeArrowheads="1"/>
            </p:cNvSpPr>
            <p:nvPr/>
          </p:nvSpPr>
          <p:spPr bwMode="auto">
            <a:xfrm>
              <a:off x="1631278" y="2853325"/>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4" name="Rectangle 391"/>
            <p:cNvSpPr>
              <a:spLocks noChangeArrowheads="1"/>
            </p:cNvSpPr>
            <p:nvPr/>
          </p:nvSpPr>
          <p:spPr bwMode="auto">
            <a:xfrm>
              <a:off x="1631278" y="2839067"/>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5" name="Rectangle 392"/>
            <p:cNvSpPr>
              <a:spLocks noChangeArrowheads="1"/>
            </p:cNvSpPr>
            <p:nvPr/>
          </p:nvSpPr>
          <p:spPr bwMode="auto">
            <a:xfrm>
              <a:off x="1631278" y="2822772"/>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Rectangle 393"/>
            <p:cNvSpPr>
              <a:spLocks noChangeArrowheads="1"/>
            </p:cNvSpPr>
            <p:nvPr/>
          </p:nvSpPr>
          <p:spPr bwMode="auto">
            <a:xfrm>
              <a:off x="1631278" y="2808513"/>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7" name="Rectangle 394"/>
            <p:cNvSpPr>
              <a:spLocks noChangeArrowheads="1"/>
            </p:cNvSpPr>
            <p:nvPr/>
          </p:nvSpPr>
          <p:spPr bwMode="auto">
            <a:xfrm>
              <a:off x="1631278" y="2790182"/>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8" name="Rectangle 395"/>
            <p:cNvSpPr>
              <a:spLocks noChangeArrowheads="1"/>
            </p:cNvSpPr>
            <p:nvPr/>
          </p:nvSpPr>
          <p:spPr bwMode="auto">
            <a:xfrm>
              <a:off x="1631278" y="2775923"/>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 name="组合 4"/>
          <p:cNvGrpSpPr/>
          <p:nvPr/>
        </p:nvGrpSpPr>
        <p:grpSpPr>
          <a:xfrm>
            <a:off x="2918999" y="5000687"/>
            <a:ext cx="4159334" cy="444042"/>
            <a:chOff x="1394999" y="4287297"/>
            <a:chExt cx="4159334" cy="444042"/>
          </a:xfrm>
        </p:grpSpPr>
        <p:sp>
          <p:nvSpPr>
            <p:cNvPr id="457" name="Rectangle 318"/>
            <p:cNvSpPr>
              <a:spLocks noChangeArrowheads="1"/>
            </p:cNvSpPr>
            <p:nvPr/>
          </p:nvSpPr>
          <p:spPr bwMode="auto">
            <a:xfrm>
              <a:off x="1394999" y="4315813"/>
              <a:ext cx="409416" cy="384973"/>
            </a:xfrm>
            <a:prstGeom prst="rect">
              <a:avLst/>
            </a:prstGeom>
            <a:solidFill>
              <a:srgbClr val="EFDB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8" name="Rectangle 319"/>
            <p:cNvSpPr>
              <a:spLocks noChangeArrowheads="1"/>
            </p:cNvSpPr>
            <p:nvPr/>
          </p:nvSpPr>
          <p:spPr bwMode="auto">
            <a:xfrm>
              <a:off x="1394999" y="4541909"/>
              <a:ext cx="409416" cy="126287"/>
            </a:xfrm>
            <a:prstGeom prst="rect">
              <a:avLst/>
            </a:prstGeom>
            <a:solidFill>
              <a:srgbClr val="DECBD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9" name="Rectangle 320"/>
            <p:cNvSpPr>
              <a:spLocks noChangeArrowheads="1"/>
            </p:cNvSpPr>
            <p:nvPr/>
          </p:nvSpPr>
          <p:spPr bwMode="auto">
            <a:xfrm>
              <a:off x="1394999" y="4336182"/>
              <a:ext cx="409416" cy="61107"/>
            </a:xfrm>
            <a:prstGeom prst="rect">
              <a:avLst/>
            </a:prstGeom>
            <a:solidFill>
              <a:srgbClr val="FCE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0" name="Freeform 321"/>
            <p:cNvSpPr>
              <a:spLocks/>
            </p:cNvSpPr>
            <p:nvPr/>
          </p:nvSpPr>
          <p:spPr bwMode="auto">
            <a:xfrm>
              <a:off x="4941228" y="4291371"/>
              <a:ext cx="606994" cy="429784"/>
            </a:xfrm>
            <a:custGeom>
              <a:avLst/>
              <a:gdLst>
                <a:gd name="T0" fmla="*/ 0 w 298"/>
                <a:gd name="T1" fmla="*/ 0 h 211"/>
                <a:gd name="T2" fmla="*/ 2 w 298"/>
                <a:gd name="T3" fmla="*/ 211 h 211"/>
                <a:gd name="T4" fmla="*/ 5 w 298"/>
                <a:gd name="T5" fmla="*/ 211 h 211"/>
                <a:gd name="T6" fmla="*/ 298 w 298"/>
                <a:gd name="T7" fmla="*/ 109 h 211"/>
                <a:gd name="T8" fmla="*/ 7 w 298"/>
                <a:gd name="T9" fmla="*/ 0 h 211"/>
                <a:gd name="T10" fmla="*/ 0 w 298"/>
                <a:gd name="T11" fmla="*/ 0 h 211"/>
              </a:gdLst>
              <a:ahLst/>
              <a:cxnLst>
                <a:cxn ang="0">
                  <a:pos x="T0" y="T1"/>
                </a:cxn>
                <a:cxn ang="0">
                  <a:pos x="T2" y="T3"/>
                </a:cxn>
                <a:cxn ang="0">
                  <a:pos x="T4" y="T5"/>
                </a:cxn>
                <a:cxn ang="0">
                  <a:pos x="T6" y="T7"/>
                </a:cxn>
                <a:cxn ang="0">
                  <a:pos x="T8" y="T9"/>
                </a:cxn>
                <a:cxn ang="0">
                  <a:pos x="T10" y="T11"/>
                </a:cxn>
              </a:cxnLst>
              <a:rect l="0" t="0" r="r" b="b"/>
              <a:pathLst>
                <a:path w="298" h="211">
                  <a:moveTo>
                    <a:pt x="0" y="0"/>
                  </a:moveTo>
                  <a:lnTo>
                    <a:pt x="2" y="211"/>
                  </a:lnTo>
                  <a:lnTo>
                    <a:pt x="5" y="211"/>
                  </a:lnTo>
                  <a:lnTo>
                    <a:pt x="298" y="109"/>
                  </a:lnTo>
                  <a:lnTo>
                    <a:pt x="7" y="0"/>
                  </a:lnTo>
                  <a:lnTo>
                    <a:pt x="0" y="0"/>
                  </a:lnTo>
                  <a:close/>
                </a:path>
              </a:pathLst>
            </a:custGeom>
            <a:solidFill>
              <a:srgbClr val="FDDF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1" name="Freeform 322"/>
            <p:cNvSpPr>
              <a:spLocks/>
            </p:cNvSpPr>
            <p:nvPr/>
          </p:nvSpPr>
          <p:spPr bwMode="auto">
            <a:xfrm>
              <a:off x="4941228" y="4513392"/>
              <a:ext cx="613105" cy="211837"/>
            </a:xfrm>
            <a:custGeom>
              <a:avLst/>
              <a:gdLst>
                <a:gd name="T0" fmla="*/ 5 w 301"/>
                <a:gd name="T1" fmla="*/ 104 h 104"/>
                <a:gd name="T2" fmla="*/ 301 w 301"/>
                <a:gd name="T3" fmla="*/ 0 h 104"/>
                <a:gd name="T4" fmla="*/ 0 w 301"/>
                <a:gd name="T5" fmla="*/ 19 h 104"/>
                <a:gd name="T6" fmla="*/ 2 w 301"/>
                <a:gd name="T7" fmla="*/ 104 h 104"/>
                <a:gd name="T8" fmla="*/ 5 w 301"/>
                <a:gd name="T9" fmla="*/ 104 h 104"/>
              </a:gdLst>
              <a:ahLst/>
              <a:cxnLst>
                <a:cxn ang="0">
                  <a:pos x="T0" y="T1"/>
                </a:cxn>
                <a:cxn ang="0">
                  <a:pos x="T2" y="T3"/>
                </a:cxn>
                <a:cxn ang="0">
                  <a:pos x="T4" y="T5"/>
                </a:cxn>
                <a:cxn ang="0">
                  <a:pos x="T6" y="T7"/>
                </a:cxn>
                <a:cxn ang="0">
                  <a:pos x="T8" y="T9"/>
                </a:cxn>
              </a:cxnLst>
              <a:rect l="0" t="0" r="r" b="b"/>
              <a:pathLst>
                <a:path w="301" h="104">
                  <a:moveTo>
                    <a:pt x="5" y="104"/>
                  </a:moveTo>
                  <a:lnTo>
                    <a:pt x="301" y="0"/>
                  </a:lnTo>
                  <a:lnTo>
                    <a:pt x="0" y="19"/>
                  </a:lnTo>
                  <a:lnTo>
                    <a:pt x="2" y="104"/>
                  </a:lnTo>
                  <a:lnTo>
                    <a:pt x="5" y="104"/>
                  </a:lnTo>
                  <a:close/>
                </a:path>
              </a:pathLst>
            </a:custGeom>
            <a:solidFill>
              <a:srgbClr val="BEA7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2" name="Freeform 323"/>
            <p:cNvSpPr>
              <a:spLocks/>
            </p:cNvSpPr>
            <p:nvPr/>
          </p:nvSpPr>
          <p:spPr bwMode="auto">
            <a:xfrm>
              <a:off x="4945302" y="4407474"/>
              <a:ext cx="602920" cy="207763"/>
            </a:xfrm>
            <a:custGeom>
              <a:avLst/>
              <a:gdLst>
                <a:gd name="T0" fmla="*/ 0 w 296"/>
                <a:gd name="T1" fmla="*/ 0 h 102"/>
                <a:gd name="T2" fmla="*/ 296 w 296"/>
                <a:gd name="T3" fmla="*/ 52 h 102"/>
                <a:gd name="T4" fmla="*/ 3 w 296"/>
                <a:gd name="T5" fmla="*/ 102 h 102"/>
                <a:gd name="T6" fmla="*/ 0 w 296"/>
                <a:gd name="T7" fmla="*/ 0 h 102"/>
              </a:gdLst>
              <a:ahLst/>
              <a:cxnLst>
                <a:cxn ang="0">
                  <a:pos x="T0" y="T1"/>
                </a:cxn>
                <a:cxn ang="0">
                  <a:pos x="T2" y="T3"/>
                </a:cxn>
                <a:cxn ang="0">
                  <a:pos x="T4" y="T5"/>
                </a:cxn>
                <a:cxn ang="0">
                  <a:pos x="T6" y="T7"/>
                </a:cxn>
              </a:cxnLst>
              <a:rect l="0" t="0" r="r" b="b"/>
              <a:pathLst>
                <a:path w="296" h="102">
                  <a:moveTo>
                    <a:pt x="0" y="0"/>
                  </a:moveTo>
                  <a:lnTo>
                    <a:pt x="296" y="52"/>
                  </a:lnTo>
                  <a:lnTo>
                    <a:pt x="3" y="102"/>
                  </a:lnTo>
                  <a:lnTo>
                    <a:pt x="0" y="0"/>
                  </a:lnTo>
                  <a:close/>
                </a:path>
              </a:pathLst>
            </a:custGeom>
            <a:solidFill>
              <a:srgbClr val="EBCF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3" name="Freeform 324"/>
            <p:cNvSpPr>
              <a:spLocks/>
            </p:cNvSpPr>
            <p:nvPr/>
          </p:nvSpPr>
          <p:spPr bwMode="auto">
            <a:xfrm>
              <a:off x="5318052" y="4442101"/>
              <a:ext cx="236279" cy="144620"/>
            </a:xfrm>
            <a:custGeom>
              <a:avLst/>
              <a:gdLst>
                <a:gd name="T0" fmla="*/ 8 w 49"/>
                <a:gd name="T1" fmla="*/ 0 h 30"/>
                <a:gd name="T2" fmla="*/ 49 w 49"/>
                <a:gd name="T3" fmla="*/ 15 h 30"/>
                <a:gd name="T4" fmla="*/ 8 w 49"/>
                <a:gd name="T5" fmla="*/ 30 h 30"/>
                <a:gd name="T6" fmla="*/ 1 w 49"/>
                <a:gd name="T7" fmla="*/ 20 h 30"/>
                <a:gd name="T8" fmla="*/ 8 w 49"/>
                <a:gd name="T9" fmla="*/ 0 h 30"/>
              </a:gdLst>
              <a:ahLst/>
              <a:cxnLst>
                <a:cxn ang="0">
                  <a:pos x="T0" y="T1"/>
                </a:cxn>
                <a:cxn ang="0">
                  <a:pos x="T2" y="T3"/>
                </a:cxn>
                <a:cxn ang="0">
                  <a:pos x="T4" y="T5"/>
                </a:cxn>
                <a:cxn ang="0">
                  <a:pos x="T6" y="T7"/>
                </a:cxn>
                <a:cxn ang="0">
                  <a:pos x="T8" y="T9"/>
                </a:cxn>
              </a:cxnLst>
              <a:rect l="0" t="0" r="r" b="b"/>
              <a:pathLst>
                <a:path w="49" h="30">
                  <a:moveTo>
                    <a:pt x="8" y="0"/>
                  </a:moveTo>
                  <a:cubicBezTo>
                    <a:pt x="49" y="15"/>
                    <a:pt x="49" y="15"/>
                    <a:pt x="49" y="15"/>
                  </a:cubicBezTo>
                  <a:cubicBezTo>
                    <a:pt x="8" y="30"/>
                    <a:pt x="8" y="30"/>
                    <a:pt x="8" y="30"/>
                  </a:cubicBezTo>
                  <a:cubicBezTo>
                    <a:pt x="8" y="30"/>
                    <a:pt x="3" y="25"/>
                    <a:pt x="1" y="20"/>
                  </a:cubicBezTo>
                  <a:cubicBezTo>
                    <a:pt x="0" y="15"/>
                    <a:pt x="8" y="0"/>
                    <a:pt x="8" y="0"/>
                  </a:cubicBezTo>
                  <a:close/>
                </a:path>
              </a:pathLst>
            </a:custGeom>
            <a:solidFill>
              <a:srgbClr val="3F2C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4" name="Rectangle 325"/>
            <p:cNvSpPr>
              <a:spLocks noChangeArrowheads="1"/>
            </p:cNvSpPr>
            <p:nvPr/>
          </p:nvSpPr>
          <p:spPr bwMode="auto">
            <a:xfrm>
              <a:off x="1910333" y="4421732"/>
              <a:ext cx="3055337" cy="191468"/>
            </a:xfrm>
            <a:prstGeom prst="rect">
              <a:avLst/>
            </a:prstGeom>
            <a:solidFill>
              <a:srgbClr val="CB3737">
                <a:alpha val="79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5" name="Rectangle 326"/>
            <p:cNvSpPr>
              <a:spLocks noChangeArrowheads="1"/>
            </p:cNvSpPr>
            <p:nvPr/>
          </p:nvSpPr>
          <p:spPr bwMode="auto">
            <a:xfrm>
              <a:off x="1910333" y="4291371"/>
              <a:ext cx="3055337" cy="126287"/>
            </a:xfrm>
            <a:prstGeom prst="rect">
              <a:avLst/>
            </a:prstGeom>
            <a:solidFill>
              <a:srgbClr val="CB373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6" name="Rectangle 327"/>
            <p:cNvSpPr>
              <a:spLocks noChangeArrowheads="1"/>
            </p:cNvSpPr>
            <p:nvPr/>
          </p:nvSpPr>
          <p:spPr bwMode="auto">
            <a:xfrm>
              <a:off x="1910333" y="4613199"/>
              <a:ext cx="3055337" cy="112030"/>
            </a:xfrm>
            <a:prstGeom prst="rect">
              <a:avLst/>
            </a:prstGeom>
            <a:solidFill>
              <a:srgbClr val="CB373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7" name="Rectangle 328"/>
            <p:cNvSpPr>
              <a:spLocks noChangeArrowheads="1"/>
            </p:cNvSpPr>
            <p:nvPr/>
          </p:nvSpPr>
          <p:spPr bwMode="auto">
            <a:xfrm>
              <a:off x="1617021" y="4287297"/>
              <a:ext cx="303497" cy="444042"/>
            </a:xfrm>
            <a:prstGeom prst="rect">
              <a:avLst/>
            </a:prstGeom>
            <a:solidFill>
              <a:srgbClr val="FDD0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8" name="Rectangle 329"/>
            <p:cNvSpPr>
              <a:spLocks noChangeArrowheads="1"/>
            </p:cNvSpPr>
            <p:nvPr/>
          </p:nvSpPr>
          <p:spPr bwMode="auto">
            <a:xfrm>
              <a:off x="1631278" y="4717081"/>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9" name="Rectangle 330"/>
            <p:cNvSpPr>
              <a:spLocks noChangeArrowheads="1"/>
            </p:cNvSpPr>
            <p:nvPr/>
          </p:nvSpPr>
          <p:spPr bwMode="auto">
            <a:xfrm>
              <a:off x="1631278" y="4700786"/>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0" name="Rectangle 331"/>
            <p:cNvSpPr>
              <a:spLocks noChangeArrowheads="1"/>
            </p:cNvSpPr>
            <p:nvPr/>
          </p:nvSpPr>
          <p:spPr bwMode="auto">
            <a:xfrm>
              <a:off x="1631278" y="4682454"/>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1" name="Rectangle 332"/>
            <p:cNvSpPr>
              <a:spLocks noChangeArrowheads="1"/>
            </p:cNvSpPr>
            <p:nvPr/>
          </p:nvSpPr>
          <p:spPr bwMode="auto">
            <a:xfrm>
              <a:off x="1631278" y="4668196"/>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2" name="Rectangle 333"/>
            <p:cNvSpPr>
              <a:spLocks noChangeArrowheads="1"/>
            </p:cNvSpPr>
            <p:nvPr/>
          </p:nvSpPr>
          <p:spPr bwMode="auto">
            <a:xfrm>
              <a:off x="1631278" y="4653937"/>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3" name="Rectangle 334"/>
            <p:cNvSpPr>
              <a:spLocks noChangeArrowheads="1"/>
            </p:cNvSpPr>
            <p:nvPr/>
          </p:nvSpPr>
          <p:spPr bwMode="auto">
            <a:xfrm>
              <a:off x="1631278" y="4639680"/>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4" name="Rectangle 335"/>
            <p:cNvSpPr>
              <a:spLocks noChangeArrowheads="1"/>
            </p:cNvSpPr>
            <p:nvPr/>
          </p:nvSpPr>
          <p:spPr bwMode="auto">
            <a:xfrm>
              <a:off x="1631278" y="4619311"/>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5" name="Rectangle 336"/>
            <p:cNvSpPr>
              <a:spLocks noChangeArrowheads="1"/>
            </p:cNvSpPr>
            <p:nvPr/>
          </p:nvSpPr>
          <p:spPr bwMode="auto">
            <a:xfrm>
              <a:off x="1631278" y="4605052"/>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6" name="Rectangle 337"/>
            <p:cNvSpPr>
              <a:spLocks noChangeArrowheads="1"/>
            </p:cNvSpPr>
            <p:nvPr/>
          </p:nvSpPr>
          <p:spPr bwMode="auto">
            <a:xfrm>
              <a:off x="1631278" y="4590794"/>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7" name="Rectangle 338"/>
            <p:cNvSpPr>
              <a:spLocks noChangeArrowheads="1"/>
            </p:cNvSpPr>
            <p:nvPr/>
          </p:nvSpPr>
          <p:spPr bwMode="auto">
            <a:xfrm>
              <a:off x="1631278" y="4576535"/>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8" name="Rectangle 339"/>
            <p:cNvSpPr>
              <a:spLocks noChangeArrowheads="1"/>
            </p:cNvSpPr>
            <p:nvPr/>
          </p:nvSpPr>
          <p:spPr bwMode="auto">
            <a:xfrm>
              <a:off x="1631278" y="4556166"/>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9" name="Rectangle 340"/>
            <p:cNvSpPr>
              <a:spLocks noChangeArrowheads="1"/>
            </p:cNvSpPr>
            <p:nvPr/>
          </p:nvSpPr>
          <p:spPr bwMode="auto">
            <a:xfrm>
              <a:off x="1631278" y="4541909"/>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0" name="Rectangle 341"/>
            <p:cNvSpPr>
              <a:spLocks noChangeArrowheads="1"/>
            </p:cNvSpPr>
            <p:nvPr/>
          </p:nvSpPr>
          <p:spPr bwMode="auto">
            <a:xfrm>
              <a:off x="1631278" y="4523576"/>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1" name="Rectangle 342"/>
            <p:cNvSpPr>
              <a:spLocks noChangeArrowheads="1"/>
            </p:cNvSpPr>
            <p:nvPr/>
          </p:nvSpPr>
          <p:spPr bwMode="auto">
            <a:xfrm>
              <a:off x="1631278" y="4513392"/>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2" name="Rectangle 343"/>
            <p:cNvSpPr>
              <a:spLocks noChangeArrowheads="1"/>
            </p:cNvSpPr>
            <p:nvPr/>
          </p:nvSpPr>
          <p:spPr bwMode="auto">
            <a:xfrm>
              <a:off x="1631278" y="4495060"/>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3" name="Rectangle 344"/>
            <p:cNvSpPr>
              <a:spLocks noChangeArrowheads="1"/>
            </p:cNvSpPr>
            <p:nvPr/>
          </p:nvSpPr>
          <p:spPr bwMode="auto">
            <a:xfrm>
              <a:off x="1631278" y="4480802"/>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4" name="Rectangle 345"/>
            <p:cNvSpPr>
              <a:spLocks noChangeArrowheads="1"/>
            </p:cNvSpPr>
            <p:nvPr/>
          </p:nvSpPr>
          <p:spPr bwMode="auto">
            <a:xfrm>
              <a:off x="1631278" y="4460433"/>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5" name="Rectangle 346"/>
            <p:cNvSpPr>
              <a:spLocks noChangeArrowheads="1"/>
            </p:cNvSpPr>
            <p:nvPr/>
          </p:nvSpPr>
          <p:spPr bwMode="auto">
            <a:xfrm>
              <a:off x="1631278" y="4446174"/>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6" name="Rectangle 347"/>
            <p:cNvSpPr>
              <a:spLocks noChangeArrowheads="1"/>
            </p:cNvSpPr>
            <p:nvPr/>
          </p:nvSpPr>
          <p:spPr bwMode="auto">
            <a:xfrm>
              <a:off x="1631278" y="4431917"/>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7" name="Rectangle 348"/>
            <p:cNvSpPr>
              <a:spLocks noChangeArrowheads="1"/>
            </p:cNvSpPr>
            <p:nvPr/>
          </p:nvSpPr>
          <p:spPr bwMode="auto">
            <a:xfrm>
              <a:off x="1631278" y="4417658"/>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8" name="Rectangle 349"/>
            <p:cNvSpPr>
              <a:spLocks noChangeArrowheads="1"/>
            </p:cNvSpPr>
            <p:nvPr/>
          </p:nvSpPr>
          <p:spPr bwMode="auto">
            <a:xfrm>
              <a:off x="1631278" y="4397289"/>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9" name="Rectangle 350"/>
            <p:cNvSpPr>
              <a:spLocks noChangeArrowheads="1"/>
            </p:cNvSpPr>
            <p:nvPr/>
          </p:nvSpPr>
          <p:spPr bwMode="auto">
            <a:xfrm>
              <a:off x="1631278" y="4383031"/>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0" name="Rectangle 351"/>
            <p:cNvSpPr>
              <a:spLocks noChangeArrowheads="1"/>
            </p:cNvSpPr>
            <p:nvPr/>
          </p:nvSpPr>
          <p:spPr bwMode="auto">
            <a:xfrm>
              <a:off x="1631278" y="4368773"/>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1" name="Rectangle 352"/>
            <p:cNvSpPr>
              <a:spLocks noChangeArrowheads="1"/>
            </p:cNvSpPr>
            <p:nvPr/>
          </p:nvSpPr>
          <p:spPr bwMode="auto">
            <a:xfrm>
              <a:off x="1631278" y="4354515"/>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2" name="Rectangle 353"/>
            <p:cNvSpPr>
              <a:spLocks noChangeArrowheads="1"/>
            </p:cNvSpPr>
            <p:nvPr/>
          </p:nvSpPr>
          <p:spPr bwMode="auto">
            <a:xfrm>
              <a:off x="1631278" y="4336182"/>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3" name="Rectangle 354"/>
            <p:cNvSpPr>
              <a:spLocks noChangeArrowheads="1"/>
            </p:cNvSpPr>
            <p:nvPr/>
          </p:nvSpPr>
          <p:spPr bwMode="auto">
            <a:xfrm>
              <a:off x="1631278" y="4319887"/>
              <a:ext cx="279055" cy="1629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4" name="Rectangle 355"/>
            <p:cNvSpPr>
              <a:spLocks noChangeArrowheads="1"/>
            </p:cNvSpPr>
            <p:nvPr/>
          </p:nvSpPr>
          <p:spPr bwMode="auto">
            <a:xfrm>
              <a:off x="1631278" y="4305630"/>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5" name="Rectangle 356"/>
            <p:cNvSpPr>
              <a:spLocks noChangeArrowheads="1"/>
            </p:cNvSpPr>
            <p:nvPr/>
          </p:nvSpPr>
          <p:spPr bwMode="auto">
            <a:xfrm>
              <a:off x="1631278" y="4291371"/>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 name="组合 3"/>
          <p:cNvGrpSpPr/>
          <p:nvPr/>
        </p:nvGrpSpPr>
        <p:grpSpPr>
          <a:xfrm>
            <a:off x="2918999" y="4108460"/>
            <a:ext cx="3831394" cy="444042"/>
            <a:chOff x="1394999" y="3531609"/>
            <a:chExt cx="3831394" cy="444042"/>
          </a:xfrm>
        </p:grpSpPr>
        <p:sp>
          <p:nvSpPr>
            <p:cNvPr id="497" name="Rectangle 55"/>
            <p:cNvSpPr>
              <a:spLocks noChangeArrowheads="1"/>
            </p:cNvSpPr>
            <p:nvPr/>
          </p:nvSpPr>
          <p:spPr bwMode="auto">
            <a:xfrm>
              <a:off x="1631278" y="3890102"/>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8" name="Rectangle 396"/>
            <p:cNvSpPr>
              <a:spLocks noChangeArrowheads="1"/>
            </p:cNvSpPr>
            <p:nvPr/>
          </p:nvSpPr>
          <p:spPr bwMode="auto">
            <a:xfrm>
              <a:off x="1394999" y="3560127"/>
              <a:ext cx="409416" cy="387009"/>
            </a:xfrm>
            <a:prstGeom prst="rect">
              <a:avLst/>
            </a:prstGeom>
            <a:solidFill>
              <a:srgbClr val="EFDB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9" name="Rectangle 397"/>
            <p:cNvSpPr>
              <a:spLocks noChangeArrowheads="1"/>
            </p:cNvSpPr>
            <p:nvPr/>
          </p:nvSpPr>
          <p:spPr bwMode="auto">
            <a:xfrm>
              <a:off x="1394999" y="3788258"/>
              <a:ext cx="409416" cy="124251"/>
            </a:xfrm>
            <a:prstGeom prst="rect">
              <a:avLst/>
            </a:prstGeom>
            <a:solidFill>
              <a:srgbClr val="DECBD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0" name="Rectangle 398"/>
            <p:cNvSpPr>
              <a:spLocks noChangeArrowheads="1"/>
            </p:cNvSpPr>
            <p:nvPr/>
          </p:nvSpPr>
          <p:spPr bwMode="auto">
            <a:xfrm>
              <a:off x="1394999" y="3584569"/>
              <a:ext cx="409416" cy="59070"/>
            </a:xfrm>
            <a:prstGeom prst="rect">
              <a:avLst/>
            </a:prstGeom>
            <a:solidFill>
              <a:srgbClr val="FCE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1" name="Freeform 399"/>
            <p:cNvSpPr>
              <a:spLocks/>
            </p:cNvSpPr>
            <p:nvPr/>
          </p:nvSpPr>
          <p:spPr bwMode="auto">
            <a:xfrm>
              <a:off x="4613288" y="3537720"/>
              <a:ext cx="606994" cy="427747"/>
            </a:xfrm>
            <a:custGeom>
              <a:avLst/>
              <a:gdLst>
                <a:gd name="T0" fmla="*/ 0 w 298"/>
                <a:gd name="T1" fmla="*/ 0 h 210"/>
                <a:gd name="T2" fmla="*/ 2 w 298"/>
                <a:gd name="T3" fmla="*/ 210 h 210"/>
                <a:gd name="T4" fmla="*/ 5 w 298"/>
                <a:gd name="T5" fmla="*/ 210 h 210"/>
                <a:gd name="T6" fmla="*/ 298 w 298"/>
                <a:gd name="T7" fmla="*/ 109 h 210"/>
                <a:gd name="T8" fmla="*/ 9 w 298"/>
                <a:gd name="T9" fmla="*/ 0 h 210"/>
                <a:gd name="T10" fmla="*/ 0 w 298"/>
                <a:gd name="T11" fmla="*/ 0 h 210"/>
              </a:gdLst>
              <a:ahLst/>
              <a:cxnLst>
                <a:cxn ang="0">
                  <a:pos x="T0" y="T1"/>
                </a:cxn>
                <a:cxn ang="0">
                  <a:pos x="T2" y="T3"/>
                </a:cxn>
                <a:cxn ang="0">
                  <a:pos x="T4" y="T5"/>
                </a:cxn>
                <a:cxn ang="0">
                  <a:pos x="T6" y="T7"/>
                </a:cxn>
                <a:cxn ang="0">
                  <a:pos x="T8" y="T9"/>
                </a:cxn>
                <a:cxn ang="0">
                  <a:pos x="T10" y="T11"/>
                </a:cxn>
              </a:cxnLst>
              <a:rect l="0" t="0" r="r" b="b"/>
              <a:pathLst>
                <a:path w="298" h="210">
                  <a:moveTo>
                    <a:pt x="0" y="0"/>
                  </a:moveTo>
                  <a:lnTo>
                    <a:pt x="2" y="210"/>
                  </a:lnTo>
                  <a:lnTo>
                    <a:pt x="5" y="210"/>
                  </a:lnTo>
                  <a:lnTo>
                    <a:pt x="298" y="109"/>
                  </a:lnTo>
                  <a:lnTo>
                    <a:pt x="9" y="0"/>
                  </a:lnTo>
                  <a:lnTo>
                    <a:pt x="0" y="0"/>
                  </a:lnTo>
                  <a:close/>
                </a:path>
              </a:pathLst>
            </a:custGeom>
            <a:solidFill>
              <a:srgbClr val="FDDF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2" name="Freeform 400"/>
            <p:cNvSpPr>
              <a:spLocks/>
            </p:cNvSpPr>
            <p:nvPr/>
          </p:nvSpPr>
          <p:spPr bwMode="auto">
            <a:xfrm>
              <a:off x="4613288" y="3759742"/>
              <a:ext cx="613105" cy="211837"/>
            </a:xfrm>
            <a:custGeom>
              <a:avLst/>
              <a:gdLst>
                <a:gd name="T0" fmla="*/ 5 w 301"/>
                <a:gd name="T1" fmla="*/ 104 h 104"/>
                <a:gd name="T2" fmla="*/ 301 w 301"/>
                <a:gd name="T3" fmla="*/ 0 h 104"/>
                <a:gd name="T4" fmla="*/ 0 w 301"/>
                <a:gd name="T5" fmla="*/ 18 h 104"/>
                <a:gd name="T6" fmla="*/ 2 w 301"/>
                <a:gd name="T7" fmla="*/ 104 h 104"/>
                <a:gd name="T8" fmla="*/ 5 w 301"/>
                <a:gd name="T9" fmla="*/ 104 h 104"/>
              </a:gdLst>
              <a:ahLst/>
              <a:cxnLst>
                <a:cxn ang="0">
                  <a:pos x="T0" y="T1"/>
                </a:cxn>
                <a:cxn ang="0">
                  <a:pos x="T2" y="T3"/>
                </a:cxn>
                <a:cxn ang="0">
                  <a:pos x="T4" y="T5"/>
                </a:cxn>
                <a:cxn ang="0">
                  <a:pos x="T6" y="T7"/>
                </a:cxn>
                <a:cxn ang="0">
                  <a:pos x="T8" y="T9"/>
                </a:cxn>
              </a:cxnLst>
              <a:rect l="0" t="0" r="r" b="b"/>
              <a:pathLst>
                <a:path w="301" h="104">
                  <a:moveTo>
                    <a:pt x="5" y="104"/>
                  </a:moveTo>
                  <a:lnTo>
                    <a:pt x="301" y="0"/>
                  </a:lnTo>
                  <a:lnTo>
                    <a:pt x="0" y="18"/>
                  </a:lnTo>
                  <a:lnTo>
                    <a:pt x="2" y="104"/>
                  </a:lnTo>
                  <a:lnTo>
                    <a:pt x="5" y="104"/>
                  </a:lnTo>
                  <a:close/>
                </a:path>
              </a:pathLst>
            </a:custGeom>
            <a:solidFill>
              <a:srgbClr val="BEA7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3" name="Freeform 401"/>
            <p:cNvSpPr>
              <a:spLocks/>
            </p:cNvSpPr>
            <p:nvPr/>
          </p:nvSpPr>
          <p:spPr bwMode="auto">
            <a:xfrm>
              <a:off x="4617362" y="3651786"/>
              <a:ext cx="602920" cy="207763"/>
            </a:xfrm>
            <a:custGeom>
              <a:avLst/>
              <a:gdLst>
                <a:gd name="T0" fmla="*/ 0 w 296"/>
                <a:gd name="T1" fmla="*/ 0 h 102"/>
                <a:gd name="T2" fmla="*/ 296 w 296"/>
                <a:gd name="T3" fmla="*/ 53 h 102"/>
                <a:gd name="T4" fmla="*/ 3 w 296"/>
                <a:gd name="T5" fmla="*/ 102 h 102"/>
                <a:gd name="T6" fmla="*/ 0 w 296"/>
                <a:gd name="T7" fmla="*/ 0 h 102"/>
              </a:gdLst>
              <a:ahLst/>
              <a:cxnLst>
                <a:cxn ang="0">
                  <a:pos x="T0" y="T1"/>
                </a:cxn>
                <a:cxn ang="0">
                  <a:pos x="T2" y="T3"/>
                </a:cxn>
                <a:cxn ang="0">
                  <a:pos x="T4" y="T5"/>
                </a:cxn>
                <a:cxn ang="0">
                  <a:pos x="T6" y="T7"/>
                </a:cxn>
              </a:cxnLst>
              <a:rect l="0" t="0" r="r" b="b"/>
              <a:pathLst>
                <a:path w="296" h="102">
                  <a:moveTo>
                    <a:pt x="0" y="0"/>
                  </a:moveTo>
                  <a:lnTo>
                    <a:pt x="296" y="53"/>
                  </a:lnTo>
                  <a:lnTo>
                    <a:pt x="3" y="102"/>
                  </a:lnTo>
                  <a:lnTo>
                    <a:pt x="0" y="0"/>
                  </a:lnTo>
                  <a:close/>
                </a:path>
              </a:pathLst>
            </a:custGeom>
            <a:solidFill>
              <a:srgbClr val="EBCF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4" name="Freeform 402"/>
            <p:cNvSpPr>
              <a:spLocks/>
            </p:cNvSpPr>
            <p:nvPr/>
          </p:nvSpPr>
          <p:spPr bwMode="auto">
            <a:xfrm>
              <a:off x="4990114" y="3686414"/>
              <a:ext cx="236279" cy="144620"/>
            </a:xfrm>
            <a:custGeom>
              <a:avLst/>
              <a:gdLst>
                <a:gd name="T0" fmla="*/ 8 w 49"/>
                <a:gd name="T1" fmla="*/ 0 h 30"/>
                <a:gd name="T2" fmla="*/ 49 w 49"/>
                <a:gd name="T3" fmla="*/ 15 h 30"/>
                <a:gd name="T4" fmla="*/ 8 w 49"/>
                <a:gd name="T5" fmla="*/ 30 h 30"/>
                <a:gd name="T6" fmla="*/ 1 w 49"/>
                <a:gd name="T7" fmla="*/ 20 h 30"/>
                <a:gd name="T8" fmla="*/ 8 w 49"/>
                <a:gd name="T9" fmla="*/ 0 h 30"/>
              </a:gdLst>
              <a:ahLst/>
              <a:cxnLst>
                <a:cxn ang="0">
                  <a:pos x="T0" y="T1"/>
                </a:cxn>
                <a:cxn ang="0">
                  <a:pos x="T2" y="T3"/>
                </a:cxn>
                <a:cxn ang="0">
                  <a:pos x="T4" y="T5"/>
                </a:cxn>
                <a:cxn ang="0">
                  <a:pos x="T6" y="T7"/>
                </a:cxn>
                <a:cxn ang="0">
                  <a:pos x="T8" y="T9"/>
                </a:cxn>
              </a:cxnLst>
              <a:rect l="0" t="0" r="r" b="b"/>
              <a:pathLst>
                <a:path w="49" h="30">
                  <a:moveTo>
                    <a:pt x="8" y="0"/>
                  </a:moveTo>
                  <a:cubicBezTo>
                    <a:pt x="49" y="15"/>
                    <a:pt x="49" y="15"/>
                    <a:pt x="49" y="15"/>
                  </a:cubicBezTo>
                  <a:cubicBezTo>
                    <a:pt x="8" y="30"/>
                    <a:pt x="8" y="30"/>
                    <a:pt x="8" y="30"/>
                  </a:cubicBezTo>
                  <a:cubicBezTo>
                    <a:pt x="8" y="30"/>
                    <a:pt x="3" y="25"/>
                    <a:pt x="1" y="20"/>
                  </a:cubicBezTo>
                  <a:cubicBezTo>
                    <a:pt x="0" y="15"/>
                    <a:pt x="8" y="0"/>
                    <a:pt x="8" y="0"/>
                  </a:cubicBezTo>
                  <a:close/>
                </a:path>
              </a:pathLst>
            </a:custGeom>
            <a:solidFill>
              <a:srgbClr val="3F2C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5" name="Rectangle 403"/>
            <p:cNvSpPr>
              <a:spLocks noChangeArrowheads="1"/>
            </p:cNvSpPr>
            <p:nvPr/>
          </p:nvSpPr>
          <p:spPr bwMode="auto">
            <a:xfrm>
              <a:off x="1910333" y="3668081"/>
              <a:ext cx="2713140" cy="205727"/>
            </a:xfrm>
            <a:prstGeom prst="rect">
              <a:avLst/>
            </a:prstGeom>
            <a:solidFill>
              <a:srgbClr val="F67210">
                <a:alpha val="79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6" name="Rectangle 404"/>
            <p:cNvSpPr>
              <a:spLocks noChangeArrowheads="1"/>
            </p:cNvSpPr>
            <p:nvPr/>
          </p:nvSpPr>
          <p:spPr bwMode="auto">
            <a:xfrm>
              <a:off x="1910333" y="3537720"/>
              <a:ext cx="2713140" cy="130361"/>
            </a:xfrm>
            <a:prstGeom prst="rect">
              <a:avLst/>
            </a:prstGeom>
            <a:solidFill>
              <a:srgbClr val="F6721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7" name="Rectangle 405"/>
            <p:cNvSpPr>
              <a:spLocks noChangeArrowheads="1"/>
            </p:cNvSpPr>
            <p:nvPr/>
          </p:nvSpPr>
          <p:spPr bwMode="auto">
            <a:xfrm>
              <a:off x="1910333" y="3865660"/>
              <a:ext cx="2713140" cy="105918"/>
            </a:xfrm>
            <a:prstGeom prst="rect">
              <a:avLst/>
            </a:prstGeom>
            <a:solidFill>
              <a:srgbClr val="F6721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8" name="Rectangle 407"/>
            <p:cNvSpPr>
              <a:spLocks noChangeArrowheads="1"/>
            </p:cNvSpPr>
            <p:nvPr/>
          </p:nvSpPr>
          <p:spPr bwMode="auto">
            <a:xfrm>
              <a:off x="1617021" y="3531609"/>
              <a:ext cx="303498" cy="444042"/>
            </a:xfrm>
            <a:prstGeom prst="rect">
              <a:avLst/>
            </a:prstGeom>
            <a:solidFill>
              <a:srgbClr val="FDD0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9" name="Rectangle 408"/>
            <p:cNvSpPr>
              <a:spLocks noChangeArrowheads="1"/>
            </p:cNvSpPr>
            <p:nvPr/>
          </p:nvSpPr>
          <p:spPr bwMode="auto">
            <a:xfrm>
              <a:off x="1631278" y="3961393"/>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0" name="Rectangle 409"/>
            <p:cNvSpPr>
              <a:spLocks noChangeArrowheads="1"/>
            </p:cNvSpPr>
            <p:nvPr/>
          </p:nvSpPr>
          <p:spPr bwMode="auto">
            <a:xfrm>
              <a:off x="1631278" y="3947135"/>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1" name="Rectangle 410"/>
            <p:cNvSpPr>
              <a:spLocks noChangeArrowheads="1"/>
            </p:cNvSpPr>
            <p:nvPr/>
          </p:nvSpPr>
          <p:spPr bwMode="auto">
            <a:xfrm>
              <a:off x="1631278" y="3926766"/>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2" name="Rectangle 411"/>
            <p:cNvSpPr>
              <a:spLocks noChangeArrowheads="1"/>
            </p:cNvSpPr>
            <p:nvPr/>
          </p:nvSpPr>
          <p:spPr bwMode="auto">
            <a:xfrm>
              <a:off x="1631278" y="3912508"/>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3" name="Rectangle 412"/>
            <p:cNvSpPr>
              <a:spLocks noChangeArrowheads="1"/>
            </p:cNvSpPr>
            <p:nvPr/>
          </p:nvSpPr>
          <p:spPr bwMode="auto">
            <a:xfrm>
              <a:off x="1631278" y="3898249"/>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4" name="Rectangle 413"/>
            <p:cNvSpPr>
              <a:spLocks noChangeArrowheads="1"/>
            </p:cNvSpPr>
            <p:nvPr/>
          </p:nvSpPr>
          <p:spPr bwMode="auto">
            <a:xfrm>
              <a:off x="1631278" y="3883992"/>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5" name="Rectangle 414"/>
            <p:cNvSpPr>
              <a:spLocks noChangeArrowheads="1"/>
            </p:cNvSpPr>
            <p:nvPr/>
          </p:nvSpPr>
          <p:spPr bwMode="auto">
            <a:xfrm>
              <a:off x="1631278" y="3865659"/>
              <a:ext cx="279055" cy="14259"/>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6" name="Rectangle 415"/>
            <p:cNvSpPr>
              <a:spLocks noChangeArrowheads="1"/>
            </p:cNvSpPr>
            <p:nvPr/>
          </p:nvSpPr>
          <p:spPr bwMode="auto">
            <a:xfrm>
              <a:off x="1631278" y="3849364"/>
              <a:ext cx="279055" cy="1629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7" name="Rectangle 416"/>
            <p:cNvSpPr>
              <a:spLocks noChangeArrowheads="1"/>
            </p:cNvSpPr>
            <p:nvPr/>
          </p:nvSpPr>
          <p:spPr bwMode="auto">
            <a:xfrm>
              <a:off x="1631278" y="3835106"/>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8" name="Rectangle 417"/>
            <p:cNvSpPr>
              <a:spLocks noChangeArrowheads="1"/>
            </p:cNvSpPr>
            <p:nvPr/>
          </p:nvSpPr>
          <p:spPr bwMode="auto">
            <a:xfrm>
              <a:off x="1631278" y="3820847"/>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9" name="Rectangle 418"/>
            <p:cNvSpPr>
              <a:spLocks noChangeArrowheads="1"/>
            </p:cNvSpPr>
            <p:nvPr/>
          </p:nvSpPr>
          <p:spPr bwMode="auto">
            <a:xfrm>
              <a:off x="1631278" y="3802516"/>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0" name="Rectangle 419"/>
            <p:cNvSpPr>
              <a:spLocks noChangeArrowheads="1"/>
            </p:cNvSpPr>
            <p:nvPr/>
          </p:nvSpPr>
          <p:spPr bwMode="auto">
            <a:xfrm>
              <a:off x="1631278" y="3788257"/>
              <a:ext cx="279055" cy="14259"/>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1" name="Rectangle 420"/>
            <p:cNvSpPr>
              <a:spLocks noChangeArrowheads="1"/>
            </p:cNvSpPr>
            <p:nvPr/>
          </p:nvSpPr>
          <p:spPr bwMode="auto">
            <a:xfrm>
              <a:off x="1631278" y="3774000"/>
              <a:ext cx="279055" cy="8148"/>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2" name="Rectangle 421"/>
            <p:cNvSpPr>
              <a:spLocks noChangeArrowheads="1"/>
            </p:cNvSpPr>
            <p:nvPr/>
          </p:nvSpPr>
          <p:spPr bwMode="auto">
            <a:xfrm>
              <a:off x="1631278" y="3759741"/>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3" name="Rectangle 422"/>
            <p:cNvSpPr>
              <a:spLocks noChangeArrowheads="1"/>
            </p:cNvSpPr>
            <p:nvPr/>
          </p:nvSpPr>
          <p:spPr bwMode="auto">
            <a:xfrm>
              <a:off x="1631278" y="3739372"/>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4" name="Rectangle 423"/>
            <p:cNvSpPr>
              <a:spLocks noChangeArrowheads="1"/>
            </p:cNvSpPr>
            <p:nvPr/>
          </p:nvSpPr>
          <p:spPr bwMode="auto">
            <a:xfrm>
              <a:off x="1631278" y="3725114"/>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5" name="Rectangle 424"/>
            <p:cNvSpPr>
              <a:spLocks noChangeArrowheads="1"/>
            </p:cNvSpPr>
            <p:nvPr/>
          </p:nvSpPr>
          <p:spPr bwMode="auto">
            <a:xfrm>
              <a:off x="1631278" y="3710855"/>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6" name="Rectangle 425"/>
            <p:cNvSpPr>
              <a:spLocks noChangeArrowheads="1"/>
            </p:cNvSpPr>
            <p:nvPr/>
          </p:nvSpPr>
          <p:spPr bwMode="auto">
            <a:xfrm>
              <a:off x="1631278" y="3696598"/>
              <a:ext cx="279055" cy="8148"/>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7" name="Rectangle 426"/>
            <p:cNvSpPr>
              <a:spLocks noChangeArrowheads="1"/>
            </p:cNvSpPr>
            <p:nvPr/>
          </p:nvSpPr>
          <p:spPr bwMode="auto">
            <a:xfrm>
              <a:off x="1631278" y="3676229"/>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8" name="Rectangle 427"/>
            <p:cNvSpPr>
              <a:spLocks noChangeArrowheads="1"/>
            </p:cNvSpPr>
            <p:nvPr/>
          </p:nvSpPr>
          <p:spPr bwMode="auto">
            <a:xfrm>
              <a:off x="1631278" y="3661970"/>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9" name="Rectangle 428"/>
            <p:cNvSpPr>
              <a:spLocks noChangeArrowheads="1"/>
            </p:cNvSpPr>
            <p:nvPr/>
          </p:nvSpPr>
          <p:spPr bwMode="auto">
            <a:xfrm>
              <a:off x="1631278" y="3647712"/>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0" name="Rectangle 429"/>
            <p:cNvSpPr>
              <a:spLocks noChangeArrowheads="1"/>
            </p:cNvSpPr>
            <p:nvPr/>
          </p:nvSpPr>
          <p:spPr bwMode="auto">
            <a:xfrm>
              <a:off x="1631278" y="3633453"/>
              <a:ext cx="279055" cy="10185"/>
            </a:xfrm>
            <a:prstGeom prst="rect">
              <a:avLst/>
            </a:prstGeom>
            <a:solidFill>
              <a:srgbClr val="FBB0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1" name="Rectangle 430"/>
            <p:cNvSpPr>
              <a:spLocks noChangeArrowheads="1"/>
            </p:cNvSpPr>
            <p:nvPr/>
          </p:nvSpPr>
          <p:spPr bwMode="auto">
            <a:xfrm>
              <a:off x="1631278" y="3613085"/>
              <a:ext cx="279055" cy="10185"/>
            </a:xfrm>
            <a:prstGeom prst="rect">
              <a:avLst/>
            </a:prstGeom>
            <a:solidFill>
              <a:srgbClr val="FDDF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77" name="组合 276"/>
          <p:cNvGrpSpPr/>
          <p:nvPr/>
        </p:nvGrpSpPr>
        <p:grpSpPr>
          <a:xfrm>
            <a:off x="8169278" y="2157269"/>
            <a:ext cx="2236510" cy="763423"/>
            <a:chOff x="1530691" y="2159719"/>
            <a:chExt cx="2236510" cy="763423"/>
          </a:xfrm>
        </p:grpSpPr>
        <p:sp>
          <p:nvSpPr>
            <p:cNvPr id="317" name="文本框 316"/>
            <p:cNvSpPr txBox="1"/>
            <p:nvPr/>
          </p:nvSpPr>
          <p:spPr>
            <a:xfrm>
              <a:off x="1530691" y="2159719"/>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318" name="文本框 317"/>
            <p:cNvSpPr txBox="1"/>
            <p:nvPr/>
          </p:nvSpPr>
          <p:spPr>
            <a:xfrm>
              <a:off x="1543368" y="2510721"/>
              <a:ext cx="2061273" cy="412421"/>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的</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19" name="组合 318"/>
          <p:cNvGrpSpPr/>
          <p:nvPr/>
        </p:nvGrpSpPr>
        <p:grpSpPr>
          <a:xfrm>
            <a:off x="8169278" y="3952531"/>
            <a:ext cx="2236510" cy="763423"/>
            <a:chOff x="1597995" y="3531439"/>
            <a:chExt cx="2236510" cy="763423"/>
          </a:xfrm>
        </p:grpSpPr>
        <p:sp>
          <p:nvSpPr>
            <p:cNvPr id="320" name="文本框 319"/>
            <p:cNvSpPr txBox="1"/>
            <p:nvPr/>
          </p:nvSpPr>
          <p:spPr>
            <a:xfrm>
              <a:off x="1597995" y="3531439"/>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321" name="文本框 320"/>
            <p:cNvSpPr txBox="1"/>
            <p:nvPr/>
          </p:nvSpPr>
          <p:spPr>
            <a:xfrm>
              <a:off x="1597995" y="3882441"/>
              <a:ext cx="2061273" cy="412421"/>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的</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22" name="组合 321"/>
          <p:cNvGrpSpPr/>
          <p:nvPr/>
        </p:nvGrpSpPr>
        <p:grpSpPr>
          <a:xfrm>
            <a:off x="8169278" y="4850162"/>
            <a:ext cx="2236510" cy="763423"/>
            <a:chOff x="1548087" y="4890741"/>
            <a:chExt cx="2236510" cy="763423"/>
          </a:xfrm>
        </p:grpSpPr>
        <p:sp>
          <p:nvSpPr>
            <p:cNvPr id="323" name="文本框 322"/>
            <p:cNvSpPr txBox="1"/>
            <p:nvPr/>
          </p:nvSpPr>
          <p:spPr>
            <a:xfrm>
              <a:off x="1548087" y="4890741"/>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324" name="文本框 323"/>
            <p:cNvSpPr txBox="1"/>
            <p:nvPr/>
          </p:nvSpPr>
          <p:spPr>
            <a:xfrm>
              <a:off x="1548087" y="5241743"/>
              <a:ext cx="2061273" cy="412421"/>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的</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grpSp>
      <p:sp>
        <p:nvSpPr>
          <p:cNvPr id="267" name="圆角矩形 266"/>
          <p:cNvSpPr/>
          <p:nvPr/>
        </p:nvSpPr>
        <p:spPr>
          <a:xfrm>
            <a:off x="1813636" y="2132224"/>
            <a:ext cx="817289" cy="817418"/>
          </a:xfrm>
          <a:prstGeom prst="roundRect">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3" name="圆角矩形 272"/>
          <p:cNvSpPr/>
          <p:nvPr/>
        </p:nvSpPr>
        <p:spPr>
          <a:xfrm>
            <a:off x="1813636" y="3028299"/>
            <a:ext cx="817289" cy="817418"/>
          </a:xfrm>
          <a:prstGeom prst="roundRect">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0" name="圆角矩形 269"/>
          <p:cNvSpPr/>
          <p:nvPr/>
        </p:nvSpPr>
        <p:spPr>
          <a:xfrm>
            <a:off x="1813636" y="3921952"/>
            <a:ext cx="817289" cy="817418"/>
          </a:xfrm>
          <a:prstGeom prst="roundRect">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9" name="圆角矩形 328"/>
          <p:cNvSpPr/>
          <p:nvPr/>
        </p:nvSpPr>
        <p:spPr>
          <a:xfrm>
            <a:off x="1813636" y="4813999"/>
            <a:ext cx="817289" cy="817418"/>
          </a:xfrm>
          <a:prstGeom prst="roundRect">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4" name="文本框 343"/>
          <p:cNvSpPr txBox="1"/>
          <p:nvPr/>
        </p:nvSpPr>
        <p:spPr>
          <a:xfrm>
            <a:off x="1876572" y="2340878"/>
            <a:ext cx="697627" cy="400110"/>
          </a:xfrm>
          <a:prstGeom prst="rect">
            <a:avLst/>
          </a:prstGeom>
          <a:noFill/>
        </p:spPr>
        <p:txBody>
          <a:bodyPr wrap="none" rtlCol="0">
            <a:spAutoFit/>
          </a:bodyPr>
          <a:lstStyle/>
          <a:p>
            <a:r>
              <a:rPr lang="en-US" altLang="zh-CN" sz="2000" dirty="0" smtClean="0">
                <a:solidFill>
                  <a:schemeClr val="bg1"/>
                </a:solidFill>
                <a:latin typeface="Arial" panose="020B0604020202020204" pitchFamily="34" charset="0"/>
                <a:cs typeface="Arial" panose="020B0604020202020204" pitchFamily="34" charset="0"/>
              </a:rPr>
              <a:t>45%</a:t>
            </a:r>
            <a:endParaRPr lang="zh-CN" altLang="en-US" sz="2000" dirty="0">
              <a:solidFill>
                <a:schemeClr val="bg1"/>
              </a:solidFill>
              <a:latin typeface="Arial" panose="020B0604020202020204" pitchFamily="34" charset="0"/>
              <a:cs typeface="Arial" panose="020B0604020202020204" pitchFamily="34" charset="0"/>
            </a:endParaRPr>
          </a:p>
        </p:txBody>
      </p:sp>
      <p:sp>
        <p:nvSpPr>
          <p:cNvPr id="345" name="文本框 344"/>
          <p:cNvSpPr txBox="1"/>
          <p:nvPr/>
        </p:nvSpPr>
        <p:spPr>
          <a:xfrm>
            <a:off x="1891277" y="3236953"/>
            <a:ext cx="697627" cy="400110"/>
          </a:xfrm>
          <a:prstGeom prst="rect">
            <a:avLst/>
          </a:prstGeom>
          <a:noFill/>
        </p:spPr>
        <p:txBody>
          <a:bodyPr wrap="none" rtlCol="0">
            <a:spAutoFit/>
          </a:bodyPr>
          <a:lstStyle/>
          <a:p>
            <a:r>
              <a:rPr lang="en-US" altLang="zh-CN" sz="2000" dirty="0" smtClean="0">
                <a:solidFill>
                  <a:schemeClr val="bg1"/>
                </a:solidFill>
                <a:latin typeface="Arial" panose="020B0604020202020204" pitchFamily="34" charset="0"/>
                <a:cs typeface="Arial" panose="020B0604020202020204" pitchFamily="34" charset="0"/>
              </a:rPr>
              <a:t>80%</a:t>
            </a:r>
            <a:endParaRPr lang="zh-CN" altLang="en-US" sz="2000" dirty="0">
              <a:solidFill>
                <a:schemeClr val="bg1"/>
              </a:solidFill>
              <a:latin typeface="Arial" panose="020B0604020202020204" pitchFamily="34" charset="0"/>
              <a:cs typeface="Arial" panose="020B0604020202020204" pitchFamily="34" charset="0"/>
            </a:endParaRPr>
          </a:p>
        </p:txBody>
      </p:sp>
      <p:sp>
        <p:nvSpPr>
          <p:cNvPr id="346" name="文本框 345"/>
          <p:cNvSpPr txBox="1"/>
          <p:nvPr/>
        </p:nvSpPr>
        <p:spPr>
          <a:xfrm>
            <a:off x="1865783" y="4130606"/>
            <a:ext cx="697627" cy="400110"/>
          </a:xfrm>
          <a:prstGeom prst="rect">
            <a:avLst/>
          </a:prstGeom>
          <a:noFill/>
        </p:spPr>
        <p:txBody>
          <a:bodyPr wrap="none" rtlCol="0">
            <a:spAutoFit/>
          </a:bodyPr>
          <a:lstStyle/>
          <a:p>
            <a:r>
              <a:rPr lang="en-US" altLang="zh-CN" sz="2000" dirty="0" smtClean="0">
                <a:solidFill>
                  <a:schemeClr val="bg1"/>
                </a:solidFill>
                <a:latin typeface="Arial" panose="020B0604020202020204" pitchFamily="34" charset="0"/>
                <a:cs typeface="Arial" panose="020B0604020202020204" pitchFamily="34" charset="0"/>
              </a:rPr>
              <a:t>53%</a:t>
            </a:r>
            <a:endParaRPr lang="zh-CN" altLang="en-US" sz="2000" dirty="0">
              <a:solidFill>
                <a:schemeClr val="bg1"/>
              </a:solidFill>
              <a:latin typeface="Arial" panose="020B0604020202020204" pitchFamily="34" charset="0"/>
              <a:cs typeface="Arial" panose="020B0604020202020204" pitchFamily="34" charset="0"/>
            </a:endParaRPr>
          </a:p>
        </p:txBody>
      </p:sp>
      <p:sp>
        <p:nvSpPr>
          <p:cNvPr id="347" name="文本框 346"/>
          <p:cNvSpPr txBox="1"/>
          <p:nvPr/>
        </p:nvSpPr>
        <p:spPr>
          <a:xfrm>
            <a:off x="1876572" y="5022653"/>
            <a:ext cx="697627" cy="400110"/>
          </a:xfrm>
          <a:prstGeom prst="rect">
            <a:avLst/>
          </a:prstGeom>
          <a:noFill/>
        </p:spPr>
        <p:txBody>
          <a:bodyPr wrap="none" rtlCol="0">
            <a:spAutoFit/>
          </a:bodyPr>
          <a:lstStyle/>
          <a:p>
            <a:r>
              <a:rPr lang="en-US" altLang="zh-CN" sz="2000" dirty="0" smtClean="0">
                <a:solidFill>
                  <a:schemeClr val="bg1"/>
                </a:solidFill>
                <a:latin typeface="Arial" panose="020B0604020202020204" pitchFamily="34" charset="0"/>
                <a:cs typeface="Arial" panose="020B0604020202020204" pitchFamily="34" charset="0"/>
              </a:rPr>
              <a:t>60%</a:t>
            </a:r>
            <a:endParaRPr lang="zh-CN" altLang="en-US" sz="2000" dirty="0">
              <a:solidFill>
                <a:schemeClr val="bg1"/>
              </a:solidFill>
              <a:latin typeface="Arial" panose="020B0604020202020204" pitchFamily="34" charset="0"/>
              <a:cs typeface="Arial" panose="020B0604020202020204" pitchFamily="34" charset="0"/>
            </a:endParaRPr>
          </a:p>
        </p:txBody>
      </p:sp>
      <p:grpSp>
        <p:nvGrpSpPr>
          <p:cNvPr id="348" name="组合 347"/>
          <p:cNvGrpSpPr/>
          <p:nvPr/>
        </p:nvGrpSpPr>
        <p:grpSpPr>
          <a:xfrm>
            <a:off x="8169278" y="3054900"/>
            <a:ext cx="2236510" cy="763423"/>
            <a:chOff x="1525451" y="2159719"/>
            <a:chExt cx="2236510" cy="763423"/>
          </a:xfrm>
        </p:grpSpPr>
        <p:sp>
          <p:nvSpPr>
            <p:cNvPr id="349" name="文本框 348"/>
            <p:cNvSpPr txBox="1"/>
            <p:nvPr/>
          </p:nvSpPr>
          <p:spPr>
            <a:xfrm>
              <a:off x="1525451" y="2159719"/>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350" name="文本框 349"/>
            <p:cNvSpPr txBox="1"/>
            <p:nvPr/>
          </p:nvSpPr>
          <p:spPr>
            <a:xfrm>
              <a:off x="1543368" y="2510721"/>
              <a:ext cx="2061273" cy="412421"/>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的</a:t>
              </a:r>
              <a:endParaRPr lang="en-US" altLang="zh-CN"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1932504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52782"/>
          <a:stretch/>
        </p:blipFill>
        <p:spPr>
          <a:xfrm>
            <a:off x="-1" y="704"/>
            <a:ext cx="4825445" cy="6858000"/>
          </a:xfrm>
          <a:prstGeom prst="rect">
            <a:avLst/>
          </a:prstGeom>
        </p:spPr>
      </p:pic>
      <p:sp>
        <p:nvSpPr>
          <p:cNvPr id="6" name="矩形 5"/>
          <p:cNvSpPr/>
          <p:nvPr/>
        </p:nvSpPr>
        <p:spPr>
          <a:xfrm>
            <a:off x="0" y="704"/>
            <a:ext cx="4825445" cy="6857296"/>
          </a:xfrm>
          <a:prstGeom prst="rect">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4784827" y="3224440"/>
            <a:ext cx="437020" cy="414415"/>
          </a:xfrm>
          <a:prstGeom prst="triangle">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5464545" y="2426905"/>
            <a:ext cx="5372788" cy="2004895"/>
            <a:chOff x="5464545" y="2591638"/>
            <a:chExt cx="5372788" cy="2004895"/>
          </a:xfrm>
        </p:grpSpPr>
        <p:sp>
          <p:nvSpPr>
            <p:cNvPr id="15" name="TextBox 15"/>
            <p:cNvSpPr txBox="1">
              <a:spLocks noChangeArrowheads="1"/>
            </p:cNvSpPr>
            <p:nvPr/>
          </p:nvSpPr>
          <p:spPr bwMode="auto">
            <a:xfrm>
              <a:off x="5464545" y="3303871"/>
              <a:ext cx="2698092" cy="12926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lgn="l">
                <a:lnSpc>
                  <a:spcPct val="120000"/>
                </a:lnSpc>
                <a:defRPr sz="1200" b="0" kern="0">
                  <a:solidFill>
                    <a:schemeClr val="accent3">
                      <a:lumMod val="50000"/>
                    </a:schemeClr>
                  </a:solidFill>
                  <a:latin typeface="微软雅黑" pitchFamily="34" charset="-122"/>
                  <a:ea typeface="微软雅黑" pitchFamily="34" charset="-122"/>
                </a:defRPr>
              </a:lvl1pPr>
            </a:lstStyle>
            <a:p>
              <a:pPr>
                <a:lnSpc>
                  <a:spcPct val="130000"/>
                </a:lnSpc>
              </a:pPr>
              <a:r>
                <a:rPr lang="zh-CN" altLang="en-US" sz="2000" dirty="0" smtClean="0"/>
                <a:t>添加第三部分小标题</a:t>
              </a:r>
              <a:endParaRPr lang="zh-CN" altLang="en-US" sz="2000" dirty="0"/>
            </a:p>
            <a:p>
              <a:pPr>
                <a:lnSpc>
                  <a:spcPct val="130000"/>
                </a:lnSpc>
              </a:pPr>
              <a:r>
                <a:rPr lang="zh-CN" altLang="en-US" sz="2000" dirty="0" smtClean="0"/>
                <a:t>添加第三部分小标题</a:t>
              </a:r>
              <a:endParaRPr lang="en-US" altLang="zh-CN" sz="2000" dirty="0" smtClean="0"/>
            </a:p>
            <a:p>
              <a:pPr>
                <a:lnSpc>
                  <a:spcPct val="130000"/>
                </a:lnSpc>
              </a:pPr>
              <a:r>
                <a:rPr lang="zh-CN" altLang="en-US" sz="2000" dirty="0" smtClean="0"/>
                <a:t>添加第三部分</a:t>
              </a:r>
              <a:r>
                <a:rPr lang="zh-CN" altLang="en-US" sz="2000" dirty="0"/>
                <a:t>小标题</a:t>
              </a:r>
            </a:p>
          </p:txBody>
        </p:sp>
        <p:sp>
          <p:nvSpPr>
            <p:cNvPr id="24" name="MH_Entry_1">
              <a:hlinkClick r:id="rId4" action="ppaction://hlinksldjump"/>
            </p:cNvPr>
            <p:cNvSpPr txBox="1">
              <a:spLocks noChangeArrowheads="1"/>
            </p:cNvSpPr>
            <p:nvPr>
              <p:custDataLst>
                <p:tags r:id="rId1"/>
              </p:custDataLst>
            </p:nvPr>
          </p:nvSpPr>
          <p:spPr bwMode="auto">
            <a:xfrm>
              <a:off x="5565376" y="2591638"/>
              <a:ext cx="5271957" cy="44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nSpc>
                  <a:spcPct val="150000"/>
                </a:lnSpc>
              </a:pPr>
              <a:r>
                <a:rPr lang="zh-CN" altLang="en-US" sz="3600" b="1" dirty="0" smtClean="0">
                  <a:solidFill>
                    <a:srgbClr val="22777A"/>
                  </a:solidFill>
                  <a:latin typeface="微软雅黑" panose="020B0503020204020204" pitchFamily="34" charset="-122"/>
                  <a:ea typeface="微软雅黑" panose="020B0503020204020204" pitchFamily="34" charset="-122"/>
                </a:rPr>
                <a:t>添加论文第三部分</a:t>
              </a:r>
              <a:r>
                <a:rPr lang="zh-CN" altLang="en-US" sz="3600" b="1" dirty="0">
                  <a:solidFill>
                    <a:srgbClr val="22777A"/>
                  </a:solidFill>
                  <a:latin typeface="微软雅黑" panose="020B0503020204020204" pitchFamily="34" charset="-122"/>
                  <a:ea typeface="微软雅黑" panose="020B0503020204020204" pitchFamily="34" charset="-122"/>
                </a:rPr>
                <a:t>标题</a:t>
              </a:r>
            </a:p>
          </p:txBody>
        </p:sp>
      </p:grpSp>
      <p:grpSp>
        <p:nvGrpSpPr>
          <p:cNvPr id="36" name="组合 35"/>
          <p:cNvGrpSpPr/>
          <p:nvPr/>
        </p:nvGrpSpPr>
        <p:grpSpPr>
          <a:xfrm>
            <a:off x="1322142" y="2213291"/>
            <a:ext cx="2181159" cy="2181159"/>
            <a:chOff x="1944196" y="1679833"/>
            <a:chExt cx="2181159" cy="2181159"/>
          </a:xfrm>
        </p:grpSpPr>
        <p:grpSp>
          <p:nvGrpSpPr>
            <p:cNvPr id="33" name="组合 32"/>
            <p:cNvGrpSpPr/>
            <p:nvPr/>
          </p:nvGrpSpPr>
          <p:grpSpPr>
            <a:xfrm>
              <a:off x="1944196" y="1679833"/>
              <a:ext cx="2181159" cy="2181159"/>
              <a:chOff x="1944196" y="1679833"/>
              <a:chExt cx="2181159" cy="2181159"/>
            </a:xfrm>
          </p:grpSpPr>
          <p:sp>
            <p:nvSpPr>
              <p:cNvPr id="8" name="椭圆 7"/>
              <p:cNvSpPr/>
              <p:nvPr/>
            </p:nvSpPr>
            <p:spPr>
              <a:xfrm>
                <a:off x="1944196" y="1679833"/>
                <a:ext cx="2181159" cy="2181159"/>
              </a:xfrm>
              <a:prstGeom prst="ellipse">
                <a:avLst/>
              </a:prstGeom>
              <a:solidFill>
                <a:schemeClr val="bg1"/>
              </a:solidFill>
              <a:ln w="127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058745" y="1794382"/>
                <a:ext cx="1952061" cy="1952061"/>
              </a:xfrm>
              <a:prstGeom prst="ellipse">
                <a:avLst/>
              </a:prstGeom>
              <a:solidFill>
                <a:srgbClr val="22777A"/>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2451947" y="2106001"/>
              <a:ext cx="1354178" cy="1328823"/>
            </a:xfrm>
            <a:prstGeom prst="rect">
              <a:avLst/>
            </a:prstGeom>
          </p:spPr>
          <p:txBody>
            <a:bodyPr wrap="square" lIns="96770" tIns="48386" rIns="96770" bIns="48386">
              <a:spAutoFit/>
            </a:bodyPr>
            <a:lstStyle/>
            <a:p>
              <a:pPr algn="l" fontAlgn="auto">
                <a:spcBef>
                  <a:spcPts val="0"/>
                </a:spcBef>
                <a:spcAft>
                  <a:spcPts val="0"/>
                </a:spcAft>
                <a:defRPr/>
              </a:pPr>
              <a:r>
                <a:rPr lang="en-US" altLang="zh-CN" sz="8000" b="0" kern="0" dirty="0" smtClean="0">
                  <a:solidFill>
                    <a:schemeClr val="bg1"/>
                  </a:solidFill>
                  <a:effectLst>
                    <a:glow rad="63500">
                      <a:schemeClr val="bg1">
                        <a:lumMod val="65000"/>
                        <a:alpha val="40000"/>
                      </a:schemeClr>
                    </a:glow>
                  </a:effectLst>
                  <a:latin typeface="Impact" pitchFamily="34" charset="0"/>
                </a:rPr>
                <a:t>03</a:t>
              </a:r>
              <a:endParaRPr lang="zh-CN" altLang="en-US" sz="8000" b="0" kern="0" dirty="0">
                <a:solidFill>
                  <a:schemeClr val="bg1"/>
                </a:solidFill>
                <a:effectLst>
                  <a:glow rad="63500">
                    <a:schemeClr val="bg1">
                      <a:lumMod val="65000"/>
                      <a:alpha val="40000"/>
                    </a:schemeClr>
                  </a:glow>
                </a:effectLst>
                <a:latin typeface="Impact" pitchFamily="34" charset="0"/>
              </a:endParaRPr>
            </a:p>
          </p:txBody>
        </p:sp>
      </p:grpSp>
    </p:spTree>
    <p:extLst>
      <p:ext uri="{BB962C8B-B14F-4D97-AF65-F5344CB8AC3E}">
        <p14:creationId xmlns:p14="http://schemas.microsoft.com/office/powerpoint/2010/main" val="23874606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186989" y="2063537"/>
            <a:ext cx="3818022" cy="3786274"/>
            <a:chOff x="4020238" y="1988533"/>
            <a:chExt cx="3097360" cy="3071604"/>
          </a:xfrm>
        </p:grpSpPr>
        <p:sp>
          <p:nvSpPr>
            <p:cNvPr id="4" name="Rounded Rectangle 6"/>
            <p:cNvSpPr/>
            <p:nvPr/>
          </p:nvSpPr>
          <p:spPr bwMode="auto">
            <a:xfrm rot="16200000">
              <a:off x="3994484" y="2014287"/>
              <a:ext cx="1518180" cy="1466672"/>
            </a:xfrm>
            <a:prstGeom prst="teardrop">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ounded Rectangle 7"/>
            <p:cNvSpPr/>
            <p:nvPr/>
          </p:nvSpPr>
          <p:spPr bwMode="auto">
            <a:xfrm>
              <a:off x="5599418" y="2014287"/>
              <a:ext cx="1518180" cy="1466672"/>
            </a:xfrm>
            <a:prstGeom prst="teardrop">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ounded Rectangle 8"/>
            <p:cNvSpPr/>
            <p:nvPr/>
          </p:nvSpPr>
          <p:spPr bwMode="auto">
            <a:xfrm rot="16200000" flipH="1">
              <a:off x="3994484" y="3567711"/>
              <a:ext cx="1518180" cy="1466671"/>
            </a:xfrm>
            <a:prstGeom prst="teardrop">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ounded Rectangle 9"/>
            <p:cNvSpPr/>
            <p:nvPr/>
          </p:nvSpPr>
          <p:spPr bwMode="auto">
            <a:xfrm rot="5400000">
              <a:off x="5599418" y="3567711"/>
              <a:ext cx="1518180" cy="1466671"/>
            </a:xfrm>
            <a:prstGeom prst="teardrop">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8" name="矩形 7"/>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0" name="椭圆 9"/>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11" name="组合 10"/>
          <p:cNvGrpSpPr/>
          <p:nvPr/>
        </p:nvGrpSpPr>
        <p:grpSpPr>
          <a:xfrm>
            <a:off x="350349" y="533728"/>
            <a:ext cx="370860" cy="246993"/>
            <a:chOff x="4806414" y="597345"/>
            <a:chExt cx="936362" cy="623618"/>
          </a:xfrm>
          <a:solidFill>
            <a:schemeClr val="bg1"/>
          </a:solidFill>
        </p:grpSpPr>
        <p:sp>
          <p:nvSpPr>
            <p:cNvPr id="12"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3"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4"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5"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7"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8"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19" name="文本框 18"/>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论文第三部分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40" name="组合 39"/>
          <p:cNvGrpSpPr/>
          <p:nvPr/>
        </p:nvGrpSpPr>
        <p:grpSpPr>
          <a:xfrm>
            <a:off x="8299121" y="4475201"/>
            <a:ext cx="3278068" cy="1478353"/>
            <a:chOff x="8299121" y="4310768"/>
            <a:chExt cx="3278068" cy="1478353"/>
          </a:xfrm>
        </p:grpSpPr>
        <p:sp>
          <p:nvSpPr>
            <p:cNvPr id="22" name="文本框 35"/>
            <p:cNvSpPr txBox="1">
              <a:spLocks noChangeArrowheads="1"/>
            </p:cNvSpPr>
            <p:nvPr/>
          </p:nvSpPr>
          <p:spPr bwMode="auto">
            <a:xfrm>
              <a:off x="8299121" y="4810392"/>
              <a:ext cx="327806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矩形 22"/>
            <p:cNvSpPr/>
            <p:nvPr/>
          </p:nvSpPr>
          <p:spPr>
            <a:xfrm>
              <a:off x="8299121" y="4310768"/>
              <a:ext cx="1210588" cy="499624"/>
            </a:xfrm>
            <a:prstGeom prst="rect">
              <a:avLst/>
            </a:prstGeom>
          </p:spPr>
          <p:txBody>
            <a:bodyPr wrap="none">
              <a:spAutoFit/>
            </a:bodyPr>
            <a:lstStyle/>
            <a:p>
              <a:pPr>
                <a:lnSpc>
                  <a:spcPct val="150000"/>
                </a:lnSpc>
              </a:pPr>
              <a:r>
                <a:rPr lang="zh-CN" altLang="en-US" sz="2000" b="1" dirty="0" smtClean="0">
                  <a:solidFill>
                    <a:srgbClr val="CB3737"/>
                  </a:solidFill>
                  <a:latin typeface="微软雅黑" panose="020B0503020204020204" pitchFamily="34" charset="-122"/>
                  <a:ea typeface="微软雅黑" panose="020B0503020204020204" pitchFamily="34" charset="-122"/>
                </a:rPr>
                <a:t>添加标题</a:t>
              </a:r>
              <a:endParaRPr lang="zh-CN" altLang="en-US" sz="2000" b="1" dirty="0">
                <a:solidFill>
                  <a:srgbClr val="CB3737"/>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633686" y="4475201"/>
            <a:ext cx="3278068" cy="1478353"/>
            <a:chOff x="633686" y="4310768"/>
            <a:chExt cx="3278068" cy="1478353"/>
          </a:xfrm>
        </p:grpSpPr>
        <p:sp>
          <p:nvSpPr>
            <p:cNvPr id="24" name="文本框 35"/>
            <p:cNvSpPr txBox="1">
              <a:spLocks noChangeArrowheads="1"/>
            </p:cNvSpPr>
            <p:nvPr/>
          </p:nvSpPr>
          <p:spPr bwMode="auto">
            <a:xfrm>
              <a:off x="633686" y="4810392"/>
              <a:ext cx="327806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矩形 24"/>
            <p:cNvSpPr/>
            <p:nvPr/>
          </p:nvSpPr>
          <p:spPr>
            <a:xfrm>
              <a:off x="2701166" y="4310768"/>
              <a:ext cx="1210588" cy="499624"/>
            </a:xfrm>
            <a:prstGeom prst="rect">
              <a:avLst/>
            </a:prstGeom>
          </p:spPr>
          <p:txBody>
            <a:bodyPr wrap="none">
              <a:spAutoFit/>
            </a:bodyPr>
            <a:lstStyle/>
            <a:p>
              <a:pPr>
                <a:lnSpc>
                  <a:spcPct val="150000"/>
                </a:lnSpc>
              </a:pPr>
              <a:r>
                <a:rPr lang="zh-CN" altLang="en-US" sz="2000" b="1" dirty="0" smtClean="0">
                  <a:solidFill>
                    <a:srgbClr val="F67210"/>
                  </a:solidFill>
                  <a:latin typeface="微软雅黑" panose="020B0503020204020204" pitchFamily="34" charset="-122"/>
                  <a:ea typeface="微软雅黑" panose="020B0503020204020204" pitchFamily="34" charset="-122"/>
                </a:rPr>
                <a:t>添加标题</a:t>
              </a:r>
              <a:endParaRPr lang="zh-CN" altLang="en-US" sz="2000" b="1" dirty="0">
                <a:solidFill>
                  <a:srgbClr val="F67210"/>
                </a:solidFill>
                <a:latin typeface="微软雅黑" panose="020B0503020204020204" pitchFamily="34" charset="-122"/>
                <a:ea typeface="微软雅黑" panose="020B0503020204020204" pitchFamily="34" charset="-122"/>
              </a:endParaRPr>
            </a:p>
          </p:txBody>
        </p:sp>
      </p:grpSp>
      <p:grpSp>
        <p:nvGrpSpPr>
          <p:cNvPr id="38" name="组合 37"/>
          <p:cNvGrpSpPr/>
          <p:nvPr/>
        </p:nvGrpSpPr>
        <p:grpSpPr>
          <a:xfrm>
            <a:off x="633686" y="1916279"/>
            <a:ext cx="3278068" cy="1478353"/>
            <a:chOff x="554322" y="1825851"/>
            <a:chExt cx="3278068" cy="1478353"/>
          </a:xfrm>
        </p:grpSpPr>
        <p:sp>
          <p:nvSpPr>
            <p:cNvPr id="26" name="文本框 35"/>
            <p:cNvSpPr txBox="1">
              <a:spLocks noChangeArrowheads="1"/>
            </p:cNvSpPr>
            <p:nvPr/>
          </p:nvSpPr>
          <p:spPr bwMode="auto">
            <a:xfrm>
              <a:off x="554322" y="2325475"/>
              <a:ext cx="327806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矩形 26"/>
            <p:cNvSpPr/>
            <p:nvPr/>
          </p:nvSpPr>
          <p:spPr>
            <a:xfrm>
              <a:off x="2621802" y="1825851"/>
              <a:ext cx="1210588" cy="499624"/>
            </a:xfrm>
            <a:prstGeom prst="rect">
              <a:avLst/>
            </a:prstGeom>
          </p:spPr>
          <p:txBody>
            <a:bodyPr wrap="none">
              <a:spAutoFit/>
            </a:bodyPr>
            <a:lstStyle/>
            <a:p>
              <a:pPr>
                <a:lnSpc>
                  <a:spcPct val="150000"/>
                </a:lnSpc>
              </a:pPr>
              <a:r>
                <a:rPr lang="zh-CN" altLang="en-US" sz="2000" b="1" dirty="0" smtClean="0">
                  <a:solidFill>
                    <a:srgbClr val="9CB124"/>
                  </a:solidFill>
                  <a:latin typeface="微软雅黑" panose="020B0503020204020204" pitchFamily="34" charset="-122"/>
                  <a:ea typeface="微软雅黑" panose="020B0503020204020204" pitchFamily="34" charset="-122"/>
                </a:rPr>
                <a:t>添加标题</a:t>
              </a:r>
              <a:endParaRPr lang="zh-CN" altLang="en-US" sz="2000" b="1" dirty="0">
                <a:solidFill>
                  <a:srgbClr val="9CB124"/>
                </a:solidFill>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8299121" y="1916279"/>
            <a:ext cx="3278068" cy="1478353"/>
            <a:chOff x="8360978" y="1998900"/>
            <a:chExt cx="3278068" cy="1478353"/>
          </a:xfrm>
        </p:grpSpPr>
        <p:sp>
          <p:nvSpPr>
            <p:cNvPr id="28" name="文本框 35"/>
            <p:cNvSpPr txBox="1">
              <a:spLocks noChangeArrowheads="1"/>
            </p:cNvSpPr>
            <p:nvPr/>
          </p:nvSpPr>
          <p:spPr bwMode="auto">
            <a:xfrm>
              <a:off x="8360978" y="2498524"/>
              <a:ext cx="327806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请在这里添加相应的文字内容请在这里添加相应的文字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rPr>
                <a:t>内容请在这里添加相应的文字内容</a:t>
              </a:r>
              <a:endParaRPr lang="zh-CN" altLang="en-US"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矩形 28"/>
            <p:cNvSpPr/>
            <p:nvPr/>
          </p:nvSpPr>
          <p:spPr>
            <a:xfrm>
              <a:off x="8360978" y="1998900"/>
              <a:ext cx="1210588" cy="499624"/>
            </a:xfrm>
            <a:prstGeom prst="rect">
              <a:avLst/>
            </a:prstGeom>
          </p:spPr>
          <p:txBody>
            <a:bodyPr wrap="none">
              <a:spAutoFit/>
            </a:bodyPr>
            <a:lstStyle/>
            <a:p>
              <a:pPr>
                <a:lnSpc>
                  <a:spcPct val="150000"/>
                </a:lnSpc>
              </a:pPr>
              <a:r>
                <a:rPr lang="zh-CN" altLang="en-US" sz="2000" b="1" dirty="0" smtClean="0">
                  <a:solidFill>
                    <a:srgbClr val="65A6AF"/>
                  </a:solidFill>
                  <a:latin typeface="微软雅黑" panose="020B0503020204020204" pitchFamily="34" charset="-122"/>
                  <a:ea typeface="微软雅黑" panose="020B0503020204020204" pitchFamily="34" charset="-122"/>
                </a:rPr>
                <a:t>添加标题</a:t>
              </a:r>
              <a:endParaRPr lang="zh-CN" altLang="en-US" sz="2000" b="1" dirty="0">
                <a:solidFill>
                  <a:srgbClr val="65A6AF"/>
                </a:solidFill>
                <a:latin typeface="微软雅黑" panose="020B0503020204020204" pitchFamily="34" charset="-122"/>
                <a:ea typeface="微软雅黑" panose="020B0503020204020204" pitchFamily="34" charset="-122"/>
              </a:endParaRPr>
            </a:p>
          </p:txBody>
        </p:sp>
      </p:grpSp>
      <p:sp>
        <p:nvSpPr>
          <p:cNvPr id="32" name="KSO_Shape"/>
          <p:cNvSpPr>
            <a:spLocks/>
          </p:cNvSpPr>
          <p:nvPr/>
        </p:nvSpPr>
        <p:spPr bwMode="auto">
          <a:xfrm>
            <a:off x="4637937" y="2778179"/>
            <a:ext cx="932231" cy="640126"/>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3" name="KSO_Shape"/>
          <p:cNvSpPr>
            <a:spLocks/>
          </p:cNvSpPr>
          <p:nvPr/>
        </p:nvSpPr>
        <p:spPr bwMode="auto">
          <a:xfrm>
            <a:off x="6636352" y="2776007"/>
            <a:ext cx="756724" cy="644471"/>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34" name="KSO_Shape"/>
          <p:cNvSpPr>
            <a:spLocks/>
          </p:cNvSpPr>
          <p:nvPr/>
        </p:nvSpPr>
        <p:spPr bwMode="auto">
          <a:xfrm>
            <a:off x="4729727" y="4407375"/>
            <a:ext cx="748651" cy="807003"/>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35" name="KSO_Shape"/>
          <p:cNvSpPr>
            <a:spLocks/>
          </p:cNvSpPr>
          <p:nvPr/>
        </p:nvSpPr>
        <p:spPr bwMode="auto">
          <a:xfrm>
            <a:off x="6670977" y="4466567"/>
            <a:ext cx="687474" cy="688618"/>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33886593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rotWithShape="1">
          <a:blip r:embed="rId2">
            <a:extLst>
              <a:ext uri="{28A0092B-C50C-407E-A947-70E740481C1C}">
                <a14:useLocalDpi xmlns:a14="http://schemas.microsoft.com/office/drawing/2010/main" val="0"/>
              </a:ext>
            </a:extLst>
          </a:blip>
          <a:srcRect t="34459" b="17983"/>
          <a:stretch/>
        </p:blipFill>
        <p:spPr>
          <a:xfrm>
            <a:off x="1" y="1711026"/>
            <a:ext cx="12192000" cy="3880524"/>
          </a:xfrm>
          <a:prstGeom prst="rect">
            <a:avLst/>
          </a:prstGeom>
        </p:spPr>
      </p:pic>
      <p:sp>
        <p:nvSpPr>
          <p:cNvPr id="4" name="矩形 3"/>
          <p:cNvSpPr/>
          <p:nvPr/>
        </p:nvSpPr>
        <p:spPr>
          <a:xfrm>
            <a:off x="3805" y="1717011"/>
            <a:ext cx="3045600" cy="3902343"/>
          </a:xfrm>
          <a:prstGeom prst="rect">
            <a:avLst/>
          </a:prstGeom>
          <a:solidFill>
            <a:srgbClr val="9CB124">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3049405" y="1717013"/>
            <a:ext cx="3045600" cy="3902343"/>
          </a:xfrm>
          <a:prstGeom prst="rect">
            <a:avLst/>
          </a:prstGeom>
          <a:solidFill>
            <a:srgbClr val="65A6AF">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6095005" y="1717013"/>
            <a:ext cx="3045600" cy="3902343"/>
          </a:xfrm>
          <a:prstGeom prst="rect">
            <a:avLst/>
          </a:prstGeom>
          <a:solidFill>
            <a:srgbClr val="F6721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9140605" y="1717012"/>
            <a:ext cx="3052302" cy="3902343"/>
          </a:xfrm>
          <a:prstGeom prst="rect">
            <a:avLst/>
          </a:prstGeom>
          <a:solidFill>
            <a:srgbClr val="CB3737">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圆角矩形 8"/>
          <p:cNvSpPr/>
          <p:nvPr/>
        </p:nvSpPr>
        <p:spPr>
          <a:xfrm>
            <a:off x="10258112" y="2321201"/>
            <a:ext cx="817289" cy="8174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405453" y="3521980"/>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7209161" y="2321201"/>
            <a:ext cx="817289" cy="8174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圆角矩形 11"/>
          <p:cNvSpPr/>
          <p:nvPr/>
        </p:nvSpPr>
        <p:spPr>
          <a:xfrm>
            <a:off x="4163561" y="2321201"/>
            <a:ext cx="817289" cy="8174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圆角矩形 12"/>
          <p:cNvSpPr/>
          <p:nvPr/>
        </p:nvSpPr>
        <p:spPr>
          <a:xfrm>
            <a:off x="1115064" y="2321201"/>
            <a:ext cx="817289" cy="8174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3453950" y="3553489"/>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nvSpPr>
        <p:spPr>
          <a:xfrm>
            <a:off x="6499550" y="3587352"/>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9548501" y="3587352"/>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cxnSp>
        <p:nvCxnSpPr>
          <p:cNvPr id="18" name="直接连接符 17"/>
          <p:cNvCxnSpPr/>
          <p:nvPr/>
        </p:nvCxnSpPr>
        <p:spPr>
          <a:xfrm>
            <a:off x="415226" y="4058897"/>
            <a:ext cx="2216965" cy="0"/>
          </a:xfrm>
          <a:prstGeom prst="line">
            <a:avLst/>
          </a:prstGeom>
          <a:ln w="38100">
            <a:solidFill>
              <a:schemeClr val="bg1">
                <a:alpha val="50196"/>
              </a:schemeClr>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93072" y="4177074"/>
            <a:ext cx="2061273" cy="1341521"/>
          </a:xfrm>
          <a:prstGeom prst="rect">
            <a:avLst/>
          </a:prstGeom>
          <a:noFill/>
        </p:spPr>
        <p:txBody>
          <a:bodyPr wrap="square" rtlCol="0">
            <a:spAutoFit/>
          </a:bodyPr>
          <a:lstStyle/>
          <a:p>
            <a:pPr algn="ctr">
              <a:lnSpc>
                <a:spcPct val="130000"/>
              </a:lnSpc>
            </a:pP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95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请在这里添加相应的文字内容</a:t>
            </a:r>
          </a:p>
          <a:p>
            <a:pPr algn="ctr">
              <a:lnSpc>
                <a:spcPct val="130000"/>
              </a:lnSpc>
            </a:pPr>
            <a:endPar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cxnSp>
        <p:nvCxnSpPr>
          <p:cNvPr id="20" name="直接连接符 19"/>
          <p:cNvCxnSpPr/>
          <p:nvPr/>
        </p:nvCxnSpPr>
        <p:spPr>
          <a:xfrm>
            <a:off x="3463723" y="4058897"/>
            <a:ext cx="2216965" cy="0"/>
          </a:xfrm>
          <a:prstGeom prst="line">
            <a:avLst/>
          </a:prstGeom>
          <a:ln w="38100">
            <a:solidFill>
              <a:schemeClr val="bg1">
                <a:alpha val="50196"/>
              </a:scheme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541569" y="4177074"/>
            <a:ext cx="2061273" cy="1372683"/>
          </a:xfrm>
          <a:prstGeom prst="rect">
            <a:avLst/>
          </a:prstGeom>
          <a:noFill/>
        </p:spPr>
        <p:txBody>
          <a:bodyPr wrap="square" rtlCol="0">
            <a:spAutoFit/>
          </a:bodyPr>
          <a:lstStyle/>
          <a:p>
            <a:pPr algn="ctr">
              <a:lnSpc>
                <a:spcPct val="130000"/>
              </a:lnSpc>
            </a:pP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95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请在这里添加相应的文字内容</a:t>
            </a:r>
          </a:p>
          <a:p>
            <a:pPr algn="ctr">
              <a:lnSpc>
                <a:spcPct val="130000"/>
              </a:lnSpc>
            </a:pPr>
            <a:endPar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cxnSp>
        <p:nvCxnSpPr>
          <p:cNvPr id="22" name="直接连接符 21"/>
          <p:cNvCxnSpPr/>
          <p:nvPr/>
        </p:nvCxnSpPr>
        <p:spPr>
          <a:xfrm>
            <a:off x="6509323" y="4058897"/>
            <a:ext cx="2216965" cy="0"/>
          </a:xfrm>
          <a:prstGeom prst="line">
            <a:avLst/>
          </a:prstGeom>
          <a:ln w="38100">
            <a:solidFill>
              <a:schemeClr val="bg1">
                <a:alpha val="50196"/>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587169" y="4177074"/>
            <a:ext cx="2061273" cy="1372683"/>
          </a:xfrm>
          <a:prstGeom prst="rect">
            <a:avLst/>
          </a:prstGeom>
          <a:noFill/>
        </p:spPr>
        <p:txBody>
          <a:bodyPr wrap="square" rtlCol="0">
            <a:spAutoFit/>
          </a:bodyPr>
          <a:lstStyle/>
          <a:p>
            <a:pPr algn="ctr">
              <a:lnSpc>
                <a:spcPct val="130000"/>
              </a:lnSpc>
            </a:pP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95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请在这里添加相应的文字内容</a:t>
            </a:r>
          </a:p>
          <a:p>
            <a:pPr algn="ctr">
              <a:lnSpc>
                <a:spcPct val="130000"/>
              </a:lnSpc>
            </a:pPr>
            <a:endPar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cxnSp>
        <p:nvCxnSpPr>
          <p:cNvPr id="24" name="直接连接符 23"/>
          <p:cNvCxnSpPr/>
          <p:nvPr/>
        </p:nvCxnSpPr>
        <p:spPr>
          <a:xfrm>
            <a:off x="9558274" y="4058897"/>
            <a:ext cx="2216965" cy="0"/>
          </a:xfrm>
          <a:prstGeom prst="line">
            <a:avLst/>
          </a:prstGeom>
          <a:ln w="38100">
            <a:solidFill>
              <a:schemeClr val="bg1">
                <a:alpha val="50196"/>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9636120" y="4177074"/>
            <a:ext cx="2061273" cy="1372683"/>
          </a:xfrm>
          <a:prstGeom prst="rect">
            <a:avLst/>
          </a:prstGeom>
          <a:noFill/>
        </p:spPr>
        <p:txBody>
          <a:bodyPr wrap="square" rtlCol="0">
            <a:spAutoFit/>
          </a:bodyPr>
          <a:lstStyle/>
          <a:p>
            <a:pPr algn="ctr">
              <a:lnSpc>
                <a:spcPct val="130000"/>
              </a:lnSpc>
            </a:pP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95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rPr>
              <a:t>请在这里添加相应的文字内容</a:t>
            </a:r>
          </a:p>
          <a:p>
            <a:pPr algn="ctr">
              <a:lnSpc>
                <a:spcPct val="130000"/>
              </a:lnSpc>
            </a:pPr>
            <a:endParaRPr lang="zh-CN" altLang="en-US" sz="16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sp>
        <p:nvSpPr>
          <p:cNvPr id="31" name="矩形 30"/>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33" name="椭圆 32"/>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34" name="组合 33"/>
          <p:cNvGrpSpPr/>
          <p:nvPr/>
        </p:nvGrpSpPr>
        <p:grpSpPr>
          <a:xfrm>
            <a:off x="350349" y="533728"/>
            <a:ext cx="370860" cy="246993"/>
            <a:chOff x="4806414" y="597345"/>
            <a:chExt cx="936362" cy="623618"/>
          </a:xfrm>
          <a:solidFill>
            <a:schemeClr val="bg1"/>
          </a:solidFill>
        </p:grpSpPr>
        <p:sp>
          <p:nvSpPr>
            <p:cNvPr id="35"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6"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7"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8"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9"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0"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1"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42" name="文本框 41"/>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论文第三部分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sp>
        <p:nvSpPr>
          <p:cNvPr id="44" name="文本框 43"/>
          <p:cNvSpPr txBox="1"/>
          <p:nvPr/>
        </p:nvSpPr>
        <p:spPr>
          <a:xfrm>
            <a:off x="519090" y="5724652"/>
            <a:ext cx="11235575" cy="1052596"/>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请在这里添加相应的文字内容请在这里添加相应的文字内容请在这里添加相应的文字</a:t>
            </a:r>
            <a:r>
              <a:rPr lang="zh-CN" altLang="en-US" sz="1600"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请在这里添加相应的文字内容请在这里添加相应的文字内容请在这里添加相应的文字内容</a:t>
            </a:r>
          </a:p>
          <a:p>
            <a:pPr algn="ctr">
              <a:lnSpc>
                <a:spcPct val="130000"/>
              </a:lnSpc>
            </a:pP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49" name="KSO_Shape"/>
          <p:cNvSpPr>
            <a:spLocks/>
          </p:cNvSpPr>
          <p:nvPr/>
        </p:nvSpPr>
        <p:spPr bwMode="auto">
          <a:xfrm>
            <a:off x="1252907" y="2543961"/>
            <a:ext cx="541604" cy="371898"/>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9CB124"/>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50" name="KSO_Shape"/>
          <p:cNvSpPr>
            <a:spLocks/>
          </p:cNvSpPr>
          <p:nvPr/>
        </p:nvSpPr>
        <p:spPr bwMode="auto">
          <a:xfrm>
            <a:off x="4309521" y="2506192"/>
            <a:ext cx="525370" cy="447436"/>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rgbClr val="65A6AF"/>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51" name="KSO_Shape"/>
          <p:cNvSpPr>
            <a:spLocks/>
          </p:cNvSpPr>
          <p:nvPr/>
        </p:nvSpPr>
        <p:spPr bwMode="auto">
          <a:xfrm>
            <a:off x="7394813" y="2489537"/>
            <a:ext cx="445985" cy="480746"/>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rgbClr val="F6721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52" name="KSO_Shape"/>
          <p:cNvSpPr>
            <a:spLocks/>
          </p:cNvSpPr>
          <p:nvPr/>
        </p:nvSpPr>
        <p:spPr bwMode="auto">
          <a:xfrm>
            <a:off x="10466633" y="2529454"/>
            <a:ext cx="400246" cy="400913"/>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rgbClr val="CB3737"/>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2672652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0" name="椭圆 69"/>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71" name="组合 70"/>
          <p:cNvGrpSpPr/>
          <p:nvPr/>
        </p:nvGrpSpPr>
        <p:grpSpPr>
          <a:xfrm>
            <a:off x="350349" y="533728"/>
            <a:ext cx="370860" cy="246993"/>
            <a:chOff x="4806414" y="597345"/>
            <a:chExt cx="936362" cy="623618"/>
          </a:xfrm>
          <a:solidFill>
            <a:schemeClr val="bg1"/>
          </a:solidFill>
        </p:grpSpPr>
        <p:sp>
          <p:nvSpPr>
            <p:cNvPr id="72"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3"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4"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5"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6"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7"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78"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79" name="文本框 78"/>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论文第三部分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95" name="组合 94"/>
          <p:cNvGrpSpPr/>
          <p:nvPr/>
        </p:nvGrpSpPr>
        <p:grpSpPr>
          <a:xfrm>
            <a:off x="1363025" y="1894531"/>
            <a:ext cx="9361343" cy="2894055"/>
            <a:chOff x="1363025" y="1894531"/>
            <a:chExt cx="9361343" cy="2894055"/>
          </a:xfrm>
        </p:grpSpPr>
        <p:sp>
          <p:nvSpPr>
            <p:cNvPr id="38" name="Freeform 6"/>
            <p:cNvSpPr>
              <a:spLocks/>
            </p:cNvSpPr>
            <p:nvPr/>
          </p:nvSpPr>
          <p:spPr bwMode="auto">
            <a:xfrm flipH="1">
              <a:off x="7475631" y="1894531"/>
              <a:ext cx="3248737" cy="1435708"/>
            </a:xfrm>
            <a:custGeom>
              <a:avLst/>
              <a:gdLst>
                <a:gd name="T0" fmla="*/ 601663 w 1722"/>
                <a:gd name="T1" fmla="*/ 233363 h 761"/>
                <a:gd name="T2" fmla="*/ 1008063 w 1722"/>
                <a:gd name="T3" fmla="*/ 233363 h 761"/>
                <a:gd name="T4" fmla="*/ 2263775 w 1722"/>
                <a:gd name="T5" fmla="*/ 233363 h 761"/>
                <a:gd name="T6" fmla="*/ 2733675 w 1722"/>
                <a:gd name="T7" fmla="*/ 233363 h 761"/>
                <a:gd name="T8" fmla="*/ 2733675 w 1722"/>
                <a:gd name="T9" fmla="*/ 1008063 h 761"/>
                <a:gd name="T10" fmla="*/ 2263775 w 1722"/>
                <a:gd name="T11" fmla="*/ 1008063 h 761"/>
                <a:gd name="T12" fmla="*/ 1008063 w 1722"/>
                <a:gd name="T13" fmla="*/ 1008063 h 761"/>
                <a:gd name="T14" fmla="*/ 601663 w 1722"/>
                <a:gd name="T15" fmla="*/ 1008063 h 761"/>
                <a:gd name="T16" fmla="*/ 601663 w 1722"/>
                <a:gd name="T17" fmla="*/ 1208088 h 761"/>
                <a:gd name="T18" fmla="*/ 0 w 1722"/>
                <a:gd name="T19" fmla="*/ 603250 h 761"/>
                <a:gd name="T20" fmla="*/ 601663 w 1722"/>
                <a:gd name="T21" fmla="*/ 0 h 761"/>
                <a:gd name="T22" fmla="*/ 601663 w 1722"/>
                <a:gd name="T23" fmla="*/ 233363 h 7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22" h="761">
                  <a:moveTo>
                    <a:pt x="379" y="147"/>
                  </a:moveTo>
                  <a:lnTo>
                    <a:pt x="635" y="147"/>
                  </a:lnTo>
                  <a:lnTo>
                    <a:pt x="1426" y="147"/>
                  </a:lnTo>
                  <a:lnTo>
                    <a:pt x="1722" y="147"/>
                  </a:lnTo>
                  <a:lnTo>
                    <a:pt x="1722" y="635"/>
                  </a:lnTo>
                  <a:lnTo>
                    <a:pt x="1426" y="635"/>
                  </a:lnTo>
                  <a:lnTo>
                    <a:pt x="635" y="635"/>
                  </a:lnTo>
                  <a:lnTo>
                    <a:pt x="379" y="635"/>
                  </a:lnTo>
                  <a:lnTo>
                    <a:pt x="379" y="761"/>
                  </a:lnTo>
                  <a:lnTo>
                    <a:pt x="0" y="380"/>
                  </a:lnTo>
                  <a:lnTo>
                    <a:pt x="379" y="0"/>
                  </a:lnTo>
                  <a:lnTo>
                    <a:pt x="379" y="147"/>
                  </a:lnTo>
                  <a:close/>
                </a:path>
              </a:pathLst>
            </a:custGeom>
            <a:solidFill>
              <a:srgbClr val="9CB124"/>
            </a:solidFill>
            <a:ln>
              <a:noFill/>
            </a:ln>
            <a:extLst>
              <a:ext uri="{91240B29-F687-4F45-9708-019B960494DF}">
                <a14:hiddenLine xmlns:a14="http://schemas.microsoft.com/office/drawing/2010/main" w="6" cap="flat">
                  <a:solidFill>
                    <a:srgbClr val="000000"/>
                  </a:solidFill>
                  <a:prstDash val="solid"/>
                  <a:miter lim="800000"/>
                  <a:headEnd/>
                  <a:tailEnd/>
                </a14:hiddenLine>
              </a:ext>
            </a:extLst>
          </p:spPr>
          <p:txBody>
            <a:bodyPr/>
            <a:lstStyle/>
            <a:p>
              <a:endParaRPr lang="zh-CN" altLang="en-US"/>
            </a:p>
          </p:txBody>
        </p:sp>
        <p:sp>
          <p:nvSpPr>
            <p:cNvPr id="39" name="Rectangle 7"/>
            <p:cNvSpPr>
              <a:spLocks noChangeArrowheads="1"/>
            </p:cNvSpPr>
            <p:nvPr/>
          </p:nvSpPr>
          <p:spPr bwMode="auto">
            <a:xfrm flipH="1">
              <a:off x="4790990" y="2171863"/>
              <a:ext cx="2684641" cy="920664"/>
            </a:xfrm>
            <a:prstGeom prst="rect">
              <a:avLst/>
            </a:prstGeom>
            <a:solidFill>
              <a:srgbClr val="65A6AF"/>
            </a:solidFill>
            <a:ln>
              <a:noFill/>
            </a:ln>
            <a:extLst>
              <a:ext uri="{91240B29-F687-4F45-9708-019B960494DF}">
                <a14:hiddenLine xmlns:a14="http://schemas.microsoft.com/office/drawing/2010/main" w="6">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zh-CN" altLang="zh-CN"/>
            </a:p>
          </p:txBody>
        </p:sp>
        <p:sp>
          <p:nvSpPr>
            <p:cNvPr id="40" name="Freeform 8"/>
            <p:cNvSpPr>
              <a:spLocks/>
            </p:cNvSpPr>
            <p:nvPr/>
          </p:nvSpPr>
          <p:spPr bwMode="auto">
            <a:xfrm flipH="1">
              <a:off x="1363025" y="2160543"/>
              <a:ext cx="3427965" cy="1316852"/>
            </a:xfrm>
            <a:custGeom>
              <a:avLst/>
              <a:gdLst>
                <a:gd name="T0" fmla="*/ 0 w 609"/>
                <a:gd name="T1" fmla="*/ 9511 h 233"/>
                <a:gd name="T2" fmla="*/ 1790372 w 609"/>
                <a:gd name="T3" fmla="*/ 9511 h 233"/>
                <a:gd name="T4" fmla="*/ 1790372 w 609"/>
                <a:gd name="T5" fmla="*/ 0 h 233"/>
                <a:gd name="T6" fmla="*/ 2884488 w 609"/>
                <a:gd name="T7" fmla="*/ 1108075 h 233"/>
                <a:gd name="T8" fmla="*/ 2126659 w 609"/>
                <a:gd name="T9" fmla="*/ 1108075 h 233"/>
                <a:gd name="T10" fmla="*/ 1804581 w 609"/>
                <a:gd name="T11" fmla="*/ 779933 h 233"/>
                <a:gd name="T12" fmla="*/ 1790372 w 609"/>
                <a:gd name="T13" fmla="*/ 784688 h 233"/>
                <a:gd name="T14" fmla="*/ 1790372 w 609"/>
                <a:gd name="T15" fmla="*/ 784688 h 233"/>
                <a:gd name="T16" fmla="*/ 0 w 609"/>
                <a:gd name="T17" fmla="*/ 784688 h 233"/>
                <a:gd name="T18" fmla="*/ 0 w 609"/>
                <a:gd name="T19" fmla="*/ 9511 h 2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9" h="233">
                  <a:moveTo>
                    <a:pt x="0" y="2"/>
                  </a:moveTo>
                  <a:cubicBezTo>
                    <a:pt x="378" y="2"/>
                    <a:pt x="378" y="2"/>
                    <a:pt x="378" y="2"/>
                  </a:cubicBezTo>
                  <a:cubicBezTo>
                    <a:pt x="378" y="0"/>
                    <a:pt x="378" y="0"/>
                    <a:pt x="378" y="0"/>
                  </a:cubicBezTo>
                  <a:cubicBezTo>
                    <a:pt x="506" y="0"/>
                    <a:pt x="609" y="104"/>
                    <a:pt x="609" y="233"/>
                  </a:cubicBezTo>
                  <a:cubicBezTo>
                    <a:pt x="449" y="233"/>
                    <a:pt x="449" y="233"/>
                    <a:pt x="449" y="233"/>
                  </a:cubicBezTo>
                  <a:cubicBezTo>
                    <a:pt x="449" y="195"/>
                    <a:pt x="418" y="164"/>
                    <a:pt x="381" y="164"/>
                  </a:cubicBezTo>
                  <a:cubicBezTo>
                    <a:pt x="380" y="164"/>
                    <a:pt x="379" y="164"/>
                    <a:pt x="378" y="165"/>
                  </a:cubicBezTo>
                  <a:cubicBezTo>
                    <a:pt x="378" y="165"/>
                    <a:pt x="378" y="165"/>
                    <a:pt x="378" y="165"/>
                  </a:cubicBezTo>
                  <a:cubicBezTo>
                    <a:pt x="0" y="165"/>
                    <a:pt x="0" y="165"/>
                    <a:pt x="0" y="165"/>
                  </a:cubicBezTo>
                  <a:lnTo>
                    <a:pt x="0" y="2"/>
                  </a:lnTo>
                  <a:close/>
                </a:path>
              </a:pathLst>
            </a:custGeom>
            <a:solidFill>
              <a:srgbClr val="F67210"/>
            </a:solidFill>
            <a:ln>
              <a:noFill/>
            </a:ln>
            <a:extLst>
              <a:ext uri="{91240B29-F687-4F45-9708-019B960494DF}">
                <a14:hiddenLine xmlns:a14="http://schemas.microsoft.com/office/drawing/2010/main" w="6" cap="flat">
                  <a:solidFill>
                    <a:srgbClr val="000000"/>
                  </a:solidFill>
                  <a:prstDash val="solid"/>
                  <a:miter lim="800000"/>
                  <a:headEnd/>
                  <a:tailEnd/>
                </a14:hiddenLine>
              </a:ext>
            </a:extLst>
          </p:spPr>
          <p:txBody>
            <a:bodyPr/>
            <a:lstStyle/>
            <a:p>
              <a:endParaRPr lang="zh-CN" altLang="en-US"/>
            </a:p>
          </p:txBody>
        </p:sp>
        <p:sp>
          <p:nvSpPr>
            <p:cNvPr id="41" name="Rectangle 9"/>
            <p:cNvSpPr>
              <a:spLocks noChangeArrowheads="1"/>
            </p:cNvSpPr>
            <p:nvPr/>
          </p:nvSpPr>
          <p:spPr bwMode="auto">
            <a:xfrm flipH="1">
              <a:off x="7752963" y="3862263"/>
              <a:ext cx="2965746" cy="926323"/>
            </a:xfrm>
            <a:prstGeom prst="rect">
              <a:avLst/>
            </a:prstGeom>
            <a:solidFill>
              <a:srgbClr val="F67210"/>
            </a:solidFill>
            <a:ln>
              <a:noFill/>
            </a:ln>
            <a:extLst>
              <a:ext uri="{91240B29-F687-4F45-9708-019B960494DF}">
                <a14:hiddenLine xmlns:a14="http://schemas.microsoft.com/office/drawing/2010/main" w="6">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zh-CN" altLang="zh-CN"/>
            </a:p>
          </p:txBody>
        </p:sp>
        <p:sp>
          <p:nvSpPr>
            <p:cNvPr id="42" name="Rectangle 10"/>
            <p:cNvSpPr>
              <a:spLocks noChangeArrowheads="1"/>
            </p:cNvSpPr>
            <p:nvPr/>
          </p:nvSpPr>
          <p:spPr bwMode="auto">
            <a:xfrm flipH="1">
              <a:off x="4790990" y="3862263"/>
              <a:ext cx="2961973" cy="926323"/>
            </a:xfrm>
            <a:prstGeom prst="rect">
              <a:avLst/>
            </a:prstGeom>
            <a:solidFill>
              <a:srgbClr val="9CB124"/>
            </a:solidFill>
            <a:ln>
              <a:noFill/>
            </a:ln>
            <a:extLst>
              <a:ext uri="{91240B29-F687-4F45-9708-019B960494DF}">
                <a14:hiddenLine xmlns:a14="http://schemas.microsoft.com/office/drawing/2010/main" w="6">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zh-CN" altLang="zh-CN"/>
            </a:p>
          </p:txBody>
        </p:sp>
        <p:sp>
          <p:nvSpPr>
            <p:cNvPr id="43" name="Freeform 11"/>
            <p:cNvSpPr>
              <a:spLocks/>
            </p:cNvSpPr>
            <p:nvPr/>
          </p:nvSpPr>
          <p:spPr bwMode="auto">
            <a:xfrm flipH="1">
              <a:off x="1363025" y="3477395"/>
              <a:ext cx="3427965" cy="1311191"/>
            </a:xfrm>
            <a:custGeom>
              <a:avLst/>
              <a:gdLst>
                <a:gd name="T0" fmla="*/ 0 w 609"/>
                <a:gd name="T1" fmla="*/ 323385 h 232"/>
                <a:gd name="T2" fmla="*/ 1790372 w 609"/>
                <a:gd name="T3" fmla="*/ 323385 h 232"/>
                <a:gd name="T4" fmla="*/ 1790372 w 609"/>
                <a:gd name="T5" fmla="*/ 323385 h 232"/>
                <a:gd name="T6" fmla="*/ 1804581 w 609"/>
                <a:gd name="T7" fmla="*/ 323385 h 232"/>
                <a:gd name="T8" fmla="*/ 2126659 w 609"/>
                <a:gd name="T9" fmla="*/ 0 h 232"/>
                <a:gd name="T10" fmla="*/ 2884488 w 609"/>
                <a:gd name="T11" fmla="*/ 0 h 232"/>
                <a:gd name="T12" fmla="*/ 1790372 w 609"/>
                <a:gd name="T13" fmla="*/ 1103313 h 232"/>
                <a:gd name="T14" fmla="*/ 1790372 w 609"/>
                <a:gd name="T15" fmla="*/ 1103313 h 232"/>
                <a:gd name="T16" fmla="*/ 0 w 609"/>
                <a:gd name="T17" fmla="*/ 1103313 h 232"/>
                <a:gd name="T18" fmla="*/ 0 w 609"/>
                <a:gd name="T19" fmla="*/ 323385 h 2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9" h="232">
                  <a:moveTo>
                    <a:pt x="0" y="68"/>
                  </a:moveTo>
                  <a:cubicBezTo>
                    <a:pt x="378" y="68"/>
                    <a:pt x="378" y="68"/>
                    <a:pt x="378" y="68"/>
                  </a:cubicBezTo>
                  <a:cubicBezTo>
                    <a:pt x="378" y="68"/>
                    <a:pt x="378" y="68"/>
                    <a:pt x="378" y="68"/>
                  </a:cubicBezTo>
                  <a:cubicBezTo>
                    <a:pt x="379" y="68"/>
                    <a:pt x="380" y="68"/>
                    <a:pt x="381" y="68"/>
                  </a:cubicBezTo>
                  <a:cubicBezTo>
                    <a:pt x="418" y="68"/>
                    <a:pt x="449" y="37"/>
                    <a:pt x="449" y="0"/>
                  </a:cubicBezTo>
                  <a:cubicBezTo>
                    <a:pt x="609" y="0"/>
                    <a:pt x="609" y="0"/>
                    <a:pt x="609" y="0"/>
                  </a:cubicBezTo>
                  <a:cubicBezTo>
                    <a:pt x="609" y="128"/>
                    <a:pt x="506" y="232"/>
                    <a:pt x="378" y="232"/>
                  </a:cubicBezTo>
                  <a:cubicBezTo>
                    <a:pt x="378" y="232"/>
                    <a:pt x="378" y="232"/>
                    <a:pt x="378" y="232"/>
                  </a:cubicBezTo>
                  <a:cubicBezTo>
                    <a:pt x="0" y="232"/>
                    <a:pt x="0" y="232"/>
                    <a:pt x="0" y="232"/>
                  </a:cubicBezTo>
                  <a:lnTo>
                    <a:pt x="0" y="68"/>
                  </a:lnTo>
                  <a:close/>
                </a:path>
              </a:pathLst>
            </a:custGeom>
            <a:solidFill>
              <a:srgbClr val="CB3737"/>
            </a:solidFill>
            <a:ln>
              <a:noFill/>
            </a:ln>
            <a:extLst>
              <a:ext uri="{91240B29-F687-4F45-9708-019B960494DF}">
                <a14:hiddenLine xmlns:a14="http://schemas.microsoft.com/office/drawing/2010/main" w="6" cap="flat">
                  <a:solidFill>
                    <a:srgbClr val="000000"/>
                  </a:solidFill>
                  <a:prstDash val="solid"/>
                  <a:miter lim="800000"/>
                  <a:headEnd/>
                  <a:tailEnd/>
                </a14:hiddenLine>
              </a:ext>
            </a:extLst>
          </p:spPr>
          <p:txBody>
            <a:bodyPr/>
            <a:lstStyle/>
            <a:p>
              <a:endParaRPr lang="zh-CN" altLang="en-US"/>
            </a:p>
          </p:txBody>
        </p:sp>
        <p:sp>
          <p:nvSpPr>
            <p:cNvPr id="80" name="KSO_Shape"/>
            <p:cNvSpPr>
              <a:spLocks/>
            </p:cNvSpPr>
            <p:nvPr/>
          </p:nvSpPr>
          <p:spPr bwMode="auto">
            <a:xfrm>
              <a:off x="7978163" y="4105928"/>
              <a:ext cx="572887" cy="393379"/>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81" name="KSO_Shape"/>
            <p:cNvSpPr>
              <a:spLocks/>
            </p:cNvSpPr>
            <p:nvPr/>
          </p:nvSpPr>
          <p:spPr bwMode="auto">
            <a:xfrm>
              <a:off x="5081673" y="4108363"/>
              <a:ext cx="514305" cy="438013"/>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82" name="KSO_Shape"/>
            <p:cNvSpPr>
              <a:spLocks/>
            </p:cNvSpPr>
            <p:nvPr/>
          </p:nvSpPr>
          <p:spPr bwMode="auto">
            <a:xfrm>
              <a:off x="1951562" y="3858595"/>
              <a:ext cx="482455" cy="520059"/>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83" name="KSO_Shape"/>
            <p:cNvSpPr>
              <a:spLocks/>
            </p:cNvSpPr>
            <p:nvPr/>
          </p:nvSpPr>
          <p:spPr bwMode="auto">
            <a:xfrm>
              <a:off x="1951562" y="2547863"/>
              <a:ext cx="489341" cy="490155"/>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85" name="文本框 84"/>
            <p:cNvSpPr txBox="1"/>
            <p:nvPr/>
          </p:nvSpPr>
          <p:spPr>
            <a:xfrm>
              <a:off x="8609030" y="4093137"/>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7" name="文本框 86"/>
            <p:cNvSpPr txBox="1"/>
            <p:nvPr/>
          </p:nvSpPr>
          <p:spPr>
            <a:xfrm>
              <a:off x="5846795" y="4146266"/>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8" name="文本框 87"/>
            <p:cNvSpPr txBox="1"/>
            <p:nvPr/>
          </p:nvSpPr>
          <p:spPr>
            <a:xfrm>
              <a:off x="2852433" y="4051872"/>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9" name="文本框 88"/>
            <p:cNvSpPr txBox="1"/>
            <p:nvPr/>
          </p:nvSpPr>
          <p:spPr>
            <a:xfrm>
              <a:off x="2835187" y="2450855"/>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90" name="KSO_Shape"/>
            <p:cNvSpPr>
              <a:spLocks/>
            </p:cNvSpPr>
            <p:nvPr/>
          </p:nvSpPr>
          <p:spPr bwMode="auto">
            <a:xfrm>
              <a:off x="7752964" y="2375877"/>
              <a:ext cx="556493" cy="473017"/>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91" name="KSO_Shape"/>
            <p:cNvSpPr>
              <a:spLocks/>
            </p:cNvSpPr>
            <p:nvPr/>
          </p:nvSpPr>
          <p:spPr bwMode="auto">
            <a:xfrm>
              <a:off x="5060790" y="2370890"/>
              <a:ext cx="556071" cy="480075"/>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chemeClr val="bg1"/>
            </a:solidFill>
            <a:ln>
              <a:noFill/>
            </a:ln>
            <a:extLst/>
          </p:spPr>
          <p:txBody>
            <a:bodyPr bIns="72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92" name="文本框 91"/>
            <p:cNvSpPr txBox="1"/>
            <p:nvPr/>
          </p:nvSpPr>
          <p:spPr>
            <a:xfrm>
              <a:off x="5846795" y="2410872"/>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93" name="文本框 92"/>
            <p:cNvSpPr txBox="1"/>
            <p:nvPr/>
          </p:nvSpPr>
          <p:spPr>
            <a:xfrm>
              <a:off x="8609030" y="2384239"/>
              <a:ext cx="121058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mn-lt"/>
                </a:rPr>
                <a:t>添加标题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94" name="文本框 93"/>
          <p:cNvSpPr txBox="1"/>
          <p:nvPr/>
        </p:nvSpPr>
        <p:spPr>
          <a:xfrm>
            <a:off x="1363025" y="5227963"/>
            <a:ext cx="9462897" cy="1052596"/>
          </a:xfrm>
          <a:prstGeom prst="rect">
            <a:avLst/>
          </a:prstGeom>
          <a:noFill/>
        </p:spPr>
        <p:txBody>
          <a:bodyPr wrap="square" rtlCol="0">
            <a:spAutoFit/>
          </a:bodyPr>
          <a:lstStyle/>
          <a:p>
            <a:pPr algn="ctr">
              <a:lnSpc>
                <a:spcPct val="130000"/>
              </a:lnSpc>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请在这里添加相应的文字内容请在这里添加相应的文字内容请在这里添加相应的文字</a:t>
            </a:r>
            <a:r>
              <a:rPr lang="zh-CN" altLang="en-US" sz="1600"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请在这里添加相应的文字内容请在这里添加相应的文字内容请在这里添加相应的文字内容</a:t>
            </a:r>
          </a:p>
          <a:p>
            <a:pPr algn="ctr">
              <a:lnSpc>
                <a:spcPct val="130000"/>
              </a:lnSpc>
            </a:pP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555057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49744" t="4696" r="6087" b="5721"/>
          <a:stretch/>
        </p:blipFill>
        <p:spPr>
          <a:xfrm>
            <a:off x="-22056" y="0"/>
            <a:ext cx="4818185" cy="6858000"/>
          </a:xfrm>
          <a:prstGeom prst="rect">
            <a:avLst/>
          </a:prstGeom>
        </p:spPr>
      </p:pic>
      <p:sp>
        <p:nvSpPr>
          <p:cNvPr id="6" name="矩形 5"/>
          <p:cNvSpPr/>
          <p:nvPr/>
        </p:nvSpPr>
        <p:spPr>
          <a:xfrm>
            <a:off x="-29316" y="704"/>
            <a:ext cx="4825445" cy="6857296"/>
          </a:xfrm>
          <a:prstGeom prst="rect">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4784827" y="3224440"/>
            <a:ext cx="437020" cy="414415"/>
          </a:xfrm>
          <a:prstGeom prst="triangle">
            <a:avLst/>
          </a:prstGeom>
          <a:solidFill>
            <a:srgbClr val="277578">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5464545" y="2426905"/>
            <a:ext cx="5372788" cy="2004895"/>
            <a:chOff x="5464545" y="2591638"/>
            <a:chExt cx="5372788" cy="2004895"/>
          </a:xfrm>
        </p:grpSpPr>
        <p:sp>
          <p:nvSpPr>
            <p:cNvPr id="15" name="TextBox 15"/>
            <p:cNvSpPr txBox="1">
              <a:spLocks noChangeArrowheads="1"/>
            </p:cNvSpPr>
            <p:nvPr/>
          </p:nvSpPr>
          <p:spPr bwMode="auto">
            <a:xfrm>
              <a:off x="5464545" y="3303871"/>
              <a:ext cx="2698092" cy="12926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lgn="l">
                <a:lnSpc>
                  <a:spcPct val="120000"/>
                </a:lnSpc>
                <a:defRPr sz="1200" b="0" kern="0">
                  <a:solidFill>
                    <a:schemeClr val="accent3">
                      <a:lumMod val="50000"/>
                    </a:schemeClr>
                  </a:solidFill>
                  <a:latin typeface="微软雅黑" pitchFamily="34" charset="-122"/>
                  <a:ea typeface="微软雅黑" pitchFamily="34" charset="-122"/>
                </a:defRPr>
              </a:lvl1pPr>
            </a:lstStyle>
            <a:p>
              <a:pPr>
                <a:lnSpc>
                  <a:spcPct val="130000"/>
                </a:lnSpc>
              </a:pPr>
              <a:r>
                <a:rPr lang="zh-CN" altLang="en-US" sz="2000" dirty="0" smtClean="0"/>
                <a:t>添加第四部分小标题</a:t>
              </a:r>
              <a:endParaRPr lang="zh-CN" altLang="en-US" sz="2000" dirty="0"/>
            </a:p>
            <a:p>
              <a:pPr>
                <a:lnSpc>
                  <a:spcPct val="130000"/>
                </a:lnSpc>
              </a:pPr>
              <a:r>
                <a:rPr lang="zh-CN" altLang="en-US" sz="2000" dirty="0" smtClean="0"/>
                <a:t>添加第四部分小标题</a:t>
              </a:r>
              <a:endParaRPr lang="en-US" altLang="zh-CN" sz="2000" dirty="0" smtClean="0"/>
            </a:p>
            <a:p>
              <a:pPr>
                <a:lnSpc>
                  <a:spcPct val="130000"/>
                </a:lnSpc>
              </a:pPr>
              <a:r>
                <a:rPr lang="zh-CN" altLang="en-US" sz="2000" dirty="0" smtClean="0"/>
                <a:t>添加第四部分</a:t>
              </a:r>
              <a:r>
                <a:rPr lang="zh-CN" altLang="en-US" sz="2000" dirty="0"/>
                <a:t>小标题</a:t>
              </a:r>
            </a:p>
          </p:txBody>
        </p:sp>
        <p:sp>
          <p:nvSpPr>
            <p:cNvPr id="24" name="MH_Entry_1">
              <a:hlinkClick r:id="rId4" action="ppaction://hlinksldjump"/>
            </p:cNvPr>
            <p:cNvSpPr txBox="1">
              <a:spLocks noChangeArrowheads="1"/>
            </p:cNvSpPr>
            <p:nvPr>
              <p:custDataLst>
                <p:tags r:id="rId1"/>
              </p:custDataLst>
            </p:nvPr>
          </p:nvSpPr>
          <p:spPr bwMode="auto">
            <a:xfrm>
              <a:off x="5565376" y="2591638"/>
              <a:ext cx="5271957" cy="44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defPPr>
                <a:defRPr lang="zh-CN"/>
              </a:defPPr>
              <a:lvl1pPr>
                <a:defRPr>
                  <a:latin typeface="华文细黑" panose="02010600040101010101" pitchFamily="2" charset="-122"/>
                  <a:ea typeface="华文细黑" panose="02010600040101010101" pitchFamily="2" charset="-122"/>
                </a:defRPr>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nSpc>
                  <a:spcPct val="150000"/>
                </a:lnSpc>
              </a:pPr>
              <a:r>
                <a:rPr lang="zh-CN" altLang="en-US" sz="3600" b="1" dirty="0" smtClean="0">
                  <a:solidFill>
                    <a:srgbClr val="22777A"/>
                  </a:solidFill>
                  <a:latin typeface="微软雅黑" panose="020B0503020204020204" pitchFamily="34" charset="-122"/>
                  <a:ea typeface="微软雅黑" panose="020B0503020204020204" pitchFamily="34" charset="-122"/>
                </a:rPr>
                <a:t>添加论文第四部分</a:t>
              </a:r>
              <a:r>
                <a:rPr lang="zh-CN" altLang="en-US" sz="3600" b="1" dirty="0">
                  <a:solidFill>
                    <a:srgbClr val="22777A"/>
                  </a:solidFill>
                  <a:latin typeface="微软雅黑" panose="020B0503020204020204" pitchFamily="34" charset="-122"/>
                  <a:ea typeface="微软雅黑" panose="020B0503020204020204" pitchFamily="34" charset="-122"/>
                </a:rPr>
                <a:t>标题</a:t>
              </a:r>
            </a:p>
          </p:txBody>
        </p:sp>
      </p:grpSp>
      <p:grpSp>
        <p:nvGrpSpPr>
          <p:cNvPr id="36" name="组合 35"/>
          <p:cNvGrpSpPr/>
          <p:nvPr/>
        </p:nvGrpSpPr>
        <p:grpSpPr>
          <a:xfrm>
            <a:off x="1322142" y="2213291"/>
            <a:ext cx="2181159" cy="2181159"/>
            <a:chOff x="1944196" y="1679833"/>
            <a:chExt cx="2181159" cy="2181159"/>
          </a:xfrm>
        </p:grpSpPr>
        <p:grpSp>
          <p:nvGrpSpPr>
            <p:cNvPr id="33" name="组合 32"/>
            <p:cNvGrpSpPr/>
            <p:nvPr/>
          </p:nvGrpSpPr>
          <p:grpSpPr>
            <a:xfrm>
              <a:off x="1944196" y="1679833"/>
              <a:ext cx="2181159" cy="2181159"/>
              <a:chOff x="1944196" y="1679833"/>
              <a:chExt cx="2181159" cy="2181159"/>
            </a:xfrm>
          </p:grpSpPr>
          <p:sp>
            <p:nvSpPr>
              <p:cNvPr id="8" name="椭圆 7"/>
              <p:cNvSpPr/>
              <p:nvPr/>
            </p:nvSpPr>
            <p:spPr>
              <a:xfrm>
                <a:off x="1944196" y="1679833"/>
                <a:ext cx="2181159" cy="2181159"/>
              </a:xfrm>
              <a:prstGeom prst="ellipse">
                <a:avLst/>
              </a:prstGeom>
              <a:solidFill>
                <a:schemeClr val="bg1"/>
              </a:solidFill>
              <a:ln w="127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058745" y="1794382"/>
                <a:ext cx="1952061" cy="1952061"/>
              </a:xfrm>
              <a:prstGeom prst="ellipse">
                <a:avLst/>
              </a:prstGeom>
              <a:solidFill>
                <a:srgbClr val="22777A"/>
              </a:solidFill>
              <a:ln w="127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2451947" y="2106001"/>
              <a:ext cx="1354178" cy="1328823"/>
            </a:xfrm>
            <a:prstGeom prst="rect">
              <a:avLst/>
            </a:prstGeom>
          </p:spPr>
          <p:txBody>
            <a:bodyPr wrap="square" lIns="96770" tIns="48386" rIns="96770" bIns="48386">
              <a:spAutoFit/>
            </a:bodyPr>
            <a:lstStyle/>
            <a:p>
              <a:pPr algn="l" fontAlgn="auto">
                <a:spcBef>
                  <a:spcPts val="0"/>
                </a:spcBef>
                <a:spcAft>
                  <a:spcPts val="0"/>
                </a:spcAft>
                <a:defRPr/>
              </a:pPr>
              <a:r>
                <a:rPr lang="en-US" altLang="zh-CN" sz="8000" b="0" kern="0" dirty="0" smtClean="0">
                  <a:solidFill>
                    <a:schemeClr val="bg1"/>
                  </a:solidFill>
                  <a:effectLst>
                    <a:glow rad="63500">
                      <a:schemeClr val="bg1">
                        <a:lumMod val="65000"/>
                        <a:alpha val="40000"/>
                      </a:schemeClr>
                    </a:glow>
                  </a:effectLst>
                  <a:latin typeface="Impact" pitchFamily="34" charset="0"/>
                </a:rPr>
                <a:t>04</a:t>
              </a:r>
              <a:endParaRPr lang="zh-CN" altLang="en-US" sz="8000" b="0" kern="0" dirty="0">
                <a:solidFill>
                  <a:schemeClr val="bg1"/>
                </a:solidFill>
                <a:effectLst>
                  <a:glow rad="63500">
                    <a:schemeClr val="bg1">
                      <a:lumMod val="65000"/>
                      <a:alpha val="40000"/>
                    </a:schemeClr>
                  </a:glow>
                </a:effectLst>
                <a:latin typeface="Impact" pitchFamily="34" charset="0"/>
              </a:endParaRPr>
            </a:p>
          </p:txBody>
        </p:sp>
      </p:grpSp>
    </p:spTree>
    <p:extLst>
      <p:ext uri="{BB962C8B-B14F-4D97-AF65-F5344CB8AC3E}">
        <p14:creationId xmlns:p14="http://schemas.microsoft.com/office/powerpoint/2010/main" val="25359170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矩形 158"/>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61" name="椭圆 160"/>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162" name="组合 161"/>
          <p:cNvGrpSpPr/>
          <p:nvPr/>
        </p:nvGrpSpPr>
        <p:grpSpPr>
          <a:xfrm>
            <a:off x="350349" y="533728"/>
            <a:ext cx="370860" cy="246993"/>
            <a:chOff x="4806414" y="597345"/>
            <a:chExt cx="936362" cy="623618"/>
          </a:xfrm>
          <a:solidFill>
            <a:schemeClr val="bg1"/>
          </a:solidFill>
        </p:grpSpPr>
        <p:sp>
          <p:nvSpPr>
            <p:cNvPr id="163"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4"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5"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6"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7"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8"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169"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170" name="文本框 169"/>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论文第四部分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67" name="组合 66"/>
          <p:cNvGrpSpPr/>
          <p:nvPr/>
        </p:nvGrpSpPr>
        <p:grpSpPr>
          <a:xfrm>
            <a:off x="944559" y="2847386"/>
            <a:ext cx="10442794" cy="2353062"/>
            <a:chOff x="1071559" y="2847386"/>
            <a:chExt cx="10442794" cy="2353062"/>
          </a:xfrm>
        </p:grpSpPr>
        <p:sp>
          <p:nvSpPr>
            <p:cNvPr id="1083" name="矩形 1082"/>
            <p:cNvSpPr/>
            <p:nvPr/>
          </p:nvSpPr>
          <p:spPr>
            <a:xfrm>
              <a:off x="2165901" y="3541529"/>
              <a:ext cx="8356744" cy="9593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p:cNvSpPr>
            <p:nvPr/>
          </p:nvSpPr>
          <p:spPr bwMode="auto">
            <a:xfrm rot="16200000">
              <a:off x="2160536" y="3532278"/>
              <a:ext cx="952194" cy="941464"/>
            </a:xfrm>
            <a:custGeom>
              <a:avLst/>
              <a:gdLst>
                <a:gd name="T0" fmla="*/ 355 w 355"/>
                <a:gd name="T1" fmla="*/ 0 h 351"/>
                <a:gd name="T2" fmla="*/ 355 w 355"/>
                <a:gd name="T3" fmla="*/ 351 h 351"/>
                <a:gd name="T4" fmla="*/ 0 w 355"/>
                <a:gd name="T5" fmla="*/ 0 h 351"/>
                <a:gd name="T6" fmla="*/ 355 w 355"/>
                <a:gd name="T7" fmla="*/ 0 h 351"/>
              </a:gdLst>
              <a:ahLst/>
              <a:cxnLst>
                <a:cxn ang="0">
                  <a:pos x="T0" y="T1"/>
                </a:cxn>
                <a:cxn ang="0">
                  <a:pos x="T2" y="T3"/>
                </a:cxn>
                <a:cxn ang="0">
                  <a:pos x="T4" y="T5"/>
                </a:cxn>
                <a:cxn ang="0">
                  <a:pos x="T6" y="T7"/>
                </a:cxn>
              </a:cxnLst>
              <a:rect l="0" t="0" r="r" b="b"/>
              <a:pathLst>
                <a:path w="355" h="351">
                  <a:moveTo>
                    <a:pt x="355" y="0"/>
                  </a:moveTo>
                  <a:lnTo>
                    <a:pt x="355" y="351"/>
                  </a:lnTo>
                  <a:lnTo>
                    <a:pt x="0" y="0"/>
                  </a:lnTo>
                  <a:lnTo>
                    <a:pt x="355" y="0"/>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47"/>
            <p:cNvSpPr>
              <a:spLocks/>
            </p:cNvSpPr>
            <p:nvPr/>
          </p:nvSpPr>
          <p:spPr bwMode="auto">
            <a:xfrm rot="16200000">
              <a:off x="1720657" y="4412441"/>
              <a:ext cx="83151" cy="131429"/>
            </a:xfrm>
            <a:custGeom>
              <a:avLst/>
              <a:gdLst>
                <a:gd name="T0" fmla="*/ 1 w 13"/>
                <a:gd name="T1" fmla="*/ 21 h 21"/>
                <a:gd name="T2" fmla="*/ 0 w 13"/>
                <a:gd name="T3" fmla="*/ 20 h 21"/>
                <a:gd name="T4" fmla="*/ 0 w 13"/>
                <a:gd name="T5" fmla="*/ 20 h 21"/>
                <a:gd name="T6" fmla="*/ 0 w 13"/>
                <a:gd name="T7" fmla="*/ 1 h 21"/>
                <a:gd name="T8" fmla="*/ 0 w 13"/>
                <a:gd name="T9" fmla="*/ 1 h 21"/>
                <a:gd name="T10" fmla="*/ 1 w 13"/>
                <a:gd name="T11" fmla="*/ 0 h 21"/>
                <a:gd name="T12" fmla="*/ 11 w 13"/>
                <a:gd name="T13" fmla="*/ 0 h 21"/>
                <a:gd name="T14" fmla="*/ 12 w 13"/>
                <a:gd name="T15" fmla="*/ 0 h 21"/>
                <a:gd name="T16" fmla="*/ 12 w 13"/>
                <a:gd name="T17" fmla="*/ 0 h 21"/>
                <a:gd name="T18" fmla="*/ 12 w 13"/>
                <a:gd name="T19" fmla="*/ 2 h 21"/>
                <a:gd name="T20" fmla="*/ 12 w 13"/>
                <a:gd name="T21" fmla="*/ 3 h 21"/>
                <a:gd name="T22" fmla="*/ 11 w 13"/>
                <a:gd name="T23" fmla="*/ 3 h 21"/>
                <a:gd name="T24" fmla="*/ 4 w 13"/>
                <a:gd name="T25" fmla="*/ 3 h 21"/>
                <a:gd name="T26" fmla="*/ 4 w 13"/>
                <a:gd name="T27" fmla="*/ 3 h 21"/>
                <a:gd name="T28" fmla="*/ 4 w 13"/>
                <a:gd name="T29" fmla="*/ 8 h 21"/>
                <a:gd name="T30" fmla="*/ 4 w 13"/>
                <a:gd name="T31" fmla="*/ 8 h 21"/>
                <a:gd name="T32" fmla="*/ 10 w 13"/>
                <a:gd name="T33" fmla="*/ 8 h 21"/>
                <a:gd name="T34" fmla="*/ 11 w 13"/>
                <a:gd name="T35" fmla="*/ 8 h 21"/>
                <a:gd name="T36" fmla="*/ 11 w 13"/>
                <a:gd name="T37" fmla="*/ 9 h 21"/>
                <a:gd name="T38" fmla="*/ 11 w 13"/>
                <a:gd name="T39" fmla="*/ 10 h 21"/>
                <a:gd name="T40" fmla="*/ 11 w 13"/>
                <a:gd name="T41" fmla="*/ 11 h 21"/>
                <a:gd name="T42" fmla="*/ 10 w 13"/>
                <a:gd name="T43" fmla="*/ 11 h 21"/>
                <a:gd name="T44" fmla="*/ 10 w 13"/>
                <a:gd name="T45" fmla="*/ 11 h 21"/>
                <a:gd name="T46" fmla="*/ 4 w 13"/>
                <a:gd name="T47" fmla="*/ 11 h 21"/>
                <a:gd name="T48" fmla="*/ 4 w 13"/>
                <a:gd name="T49" fmla="*/ 12 h 21"/>
                <a:gd name="T50" fmla="*/ 4 w 13"/>
                <a:gd name="T51" fmla="*/ 17 h 21"/>
                <a:gd name="T52" fmla="*/ 4 w 13"/>
                <a:gd name="T53" fmla="*/ 17 h 21"/>
                <a:gd name="T54" fmla="*/ 12 w 13"/>
                <a:gd name="T55" fmla="*/ 17 h 21"/>
                <a:gd name="T56" fmla="*/ 12 w 13"/>
                <a:gd name="T57" fmla="*/ 17 h 21"/>
                <a:gd name="T58" fmla="*/ 13 w 13"/>
                <a:gd name="T59" fmla="*/ 19 h 21"/>
                <a:gd name="T60" fmla="*/ 13 w 13"/>
                <a:gd name="T61" fmla="*/ 20 h 21"/>
                <a:gd name="T62" fmla="*/ 13 w 13"/>
                <a:gd name="T63" fmla="*/ 20 h 21"/>
                <a:gd name="T64" fmla="*/ 12 w 13"/>
                <a:gd name="T65" fmla="*/ 21 h 21"/>
                <a:gd name="T66" fmla="*/ 1 w 13"/>
                <a:gd name="T6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 h="21">
                  <a:moveTo>
                    <a:pt x="1" y="21"/>
                  </a:moveTo>
                  <a:cubicBezTo>
                    <a:pt x="1" y="21"/>
                    <a:pt x="0" y="21"/>
                    <a:pt x="0" y="20"/>
                  </a:cubicBezTo>
                  <a:cubicBezTo>
                    <a:pt x="0" y="20"/>
                    <a:pt x="0" y="20"/>
                    <a:pt x="0" y="20"/>
                  </a:cubicBezTo>
                  <a:cubicBezTo>
                    <a:pt x="0" y="1"/>
                    <a:pt x="0" y="1"/>
                    <a:pt x="0" y="1"/>
                  </a:cubicBezTo>
                  <a:cubicBezTo>
                    <a:pt x="0" y="1"/>
                    <a:pt x="0" y="1"/>
                    <a:pt x="0" y="1"/>
                  </a:cubicBezTo>
                  <a:cubicBezTo>
                    <a:pt x="0" y="1"/>
                    <a:pt x="0" y="0"/>
                    <a:pt x="1" y="0"/>
                  </a:cubicBezTo>
                  <a:cubicBezTo>
                    <a:pt x="11" y="0"/>
                    <a:pt x="11" y="0"/>
                    <a:pt x="11" y="0"/>
                  </a:cubicBezTo>
                  <a:cubicBezTo>
                    <a:pt x="12" y="0"/>
                    <a:pt x="12" y="0"/>
                    <a:pt x="12" y="0"/>
                  </a:cubicBezTo>
                  <a:cubicBezTo>
                    <a:pt x="12" y="0"/>
                    <a:pt x="12" y="0"/>
                    <a:pt x="12" y="0"/>
                  </a:cubicBezTo>
                  <a:cubicBezTo>
                    <a:pt x="12" y="2"/>
                    <a:pt x="12" y="2"/>
                    <a:pt x="12" y="2"/>
                  </a:cubicBezTo>
                  <a:cubicBezTo>
                    <a:pt x="12" y="3"/>
                    <a:pt x="12" y="3"/>
                    <a:pt x="12" y="3"/>
                  </a:cubicBezTo>
                  <a:cubicBezTo>
                    <a:pt x="12" y="3"/>
                    <a:pt x="11" y="3"/>
                    <a:pt x="11" y="3"/>
                  </a:cubicBezTo>
                  <a:cubicBezTo>
                    <a:pt x="4" y="3"/>
                    <a:pt x="4" y="3"/>
                    <a:pt x="4" y="3"/>
                  </a:cubicBezTo>
                  <a:cubicBezTo>
                    <a:pt x="4" y="3"/>
                    <a:pt x="4" y="3"/>
                    <a:pt x="4" y="3"/>
                  </a:cubicBezTo>
                  <a:cubicBezTo>
                    <a:pt x="4" y="8"/>
                    <a:pt x="4" y="8"/>
                    <a:pt x="4" y="8"/>
                  </a:cubicBezTo>
                  <a:cubicBezTo>
                    <a:pt x="4" y="8"/>
                    <a:pt x="4" y="8"/>
                    <a:pt x="4" y="8"/>
                  </a:cubicBezTo>
                  <a:cubicBezTo>
                    <a:pt x="10" y="8"/>
                    <a:pt x="10" y="8"/>
                    <a:pt x="10" y="8"/>
                  </a:cubicBezTo>
                  <a:cubicBezTo>
                    <a:pt x="11" y="8"/>
                    <a:pt x="11" y="8"/>
                    <a:pt x="11" y="8"/>
                  </a:cubicBezTo>
                  <a:cubicBezTo>
                    <a:pt x="11" y="9"/>
                    <a:pt x="11" y="9"/>
                    <a:pt x="11" y="9"/>
                  </a:cubicBezTo>
                  <a:cubicBezTo>
                    <a:pt x="11" y="10"/>
                    <a:pt x="11" y="10"/>
                    <a:pt x="11" y="10"/>
                  </a:cubicBezTo>
                  <a:cubicBezTo>
                    <a:pt x="11" y="10"/>
                    <a:pt x="11" y="10"/>
                    <a:pt x="11" y="11"/>
                  </a:cubicBezTo>
                  <a:cubicBezTo>
                    <a:pt x="10" y="11"/>
                    <a:pt x="10" y="11"/>
                    <a:pt x="10" y="11"/>
                  </a:cubicBezTo>
                  <a:cubicBezTo>
                    <a:pt x="10" y="11"/>
                    <a:pt x="10" y="11"/>
                    <a:pt x="10" y="11"/>
                  </a:cubicBezTo>
                  <a:cubicBezTo>
                    <a:pt x="4" y="11"/>
                    <a:pt x="4" y="11"/>
                    <a:pt x="4" y="11"/>
                  </a:cubicBezTo>
                  <a:cubicBezTo>
                    <a:pt x="4" y="11"/>
                    <a:pt x="4" y="11"/>
                    <a:pt x="4" y="12"/>
                  </a:cubicBezTo>
                  <a:cubicBezTo>
                    <a:pt x="4" y="17"/>
                    <a:pt x="4" y="17"/>
                    <a:pt x="4" y="17"/>
                  </a:cubicBezTo>
                  <a:cubicBezTo>
                    <a:pt x="4" y="17"/>
                    <a:pt x="4" y="17"/>
                    <a:pt x="4" y="17"/>
                  </a:cubicBezTo>
                  <a:cubicBezTo>
                    <a:pt x="12" y="17"/>
                    <a:pt x="12" y="17"/>
                    <a:pt x="12" y="17"/>
                  </a:cubicBezTo>
                  <a:cubicBezTo>
                    <a:pt x="12" y="17"/>
                    <a:pt x="12" y="17"/>
                    <a:pt x="12" y="17"/>
                  </a:cubicBezTo>
                  <a:cubicBezTo>
                    <a:pt x="12" y="17"/>
                    <a:pt x="13" y="18"/>
                    <a:pt x="13" y="19"/>
                  </a:cubicBezTo>
                  <a:cubicBezTo>
                    <a:pt x="13" y="20"/>
                    <a:pt x="13" y="20"/>
                    <a:pt x="13" y="20"/>
                  </a:cubicBezTo>
                  <a:cubicBezTo>
                    <a:pt x="13" y="20"/>
                    <a:pt x="13" y="20"/>
                    <a:pt x="13" y="20"/>
                  </a:cubicBezTo>
                  <a:cubicBezTo>
                    <a:pt x="12" y="21"/>
                    <a:pt x="12" y="21"/>
                    <a:pt x="12" y="21"/>
                  </a:cubicBezTo>
                  <a:lnTo>
                    <a:pt x="1" y="21"/>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48"/>
            <p:cNvSpPr>
              <a:spLocks noEditPoints="1"/>
            </p:cNvSpPr>
            <p:nvPr/>
          </p:nvSpPr>
          <p:spPr bwMode="auto">
            <a:xfrm rot="16200000">
              <a:off x="1713951" y="4295764"/>
              <a:ext cx="96561" cy="131429"/>
            </a:xfrm>
            <a:custGeom>
              <a:avLst/>
              <a:gdLst>
                <a:gd name="T0" fmla="*/ 1 w 15"/>
                <a:gd name="T1" fmla="*/ 21 h 21"/>
                <a:gd name="T2" fmla="*/ 0 w 15"/>
                <a:gd name="T3" fmla="*/ 20 h 21"/>
                <a:gd name="T4" fmla="*/ 0 w 15"/>
                <a:gd name="T5" fmla="*/ 20 h 21"/>
                <a:gd name="T6" fmla="*/ 0 w 15"/>
                <a:gd name="T7" fmla="*/ 1 h 21"/>
                <a:gd name="T8" fmla="*/ 0 w 15"/>
                <a:gd name="T9" fmla="*/ 0 h 21"/>
                <a:gd name="T10" fmla="*/ 1 w 15"/>
                <a:gd name="T11" fmla="*/ 0 h 21"/>
                <a:gd name="T12" fmla="*/ 7 w 15"/>
                <a:gd name="T13" fmla="*/ 0 h 21"/>
                <a:gd name="T14" fmla="*/ 10 w 15"/>
                <a:gd name="T15" fmla="*/ 0 h 21"/>
                <a:gd name="T16" fmla="*/ 13 w 15"/>
                <a:gd name="T17" fmla="*/ 1 h 21"/>
                <a:gd name="T18" fmla="*/ 15 w 15"/>
                <a:gd name="T19" fmla="*/ 3 h 21"/>
                <a:gd name="T20" fmla="*/ 15 w 15"/>
                <a:gd name="T21" fmla="*/ 7 h 21"/>
                <a:gd name="T22" fmla="*/ 15 w 15"/>
                <a:gd name="T23" fmla="*/ 14 h 21"/>
                <a:gd name="T24" fmla="*/ 15 w 15"/>
                <a:gd name="T25" fmla="*/ 18 h 21"/>
                <a:gd name="T26" fmla="*/ 12 w 15"/>
                <a:gd name="T27" fmla="*/ 20 h 21"/>
                <a:gd name="T28" fmla="*/ 10 w 15"/>
                <a:gd name="T29" fmla="*/ 20 h 21"/>
                <a:gd name="T30" fmla="*/ 8 w 15"/>
                <a:gd name="T31" fmla="*/ 21 h 21"/>
                <a:gd name="T32" fmla="*/ 1 w 15"/>
                <a:gd name="T33" fmla="*/ 21 h 21"/>
                <a:gd name="T34" fmla="*/ 11 w 15"/>
                <a:gd name="T35" fmla="*/ 7 h 21"/>
                <a:gd name="T36" fmla="*/ 10 w 15"/>
                <a:gd name="T37" fmla="*/ 4 h 21"/>
                <a:gd name="T38" fmla="*/ 7 w 15"/>
                <a:gd name="T39" fmla="*/ 3 h 21"/>
                <a:gd name="T40" fmla="*/ 4 w 15"/>
                <a:gd name="T41" fmla="*/ 3 h 21"/>
                <a:gd name="T42" fmla="*/ 4 w 15"/>
                <a:gd name="T43" fmla="*/ 4 h 21"/>
                <a:gd name="T44" fmla="*/ 4 w 15"/>
                <a:gd name="T45" fmla="*/ 17 h 21"/>
                <a:gd name="T46" fmla="*/ 4 w 15"/>
                <a:gd name="T47" fmla="*/ 17 h 21"/>
                <a:gd name="T48" fmla="*/ 7 w 15"/>
                <a:gd name="T49" fmla="*/ 17 h 21"/>
                <a:gd name="T50" fmla="*/ 8 w 15"/>
                <a:gd name="T51" fmla="*/ 17 h 21"/>
                <a:gd name="T52" fmla="*/ 10 w 15"/>
                <a:gd name="T53" fmla="*/ 17 h 21"/>
                <a:gd name="T54" fmla="*/ 11 w 15"/>
                <a:gd name="T55" fmla="*/ 16 h 21"/>
                <a:gd name="T56" fmla="*/ 11 w 15"/>
                <a:gd name="T57" fmla="*/ 14 h 21"/>
                <a:gd name="T58" fmla="*/ 11 w 15"/>
                <a:gd name="T59"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 h="21">
                  <a:moveTo>
                    <a:pt x="1" y="21"/>
                  </a:moveTo>
                  <a:cubicBezTo>
                    <a:pt x="1" y="21"/>
                    <a:pt x="1" y="21"/>
                    <a:pt x="0" y="20"/>
                  </a:cubicBezTo>
                  <a:cubicBezTo>
                    <a:pt x="0" y="20"/>
                    <a:pt x="0" y="20"/>
                    <a:pt x="0" y="20"/>
                  </a:cubicBezTo>
                  <a:cubicBezTo>
                    <a:pt x="0" y="1"/>
                    <a:pt x="0" y="1"/>
                    <a:pt x="0" y="1"/>
                  </a:cubicBezTo>
                  <a:cubicBezTo>
                    <a:pt x="0" y="1"/>
                    <a:pt x="0" y="0"/>
                    <a:pt x="0" y="0"/>
                  </a:cubicBezTo>
                  <a:cubicBezTo>
                    <a:pt x="1" y="0"/>
                    <a:pt x="1" y="0"/>
                    <a:pt x="1" y="0"/>
                  </a:cubicBezTo>
                  <a:cubicBezTo>
                    <a:pt x="7" y="0"/>
                    <a:pt x="7" y="0"/>
                    <a:pt x="7" y="0"/>
                  </a:cubicBezTo>
                  <a:cubicBezTo>
                    <a:pt x="8" y="0"/>
                    <a:pt x="9" y="0"/>
                    <a:pt x="10" y="0"/>
                  </a:cubicBezTo>
                  <a:cubicBezTo>
                    <a:pt x="11" y="0"/>
                    <a:pt x="12" y="1"/>
                    <a:pt x="13" y="1"/>
                  </a:cubicBezTo>
                  <a:cubicBezTo>
                    <a:pt x="13" y="2"/>
                    <a:pt x="14" y="2"/>
                    <a:pt x="15" y="3"/>
                  </a:cubicBezTo>
                  <a:cubicBezTo>
                    <a:pt x="15" y="4"/>
                    <a:pt x="15" y="5"/>
                    <a:pt x="15" y="7"/>
                  </a:cubicBezTo>
                  <a:cubicBezTo>
                    <a:pt x="15" y="14"/>
                    <a:pt x="15" y="14"/>
                    <a:pt x="15" y="14"/>
                  </a:cubicBezTo>
                  <a:cubicBezTo>
                    <a:pt x="15" y="16"/>
                    <a:pt x="15" y="17"/>
                    <a:pt x="15" y="18"/>
                  </a:cubicBezTo>
                  <a:cubicBezTo>
                    <a:pt x="14" y="19"/>
                    <a:pt x="13" y="19"/>
                    <a:pt x="12" y="20"/>
                  </a:cubicBezTo>
                  <a:cubicBezTo>
                    <a:pt x="12" y="20"/>
                    <a:pt x="11" y="20"/>
                    <a:pt x="10" y="20"/>
                  </a:cubicBezTo>
                  <a:cubicBezTo>
                    <a:pt x="9" y="21"/>
                    <a:pt x="8" y="21"/>
                    <a:pt x="8" y="21"/>
                  </a:cubicBezTo>
                  <a:lnTo>
                    <a:pt x="1" y="21"/>
                  </a:lnTo>
                  <a:close/>
                  <a:moveTo>
                    <a:pt x="11" y="7"/>
                  </a:moveTo>
                  <a:cubicBezTo>
                    <a:pt x="11" y="5"/>
                    <a:pt x="11" y="5"/>
                    <a:pt x="10" y="4"/>
                  </a:cubicBezTo>
                  <a:cubicBezTo>
                    <a:pt x="9" y="4"/>
                    <a:pt x="8" y="3"/>
                    <a:pt x="7" y="3"/>
                  </a:cubicBezTo>
                  <a:cubicBezTo>
                    <a:pt x="4" y="3"/>
                    <a:pt x="4" y="3"/>
                    <a:pt x="4" y="3"/>
                  </a:cubicBezTo>
                  <a:cubicBezTo>
                    <a:pt x="4" y="3"/>
                    <a:pt x="4" y="3"/>
                    <a:pt x="4" y="4"/>
                  </a:cubicBezTo>
                  <a:cubicBezTo>
                    <a:pt x="4" y="17"/>
                    <a:pt x="4" y="17"/>
                    <a:pt x="4" y="17"/>
                  </a:cubicBezTo>
                  <a:cubicBezTo>
                    <a:pt x="4" y="17"/>
                    <a:pt x="4" y="17"/>
                    <a:pt x="4" y="17"/>
                  </a:cubicBezTo>
                  <a:cubicBezTo>
                    <a:pt x="7" y="17"/>
                    <a:pt x="7" y="17"/>
                    <a:pt x="7" y="17"/>
                  </a:cubicBezTo>
                  <a:cubicBezTo>
                    <a:pt x="7" y="17"/>
                    <a:pt x="8" y="17"/>
                    <a:pt x="8" y="17"/>
                  </a:cubicBezTo>
                  <a:cubicBezTo>
                    <a:pt x="9" y="17"/>
                    <a:pt x="9" y="17"/>
                    <a:pt x="10" y="17"/>
                  </a:cubicBezTo>
                  <a:cubicBezTo>
                    <a:pt x="10" y="17"/>
                    <a:pt x="11" y="16"/>
                    <a:pt x="11" y="16"/>
                  </a:cubicBezTo>
                  <a:cubicBezTo>
                    <a:pt x="11" y="15"/>
                    <a:pt x="11" y="14"/>
                    <a:pt x="11" y="14"/>
                  </a:cubicBezTo>
                  <a:lnTo>
                    <a:pt x="11" y="7"/>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49"/>
            <p:cNvSpPr>
              <a:spLocks/>
            </p:cNvSpPr>
            <p:nvPr/>
          </p:nvSpPr>
          <p:spPr bwMode="auto">
            <a:xfrm rot="16200000">
              <a:off x="1705904" y="4167018"/>
              <a:ext cx="104608" cy="139475"/>
            </a:xfrm>
            <a:custGeom>
              <a:avLst/>
              <a:gdLst>
                <a:gd name="T0" fmla="*/ 8 w 16"/>
                <a:gd name="T1" fmla="*/ 22 h 22"/>
                <a:gd name="T2" fmla="*/ 5 w 16"/>
                <a:gd name="T3" fmla="*/ 22 h 22"/>
                <a:gd name="T4" fmla="*/ 3 w 16"/>
                <a:gd name="T5" fmla="*/ 21 h 22"/>
                <a:gd name="T6" fmla="*/ 1 w 16"/>
                <a:gd name="T7" fmla="*/ 19 h 22"/>
                <a:gd name="T8" fmla="*/ 0 w 16"/>
                <a:gd name="T9" fmla="*/ 15 h 22"/>
                <a:gd name="T10" fmla="*/ 0 w 16"/>
                <a:gd name="T11" fmla="*/ 2 h 22"/>
                <a:gd name="T12" fmla="*/ 1 w 16"/>
                <a:gd name="T13" fmla="*/ 1 h 22"/>
                <a:gd name="T14" fmla="*/ 1 w 16"/>
                <a:gd name="T15" fmla="*/ 0 h 22"/>
                <a:gd name="T16" fmla="*/ 3 w 16"/>
                <a:gd name="T17" fmla="*/ 0 h 22"/>
                <a:gd name="T18" fmla="*/ 4 w 16"/>
                <a:gd name="T19" fmla="*/ 1 h 22"/>
                <a:gd name="T20" fmla="*/ 4 w 16"/>
                <a:gd name="T21" fmla="*/ 2 h 22"/>
                <a:gd name="T22" fmla="*/ 4 w 16"/>
                <a:gd name="T23" fmla="*/ 14 h 22"/>
                <a:gd name="T24" fmla="*/ 5 w 16"/>
                <a:gd name="T25" fmla="*/ 18 h 22"/>
                <a:gd name="T26" fmla="*/ 8 w 16"/>
                <a:gd name="T27" fmla="*/ 18 h 22"/>
                <a:gd name="T28" fmla="*/ 11 w 16"/>
                <a:gd name="T29" fmla="*/ 18 h 22"/>
                <a:gd name="T30" fmla="*/ 11 w 16"/>
                <a:gd name="T31" fmla="*/ 14 h 22"/>
                <a:gd name="T32" fmla="*/ 11 w 16"/>
                <a:gd name="T33" fmla="*/ 2 h 22"/>
                <a:gd name="T34" fmla="*/ 12 w 16"/>
                <a:gd name="T35" fmla="*/ 1 h 22"/>
                <a:gd name="T36" fmla="*/ 12 w 16"/>
                <a:gd name="T37" fmla="*/ 0 h 22"/>
                <a:gd name="T38" fmla="*/ 15 w 16"/>
                <a:gd name="T39" fmla="*/ 0 h 22"/>
                <a:gd name="T40" fmla="*/ 15 w 16"/>
                <a:gd name="T41" fmla="*/ 1 h 22"/>
                <a:gd name="T42" fmla="*/ 16 w 16"/>
                <a:gd name="T43" fmla="*/ 2 h 22"/>
                <a:gd name="T44" fmla="*/ 16 w 16"/>
                <a:gd name="T45" fmla="*/ 15 h 22"/>
                <a:gd name="T46" fmla="*/ 15 w 16"/>
                <a:gd name="T47" fmla="*/ 19 h 22"/>
                <a:gd name="T48" fmla="*/ 13 w 16"/>
                <a:gd name="T49" fmla="*/ 21 h 22"/>
                <a:gd name="T50" fmla="*/ 11 w 16"/>
                <a:gd name="T51" fmla="*/ 22 h 22"/>
                <a:gd name="T52" fmla="*/ 8 w 16"/>
                <a:gd name="T53"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2">
                  <a:moveTo>
                    <a:pt x="8" y="22"/>
                  </a:moveTo>
                  <a:cubicBezTo>
                    <a:pt x="7" y="22"/>
                    <a:pt x="6" y="22"/>
                    <a:pt x="5" y="22"/>
                  </a:cubicBezTo>
                  <a:cubicBezTo>
                    <a:pt x="4" y="21"/>
                    <a:pt x="4" y="21"/>
                    <a:pt x="3" y="21"/>
                  </a:cubicBezTo>
                  <a:cubicBezTo>
                    <a:pt x="2" y="20"/>
                    <a:pt x="2" y="20"/>
                    <a:pt x="1" y="19"/>
                  </a:cubicBezTo>
                  <a:cubicBezTo>
                    <a:pt x="1" y="19"/>
                    <a:pt x="0" y="17"/>
                    <a:pt x="0" y="15"/>
                  </a:cubicBezTo>
                  <a:cubicBezTo>
                    <a:pt x="0" y="2"/>
                    <a:pt x="0" y="2"/>
                    <a:pt x="0" y="2"/>
                  </a:cubicBezTo>
                  <a:cubicBezTo>
                    <a:pt x="1" y="1"/>
                    <a:pt x="1" y="1"/>
                    <a:pt x="1" y="1"/>
                  </a:cubicBezTo>
                  <a:cubicBezTo>
                    <a:pt x="1" y="1"/>
                    <a:pt x="1" y="0"/>
                    <a:pt x="1" y="0"/>
                  </a:cubicBezTo>
                  <a:cubicBezTo>
                    <a:pt x="3" y="0"/>
                    <a:pt x="3" y="0"/>
                    <a:pt x="3" y="0"/>
                  </a:cubicBezTo>
                  <a:cubicBezTo>
                    <a:pt x="4" y="0"/>
                    <a:pt x="4" y="1"/>
                    <a:pt x="4" y="1"/>
                  </a:cubicBezTo>
                  <a:cubicBezTo>
                    <a:pt x="4" y="1"/>
                    <a:pt x="4" y="2"/>
                    <a:pt x="4" y="2"/>
                  </a:cubicBezTo>
                  <a:cubicBezTo>
                    <a:pt x="4" y="14"/>
                    <a:pt x="4" y="14"/>
                    <a:pt x="4" y="14"/>
                  </a:cubicBezTo>
                  <a:cubicBezTo>
                    <a:pt x="4" y="16"/>
                    <a:pt x="5" y="17"/>
                    <a:pt x="5" y="18"/>
                  </a:cubicBezTo>
                  <a:cubicBezTo>
                    <a:pt x="5" y="18"/>
                    <a:pt x="7" y="18"/>
                    <a:pt x="8" y="18"/>
                  </a:cubicBezTo>
                  <a:cubicBezTo>
                    <a:pt x="9" y="18"/>
                    <a:pt x="11" y="18"/>
                    <a:pt x="11" y="18"/>
                  </a:cubicBezTo>
                  <a:cubicBezTo>
                    <a:pt x="11" y="17"/>
                    <a:pt x="11" y="15"/>
                    <a:pt x="11" y="14"/>
                  </a:cubicBezTo>
                  <a:cubicBezTo>
                    <a:pt x="11" y="2"/>
                    <a:pt x="11" y="2"/>
                    <a:pt x="11" y="2"/>
                  </a:cubicBezTo>
                  <a:cubicBezTo>
                    <a:pt x="12" y="1"/>
                    <a:pt x="12" y="1"/>
                    <a:pt x="12" y="1"/>
                  </a:cubicBezTo>
                  <a:cubicBezTo>
                    <a:pt x="12" y="0"/>
                    <a:pt x="12" y="0"/>
                    <a:pt x="12" y="0"/>
                  </a:cubicBezTo>
                  <a:cubicBezTo>
                    <a:pt x="15" y="0"/>
                    <a:pt x="15" y="0"/>
                    <a:pt x="15" y="0"/>
                  </a:cubicBezTo>
                  <a:cubicBezTo>
                    <a:pt x="15" y="1"/>
                    <a:pt x="15" y="1"/>
                    <a:pt x="15" y="1"/>
                  </a:cubicBezTo>
                  <a:cubicBezTo>
                    <a:pt x="15" y="1"/>
                    <a:pt x="16" y="2"/>
                    <a:pt x="16" y="2"/>
                  </a:cubicBezTo>
                  <a:cubicBezTo>
                    <a:pt x="16" y="15"/>
                    <a:pt x="16" y="15"/>
                    <a:pt x="16" y="15"/>
                  </a:cubicBezTo>
                  <a:cubicBezTo>
                    <a:pt x="16" y="17"/>
                    <a:pt x="15" y="18"/>
                    <a:pt x="15" y="19"/>
                  </a:cubicBezTo>
                  <a:cubicBezTo>
                    <a:pt x="14" y="20"/>
                    <a:pt x="14" y="20"/>
                    <a:pt x="13" y="21"/>
                  </a:cubicBezTo>
                  <a:cubicBezTo>
                    <a:pt x="12" y="21"/>
                    <a:pt x="11" y="22"/>
                    <a:pt x="11" y="22"/>
                  </a:cubicBezTo>
                  <a:cubicBezTo>
                    <a:pt x="10" y="22"/>
                    <a:pt x="9" y="22"/>
                    <a:pt x="8" y="22"/>
                  </a:cubicBez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50"/>
            <p:cNvSpPr>
              <a:spLocks/>
            </p:cNvSpPr>
            <p:nvPr/>
          </p:nvSpPr>
          <p:spPr bwMode="auto">
            <a:xfrm rot="16200000">
              <a:off x="1709926" y="4047658"/>
              <a:ext cx="96561" cy="139475"/>
            </a:xfrm>
            <a:custGeom>
              <a:avLst/>
              <a:gdLst>
                <a:gd name="T0" fmla="*/ 13 w 15"/>
                <a:gd name="T1" fmla="*/ 5 h 22"/>
                <a:gd name="T2" fmla="*/ 12 w 15"/>
                <a:gd name="T3" fmla="*/ 4 h 22"/>
                <a:gd name="T4" fmla="*/ 10 w 15"/>
                <a:gd name="T5" fmla="*/ 3 h 22"/>
                <a:gd name="T6" fmla="*/ 6 w 15"/>
                <a:gd name="T7" fmla="*/ 5 h 22"/>
                <a:gd name="T8" fmla="*/ 4 w 15"/>
                <a:gd name="T9" fmla="*/ 8 h 22"/>
                <a:gd name="T10" fmla="*/ 4 w 15"/>
                <a:gd name="T11" fmla="*/ 15 h 22"/>
                <a:gd name="T12" fmla="*/ 5 w 15"/>
                <a:gd name="T13" fmla="*/ 17 h 22"/>
                <a:gd name="T14" fmla="*/ 6 w 15"/>
                <a:gd name="T15" fmla="*/ 18 h 22"/>
                <a:gd name="T16" fmla="*/ 7 w 15"/>
                <a:gd name="T17" fmla="*/ 19 h 22"/>
                <a:gd name="T18" fmla="*/ 9 w 15"/>
                <a:gd name="T19" fmla="*/ 19 h 22"/>
                <a:gd name="T20" fmla="*/ 12 w 15"/>
                <a:gd name="T21" fmla="*/ 18 h 22"/>
                <a:gd name="T22" fmla="*/ 13 w 15"/>
                <a:gd name="T23" fmla="*/ 18 h 22"/>
                <a:gd name="T24" fmla="*/ 14 w 15"/>
                <a:gd name="T25" fmla="*/ 18 h 22"/>
                <a:gd name="T26" fmla="*/ 14 w 15"/>
                <a:gd name="T27" fmla="*/ 18 h 22"/>
                <a:gd name="T28" fmla="*/ 14 w 15"/>
                <a:gd name="T29" fmla="*/ 20 h 22"/>
                <a:gd name="T30" fmla="*/ 15 w 15"/>
                <a:gd name="T31" fmla="*/ 20 h 22"/>
                <a:gd name="T32" fmla="*/ 14 w 15"/>
                <a:gd name="T33" fmla="*/ 21 h 22"/>
                <a:gd name="T34" fmla="*/ 12 w 15"/>
                <a:gd name="T35" fmla="*/ 22 h 22"/>
                <a:gd name="T36" fmla="*/ 8 w 15"/>
                <a:gd name="T37" fmla="*/ 22 h 22"/>
                <a:gd name="T38" fmla="*/ 2 w 15"/>
                <a:gd name="T39" fmla="*/ 20 h 22"/>
                <a:gd name="T40" fmla="*/ 0 w 15"/>
                <a:gd name="T41" fmla="*/ 15 h 22"/>
                <a:gd name="T42" fmla="*/ 0 w 15"/>
                <a:gd name="T43" fmla="*/ 8 h 22"/>
                <a:gd name="T44" fmla="*/ 1 w 15"/>
                <a:gd name="T45" fmla="*/ 5 h 22"/>
                <a:gd name="T46" fmla="*/ 2 w 15"/>
                <a:gd name="T47" fmla="*/ 2 h 22"/>
                <a:gd name="T48" fmla="*/ 5 w 15"/>
                <a:gd name="T49" fmla="*/ 1 h 22"/>
                <a:gd name="T50" fmla="*/ 9 w 15"/>
                <a:gd name="T51" fmla="*/ 0 h 22"/>
                <a:gd name="T52" fmla="*/ 13 w 15"/>
                <a:gd name="T53" fmla="*/ 1 h 22"/>
                <a:gd name="T54" fmla="*/ 15 w 15"/>
                <a:gd name="T55" fmla="*/ 2 h 22"/>
                <a:gd name="T56" fmla="*/ 15 w 15"/>
                <a:gd name="T57" fmla="*/ 2 h 22"/>
                <a:gd name="T58" fmla="*/ 14 w 15"/>
                <a:gd name="T59" fmla="*/ 3 h 22"/>
                <a:gd name="T60" fmla="*/ 14 w 15"/>
                <a:gd name="T61" fmla="*/ 4 h 22"/>
                <a:gd name="T62" fmla="*/ 13 w 15"/>
                <a:gd name="T63"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 h="22">
                  <a:moveTo>
                    <a:pt x="13" y="5"/>
                  </a:moveTo>
                  <a:cubicBezTo>
                    <a:pt x="13" y="4"/>
                    <a:pt x="12" y="4"/>
                    <a:pt x="12" y="4"/>
                  </a:cubicBezTo>
                  <a:cubicBezTo>
                    <a:pt x="11" y="4"/>
                    <a:pt x="10" y="3"/>
                    <a:pt x="10" y="3"/>
                  </a:cubicBezTo>
                  <a:cubicBezTo>
                    <a:pt x="8" y="3"/>
                    <a:pt x="6" y="4"/>
                    <a:pt x="6" y="5"/>
                  </a:cubicBezTo>
                  <a:cubicBezTo>
                    <a:pt x="5" y="6"/>
                    <a:pt x="4" y="6"/>
                    <a:pt x="4" y="8"/>
                  </a:cubicBezTo>
                  <a:cubicBezTo>
                    <a:pt x="4" y="15"/>
                    <a:pt x="4" y="15"/>
                    <a:pt x="4" y="15"/>
                  </a:cubicBezTo>
                  <a:cubicBezTo>
                    <a:pt x="5" y="17"/>
                    <a:pt x="5" y="17"/>
                    <a:pt x="5" y="17"/>
                  </a:cubicBezTo>
                  <a:cubicBezTo>
                    <a:pt x="6" y="18"/>
                    <a:pt x="6" y="18"/>
                    <a:pt x="6" y="18"/>
                  </a:cubicBezTo>
                  <a:cubicBezTo>
                    <a:pt x="6" y="18"/>
                    <a:pt x="7" y="18"/>
                    <a:pt x="7" y="19"/>
                  </a:cubicBezTo>
                  <a:cubicBezTo>
                    <a:pt x="8" y="19"/>
                    <a:pt x="8" y="19"/>
                    <a:pt x="9" y="19"/>
                  </a:cubicBezTo>
                  <a:cubicBezTo>
                    <a:pt x="10" y="19"/>
                    <a:pt x="11" y="19"/>
                    <a:pt x="12" y="18"/>
                  </a:cubicBezTo>
                  <a:cubicBezTo>
                    <a:pt x="12" y="18"/>
                    <a:pt x="13" y="18"/>
                    <a:pt x="13" y="18"/>
                  </a:cubicBezTo>
                  <a:cubicBezTo>
                    <a:pt x="14" y="18"/>
                    <a:pt x="14" y="18"/>
                    <a:pt x="14" y="18"/>
                  </a:cubicBezTo>
                  <a:cubicBezTo>
                    <a:pt x="14" y="18"/>
                    <a:pt x="14" y="18"/>
                    <a:pt x="14" y="18"/>
                  </a:cubicBezTo>
                  <a:cubicBezTo>
                    <a:pt x="14" y="18"/>
                    <a:pt x="14" y="19"/>
                    <a:pt x="14" y="20"/>
                  </a:cubicBezTo>
                  <a:cubicBezTo>
                    <a:pt x="15" y="20"/>
                    <a:pt x="15" y="20"/>
                    <a:pt x="15" y="20"/>
                  </a:cubicBezTo>
                  <a:cubicBezTo>
                    <a:pt x="15" y="21"/>
                    <a:pt x="15" y="21"/>
                    <a:pt x="14" y="21"/>
                  </a:cubicBezTo>
                  <a:cubicBezTo>
                    <a:pt x="14" y="21"/>
                    <a:pt x="13" y="21"/>
                    <a:pt x="12" y="22"/>
                  </a:cubicBezTo>
                  <a:cubicBezTo>
                    <a:pt x="11" y="22"/>
                    <a:pt x="10" y="22"/>
                    <a:pt x="8" y="22"/>
                  </a:cubicBezTo>
                  <a:cubicBezTo>
                    <a:pt x="6" y="22"/>
                    <a:pt x="4" y="21"/>
                    <a:pt x="2" y="20"/>
                  </a:cubicBezTo>
                  <a:cubicBezTo>
                    <a:pt x="1" y="19"/>
                    <a:pt x="0" y="18"/>
                    <a:pt x="0" y="15"/>
                  </a:cubicBezTo>
                  <a:cubicBezTo>
                    <a:pt x="0" y="8"/>
                    <a:pt x="0" y="8"/>
                    <a:pt x="0" y="8"/>
                  </a:cubicBezTo>
                  <a:cubicBezTo>
                    <a:pt x="0" y="8"/>
                    <a:pt x="0" y="6"/>
                    <a:pt x="1" y="5"/>
                  </a:cubicBezTo>
                  <a:cubicBezTo>
                    <a:pt x="1" y="4"/>
                    <a:pt x="1" y="3"/>
                    <a:pt x="2" y="2"/>
                  </a:cubicBezTo>
                  <a:cubicBezTo>
                    <a:pt x="3" y="2"/>
                    <a:pt x="4" y="1"/>
                    <a:pt x="5" y="1"/>
                  </a:cubicBezTo>
                  <a:cubicBezTo>
                    <a:pt x="6" y="0"/>
                    <a:pt x="7" y="0"/>
                    <a:pt x="9" y="0"/>
                  </a:cubicBezTo>
                  <a:cubicBezTo>
                    <a:pt x="11" y="0"/>
                    <a:pt x="12" y="0"/>
                    <a:pt x="13" y="1"/>
                  </a:cubicBezTo>
                  <a:cubicBezTo>
                    <a:pt x="14" y="1"/>
                    <a:pt x="15" y="2"/>
                    <a:pt x="15" y="2"/>
                  </a:cubicBezTo>
                  <a:cubicBezTo>
                    <a:pt x="15" y="2"/>
                    <a:pt x="15" y="2"/>
                    <a:pt x="15" y="2"/>
                  </a:cubicBezTo>
                  <a:cubicBezTo>
                    <a:pt x="15" y="2"/>
                    <a:pt x="15" y="3"/>
                    <a:pt x="14" y="3"/>
                  </a:cubicBezTo>
                  <a:cubicBezTo>
                    <a:pt x="14" y="4"/>
                    <a:pt x="14" y="4"/>
                    <a:pt x="14" y="4"/>
                  </a:cubicBezTo>
                  <a:cubicBezTo>
                    <a:pt x="14" y="5"/>
                    <a:pt x="13" y="5"/>
                    <a:pt x="13" y="5"/>
                  </a:cubicBez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51"/>
            <p:cNvSpPr>
              <a:spLocks noEditPoints="1"/>
            </p:cNvSpPr>
            <p:nvPr/>
          </p:nvSpPr>
          <p:spPr bwMode="auto">
            <a:xfrm rot="16200000">
              <a:off x="1708586" y="3936346"/>
              <a:ext cx="107290" cy="131429"/>
            </a:xfrm>
            <a:custGeom>
              <a:avLst/>
              <a:gdLst>
                <a:gd name="T0" fmla="*/ 14 w 17"/>
                <a:gd name="T1" fmla="*/ 21 h 21"/>
                <a:gd name="T2" fmla="*/ 14 w 17"/>
                <a:gd name="T3" fmla="*/ 21 h 21"/>
                <a:gd name="T4" fmla="*/ 13 w 17"/>
                <a:gd name="T5" fmla="*/ 20 h 21"/>
                <a:gd name="T6" fmla="*/ 12 w 17"/>
                <a:gd name="T7" fmla="*/ 16 h 21"/>
                <a:gd name="T8" fmla="*/ 5 w 17"/>
                <a:gd name="T9" fmla="*/ 16 h 21"/>
                <a:gd name="T10" fmla="*/ 4 w 17"/>
                <a:gd name="T11" fmla="*/ 20 h 21"/>
                <a:gd name="T12" fmla="*/ 4 w 17"/>
                <a:gd name="T13" fmla="*/ 20 h 21"/>
                <a:gd name="T14" fmla="*/ 3 w 17"/>
                <a:gd name="T15" fmla="*/ 21 h 21"/>
                <a:gd name="T16" fmla="*/ 1 w 17"/>
                <a:gd name="T17" fmla="*/ 21 h 21"/>
                <a:gd name="T18" fmla="*/ 0 w 17"/>
                <a:gd name="T19" fmla="*/ 20 h 21"/>
                <a:gd name="T20" fmla="*/ 0 w 17"/>
                <a:gd name="T21" fmla="*/ 19 h 21"/>
                <a:gd name="T22" fmla="*/ 6 w 17"/>
                <a:gd name="T23" fmla="*/ 1 h 21"/>
                <a:gd name="T24" fmla="*/ 7 w 17"/>
                <a:gd name="T25" fmla="*/ 0 h 21"/>
                <a:gd name="T26" fmla="*/ 8 w 17"/>
                <a:gd name="T27" fmla="*/ 0 h 21"/>
                <a:gd name="T28" fmla="*/ 10 w 17"/>
                <a:gd name="T29" fmla="*/ 0 h 21"/>
                <a:gd name="T30" fmla="*/ 11 w 17"/>
                <a:gd name="T31" fmla="*/ 0 h 21"/>
                <a:gd name="T32" fmla="*/ 11 w 17"/>
                <a:gd name="T33" fmla="*/ 1 h 21"/>
                <a:gd name="T34" fmla="*/ 17 w 17"/>
                <a:gd name="T35" fmla="*/ 19 h 21"/>
                <a:gd name="T36" fmla="*/ 17 w 17"/>
                <a:gd name="T37" fmla="*/ 20 h 21"/>
                <a:gd name="T38" fmla="*/ 16 w 17"/>
                <a:gd name="T39" fmla="*/ 21 h 21"/>
                <a:gd name="T40" fmla="*/ 14 w 17"/>
                <a:gd name="T41" fmla="*/ 21 h 21"/>
                <a:gd name="T42" fmla="*/ 9 w 17"/>
                <a:gd name="T43" fmla="*/ 5 h 21"/>
                <a:gd name="T44" fmla="*/ 6 w 17"/>
                <a:gd name="T45" fmla="*/ 13 h 21"/>
                <a:gd name="T46" fmla="*/ 11 w 17"/>
                <a:gd name="T47" fmla="*/ 13 h 21"/>
                <a:gd name="T48" fmla="*/ 9 w 17"/>
                <a:gd name="T49"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1">
                  <a:moveTo>
                    <a:pt x="14" y="21"/>
                  </a:moveTo>
                  <a:cubicBezTo>
                    <a:pt x="14" y="21"/>
                    <a:pt x="14" y="21"/>
                    <a:pt x="14" y="21"/>
                  </a:cubicBezTo>
                  <a:cubicBezTo>
                    <a:pt x="14" y="20"/>
                    <a:pt x="14" y="20"/>
                    <a:pt x="13" y="20"/>
                  </a:cubicBezTo>
                  <a:cubicBezTo>
                    <a:pt x="12" y="16"/>
                    <a:pt x="12" y="16"/>
                    <a:pt x="12" y="16"/>
                  </a:cubicBezTo>
                  <a:cubicBezTo>
                    <a:pt x="5" y="16"/>
                    <a:pt x="5" y="16"/>
                    <a:pt x="5" y="16"/>
                  </a:cubicBezTo>
                  <a:cubicBezTo>
                    <a:pt x="4" y="20"/>
                    <a:pt x="4" y="20"/>
                    <a:pt x="4" y="20"/>
                  </a:cubicBezTo>
                  <a:cubicBezTo>
                    <a:pt x="4" y="20"/>
                    <a:pt x="4" y="20"/>
                    <a:pt x="4" y="20"/>
                  </a:cubicBezTo>
                  <a:cubicBezTo>
                    <a:pt x="4" y="21"/>
                    <a:pt x="3" y="21"/>
                    <a:pt x="3" y="21"/>
                  </a:cubicBezTo>
                  <a:cubicBezTo>
                    <a:pt x="1" y="21"/>
                    <a:pt x="1" y="21"/>
                    <a:pt x="1" y="21"/>
                  </a:cubicBezTo>
                  <a:cubicBezTo>
                    <a:pt x="1" y="21"/>
                    <a:pt x="0" y="21"/>
                    <a:pt x="0" y="20"/>
                  </a:cubicBezTo>
                  <a:cubicBezTo>
                    <a:pt x="0" y="20"/>
                    <a:pt x="0" y="20"/>
                    <a:pt x="0" y="19"/>
                  </a:cubicBezTo>
                  <a:cubicBezTo>
                    <a:pt x="6" y="1"/>
                    <a:pt x="6" y="1"/>
                    <a:pt x="6" y="1"/>
                  </a:cubicBezTo>
                  <a:cubicBezTo>
                    <a:pt x="6" y="1"/>
                    <a:pt x="7" y="0"/>
                    <a:pt x="7" y="0"/>
                  </a:cubicBezTo>
                  <a:cubicBezTo>
                    <a:pt x="8" y="0"/>
                    <a:pt x="8" y="0"/>
                    <a:pt x="8" y="0"/>
                  </a:cubicBezTo>
                  <a:cubicBezTo>
                    <a:pt x="10" y="0"/>
                    <a:pt x="10" y="0"/>
                    <a:pt x="10" y="0"/>
                  </a:cubicBezTo>
                  <a:cubicBezTo>
                    <a:pt x="11" y="0"/>
                    <a:pt x="11" y="0"/>
                    <a:pt x="11" y="0"/>
                  </a:cubicBezTo>
                  <a:cubicBezTo>
                    <a:pt x="11" y="0"/>
                    <a:pt x="11" y="1"/>
                    <a:pt x="11" y="1"/>
                  </a:cubicBezTo>
                  <a:cubicBezTo>
                    <a:pt x="17" y="19"/>
                    <a:pt x="17" y="19"/>
                    <a:pt x="17" y="19"/>
                  </a:cubicBezTo>
                  <a:cubicBezTo>
                    <a:pt x="17" y="20"/>
                    <a:pt x="17" y="20"/>
                    <a:pt x="17" y="20"/>
                  </a:cubicBezTo>
                  <a:cubicBezTo>
                    <a:pt x="17" y="21"/>
                    <a:pt x="17" y="21"/>
                    <a:pt x="16" y="21"/>
                  </a:cubicBezTo>
                  <a:lnTo>
                    <a:pt x="14" y="21"/>
                  </a:lnTo>
                  <a:close/>
                  <a:moveTo>
                    <a:pt x="9" y="5"/>
                  </a:moveTo>
                  <a:cubicBezTo>
                    <a:pt x="6" y="13"/>
                    <a:pt x="6" y="13"/>
                    <a:pt x="6" y="13"/>
                  </a:cubicBezTo>
                  <a:cubicBezTo>
                    <a:pt x="11" y="13"/>
                    <a:pt x="11" y="13"/>
                    <a:pt x="11" y="13"/>
                  </a:cubicBezTo>
                  <a:lnTo>
                    <a:pt x="9" y="5"/>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52"/>
            <p:cNvSpPr>
              <a:spLocks/>
            </p:cNvSpPr>
            <p:nvPr/>
          </p:nvSpPr>
          <p:spPr bwMode="auto">
            <a:xfrm rot="16200000">
              <a:off x="1707245" y="3833080"/>
              <a:ext cx="109972" cy="131429"/>
            </a:xfrm>
            <a:custGeom>
              <a:avLst/>
              <a:gdLst>
                <a:gd name="T0" fmla="*/ 10 w 17"/>
                <a:gd name="T1" fmla="*/ 3 h 21"/>
                <a:gd name="T2" fmla="*/ 10 w 17"/>
                <a:gd name="T3" fmla="*/ 3 h 21"/>
                <a:gd name="T4" fmla="*/ 10 w 17"/>
                <a:gd name="T5" fmla="*/ 20 h 21"/>
                <a:gd name="T6" fmla="*/ 10 w 17"/>
                <a:gd name="T7" fmla="*/ 20 h 21"/>
                <a:gd name="T8" fmla="*/ 10 w 17"/>
                <a:gd name="T9" fmla="*/ 21 h 21"/>
                <a:gd name="T10" fmla="*/ 7 w 17"/>
                <a:gd name="T11" fmla="*/ 21 h 21"/>
                <a:gd name="T12" fmla="*/ 6 w 17"/>
                <a:gd name="T13" fmla="*/ 20 h 21"/>
                <a:gd name="T14" fmla="*/ 6 w 17"/>
                <a:gd name="T15" fmla="*/ 20 h 21"/>
                <a:gd name="T16" fmla="*/ 6 w 17"/>
                <a:gd name="T17" fmla="*/ 3 h 21"/>
                <a:gd name="T18" fmla="*/ 6 w 17"/>
                <a:gd name="T19" fmla="*/ 3 h 21"/>
                <a:gd name="T20" fmla="*/ 1 w 17"/>
                <a:gd name="T21" fmla="*/ 3 h 21"/>
                <a:gd name="T22" fmla="*/ 0 w 17"/>
                <a:gd name="T23" fmla="*/ 3 h 21"/>
                <a:gd name="T24" fmla="*/ 0 w 17"/>
                <a:gd name="T25" fmla="*/ 2 h 21"/>
                <a:gd name="T26" fmla="*/ 0 w 17"/>
                <a:gd name="T27" fmla="*/ 1 h 21"/>
                <a:gd name="T28" fmla="*/ 0 w 17"/>
                <a:gd name="T29" fmla="*/ 0 h 21"/>
                <a:gd name="T30" fmla="*/ 1 w 17"/>
                <a:gd name="T31" fmla="*/ 0 h 21"/>
                <a:gd name="T32" fmla="*/ 15 w 17"/>
                <a:gd name="T33" fmla="*/ 0 h 21"/>
                <a:gd name="T34" fmla="*/ 16 w 17"/>
                <a:gd name="T35" fmla="*/ 0 h 21"/>
                <a:gd name="T36" fmla="*/ 17 w 17"/>
                <a:gd name="T37" fmla="*/ 1 h 21"/>
                <a:gd name="T38" fmla="*/ 17 w 17"/>
                <a:gd name="T39" fmla="*/ 2 h 21"/>
                <a:gd name="T40" fmla="*/ 16 w 17"/>
                <a:gd name="T41" fmla="*/ 3 h 21"/>
                <a:gd name="T42" fmla="*/ 15 w 17"/>
                <a:gd name="T43" fmla="*/ 3 h 21"/>
                <a:gd name="T44" fmla="*/ 10 w 17"/>
                <a:gd name="T45"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 h="21">
                  <a:moveTo>
                    <a:pt x="10" y="3"/>
                  </a:moveTo>
                  <a:cubicBezTo>
                    <a:pt x="10" y="3"/>
                    <a:pt x="10" y="3"/>
                    <a:pt x="10" y="3"/>
                  </a:cubicBezTo>
                  <a:cubicBezTo>
                    <a:pt x="10" y="20"/>
                    <a:pt x="10" y="20"/>
                    <a:pt x="10" y="20"/>
                  </a:cubicBezTo>
                  <a:cubicBezTo>
                    <a:pt x="10" y="20"/>
                    <a:pt x="10" y="20"/>
                    <a:pt x="10" y="20"/>
                  </a:cubicBezTo>
                  <a:cubicBezTo>
                    <a:pt x="10" y="21"/>
                    <a:pt x="10" y="21"/>
                    <a:pt x="10" y="21"/>
                  </a:cubicBezTo>
                  <a:cubicBezTo>
                    <a:pt x="7" y="21"/>
                    <a:pt x="7" y="21"/>
                    <a:pt x="7" y="21"/>
                  </a:cubicBezTo>
                  <a:cubicBezTo>
                    <a:pt x="7" y="21"/>
                    <a:pt x="6" y="21"/>
                    <a:pt x="6" y="20"/>
                  </a:cubicBezTo>
                  <a:cubicBezTo>
                    <a:pt x="6" y="20"/>
                    <a:pt x="6" y="20"/>
                    <a:pt x="6" y="20"/>
                  </a:cubicBezTo>
                  <a:cubicBezTo>
                    <a:pt x="6" y="3"/>
                    <a:pt x="6" y="3"/>
                    <a:pt x="6" y="3"/>
                  </a:cubicBezTo>
                  <a:cubicBezTo>
                    <a:pt x="6" y="3"/>
                    <a:pt x="6" y="3"/>
                    <a:pt x="6" y="3"/>
                  </a:cubicBezTo>
                  <a:cubicBezTo>
                    <a:pt x="1" y="3"/>
                    <a:pt x="1" y="3"/>
                    <a:pt x="1" y="3"/>
                  </a:cubicBezTo>
                  <a:cubicBezTo>
                    <a:pt x="0" y="3"/>
                    <a:pt x="0" y="3"/>
                    <a:pt x="0" y="3"/>
                  </a:cubicBezTo>
                  <a:cubicBezTo>
                    <a:pt x="0" y="2"/>
                    <a:pt x="0" y="2"/>
                    <a:pt x="0" y="2"/>
                  </a:cubicBezTo>
                  <a:cubicBezTo>
                    <a:pt x="0" y="1"/>
                    <a:pt x="0" y="1"/>
                    <a:pt x="0" y="1"/>
                  </a:cubicBezTo>
                  <a:cubicBezTo>
                    <a:pt x="0" y="0"/>
                    <a:pt x="0" y="0"/>
                    <a:pt x="0" y="0"/>
                  </a:cubicBezTo>
                  <a:cubicBezTo>
                    <a:pt x="1" y="0"/>
                    <a:pt x="1" y="0"/>
                    <a:pt x="1" y="0"/>
                  </a:cubicBezTo>
                  <a:cubicBezTo>
                    <a:pt x="15" y="0"/>
                    <a:pt x="15" y="0"/>
                    <a:pt x="15" y="0"/>
                  </a:cubicBezTo>
                  <a:cubicBezTo>
                    <a:pt x="16" y="0"/>
                    <a:pt x="16" y="0"/>
                    <a:pt x="16" y="0"/>
                  </a:cubicBezTo>
                  <a:cubicBezTo>
                    <a:pt x="17" y="1"/>
                    <a:pt x="17" y="1"/>
                    <a:pt x="17" y="1"/>
                  </a:cubicBezTo>
                  <a:cubicBezTo>
                    <a:pt x="17" y="2"/>
                    <a:pt x="17" y="2"/>
                    <a:pt x="17" y="2"/>
                  </a:cubicBezTo>
                  <a:cubicBezTo>
                    <a:pt x="16" y="3"/>
                    <a:pt x="16" y="3"/>
                    <a:pt x="16" y="3"/>
                  </a:cubicBezTo>
                  <a:cubicBezTo>
                    <a:pt x="16" y="3"/>
                    <a:pt x="16" y="3"/>
                    <a:pt x="15" y="3"/>
                  </a:cubicBezTo>
                  <a:lnTo>
                    <a:pt x="10" y="3"/>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53"/>
            <p:cNvSpPr>
              <a:spLocks/>
            </p:cNvSpPr>
            <p:nvPr/>
          </p:nvSpPr>
          <p:spPr bwMode="auto">
            <a:xfrm rot="16200000">
              <a:off x="1750161" y="3752612"/>
              <a:ext cx="24142" cy="131429"/>
            </a:xfrm>
            <a:custGeom>
              <a:avLst/>
              <a:gdLst>
                <a:gd name="T0" fmla="*/ 1 w 4"/>
                <a:gd name="T1" fmla="*/ 21 h 21"/>
                <a:gd name="T2" fmla="*/ 0 w 4"/>
                <a:gd name="T3" fmla="*/ 20 h 21"/>
                <a:gd name="T4" fmla="*/ 0 w 4"/>
                <a:gd name="T5" fmla="*/ 20 h 21"/>
                <a:gd name="T6" fmla="*/ 0 w 4"/>
                <a:gd name="T7" fmla="*/ 1 h 21"/>
                <a:gd name="T8" fmla="*/ 0 w 4"/>
                <a:gd name="T9" fmla="*/ 0 h 21"/>
                <a:gd name="T10" fmla="*/ 1 w 4"/>
                <a:gd name="T11" fmla="*/ 0 h 21"/>
                <a:gd name="T12" fmla="*/ 3 w 4"/>
                <a:gd name="T13" fmla="*/ 0 h 21"/>
                <a:gd name="T14" fmla="*/ 4 w 4"/>
                <a:gd name="T15" fmla="*/ 0 h 21"/>
                <a:gd name="T16" fmla="*/ 4 w 4"/>
                <a:gd name="T17" fmla="*/ 1 h 21"/>
                <a:gd name="T18" fmla="*/ 4 w 4"/>
                <a:gd name="T19" fmla="*/ 20 h 21"/>
                <a:gd name="T20" fmla="*/ 4 w 4"/>
                <a:gd name="T21" fmla="*/ 20 h 21"/>
                <a:gd name="T22" fmla="*/ 3 w 4"/>
                <a:gd name="T23" fmla="*/ 21 h 21"/>
                <a:gd name="T24" fmla="*/ 1 w 4"/>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21">
                  <a:moveTo>
                    <a:pt x="1" y="21"/>
                  </a:moveTo>
                  <a:cubicBezTo>
                    <a:pt x="1" y="21"/>
                    <a:pt x="0" y="21"/>
                    <a:pt x="0" y="20"/>
                  </a:cubicBezTo>
                  <a:cubicBezTo>
                    <a:pt x="0" y="20"/>
                    <a:pt x="0" y="20"/>
                    <a:pt x="0" y="20"/>
                  </a:cubicBezTo>
                  <a:cubicBezTo>
                    <a:pt x="0" y="1"/>
                    <a:pt x="0" y="1"/>
                    <a:pt x="0" y="1"/>
                  </a:cubicBezTo>
                  <a:cubicBezTo>
                    <a:pt x="0" y="0"/>
                    <a:pt x="0" y="0"/>
                    <a:pt x="0" y="0"/>
                  </a:cubicBezTo>
                  <a:cubicBezTo>
                    <a:pt x="0" y="0"/>
                    <a:pt x="1" y="0"/>
                    <a:pt x="1" y="0"/>
                  </a:cubicBezTo>
                  <a:cubicBezTo>
                    <a:pt x="3" y="0"/>
                    <a:pt x="3" y="0"/>
                    <a:pt x="3" y="0"/>
                  </a:cubicBezTo>
                  <a:cubicBezTo>
                    <a:pt x="4" y="0"/>
                    <a:pt x="4" y="0"/>
                    <a:pt x="4" y="0"/>
                  </a:cubicBezTo>
                  <a:cubicBezTo>
                    <a:pt x="4" y="0"/>
                    <a:pt x="4" y="1"/>
                    <a:pt x="4" y="1"/>
                  </a:cubicBezTo>
                  <a:cubicBezTo>
                    <a:pt x="4" y="20"/>
                    <a:pt x="4" y="20"/>
                    <a:pt x="4" y="20"/>
                  </a:cubicBezTo>
                  <a:cubicBezTo>
                    <a:pt x="4" y="20"/>
                    <a:pt x="4" y="20"/>
                    <a:pt x="4" y="20"/>
                  </a:cubicBezTo>
                  <a:cubicBezTo>
                    <a:pt x="4" y="21"/>
                    <a:pt x="3" y="21"/>
                    <a:pt x="3" y="21"/>
                  </a:cubicBezTo>
                  <a:lnTo>
                    <a:pt x="1" y="21"/>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54"/>
            <p:cNvSpPr>
              <a:spLocks noEditPoints="1"/>
            </p:cNvSpPr>
            <p:nvPr/>
          </p:nvSpPr>
          <p:spPr bwMode="auto">
            <a:xfrm rot="16200000">
              <a:off x="1707246" y="3653370"/>
              <a:ext cx="101925" cy="139475"/>
            </a:xfrm>
            <a:custGeom>
              <a:avLst/>
              <a:gdLst>
                <a:gd name="T0" fmla="*/ 8 w 16"/>
                <a:gd name="T1" fmla="*/ 22 h 22"/>
                <a:gd name="T2" fmla="*/ 5 w 16"/>
                <a:gd name="T3" fmla="*/ 22 h 22"/>
                <a:gd name="T4" fmla="*/ 3 w 16"/>
                <a:gd name="T5" fmla="*/ 21 h 22"/>
                <a:gd name="T6" fmla="*/ 1 w 16"/>
                <a:gd name="T7" fmla="*/ 19 h 22"/>
                <a:gd name="T8" fmla="*/ 0 w 16"/>
                <a:gd name="T9" fmla="*/ 16 h 22"/>
                <a:gd name="T10" fmla="*/ 0 w 16"/>
                <a:gd name="T11" fmla="*/ 8 h 22"/>
                <a:gd name="T12" fmla="*/ 2 w 16"/>
                <a:gd name="T13" fmla="*/ 2 h 22"/>
                <a:gd name="T14" fmla="*/ 8 w 16"/>
                <a:gd name="T15" fmla="*/ 0 h 22"/>
                <a:gd name="T16" fmla="*/ 11 w 16"/>
                <a:gd name="T17" fmla="*/ 0 h 22"/>
                <a:gd name="T18" fmla="*/ 14 w 16"/>
                <a:gd name="T19" fmla="*/ 2 h 22"/>
                <a:gd name="T20" fmla="*/ 15 w 16"/>
                <a:gd name="T21" fmla="*/ 4 h 22"/>
                <a:gd name="T22" fmla="*/ 16 w 16"/>
                <a:gd name="T23" fmla="*/ 8 h 22"/>
                <a:gd name="T24" fmla="*/ 16 w 16"/>
                <a:gd name="T25" fmla="*/ 15 h 22"/>
                <a:gd name="T26" fmla="*/ 15 w 16"/>
                <a:gd name="T27" fmla="*/ 18 h 22"/>
                <a:gd name="T28" fmla="*/ 15 w 16"/>
                <a:gd name="T29" fmla="*/ 20 h 22"/>
                <a:gd name="T30" fmla="*/ 13 w 16"/>
                <a:gd name="T31" fmla="*/ 21 h 22"/>
                <a:gd name="T32" fmla="*/ 11 w 16"/>
                <a:gd name="T33" fmla="*/ 22 h 22"/>
                <a:gd name="T34" fmla="*/ 9 w 16"/>
                <a:gd name="T35" fmla="*/ 22 h 22"/>
                <a:gd name="T36" fmla="*/ 8 w 16"/>
                <a:gd name="T37" fmla="*/ 22 h 22"/>
                <a:gd name="T38" fmla="*/ 12 w 16"/>
                <a:gd name="T39" fmla="*/ 8 h 22"/>
                <a:gd name="T40" fmla="*/ 11 w 16"/>
                <a:gd name="T41" fmla="*/ 5 h 22"/>
                <a:gd name="T42" fmla="*/ 8 w 16"/>
                <a:gd name="T43" fmla="*/ 3 h 22"/>
                <a:gd name="T44" fmla="*/ 5 w 16"/>
                <a:gd name="T45" fmla="*/ 5 h 22"/>
                <a:gd name="T46" fmla="*/ 4 w 16"/>
                <a:gd name="T47" fmla="*/ 8 h 22"/>
                <a:gd name="T48" fmla="*/ 4 w 16"/>
                <a:gd name="T49" fmla="*/ 15 h 22"/>
                <a:gd name="T50" fmla="*/ 4 w 16"/>
                <a:gd name="T51" fmla="*/ 17 h 22"/>
                <a:gd name="T52" fmla="*/ 5 w 16"/>
                <a:gd name="T53" fmla="*/ 18 h 22"/>
                <a:gd name="T54" fmla="*/ 6 w 16"/>
                <a:gd name="T55" fmla="*/ 18 h 22"/>
                <a:gd name="T56" fmla="*/ 8 w 16"/>
                <a:gd name="T57" fmla="*/ 18 h 22"/>
                <a:gd name="T58" fmla="*/ 9 w 16"/>
                <a:gd name="T59" fmla="*/ 18 h 22"/>
                <a:gd name="T60" fmla="*/ 10 w 16"/>
                <a:gd name="T61" fmla="*/ 18 h 22"/>
                <a:gd name="T62" fmla="*/ 11 w 16"/>
                <a:gd name="T63" fmla="*/ 17 h 22"/>
                <a:gd name="T64" fmla="*/ 12 w 16"/>
                <a:gd name="T65" fmla="*/ 15 h 22"/>
                <a:gd name="T66" fmla="*/ 12 w 16"/>
                <a:gd name="T67"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 h="22">
                  <a:moveTo>
                    <a:pt x="8" y="22"/>
                  </a:moveTo>
                  <a:cubicBezTo>
                    <a:pt x="7" y="22"/>
                    <a:pt x="6" y="22"/>
                    <a:pt x="5" y="22"/>
                  </a:cubicBezTo>
                  <a:cubicBezTo>
                    <a:pt x="4" y="22"/>
                    <a:pt x="3" y="21"/>
                    <a:pt x="3" y="21"/>
                  </a:cubicBezTo>
                  <a:cubicBezTo>
                    <a:pt x="2" y="21"/>
                    <a:pt x="1" y="20"/>
                    <a:pt x="1" y="19"/>
                  </a:cubicBezTo>
                  <a:cubicBezTo>
                    <a:pt x="0" y="18"/>
                    <a:pt x="0" y="17"/>
                    <a:pt x="0" y="16"/>
                  </a:cubicBezTo>
                  <a:cubicBezTo>
                    <a:pt x="0" y="8"/>
                    <a:pt x="0" y="8"/>
                    <a:pt x="0" y="8"/>
                  </a:cubicBezTo>
                  <a:cubicBezTo>
                    <a:pt x="0" y="5"/>
                    <a:pt x="0" y="3"/>
                    <a:pt x="2" y="2"/>
                  </a:cubicBezTo>
                  <a:cubicBezTo>
                    <a:pt x="3" y="1"/>
                    <a:pt x="5" y="0"/>
                    <a:pt x="8" y="0"/>
                  </a:cubicBezTo>
                  <a:cubicBezTo>
                    <a:pt x="9" y="0"/>
                    <a:pt x="10" y="0"/>
                    <a:pt x="11" y="0"/>
                  </a:cubicBezTo>
                  <a:cubicBezTo>
                    <a:pt x="12" y="1"/>
                    <a:pt x="13" y="1"/>
                    <a:pt x="14" y="2"/>
                  </a:cubicBezTo>
                  <a:cubicBezTo>
                    <a:pt x="14" y="2"/>
                    <a:pt x="15" y="3"/>
                    <a:pt x="15" y="4"/>
                  </a:cubicBezTo>
                  <a:cubicBezTo>
                    <a:pt x="16" y="5"/>
                    <a:pt x="16" y="6"/>
                    <a:pt x="16" y="8"/>
                  </a:cubicBezTo>
                  <a:cubicBezTo>
                    <a:pt x="16" y="15"/>
                    <a:pt x="16" y="15"/>
                    <a:pt x="16" y="15"/>
                  </a:cubicBezTo>
                  <a:cubicBezTo>
                    <a:pt x="16" y="16"/>
                    <a:pt x="16" y="17"/>
                    <a:pt x="15" y="18"/>
                  </a:cubicBezTo>
                  <a:cubicBezTo>
                    <a:pt x="15" y="20"/>
                    <a:pt x="15" y="20"/>
                    <a:pt x="15" y="20"/>
                  </a:cubicBezTo>
                  <a:cubicBezTo>
                    <a:pt x="14" y="20"/>
                    <a:pt x="13" y="21"/>
                    <a:pt x="13" y="21"/>
                  </a:cubicBezTo>
                  <a:cubicBezTo>
                    <a:pt x="12" y="21"/>
                    <a:pt x="12" y="21"/>
                    <a:pt x="11" y="22"/>
                  </a:cubicBezTo>
                  <a:cubicBezTo>
                    <a:pt x="11" y="22"/>
                    <a:pt x="10" y="22"/>
                    <a:pt x="9" y="22"/>
                  </a:cubicBezTo>
                  <a:cubicBezTo>
                    <a:pt x="9" y="22"/>
                    <a:pt x="8" y="22"/>
                    <a:pt x="8" y="22"/>
                  </a:cubicBezTo>
                  <a:close/>
                  <a:moveTo>
                    <a:pt x="12" y="8"/>
                  </a:moveTo>
                  <a:cubicBezTo>
                    <a:pt x="12" y="6"/>
                    <a:pt x="11" y="5"/>
                    <a:pt x="11" y="5"/>
                  </a:cubicBezTo>
                  <a:cubicBezTo>
                    <a:pt x="10" y="4"/>
                    <a:pt x="9" y="3"/>
                    <a:pt x="8" y="3"/>
                  </a:cubicBezTo>
                  <a:cubicBezTo>
                    <a:pt x="6" y="3"/>
                    <a:pt x="5" y="4"/>
                    <a:pt x="5" y="5"/>
                  </a:cubicBezTo>
                  <a:cubicBezTo>
                    <a:pt x="4" y="6"/>
                    <a:pt x="4" y="6"/>
                    <a:pt x="4" y="8"/>
                  </a:cubicBezTo>
                  <a:cubicBezTo>
                    <a:pt x="4" y="15"/>
                    <a:pt x="4" y="15"/>
                    <a:pt x="4" y="15"/>
                  </a:cubicBezTo>
                  <a:cubicBezTo>
                    <a:pt x="4" y="17"/>
                    <a:pt x="4" y="17"/>
                    <a:pt x="4" y="17"/>
                  </a:cubicBezTo>
                  <a:cubicBezTo>
                    <a:pt x="4" y="17"/>
                    <a:pt x="5" y="18"/>
                    <a:pt x="5" y="18"/>
                  </a:cubicBezTo>
                  <a:cubicBezTo>
                    <a:pt x="6" y="18"/>
                    <a:pt x="6" y="18"/>
                    <a:pt x="6" y="18"/>
                  </a:cubicBezTo>
                  <a:cubicBezTo>
                    <a:pt x="7" y="18"/>
                    <a:pt x="7" y="18"/>
                    <a:pt x="8" y="18"/>
                  </a:cubicBezTo>
                  <a:cubicBezTo>
                    <a:pt x="9" y="18"/>
                    <a:pt x="9" y="18"/>
                    <a:pt x="9" y="18"/>
                  </a:cubicBezTo>
                  <a:cubicBezTo>
                    <a:pt x="10" y="18"/>
                    <a:pt x="10" y="18"/>
                    <a:pt x="10" y="18"/>
                  </a:cubicBezTo>
                  <a:cubicBezTo>
                    <a:pt x="11" y="18"/>
                    <a:pt x="11" y="17"/>
                    <a:pt x="11" y="17"/>
                  </a:cubicBezTo>
                  <a:cubicBezTo>
                    <a:pt x="12" y="16"/>
                    <a:pt x="12" y="15"/>
                    <a:pt x="12" y="15"/>
                  </a:cubicBezTo>
                  <a:lnTo>
                    <a:pt x="12" y="8"/>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5"/>
            <p:cNvSpPr>
              <a:spLocks/>
            </p:cNvSpPr>
            <p:nvPr/>
          </p:nvSpPr>
          <p:spPr bwMode="auto">
            <a:xfrm rot="16200000">
              <a:off x="1707245" y="3524622"/>
              <a:ext cx="109972" cy="131429"/>
            </a:xfrm>
            <a:custGeom>
              <a:avLst/>
              <a:gdLst>
                <a:gd name="T0" fmla="*/ 14 w 17"/>
                <a:gd name="T1" fmla="*/ 21 h 21"/>
                <a:gd name="T2" fmla="*/ 13 w 17"/>
                <a:gd name="T3" fmla="*/ 21 h 21"/>
                <a:gd name="T4" fmla="*/ 13 w 17"/>
                <a:gd name="T5" fmla="*/ 20 h 21"/>
                <a:gd name="T6" fmla="*/ 4 w 17"/>
                <a:gd name="T7" fmla="*/ 7 h 21"/>
                <a:gd name="T8" fmla="*/ 4 w 17"/>
                <a:gd name="T9" fmla="*/ 20 h 21"/>
                <a:gd name="T10" fmla="*/ 4 w 17"/>
                <a:gd name="T11" fmla="*/ 20 h 21"/>
                <a:gd name="T12" fmla="*/ 4 w 17"/>
                <a:gd name="T13" fmla="*/ 21 h 21"/>
                <a:gd name="T14" fmla="*/ 1 w 17"/>
                <a:gd name="T15" fmla="*/ 21 h 21"/>
                <a:gd name="T16" fmla="*/ 1 w 17"/>
                <a:gd name="T17" fmla="*/ 21 h 21"/>
                <a:gd name="T18" fmla="*/ 0 w 17"/>
                <a:gd name="T19" fmla="*/ 20 h 21"/>
                <a:gd name="T20" fmla="*/ 0 w 17"/>
                <a:gd name="T21" fmla="*/ 1 h 21"/>
                <a:gd name="T22" fmla="*/ 0 w 17"/>
                <a:gd name="T23" fmla="*/ 1 h 21"/>
                <a:gd name="T24" fmla="*/ 1 w 17"/>
                <a:gd name="T25" fmla="*/ 0 h 21"/>
                <a:gd name="T26" fmla="*/ 1 w 17"/>
                <a:gd name="T27" fmla="*/ 0 h 21"/>
                <a:gd name="T28" fmla="*/ 1 w 17"/>
                <a:gd name="T29" fmla="*/ 0 h 21"/>
                <a:gd name="T30" fmla="*/ 3 w 17"/>
                <a:gd name="T31" fmla="*/ 0 h 21"/>
                <a:gd name="T32" fmla="*/ 4 w 17"/>
                <a:gd name="T33" fmla="*/ 0 h 21"/>
                <a:gd name="T34" fmla="*/ 4 w 17"/>
                <a:gd name="T35" fmla="*/ 0 h 21"/>
                <a:gd name="T36" fmla="*/ 4 w 17"/>
                <a:gd name="T37" fmla="*/ 1 h 21"/>
                <a:gd name="T38" fmla="*/ 5 w 17"/>
                <a:gd name="T39" fmla="*/ 1 h 21"/>
                <a:gd name="T40" fmla="*/ 6 w 17"/>
                <a:gd name="T41" fmla="*/ 2 h 21"/>
                <a:gd name="T42" fmla="*/ 7 w 17"/>
                <a:gd name="T43" fmla="*/ 5 h 21"/>
                <a:gd name="T44" fmla="*/ 10 w 17"/>
                <a:gd name="T45" fmla="*/ 8 h 21"/>
                <a:gd name="T46" fmla="*/ 13 w 17"/>
                <a:gd name="T47" fmla="*/ 14 h 21"/>
                <a:gd name="T48" fmla="*/ 13 w 17"/>
                <a:gd name="T49" fmla="*/ 14 h 21"/>
                <a:gd name="T50" fmla="*/ 13 w 17"/>
                <a:gd name="T51" fmla="*/ 13 h 21"/>
                <a:gd name="T52" fmla="*/ 13 w 17"/>
                <a:gd name="T53" fmla="*/ 10 h 21"/>
                <a:gd name="T54" fmla="*/ 13 w 17"/>
                <a:gd name="T55" fmla="*/ 7 h 21"/>
                <a:gd name="T56" fmla="*/ 13 w 17"/>
                <a:gd name="T57" fmla="*/ 1 h 21"/>
                <a:gd name="T58" fmla="*/ 13 w 17"/>
                <a:gd name="T59" fmla="*/ 1 h 21"/>
                <a:gd name="T60" fmla="*/ 14 w 17"/>
                <a:gd name="T61" fmla="*/ 0 h 21"/>
                <a:gd name="T62" fmla="*/ 16 w 17"/>
                <a:gd name="T63" fmla="*/ 0 h 21"/>
                <a:gd name="T64" fmla="*/ 17 w 17"/>
                <a:gd name="T65" fmla="*/ 0 h 21"/>
                <a:gd name="T66" fmla="*/ 17 w 17"/>
                <a:gd name="T67" fmla="*/ 1 h 21"/>
                <a:gd name="T68" fmla="*/ 17 w 17"/>
                <a:gd name="T69" fmla="*/ 20 h 21"/>
                <a:gd name="T70" fmla="*/ 17 w 17"/>
                <a:gd name="T71" fmla="*/ 20 h 21"/>
                <a:gd name="T72" fmla="*/ 16 w 17"/>
                <a:gd name="T73" fmla="*/ 21 h 21"/>
                <a:gd name="T74" fmla="*/ 14 w 17"/>
                <a:gd name="T7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 h="21">
                  <a:moveTo>
                    <a:pt x="14" y="21"/>
                  </a:moveTo>
                  <a:cubicBezTo>
                    <a:pt x="13" y="21"/>
                    <a:pt x="13" y="21"/>
                    <a:pt x="13" y="21"/>
                  </a:cubicBezTo>
                  <a:cubicBezTo>
                    <a:pt x="13" y="20"/>
                    <a:pt x="13" y="20"/>
                    <a:pt x="13" y="20"/>
                  </a:cubicBezTo>
                  <a:cubicBezTo>
                    <a:pt x="4" y="7"/>
                    <a:pt x="4" y="7"/>
                    <a:pt x="4" y="7"/>
                  </a:cubicBezTo>
                  <a:cubicBezTo>
                    <a:pt x="4" y="20"/>
                    <a:pt x="4" y="20"/>
                    <a:pt x="4" y="20"/>
                  </a:cubicBezTo>
                  <a:cubicBezTo>
                    <a:pt x="4" y="20"/>
                    <a:pt x="4" y="20"/>
                    <a:pt x="4" y="20"/>
                  </a:cubicBezTo>
                  <a:cubicBezTo>
                    <a:pt x="4" y="21"/>
                    <a:pt x="4" y="21"/>
                    <a:pt x="4" y="21"/>
                  </a:cubicBezTo>
                  <a:cubicBezTo>
                    <a:pt x="1" y="21"/>
                    <a:pt x="1" y="21"/>
                    <a:pt x="1" y="21"/>
                  </a:cubicBezTo>
                  <a:cubicBezTo>
                    <a:pt x="1" y="21"/>
                    <a:pt x="1" y="21"/>
                    <a:pt x="1" y="21"/>
                  </a:cubicBezTo>
                  <a:cubicBezTo>
                    <a:pt x="1" y="20"/>
                    <a:pt x="0" y="20"/>
                    <a:pt x="0" y="20"/>
                  </a:cubicBezTo>
                  <a:cubicBezTo>
                    <a:pt x="0" y="1"/>
                    <a:pt x="0" y="1"/>
                    <a:pt x="0" y="1"/>
                  </a:cubicBezTo>
                  <a:cubicBezTo>
                    <a:pt x="0" y="1"/>
                    <a:pt x="0" y="1"/>
                    <a:pt x="0" y="1"/>
                  </a:cubicBezTo>
                  <a:cubicBezTo>
                    <a:pt x="1" y="0"/>
                    <a:pt x="1" y="0"/>
                    <a:pt x="1" y="0"/>
                  </a:cubicBezTo>
                  <a:cubicBezTo>
                    <a:pt x="1" y="0"/>
                    <a:pt x="1" y="0"/>
                    <a:pt x="1" y="0"/>
                  </a:cubicBezTo>
                  <a:cubicBezTo>
                    <a:pt x="1" y="0"/>
                    <a:pt x="1" y="0"/>
                    <a:pt x="1" y="0"/>
                  </a:cubicBezTo>
                  <a:cubicBezTo>
                    <a:pt x="3" y="0"/>
                    <a:pt x="3" y="0"/>
                    <a:pt x="3" y="0"/>
                  </a:cubicBezTo>
                  <a:cubicBezTo>
                    <a:pt x="4" y="0"/>
                    <a:pt x="4" y="0"/>
                    <a:pt x="4" y="0"/>
                  </a:cubicBezTo>
                  <a:cubicBezTo>
                    <a:pt x="4" y="0"/>
                    <a:pt x="4" y="0"/>
                    <a:pt x="4" y="0"/>
                  </a:cubicBezTo>
                  <a:cubicBezTo>
                    <a:pt x="4" y="1"/>
                    <a:pt x="4" y="1"/>
                    <a:pt x="4" y="1"/>
                  </a:cubicBezTo>
                  <a:cubicBezTo>
                    <a:pt x="4" y="1"/>
                    <a:pt x="5" y="1"/>
                    <a:pt x="5" y="1"/>
                  </a:cubicBezTo>
                  <a:cubicBezTo>
                    <a:pt x="5" y="1"/>
                    <a:pt x="5" y="2"/>
                    <a:pt x="6" y="2"/>
                  </a:cubicBezTo>
                  <a:cubicBezTo>
                    <a:pt x="6" y="2"/>
                    <a:pt x="6" y="4"/>
                    <a:pt x="7" y="5"/>
                  </a:cubicBezTo>
                  <a:cubicBezTo>
                    <a:pt x="8" y="5"/>
                    <a:pt x="9" y="7"/>
                    <a:pt x="10" y="8"/>
                  </a:cubicBezTo>
                  <a:cubicBezTo>
                    <a:pt x="11" y="10"/>
                    <a:pt x="12" y="12"/>
                    <a:pt x="13" y="14"/>
                  </a:cubicBezTo>
                  <a:cubicBezTo>
                    <a:pt x="13" y="14"/>
                    <a:pt x="13" y="14"/>
                    <a:pt x="13" y="14"/>
                  </a:cubicBezTo>
                  <a:cubicBezTo>
                    <a:pt x="13" y="14"/>
                    <a:pt x="13" y="13"/>
                    <a:pt x="13" y="13"/>
                  </a:cubicBezTo>
                  <a:cubicBezTo>
                    <a:pt x="13" y="13"/>
                    <a:pt x="13" y="11"/>
                    <a:pt x="13" y="10"/>
                  </a:cubicBezTo>
                  <a:cubicBezTo>
                    <a:pt x="13" y="10"/>
                    <a:pt x="13" y="8"/>
                    <a:pt x="13" y="7"/>
                  </a:cubicBezTo>
                  <a:cubicBezTo>
                    <a:pt x="13" y="5"/>
                    <a:pt x="13" y="3"/>
                    <a:pt x="13" y="1"/>
                  </a:cubicBezTo>
                  <a:cubicBezTo>
                    <a:pt x="13" y="1"/>
                    <a:pt x="13" y="1"/>
                    <a:pt x="13" y="1"/>
                  </a:cubicBezTo>
                  <a:cubicBezTo>
                    <a:pt x="13" y="1"/>
                    <a:pt x="13" y="0"/>
                    <a:pt x="14" y="0"/>
                  </a:cubicBezTo>
                  <a:cubicBezTo>
                    <a:pt x="16" y="0"/>
                    <a:pt x="16" y="0"/>
                    <a:pt x="16" y="0"/>
                  </a:cubicBezTo>
                  <a:cubicBezTo>
                    <a:pt x="17" y="0"/>
                    <a:pt x="17" y="0"/>
                    <a:pt x="17" y="0"/>
                  </a:cubicBezTo>
                  <a:cubicBezTo>
                    <a:pt x="17" y="0"/>
                    <a:pt x="17" y="1"/>
                    <a:pt x="17" y="1"/>
                  </a:cubicBezTo>
                  <a:cubicBezTo>
                    <a:pt x="17" y="20"/>
                    <a:pt x="17" y="20"/>
                    <a:pt x="17" y="20"/>
                  </a:cubicBezTo>
                  <a:cubicBezTo>
                    <a:pt x="17" y="20"/>
                    <a:pt x="17" y="20"/>
                    <a:pt x="17" y="20"/>
                  </a:cubicBezTo>
                  <a:cubicBezTo>
                    <a:pt x="17" y="21"/>
                    <a:pt x="16" y="21"/>
                    <a:pt x="16" y="21"/>
                  </a:cubicBezTo>
                  <a:lnTo>
                    <a:pt x="14" y="21"/>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6"/>
            <p:cNvSpPr>
              <a:spLocks/>
            </p:cNvSpPr>
            <p:nvPr/>
          </p:nvSpPr>
          <p:spPr bwMode="auto">
            <a:xfrm rot="16200000">
              <a:off x="1909752" y="4464745"/>
              <a:ext cx="18777" cy="101925"/>
            </a:xfrm>
            <a:custGeom>
              <a:avLst/>
              <a:gdLst>
                <a:gd name="T0" fmla="*/ 7 w 7"/>
                <a:gd name="T1" fmla="*/ 38 h 38"/>
                <a:gd name="T2" fmla="*/ 2 w 7"/>
                <a:gd name="T3" fmla="*/ 38 h 38"/>
                <a:gd name="T4" fmla="*/ 2 w 7"/>
                <a:gd name="T5" fmla="*/ 38 h 38"/>
                <a:gd name="T6" fmla="*/ 0 w 7"/>
                <a:gd name="T7" fmla="*/ 35 h 38"/>
                <a:gd name="T8" fmla="*/ 0 w 7"/>
                <a:gd name="T9" fmla="*/ 0 h 38"/>
                <a:gd name="T10" fmla="*/ 2 w 7"/>
                <a:gd name="T11" fmla="*/ 0 h 38"/>
                <a:gd name="T12" fmla="*/ 2 w 7"/>
                <a:gd name="T13" fmla="*/ 0 h 38"/>
                <a:gd name="T14" fmla="*/ 7 w 7"/>
                <a:gd name="T15" fmla="*/ 0 h 38"/>
                <a:gd name="T16" fmla="*/ 7 w 7"/>
                <a:gd name="T17" fmla="*/ 0 h 38"/>
                <a:gd name="T18" fmla="*/ 7 w 7"/>
                <a:gd name="T19" fmla="*/ 0 h 38"/>
                <a:gd name="T20" fmla="*/ 7 w 7"/>
                <a:gd name="T21" fmla="*/ 35 h 38"/>
                <a:gd name="T22" fmla="*/ 7 w 7"/>
                <a:gd name="T23" fmla="*/ 38 h 38"/>
                <a:gd name="T24" fmla="*/ 7 w 7"/>
                <a:gd name="T2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 h="38">
                  <a:moveTo>
                    <a:pt x="7" y="38"/>
                  </a:moveTo>
                  <a:lnTo>
                    <a:pt x="2" y="38"/>
                  </a:lnTo>
                  <a:lnTo>
                    <a:pt x="2" y="38"/>
                  </a:lnTo>
                  <a:lnTo>
                    <a:pt x="0" y="35"/>
                  </a:lnTo>
                  <a:lnTo>
                    <a:pt x="0" y="0"/>
                  </a:lnTo>
                  <a:lnTo>
                    <a:pt x="2" y="0"/>
                  </a:lnTo>
                  <a:lnTo>
                    <a:pt x="2" y="0"/>
                  </a:lnTo>
                  <a:lnTo>
                    <a:pt x="7" y="0"/>
                  </a:lnTo>
                  <a:lnTo>
                    <a:pt x="7" y="0"/>
                  </a:lnTo>
                  <a:lnTo>
                    <a:pt x="7" y="0"/>
                  </a:lnTo>
                  <a:lnTo>
                    <a:pt x="7" y="35"/>
                  </a:lnTo>
                  <a:lnTo>
                    <a:pt x="7" y="38"/>
                  </a:lnTo>
                  <a:lnTo>
                    <a:pt x="7" y="38"/>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7"/>
            <p:cNvSpPr>
              <a:spLocks/>
            </p:cNvSpPr>
            <p:nvPr/>
          </p:nvSpPr>
          <p:spPr bwMode="auto">
            <a:xfrm rot="16200000">
              <a:off x="1881591" y="4390985"/>
              <a:ext cx="75102" cy="101925"/>
            </a:xfrm>
            <a:custGeom>
              <a:avLst/>
              <a:gdLst>
                <a:gd name="T0" fmla="*/ 12 w 12"/>
                <a:gd name="T1" fmla="*/ 16 h 16"/>
                <a:gd name="T2" fmla="*/ 10 w 12"/>
                <a:gd name="T3" fmla="*/ 16 h 16"/>
                <a:gd name="T4" fmla="*/ 10 w 12"/>
                <a:gd name="T5" fmla="*/ 16 h 16"/>
                <a:gd name="T6" fmla="*/ 9 w 12"/>
                <a:gd name="T7" fmla="*/ 15 h 16"/>
                <a:gd name="T8" fmla="*/ 3 w 12"/>
                <a:gd name="T9" fmla="*/ 5 h 16"/>
                <a:gd name="T10" fmla="*/ 2 w 12"/>
                <a:gd name="T11" fmla="*/ 4 h 16"/>
                <a:gd name="T12" fmla="*/ 2 w 12"/>
                <a:gd name="T13" fmla="*/ 5 h 16"/>
                <a:gd name="T14" fmla="*/ 2 w 12"/>
                <a:gd name="T15" fmla="*/ 15 h 16"/>
                <a:gd name="T16" fmla="*/ 2 w 12"/>
                <a:gd name="T17" fmla="*/ 16 h 16"/>
                <a:gd name="T18" fmla="*/ 2 w 12"/>
                <a:gd name="T19" fmla="*/ 16 h 16"/>
                <a:gd name="T20" fmla="*/ 0 w 12"/>
                <a:gd name="T21" fmla="*/ 16 h 16"/>
                <a:gd name="T22" fmla="*/ 0 w 12"/>
                <a:gd name="T23" fmla="*/ 16 h 16"/>
                <a:gd name="T24" fmla="*/ 0 w 12"/>
                <a:gd name="T25" fmla="*/ 15 h 16"/>
                <a:gd name="T26" fmla="*/ 0 w 12"/>
                <a:gd name="T27" fmla="*/ 1 h 16"/>
                <a:gd name="T28" fmla="*/ 0 w 12"/>
                <a:gd name="T29" fmla="*/ 0 h 16"/>
                <a:gd name="T30" fmla="*/ 0 w 12"/>
                <a:gd name="T31" fmla="*/ 0 h 16"/>
                <a:gd name="T32" fmla="*/ 2 w 12"/>
                <a:gd name="T33" fmla="*/ 0 h 16"/>
                <a:gd name="T34" fmla="*/ 2 w 12"/>
                <a:gd name="T35" fmla="*/ 0 h 16"/>
                <a:gd name="T36" fmla="*/ 2 w 12"/>
                <a:gd name="T37" fmla="*/ 0 h 16"/>
                <a:gd name="T38" fmla="*/ 2 w 12"/>
                <a:gd name="T39" fmla="*/ 0 h 16"/>
                <a:gd name="T40" fmla="*/ 3 w 12"/>
                <a:gd name="T41" fmla="*/ 0 h 16"/>
                <a:gd name="T42" fmla="*/ 9 w 12"/>
                <a:gd name="T43" fmla="*/ 11 h 16"/>
                <a:gd name="T44" fmla="*/ 10 w 12"/>
                <a:gd name="T45" fmla="*/ 12 h 16"/>
                <a:gd name="T46" fmla="*/ 10 w 12"/>
                <a:gd name="T47" fmla="*/ 11 h 16"/>
                <a:gd name="T48" fmla="*/ 10 w 12"/>
                <a:gd name="T49" fmla="*/ 1 h 16"/>
                <a:gd name="T50" fmla="*/ 10 w 12"/>
                <a:gd name="T51" fmla="*/ 0 h 16"/>
                <a:gd name="T52" fmla="*/ 10 w 12"/>
                <a:gd name="T53" fmla="*/ 0 h 16"/>
                <a:gd name="T54" fmla="*/ 12 w 12"/>
                <a:gd name="T55" fmla="*/ 0 h 16"/>
                <a:gd name="T56" fmla="*/ 12 w 12"/>
                <a:gd name="T57" fmla="*/ 0 h 16"/>
                <a:gd name="T58" fmla="*/ 12 w 12"/>
                <a:gd name="T59" fmla="*/ 1 h 16"/>
                <a:gd name="T60" fmla="*/ 12 w 12"/>
                <a:gd name="T61" fmla="*/ 15 h 16"/>
                <a:gd name="T62" fmla="*/ 12 w 12"/>
                <a:gd name="T63"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 h="16">
                  <a:moveTo>
                    <a:pt x="12" y="16"/>
                  </a:moveTo>
                  <a:cubicBezTo>
                    <a:pt x="10" y="16"/>
                    <a:pt x="10" y="16"/>
                    <a:pt x="10" y="16"/>
                  </a:cubicBezTo>
                  <a:cubicBezTo>
                    <a:pt x="10" y="16"/>
                    <a:pt x="10" y="16"/>
                    <a:pt x="10" y="16"/>
                  </a:cubicBezTo>
                  <a:cubicBezTo>
                    <a:pt x="9" y="15"/>
                    <a:pt x="9" y="15"/>
                    <a:pt x="9" y="15"/>
                  </a:cubicBezTo>
                  <a:cubicBezTo>
                    <a:pt x="3" y="5"/>
                    <a:pt x="3" y="5"/>
                    <a:pt x="3" y="5"/>
                  </a:cubicBezTo>
                  <a:cubicBezTo>
                    <a:pt x="2" y="4"/>
                    <a:pt x="2" y="4"/>
                    <a:pt x="2" y="4"/>
                  </a:cubicBezTo>
                  <a:cubicBezTo>
                    <a:pt x="2" y="4"/>
                    <a:pt x="2" y="4"/>
                    <a:pt x="2" y="5"/>
                  </a:cubicBezTo>
                  <a:cubicBezTo>
                    <a:pt x="2" y="15"/>
                    <a:pt x="2" y="15"/>
                    <a:pt x="2" y="15"/>
                  </a:cubicBezTo>
                  <a:cubicBezTo>
                    <a:pt x="2" y="16"/>
                    <a:pt x="2" y="16"/>
                    <a:pt x="2" y="16"/>
                  </a:cubicBezTo>
                  <a:cubicBezTo>
                    <a:pt x="2" y="16"/>
                    <a:pt x="2" y="16"/>
                    <a:pt x="2" y="16"/>
                  </a:cubicBezTo>
                  <a:cubicBezTo>
                    <a:pt x="0" y="16"/>
                    <a:pt x="0" y="16"/>
                    <a:pt x="0" y="16"/>
                  </a:cubicBezTo>
                  <a:cubicBezTo>
                    <a:pt x="0" y="16"/>
                    <a:pt x="0" y="16"/>
                    <a:pt x="0" y="16"/>
                  </a:cubicBezTo>
                  <a:cubicBezTo>
                    <a:pt x="0" y="15"/>
                    <a:pt x="0" y="15"/>
                    <a:pt x="0" y="15"/>
                  </a:cubicBezTo>
                  <a:cubicBezTo>
                    <a:pt x="0" y="1"/>
                    <a:pt x="0" y="1"/>
                    <a:pt x="0" y="1"/>
                  </a:cubicBezTo>
                  <a:cubicBezTo>
                    <a:pt x="0" y="0"/>
                    <a:pt x="0" y="0"/>
                    <a:pt x="0" y="0"/>
                  </a:cubicBezTo>
                  <a:cubicBezTo>
                    <a:pt x="0" y="0"/>
                    <a:pt x="0" y="0"/>
                    <a:pt x="0" y="0"/>
                  </a:cubicBezTo>
                  <a:cubicBezTo>
                    <a:pt x="2" y="0"/>
                    <a:pt x="2" y="0"/>
                    <a:pt x="2" y="0"/>
                  </a:cubicBezTo>
                  <a:cubicBezTo>
                    <a:pt x="2" y="0"/>
                    <a:pt x="2" y="0"/>
                    <a:pt x="2" y="0"/>
                  </a:cubicBezTo>
                  <a:cubicBezTo>
                    <a:pt x="2" y="0"/>
                    <a:pt x="2" y="0"/>
                    <a:pt x="2" y="0"/>
                  </a:cubicBezTo>
                  <a:cubicBezTo>
                    <a:pt x="2" y="0"/>
                    <a:pt x="2" y="0"/>
                    <a:pt x="2" y="0"/>
                  </a:cubicBezTo>
                  <a:cubicBezTo>
                    <a:pt x="3" y="0"/>
                    <a:pt x="3" y="0"/>
                    <a:pt x="3" y="0"/>
                  </a:cubicBezTo>
                  <a:cubicBezTo>
                    <a:pt x="9" y="11"/>
                    <a:pt x="9" y="11"/>
                    <a:pt x="9" y="11"/>
                  </a:cubicBezTo>
                  <a:cubicBezTo>
                    <a:pt x="10" y="12"/>
                    <a:pt x="10" y="12"/>
                    <a:pt x="10" y="12"/>
                  </a:cubicBezTo>
                  <a:cubicBezTo>
                    <a:pt x="10" y="11"/>
                    <a:pt x="10" y="11"/>
                    <a:pt x="10" y="11"/>
                  </a:cubicBezTo>
                  <a:cubicBezTo>
                    <a:pt x="10" y="1"/>
                    <a:pt x="10" y="1"/>
                    <a:pt x="10" y="1"/>
                  </a:cubicBezTo>
                  <a:cubicBezTo>
                    <a:pt x="10" y="0"/>
                    <a:pt x="10" y="0"/>
                    <a:pt x="10" y="0"/>
                  </a:cubicBezTo>
                  <a:cubicBezTo>
                    <a:pt x="10" y="0"/>
                    <a:pt x="10" y="0"/>
                    <a:pt x="10" y="0"/>
                  </a:cubicBezTo>
                  <a:cubicBezTo>
                    <a:pt x="12" y="0"/>
                    <a:pt x="12" y="0"/>
                    <a:pt x="12" y="0"/>
                  </a:cubicBezTo>
                  <a:cubicBezTo>
                    <a:pt x="12" y="0"/>
                    <a:pt x="12" y="0"/>
                    <a:pt x="12" y="0"/>
                  </a:cubicBezTo>
                  <a:cubicBezTo>
                    <a:pt x="12" y="1"/>
                    <a:pt x="12" y="1"/>
                    <a:pt x="12" y="1"/>
                  </a:cubicBezTo>
                  <a:cubicBezTo>
                    <a:pt x="12" y="15"/>
                    <a:pt x="12" y="15"/>
                    <a:pt x="12" y="15"/>
                  </a:cubicBezTo>
                  <a:cubicBezTo>
                    <a:pt x="12" y="16"/>
                    <a:pt x="12" y="16"/>
                    <a:pt x="12" y="16"/>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8"/>
            <p:cNvSpPr>
              <a:spLocks/>
            </p:cNvSpPr>
            <p:nvPr/>
          </p:nvSpPr>
          <p:spPr bwMode="auto">
            <a:xfrm rot="16200000">
              <a:off x="1893659" y="4295764"/>
              <a:ext cx="50963" cy="101925"/>
            </a:xfrm>
            <a:custGeom>
              <a:avLst/>
              <a:gdLst>
                <a:gd name="T0" fmla="*/ 19 w 19"/>
                <a:gd name="T1" fmla="*/ 4 h 38"/>
                <a:gd name="T2" fmla="*/ 7 w 19"/>
                <a:gd name="T3" fmla="*/ 4 h 38"/>
                <a:gd name="T4" fmla="*/ 5 w 19"/>
                <a:gd name="T5" fmla="*/ 4 h 38"/>
                <a:gd name="T6" fmla="*/ 5 w 19"/>
                <a:gd name="T7" fmla="*/ 4 h 38"/>
                <a:gd name="T8" fmla="*/ 5 w 19"/>
                <a:gd name="T9" fmla="*/ 14 h 38"/>
                <a:gd name="T10" fmla="*/ 5 w 19"/>
                <a:gd name="T11" fmla="*/ 16 h 38"/>
                <a:gd name="T12" fmla="*/ 5 w 19"/>
                <a:gd name="T13" fmla="*/ 16 h 38"/>
                <a:gd name="T14" fmla="*/ 17 w 19"/>
                <a:gd name="T15" fmla="*/ 16 h 38"/>
                <a:gd name="T16" fmla="*/ 19 w 19"/>
                <a:gd name="T17" fmla="*/ 16 h 38"/>
                <a:gd name="T18" fmla="*/ 19 w 19"/>
                <a:gd name="T19" fmla="*/ 16 h 38"/>
                <a:gd name="T20" fmla="*/ 17 w 19"/>
                <a:gd name="T21" fmla="*/ 21 h 38"/>
                <a:gd name="T22" fmla="*/ 17 w 19"/>
                <a:gd name="T23" fmla="*/ 21 h 38"/>
                <a:gd name="T24" fmla="*/ 15 w 19"/>
                <a:gd name="T25" fmla="*/ 21 h 38"/>
                <a:gd name="T26" fmla="*/ 7 w 19"/>
                <a:gd name="T27" fmla="*/ 21 h 38"/>
                <a:gd name="T28" fmla="*/ 5 w 19"/>
                <a:gd name="T29" fmla="*/ 21 h 38"/>
                <a:gd name="T30" fmla="*/ 5 w 19"/>
                <a:gd name="T31" fmla="*/ 23 h 38"/>
                <a:gd name="T32" fmla="*/ 5 w 19"/>
                <a:gd name="T33" fmla="*/ 38 h 38"/>
                <a:gd name="T34" fmla="*/ 5 w 19"/>
                <a:gd name="T35" fmla="*/ 38 h 38"/>
                <a:gd name="T36" fmla="*/ 0 w 19"/>
                <a:gd name="T37" fmla="*/ 38 h 38"/>
                <a:gd name="T38" fmla="*/ 0 w 19"/>
                <a:gd name="T39" fmla="*/ 38 h 38"/>
                <a:gd name="T40" fmla="*/ 0 w 19"/>
                <a:gd name="T41" fmla="*/ 35 h 38"/>
                <a:gd name="T42" fmla="*/ 0 w 19"/>
                <a:gd name="T43" fmla="*/ 2 h 38"/>
                <a:gd name="T44" fmla="*/ 0 w 19"/>
                <a:gd name="T45" fmla="*/ 0 h 38"/>
                <a:gd name="T46" fmla="*/ 0 w 19"/>
                <a:gd name="T47" fmla="*/ 0 h 38"/>
                <a:gd name="T48" fmla="*/ 19 w 19"/>
                <a:gd name="T49" fmla="*/ 0 h 38"/>
                <a:gd name="T50" fmla="*/ 19 w 19"/>
                <a:gd name="T51" fmla="*/ 0 h 38"/>
                <a:gd name="T52" fmla="*/ 19 w 19"/>
                <a:gd name="T53" fmla="*/ 0 h 38"/>
                <a:gd name="T54" fmla="*/ 19 w 19"/>
                <a:gd name="T55" fmla="*/ 2 h 38"/>
                <a:gd name="T56" fmla="*/ 19 w 19"/>
                <a:gd name="T57" fmla="*/ 4 h 38"/>
                <a:gd name="T58" fmla="*/ 19 w 19"/>
                <a:gd name="T59"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 h="38">
                  <a:moveTo>
                    <a:pt x="19" y="4"/>
                  </a:moveTo>
                  <a:lnTo>
                    <a:pt x="7" y="4"/>
                  </a:lnTo>
                  <a:lnTo>
                    <a:pt x="5" y="4"/>
                  </a:lnTo>
                  <a:lnTo>
                    <a:pt x="5" y="4"/>
                  </a:lnTo>
                  <a:lnTo>
                    <a:pt x="5" y="14"/>
                  </a:lnTo>
                  <a:lnTo>
                    <a:pt x="5" y="16"/>
                  </a:lnTo>
                  <a:lnTo>
                    <a:pt x="5" y="16"/>
                  </a:lnTo>
                  <a:lnTo>
                    <a:pt x="17" y="16"/>
                  </a:lnTo>
                  <a:lnTo>
                    <a:pt x="19" y="16"/>
                  </a:lnTo>
                  <a:lnTo>
                    <a:pt x="19" y="16"/>
                  </a:lnTo>
                  <a:lnTo>
                    <a:pt x="17" y="21"/>
                  </a:lnTo>
                  <a:lnTo>
                    <a:pt x="17" y="21"/>
                  </a:lnTo>
                  <a:lnTo>
                    <a:pt x="15" y="21"/>
                  </a:lnTo>
                  <a:lnTo>
                    <a:pt x="7" y="21"/>
                  </a:lnTo>
                  <a:lnTo>
                    <a:pt x="5" y="21"/>
                  </a:lnTo>
                  <a:lnTo>
                    <a:pt x="5" y="23"/>
                  </a:lnTo>
                  <a:lnTo>
                    <a:pt x="5" y="38"/>
                  </a:lnTo>
                  <a:lnTo>
                    <a:pt x="5" y="38"/>
                  </a:lnTo>
                  <a:lnTo>
                    <a:pt x="0" y="38"/>
                  </a:lnTo>
                  <a:lnTo>
                    <a:pt x="0" y="38"/>
                  </a:lnTo>
                  <a:lnTo>
                    <a:pt x="0" y="35"/>
                  </a:lnTo>
                  <a:lnTo>
                    <a:pt x="0" y="2"/>
                  </a:lnTo>
                  <a:lnTo>
                    <a:pt x="0" y="0"/>
                  </a:lnTo>
                  <a:lnTo>
                    <a:pt x="0" y="0"/>
                  </a:lnTo>
                  <a:lnTo>
                    <a:pt x="19" y="0"/>
                  </a:lnTo>
                  <a:lnTo>
                    <a:pt x="19" y="0"/>
                  </a:lnTo>
                  <a:lnTo>
                    <a:pt x="19" y="0"/>
                  </a:lnTo>
                  <a:lnTo>
                    <a:pt x="19" y="2"/>
                  </a:lnTo>
                  <a:lnTo>
                    <a:pt x="19" y="4"/>
                  </a:lnTo>
                  <a:lnTo>
                    <a:pt x="19" y="4"/>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59"/>
            <p:cNvSpPr>
              <a:spLocks noEditPoints="1"/>
            </p:cNvSpPr>
            <p:nvPr/>
          </p:nvSpPr>
          <p:spPr bwMode="auto">
            <a:xfrm rot="16200000">
              <a:off x="1876223" y="4200544"/>
              <a:ext cx="77786" cy="109972"/>
            </a:xfrm>
            <a:custGeom>
              <a:avLst/>
              <a:gdLst>
                <a:gd name="T0" fmla="*/ 6 w 12"/>
                <a:gd name="T1" fmla="*/ 17 h 17"/>
                <a:gd name="T2" fmla="*/ 4 w 12"/>
                <a:gd name="T3" fmla="*/ 17 h 17"/>
                <a:gd name="T4" fmla="*/ 2 w 12"/>
                <a:gd name="T5" fmla="*/ 16 h 17"/>
                <a:gd name="T6" fmla="*/ 0 w 12"/>
                <a:gd name="T7" fmla="*/ 15 h 17"/>
                <a:gd name="T8" fmla="*/ 0 w 12"/>
                <a:gd name="T9" fmla="*/ 12 h 17"/>
                <a:gd name="T10" fmla="*/ 0 w 12"/>
                <a:gd name="T11" fmla="*/ 6 h 17"/>
                <a:gd name="T12" fmla="*/ 1 w 12"/>
                <a:gd name="T13" fmla="*/ 2 h 17"/>
                <a:gd name="T14" fmla="*/ 6 w 12"/>
                <a:gd name="T15" fmla="*/ 0 h 17"/>
                <a:gd name="T16" fmla="*/ 8 w 12"/>
                <a:gd name="T17" fmla="*/ 1 h 17"/>
                <a:gd name="T18" fmla="*/ 10 w 12"/>
                <a:gd name="T19" fmla="*/ 2 h 17"/>
                <a:gd name="T20" fmla="*/ 11 w 12"/>
                <a:gd name="T21" fmla="*/ 3 h 17"/>
                <a:gd name="T22" fmla="*/ 12 w 12"/>
                <a:gd name="T23" fmla="*/ 6 h 17"/>
                <a:gd name="T24" fmla="*/ 12 w 12"/>
                <a:gd name="T25" fmla="*/ 12 h 17"/>
                <a:gd name="T26" fmla="*/ 11 w 12"/>
                <a:gd name="T27" fmla="*/ 15 h 17"/>
                <a:gd name="T28" fmla="*/ 9 w 12"/>
                <a:gd name="T29" fmla="*/ 16 h 17"/>
                <a:gd name="T30" fmla="*/ 8 w 12"/>
                <a:gd name="T31" fmla="*/ 17 h 17"/>
                <a:gd name="T32" fmla="*/ 6 w 12"/>
                <a:gd name="T33" fmla="*/ 17 h 17"/>
                <a:gd name="T34" fmla="*/ 9 w 12"/>
                <a:gd name="T35" fmla="*/ 6 h 17"/>
                <a:gd name="T36" fmla="*/ 8 w 12"/>
                <a:gd name="T37" fmla="*/ 3 h 17"/>
                <a:gd name="T38" fmla="*/ 6 w 12"/>
                <a:gd name="T39" fmla="*/ 3 h 17"/>
                <a:gd name="T40" fmla="*/ 3 w 12"/>
                <a:gd name="T41" fmla="*/ 3 h 17"/>
                <a:gd name="T42" fmla="*/ 2 w 12"/>
                <a:gd name="T43" fmla="*/ 6 h 17"/>
                <a:gd name="T44" fmla="*/ 2 w 12"/>
                <a:gd name="T45" fmla="*/ 12 h 17"/>
                <a:gd name="T46" fmla="*/ 2 w 12"/>
                <a:gd name="T47" fmla="*/ 13 h 17"/>
                <a:gd name="T48" fmla="*/ 3 w 12"/>
                <a:gd name="T49" fmla="*/ 14 h 17"/>
                <a:gd name="T50" fmla="*/ 4 w 12"/>
                <a:gd name="T51" fmla="*/ 15 h 17"/>
                <a:gd name="T52" fmla="*/ 6 w 12"/>
                <a:gd name="T53" fmla="*/ 15 h 17"/>
                <a:gd name="T54" fmla="*/ 7 w 12"/>
                <a:gd name="T55" fmla="*/ 15 h 17"/>
                <a:gd name="T56" fmla="*/ 8 w 12"/>
                <a:gd name="T57" fmla="*/ 14 h 17"/>
                <a:gd name="T58" fmla="*/ 9 w 12"/>
                <a:gd name="T59" fmla="*/ 13 h 17"/>
                <a:gd name="T60" fmla="*/ 9 w 12"/>
                <a:gd name="T61" fmla="*/ 11 h 17"/>
                <a:gd name="T62" fmla="*/ 9 w 12"/>
                <a:gd name="T63"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 h="17">
                  <a:moveTo>
                    <a:pt x="6" y="17"/>
                  </a:moveTo>
                  <a:cubicBezTo>
                    <a:pt x="5" y="17"/>
                    <a:pt x="5" y="17"/>
                    <a:pt x="4" y="17"/>
                  </a:cubicBezTo>
                  <a:cubicBezTo>
                    <a:pt x="3" y="17"/>
                    <a:pt x="2" y="17"/>
                    <a:pt x="2" y="16"/>
                  </a:cubicBezTo>
                  <a:cubicBezTo>
                    <a:pt x="1" y="16"/>
                    <a:pt x="1" y="16"/>
                    <a:pt x="0" y="15"/>
                  </a:cubicBezTo>
                  <a:cubicBezTo>
                    <a:pt x="0" y="14"/>
                    <a:pt x="0" y="13"/>
                    <a:pt x="0" y="12"/>
                  </a:cubicBezTo>
                  <a:cubicBezTo>
                    <a:pt x="0" y="6"/>
                    <a:pt x="0" y="6"/>
                    <a:pt x="0" y="6"/>
                  </a:cubicBezTo>
                  <a:cubicBezTo>
                    <a:pt x="0" y="4"/>
                    <a:pt x="0" y="3"/>
                    <a:pt x="1" y="2"/>
                  </a:cubicBezTo>
                  <a:cubicBezTo>
                    <a:pt x="2" y="1"/>
                    <a:pt x="4" y="0"/>
                    <a:pt x="6" y="0"/>
                  </a:cubicBezTo>
                  <a:cubicBezTo>
                    <a:pt x="6" y="0"/>
                    <a:pt x="7" y="1"/>
                    <a:pt x="8" y="1"/>
                  </a:cubicBezTo>
                  <a:cubicBezTo>
                    <a:pt x="9" y="1"/>
                    <a:pt x="9" y="1"/>
                    <a:pt x="10" y="2"/>
                  </a:cubicBezTo>
                  <a:cubicBezTo>
                    <a:pt x="10" y="2"/>
                    <a:pt x="11" y="3"/>
                    <a:pt x="11" y="3"/>
                  </a:cubicBezTo>
                  <a:cubicBezTo>
                    <a:pt x="12" y="4"/>
                    <a:pt x="12" y="5"/>
                    <a:pt x="12" y="6"/>
                  </a:cubicBezTo>
                  <a:cubicBezTo>
                    <a:pt x="12" y="12"/>
                    <a:pt x="12" y="12"/>
                    <a:pt x="12" y="12"/>
                  </a:cubicBezTo>
                  <a:cubicBezTo>
                    <a:pt x="12" y="13"/>
                    <a:pt x="11" y="14"/>
                    <a:pt x="11" y="15"/>
                  </a:cubicBezTo>
                  <a:cubicBezTo>
                    <a:pt x="11" y="15"/>
                    <a:pt x="10" y="16"/>
                    <a:pt x="9" y="16"/>
                  </a:cubicBezTo>
                  <a:cubicBezTo>
                    <a:pt x="9" y="17"/>
                    <a:pt x="8" y="17"/>
                    <a:pt x="8" y="17"/>
                  </a:cubicBezTo>
                  <a:cubicBezTo>
                    <a:pt x="7" y="17"/>
                    <a:pt x="6" y="17"/>
                    <a:pt x="6" y="17"/>
                  </a:cubicBezTo>
                  <a:close/>
                  <a:moveTo>
                    <a:pt x="9" y="6"/>
                  </a:moveTo>
                  <a:cubicBezTo>
                    <a:pt x="9" y="5"/>
                    <a:pt x="9" y="4"/>
                    <a:pt x="8" y="3"/>
                  </a:cubicBezTo>
                  <a:cubicBezTo>
                    <a:pt x="8" y="3"/>
                    <a:pt x="7" y="3"/>
                    <a:pt x="6" y="3"/>
                  </a:cubicBezTo>
                  <a:cubicBezTo>
                    <a:pt x="4" y="3"/>
                    <a:pt x="3" y="3"/>
                    <a:pt x="3" y="3"/>
                  </a:cubicBezTo>
                  <a:cubicBezTo>
                    <a:pt x="2" y="4"/>
                    <a:pt x="2" y="5"/>
                    <a:pt x="2" y="6"/>
                  </a:cubicBezTo>
                  <a:cubicBezTo>
                    <a:pt x="2" y="12"/>
                    <a:pt x="2" y="12"/>
                    <a:pt x="2" y="12"/>
                  </a:cubicBezTo>
                  <a:cubicBezTo>
                    <a:pt x="2" y="12"/>
                    <a:pt x="2" y="13"/>
                    <a:pt x="2" y="13"/>
                  </a:cubicBezTo>
                  <a:cubicBezTo>
                    <a:pt x="3" y="14"/>
                    <a:pt x="3" y="14"/>
                    <a:pt x="3" y="14"/>
                  </a:cubicBezTo>
                  <a:cubicBezTo>
                    <a:pt x="4" y="14"/>
                    <a:pt x="4" y="15"/>
                    <a:pt x="4" y="15"/>
                  </a:cubicBezTo>
                  <a:cubicBezTo>
                    <a:pt x="5" y="15"/>
                    <a:pt x="5" y="15"/>
                    <a:pt x="6" y="15"/>
                  </a:cubicBezTo>
                  <a:cubicBezTo>
                    <a:pt x="6" y="15"/>
                    <a:pt x="7" y="15"/>
                    <a:pt x="7" y="15"/>
                  </a:cubicBezTo>
                  <a:cubicBezTo>
                    <a:pt x="7" y="15"/>
                    <a:pt x="8" y="15"/>
                    <a:pt x="8" y="14"/>
                  </a:cubicBezTo>
                  <a:cubicBezTo>
                    <a:pt x="8" y="14"/>
                    <a:pt x="9" y="14"/>
                    <a:pt x="9" y="13"/>
                  </a:cubicBezTo>
                  <a:cubicBezTo>
                    <a:pt x="9" y="13"/>
                    <a:pt x="9" y="12"/>
                    <a:pt x="9" y="11"/>
                  </a:cubicBezTo>
                  <a:lnTo>
                    <a:pt x="9" y="6"/>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60"/>
            <p:cNvSpPr>
              <a:spLocks/>
            </p:cNvSpPr>
            <p:nvPr/>
          </p:nvSpPr>
          <p:spPr bwMode="auto">
            <a:xfrm rot="16200000">
              <a:off x="1876223" y="4103985"/>
              <a:ext cx="77786" cy="109972"/>
            </a:xfrm>
            <a:custGeom>
              <a:avLst/>
              <a:gdLst>
                <a:gd name="T0" fmla="*/ 6 w 12"/>
                <a:gd name="T1" fmla="*/ 17 h 17"/>
                <a:gd name="T2" fmla="*/ 3 w 12"/>
                <a:gd name="T3" fmla="*/ 17 h 17"/>
                <a:gd name="T4" fmla="*/ 1 w 12"/>
                <a:gd name="T5" fmla="*/ 15 h 17"/>
                <a:gd name="T6" fmla="*/ 0 w 12"/>
                <a:gd name="T7" fmla="*/ 14 h 17"/>
                <a:gd name="T8" fmla="*/ 0 w 12"/>
                <a:gd name="T9" fmla="*/ 12 h 17"/>
                <a:gd name="T10" fmla="*/ 0 w 12"/>
                <a:gd name="T11" fmla="*/ 7 h 17"/>
                <a:gd name="T12" fmla="*/ 0 w 12"/>
                <a:gd name="T13" fmla="*/ 4 h 17"/>
                <a:gd name="T14" fmla="*/ 1 w 12"/>
                <a:gd name="T15" fmla="*/ 2 h 17"/>
                <a:gd name="T16" fmla="*/ 3 w 12"/>
                <a:gd name="T17" fmla="*/ 1 h 17"/>
                <a:gd name="T18" fmla="*/ 7 w 12"/>
                <a:gd name="T19" fmla="*/ 0 h 17"/>
                <a:gd name="T20" fmla="*/ 9 w 12"/>
                <a:gd name="T21" fmla="*/ 1 h 17"/>
                <a:gd name="T22" fmla="*/ 10 w 12"/>
                <a:gd name="T23" fmla="*/ 1 h 17"/>
                <a:gd name="T24" fmla="*/ 11 w 12"/>
                <a:gd name="T25" fmla="*/ 1 h 17"/>
                <a:gd name="T26" fmla="*/ 12 w 12"/>
                <a:gd name="T27" fmla="*/ 2 h 17"/>
                <a:gd name="T28" fmla="*/ 12 w 12"/>
                <a:gd name="T29" fmla="*/ 2 h 17"/>
                <a:gd name="T30" fmla="*/ 11 w 12"/>
                <a:gd name="T31" fmla="*/ 3 h 17"/>
                <a:gd name="T32" fmla="*/ 11 w 12"/>
                <a:gd name="T33" fmla="*/ 3 h 17"/>
                <a:gd name="T34" fmla="*/ 11 w 12"/>
                <a:gd name="T35" fmla="*/ 3 h 17"/>
                <a:gd name="T36" fmla="*/ 9 w 12"/>
                <a:gd name="T37" fmla="*/ 3 h 17"/>
                <a:gd name="T38" fmla="*/ 7 w 12"/>
                <a:gd name="T39" fmla="*/ 3 h 17"/>
                <a:gd name="T40" fmla="*/ 5 w 12"/>
                <a:gd name="T41" fmla="*/ 3 h 17"/>
                <a:gd name="T42" fmla="*/ 4 w 12"/>
                <a:gd name="T43" fmla="*/ 3 h 17"/>
                <a:gd name="T44" fmla="*/ 3 w 12"/>
                <a:gd name="T45" fmla="*/ 5 h 17"/>
                <a:gd name="T46" fmla="*/ 3 w 12"/>
                <a:gd name="T47" fmla="*/ 7 h 17"/>
                <a:gd name="T48" fmla="*/ 3 w 12"/>
                <a:gd name="T49" fmla="*/ 11 h 17"/>
                <a:gd name="T50" fmla="*/ 4 w 12"/>
                <a:gd name="T51" fmla="*/ 14 h 17"/>
                <a:gd name="T52" fmla="*/ 6 w 12"/>
                <a:gd name="T53" fmla="*/ 15 h 17"/>
                <a:gd name="T54" fmla="*/ 9 w 12"/>
                <a:gd name="T55" fmla="*/ 15 h 17"/>
                <a:gd name="T56" fmla="*/ 9 w 12"/>
                <a:gd name="T57" fmla="*/ 12 h 17"/>
                <a:gd name="T58" fmla="*/ 9 w 12"/>
                <a:gd name="T59" fmla="*/ 10 h 17"/>
                <a:gd name="T60" fmla="*/ 9 w 12"/>
                <a:gd name="T61" fmla="*/ 10 h 17"/>
                <a:gd name="T62" fmla="*/ 9 w 12"/>
                <a:gd name="T63" fmla="*/ 10 h 17"/>
                <a:gd name="T64" fmla="*/ 7 w 12"/>
                <a:gd name="T65" fmla="*/ 10 h 17"/>
                <a:gd name="T66" fmla="*/ 7 w 12"/>
                <a:gd name="T67" fmla="*/ 10 h 17"/>
                <a:gd name="T68" fmla="*/ 7 w 12"/>
                <a:gd name="T69" fmla="*/ 9 h 17"/>
                <a:gd name="T70" fmla="*/ 7 w 12"/>
                <a:gd name="T71" fmla="*/ 8 h 17"/>
                <a:gd name="T72" fmla="*/ 7 w 12"/>
                <a:gd name="T73" fmla="*/ 8 h 17"/>
                <a:gd name="T74" fmla="*/ 7 w 12"/>
                <a:gd name="T75" fmla="*/ 8 h 17"/>
                <a:gd name="T76" fmla="*/ 11 w 12"/>
                <a:gd name="T77" fmla="*/ 8 h 17"/>
                <a:gd name="T78" fmla="*/ 12 w 12"/>
                <a:gd name="T79" fmla="*/ 8 h 17"/>
                <a:gd name="T80" fmla="*/ 12 w 12"/>
                <a:gd name="T81" fmla="*/ 9 h 17"/>
                <a:gd name="T82" fmla="*/ 12 w 12"/>
                <a:gd name="T83" fmla="*/ 12 h 17"/>
                <a:gd name="T84" fmla="*/ 12 w 12"/>
                <a:gd name="T85" fmla="*/ 14 h 17"/>
                <a:gd name="T86" fmla="*/ 11 w 12"/>
                <a:gd name="T87" fmla="*/ 15 h 17"/>
                <a:gd name="T88" fmla="*/ 9 w 12"/>
                <a:gd name="T89" fmla="*/ 17 h 17"/>
                <a:gd name="T90" fmla="*/ 6 w 12"/>
                <a:gd name="T9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 h="17">
                  <a:moveTo>
                    <a:pt x="6" y="17"/>
                  </a:moveTo>
                  <a:cubicBezTo>
                    <a:pt x="5" y="17"/>
                    <a:pt x="4" y="17"/>
                    <a:pt x="3" y="17"/>
                  </a:cubicBezTo>
                  <a:cubicBezTo>
                    <a:pt x="2" y="16"/>
                    <a:pt x="2" y="16"/>
                    <a:pt x="1" y="15"/>
                  </a:cubicBezTo>
                  <a:cubicBezTo>
                    <a:pt x="1" y="15"/>
                    <a:pt x="1" y="14"/>
                    <a:pt x="0" y="14"/>
                  </a:cubicBezTo>
                  <a:cubicBezTo>
                    <a:pt x="0" y="13"/>
                    <a:pt x="0" y="12"/>
                    <a:pt x="0" y="12"/>
                  </a:cubicBezTo>
                  <a:cubicBezTo>
                    <a:pt x="0" y="7"/>
                    <a:pt x="0" y="7"/>
                    <a:pt x="0" y="7"/>
                  </a:cubicBezTo>
                  <a:cubicBezTo>
                    <a:pt x="0" y="6"/>
                    <a:pt x="0" y="5"/>
                    <a:pt x="0" y="4"/>
                  </a:cubicBezTo>
                  <a:cubicBezTo>
                    <a:pt x="0" y="4"/>
                    <a:pt x="1" y="3"/>
                    <a:pt x="1" y="2"/>
                  </a:cubicBezTo>
                  <a:cubicBezTo>
                    <a:pt x="2" y="2"/>
                    <a:pt x="2" y="1"/>
                    <a:pt x="3" y="1"/>
                  </a:cubicBezTo>
                  <a:cubicBezTo>
                    <a:pt x="4" y="1"/>
                    <a:pt x="5" y="0"/>
                    <a:pt x="7" y="0"/>
                  </a:cubicBezTo>
                  <a:cubicBezTo>
                    <a:pt x="8" y="0"/>
                    <a:pt x="8" y="1"/>
                    <a:pt x="9" y="1"/>
                  </a:cubicBezTo>
                  <a:cubicBezTo>
                    <a:pt x="9" y="1"/>
                    <a:pt x="10" y="1"/>
                    <a:pt x="10" y="1"/>
                  </a:cubicBezTo>
                  <a:cubicBezTo>
                    <a:pt x="11" y="1"/>
                    <a:pt x="11" y="1"/>
                    <a:pt x="11" y="1"/>
                  </a:cubicBezTo>
                  <a:cubicBezTo>
                    <a:pt x="12" y="2"/>
                    <a:pt x="12" y="2"/>
                    <a:pt x="12" y="2"/>
                  </a:cubicBezTo>
                  <a:cubicBezTo>
                    <a:pt x="12" y="2"/>
                    <a:pt x="12" y="2"/>
                    <a:pt x="12" y="2"/>
                  </a:cubicBezTo>
                  <a:cubicBezTo>
                    <a:pt x="11" y="3"/>
                    <a:pt x="11" y="3"/>
                    <a:pt x="11" y="3"/>
                  </a:cubicBezTo>
                  <a:cubicBezTo>
                    <a:pt x="11" y="3"/>
                    <a:pt x="11" y="3"/>
                    <a:pt x="11" y="3"/>
                  </a:cubicBezTo>
                  <a:cubicBezTo>
                    <a:pt x="11" y="3"/>
                    <a:pt x="11" y="3"/>
                    <a:pt x="11" y="3"/>
                  </a:cubicBezTo>
                  <a:cubicBezTo>
                    <a:pt x="10" y="3"/>
                    <a:pt x="10" y="3"/>
                    <a:pt x="9" y="3"/>
                  </a:cubicBezTo>
                  <a:cubicBezTo>
                    <a:pt x="9" y="3"/>
                    <a:pt x="8" y="3"/>
                    <a:pt x="7" y="3"/>
                  </a:cubicBezTo>
                  <a:cubicBezTo>
                    <a:pt x="6" y="3"/>
                    <a:pt x="6" y="3"/>
                    <a:pt x="5" y="3"/>
                  </a:cubicBezTo>
                  <a:cubicBezTo>
                    <a:pt x="5" y="3"/>
                    <a:pt x="4" y="3"/>
                    <a:pt x="4" y="3"/>
                  </a:cubicBezTo>
                  <a:cubicBezTo>
                    <a:pt x="3" y="4"/>
                    <a:pt x="3" y="4"/>
                    <a:pt x="3" y="5"/>
                  </a:cubicBezTo>
                  <a:cubicBezTo>
                    <a:pt x="3" y="5"/>
                    <a:pt x="3" y="6"/>
                    <a:pt x="3" y="7"/>
                  </a:cubicBezTo>
                  <a:cubicBezTo>
                    <a:pt x="3" y="11"/>
                    <a:pt x="3" y="11"/>
                    <a:pt x="3" y="11"/>
                  </a:cubicBezTo>
                  <a:cubicBezTo>
                    <a:pt x="3" y="13"/>
                    <a:pt x="3" y="14"/>
                    <a:pt x="4" y="14"/>
                  </a:cubicBezTo>
                  <a:cubicBezTo>
                    <a:pt x="4" y="15"/>
                    <a:pt x="5" y="15"/>
                    <a:pt x="6" y="15"/>
                  </a:cubicBezTo>
                  <a:cubicBezTo>
                    <a:pt x="7" y="15"/>
                    <a:pt x="8" y="15"/>
                    <a:pt x="9" y="15"/>
                  </a:cubicBezTo>
                  <a:cubicBezTo>
                    <a:pt x="9" y="14"/>
                    <a:pt x="9" y="13"/>
                    <a:pt x="9" y="12"/>
                  </a:cubicBezTo>
                  <a:cubicBezTo>
                    <a:pt x="9" y="10"/>
                    <a:pt x="9" y="10"/>
                    <a:pt x="9" y="10"/>
                  </a:cubicBezTo>
                  <a:cubicBezTo>
                    <a:pt x="9" y="10"/>
                    <a:pt x="9" y="10"/>
                    <a:pt x="9" y="10"/>
                  </a:cubicBezTo>
                  <a:cubicBezTo>
                    <a:pt x="9" y="10"/>
                    <a:pt x="9" y="10"/>
                    <a:pt x="9" y="10"/>
                  </a:cubicBezTo>
                  <a:cubicBezTo>
                    <a:pt x="7" y="10"/>
                    <a:pt x="7" y="10"/>
                    <a:pt x="7" y="10"/>
                  </a:cubicBezTo>
                  <a:cubicBezTo>
                    <a:pt x="7" y="10"/>
                    <a:pt x="7" y="10"/>
                    <a:pt x="7" y="10"/>
                  </a:cubicBezTo>
                  <a:cubicBezTo>
                    <a:pt x="7" y="9"/>
                    <a:pt x="7" y="9"/>
                    <a:pt x="7" y="9"/>
                  </a:cubicBezTo>
                  <a:cubicBezTo>
                    <a:pt x="7" y="8"/>
                    <a:pt x="7" y="8"/>
                    <a:pt x="7" y="8"/>
                  </a:cubicBezTo>
                  <a:cubicBezTo>
                    <a:pt x="7" y="8"/>
                    <a:pt x="7" y="8"/>
                    <a:pt x="7" y="8"/>
                  </a:cubicBezTo>
                  <a:cubicBezTo>
                    <a:pt x="7" y="8"/>
                    <a:pt x="7" y="8"/>
                    <a:pt x="7" y="8"/>
                  </a:cubicBezTo>
                  <a:cubicBezTo>
                    <a:pt x="11" y="8"/>
                    <a:pt x="11" y="8"/>
                    <a:pt x="11" y="8"/>
                  </a:cubicBezTo>
                  <a:cubicBezTo>
                    <a:pt x="11" y="8"/>
                    <a:pt x="12" y="8"/>
                    <a:pt x="12" y="8"/>
                  </a:cubicBezTo>
                  <a:cubicBezTo>
                    <a:pt x="12" y="8"/>
                    <a:pt x="12" y="8"/>
                    <a:pt x="12" y="9"/>
                  </a:cubicBezTo>
                  <a:cubicBezTo>
                    <a:pt x="12" y="12"/>
                    <a:pt x="12" y="12"/>
                    <a:pt x="12" y="12"/>
                  </a:cubicBezTo>
                  <a:cubicBezTo>
                    <a:pt x="12" y="13"/>
                    <a:pt x="12" y="13"/>
                    <a:pt x="12" y="14"/>
                  </a:cubicBezTo>
                  <a:cubicBezTo>
                    <a:pt x="12" y="14"/>
                    <a:pt x="12" y="15"/>
                    <a:pt x="11" y="15"/>
                  </a:cubicBezTo>
                  <a:cubicBezTo>
                    <a:pt x="11" y="16"/>
                    <a:pt x="10" y="16"/>
                    <a:pt x="9" y="17"/>
                  </a:cubicBezTo>
                  <a:cubicBezTo>
                    <a:pt x="9" y="17"/>
                    <a:pt x="8" y="17"/>
                    <a:pt x="6" y="17"/>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61"/>
            <p:cNvSpPr>
              <a:spLocks noEditPoints="1"/>
            </p:cNvSpPr>
            <p:nvPr/>
          </p:nvSpPr>
          <p:spPr bwMode="auto">
            <a:xfrm rot="16200000">
              <a:off x="1880249" y="4011447"/>
              <a:ext cx="77786" cy="101925"/>
            </a:xfrm>
            <a:custGeom>
              <a:avLst/>
              <a:gdLst>
                <a:gd name="T0" fmla="*/ 9 w 12"/>
                <a:gd name="T1" fmla="*/ 9 h 16"/>
                <a:gd name="T2" fmla="*/ 8 w 12"/>
                <a:gd name="T3" fmla="*/ 9 h 16"/>
                <a:gd name="T4" fmla="*/ 9 w 12"/>
                <a:gd name="T5" fmla="*/ 9 h 16"/>
                <a:gd name="T6" fmla="*/ 12 w 12"/>
                <a:gd name="T7" fmla="*/ 15 h 16"/>
                <a:gd name="T8" fmla="*/ 12 w 12"/>
                <a:gd name="T9" fmla="*/ 16 h 16"/>
                <a:gd name="T10" fmla="*/ 12 w 12"/>
                <a:gd name="T11" fmla="*/ 16 h 16"/>
                <a:gd name="T12" fmla="*/ 10 w 12"/>
                <a:gd name="T13" fmla="*/ 16 h 16"/>
                <a:gd name="T14" fmla="*/ 9 w 12"/>
                <a:gd name="T15" fmla="*/ 16 h 16"/>
                <a:gd name="T16" fmla="*/ 9 w 12"/>
                <a:gd name="T17" fmla="*/ 15 h 16"/>
                <a:gd name="T18" fmla="*/ 6 w 12"/>
                <a:gd name="T19" fmla="*/ 9 h 16"/>
                <a:gd name="T20" fmla="*/ 6 w 12"/>
                <a:gd name="T21" fmla="*/ 9 h 16"/>
                <a:gd name="T22" fmla="*/ 3 w 12"/>
                <a:gd name="T23" fmla="*/ 9 h 16"/>
                <a:gd name="T24" fmla="*/ 3 w 12"/>
                <a:gd name="T25" fmla="*/ 9 h 16"/>
                <a:gd name="T26" fmla="*/ 3 w 12"/>
                <a:gd name="T27" fmla="*/ 10 h 16"/>
                <a:gd name="T28" fmla="*/ 3 w 12"/>
                <a:gd name="T29" fmla="*/ 15 h 16"/>
                <a:gd name="T30" fmla="*/ 3 w 12"/>
                <a:gd name="T31" fmla="*/ 16 h 16"/>
                <a:gd name="T32" fmla="*/ 2 w 12"/>
                <a:gd name="T33" fmla="*/ 16 h 16"/>
                <a:gd name="T34" fmla="*/ 1 w 12"/>
                <a:gd name="T35" fmla="*/ 16 h 16"/>
                <a:gd name="T36" fmla="*/ 0 w 12"/>
                <a:gd name="T37" fmla="*/ 16 h 16"/>
                <a:gd name="T38" fmla="*/ 0 w 12"/>
                <a:gd name="T39" fmla="*/ 15 h 16"/>
                <a:gd name="T40" fmla="*/ 0 w 12"/>
                <a:gd name="T41" fmla="*/ 0 h 16"/>
                <a:gd name="T42" fmla="*/ 1 w 12"/>
                <a:gd name="T43" fmla="*/ 0 h 16"/>
                <a:gd name="T44" fmla="*/ 1 w 12"/>
                <a:gd name="T45" fmla="*/ 0 h 16"/>
                <a:gd name="T46" fmla="*/ 6 w 12"/>
                <a:gd name="T47" fmla="*/ 0 h 16"/>
                <a:gd name="T48" fmla="*/ 10 w 12"/>
                <a:gd name="T49" fmla="*/ 1 h 16"/>
                <a:gd name="T50" fmla="*/ 12 w 12"/>
                <a:gd name="T51" fmla="*/ 4 h 16"/>
                <a:gd name="T52" fmla="*/ 12 w 12"/>
                <a:gd name="T53" fmla="*/ 6 h 16"/>
                <a:gd name="T54" fmla="*/ 11 w 12"/>
                <a:gd name="T55" fmla="*/ 7 h 16"/>
                <a:gd name="T56" fmla="*/ 10 w 12"/>
                <a:gd name="T57" fmla="*/ 8 h 16"/>
                <a:gd name="T58" fmla="*/ 9 w 12"/>
                <a:gd name="T59" fmla="*/ 9 h 16"/>
                <a:gd name="T60" fmla="*/ 6 w 12"/>
                <a:gd name="T61" fmla="*/ 2 h 16"/>
                <a:gd name="T62" fmla="*/ 3 w 12"/>
                <a:gd name="T63" fmla="*/ 2 h 16"/>
                <a:gd name="T64" fmla="*/ 3 w 12"/>
                <a:gd name="T65" fmla="*/ 2 h 16"/>
                <a:gd name="T66" fmla="*/ 3 w 12"/>
                <a:gd name="T67" fmla="*/ 2 h 16"/>
                <a:gd name="T68" fmla="*/ 3 w 12"/>
                <a:gd name="T69" fmla="*/ 7 h 16"/>
                <a:gd name="T70" fmla="*/ 3 w 12"/>
                <a:gd name="T71" fmla="*/ 7 h 16"/>
                <a:gd name="T72" fmla="*/ 4 w 12"/>
                <a:gd name="T73" fmla="*/ 7 h 16"/>
                <a:gd name="T74" fmla="*/ 6 w 12"/>
                <a:gd name="T75" fmla="*/ 7 h 16"/>
                <a:gd name="T76" fmla="*/ 8 w 12"/>
                <a:gd name="T77" fmla="*/ 6 h 16"/>
                <a:gd name="T78" fmla="*/ 9 w 12"/>
                <a:gd name="T79" fmla="*/ 4 h 16"/>
                <a:gd name="T80" fmla="*/ 9 w 12"/>
                <a:gd name="T81" fmla="*/ 3 h 16"/>
                <a:gd name="T82" fmla="*/ 8 w 12"/>
                <a:gd name="T83" fmla="*/ 2 h 16"/>
                <a:gd name="T84" fmla="*/ 7 w 12"/>
                <a:gd name="T85" fmla="*/ 2 h 16"/>
                <a:gd name="T86" fmla="*/ 6 w 12"/>
                <a:gd name="T8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 h="16">
                  <a:moveTo>
                    <a:pt x="9" y="9"/>
                  </a:moveTo>
                  <a:cubicBezTo>
                    <a:pt x="8" y="9"/>
                    <a:pt x="8" y="9"/>
                    <a:pt x="8" y="9"/>
                  </a:cubicBezTo>
                  <a:cubicBezTo>
                    <a:pt x="9" y="9"/>
                    <a:pt x="9" y="9"/>
                    <a:pt x="9" y="9"/>
                  </a:cubicBezTo>
                  <a:cubicBezTo>
                    <a:pt x="12" y="15"/>
                    <a:pt x="12" y="15"/>
                    <a:pt x="12" y="15"/>
                  </a:cubicBezTo>
                  <a:cubicBezTo>
                    <a:pt x="12" y="16"/>
                    <a:pt x="12" y="16"/>
                    <a:pt x="12" y="16"/>
                  </a:cubicBezTo>
                  <a:cubicBezTo>
                    <a:pt x="12" y="16"/>
                    <a:pt x="12" y="16"/>
                    <a:pt x="12" y="16"/>
                  </a:cubicBezTo>
                  <a:cubicBezTo>
                    <a:pt x="10" y="16"/>
                    <a:pt x="10" y="16"/>
                    <a:pt x="10" y="16"/>
                  </a:cubicBezTo>
                  <a:cubicBezTo>
                    <a:pt x="9" y="16"/>
                    <a:pt x="9" y="16"/>
                    <a:pt x="9" y="16"/>
                  </a:cubicBezTo>
                  <a:cubicBezTo>
                    <a:pt x="9" y="15"/>
                    <a:pt x="9" y="15"/>
                    <a:pt x="9" y="15"/>
                  </a:cubicBezTo>
                  <a:cubicBezTo>
                    <a:pt x="6" y="9"/>
                    <a:pt x="6" y="9"/>
                    <a:pt x="6" y="9"/>
                  </a:cubicBezTo>
                  <a:cubicBezTo>
                    <a:pt x="6" y="9"/>
                    <a:pt x="6" y="9"/>
                    <a:pt x="6" y="9"/>
                  </a:cubicBezTo>
                  <a:cubicBezTo>
                    <a:pt x="3" y="9"/>
                    <a:pt x="3" y="9"/>
                    <a:pt x="3" y="9"/>
                  </a:cubicBezTo>
                  <a:cubicBezTo>
                    <a:pt x="3" y="9"/>
                    <a:pt x="3" y="9"/>
                    <a:pt x="3" y="9"/>
                  </a:cubicBezTo>
                  <a:cubicBezTo>
                    <a:pt x="3" y="10"/>
                    <a:pt x="3" y="10"/>
                    <a:pt x="3" y="10"/>
                  </a:cubicBezTo>
                  <a:cubicBezTo>
                    <a:pt x="3" y="15"/>
                    <a:pt x="3" y="15"/>
                    <a:pt x="3" y="15"/>
                  </a:cubicBezTo>
                  <a:cubicBezTo>
                    <a:pt x="3" y="16"/>
                    <a:pt x="3" y="16"/>
                    <a:pt x="3" y="16"/>
                  </a:cubicBezTo>
                  <a:cubicBezTo>
                    <a:pt x="2" y="16"/>
                    <a:pt x="2" y="16"/>
                    <a:pt x="2" y="16"/>
                  </a:cubicBezTo>
                  <a:cubicBezTo>
                    <a:pt x="1" y="16"/>
                    <a:pt x="1" y="16"/>
                    <a:pt x="1" y="16"/>
                  </a:cubicBezTo>
                  <a:cubicBezTo>
                    <a:pt x="0" y="16"/>
                    <a:pt x="0" y="16"/>
                    <a:pt x="0" y="16"/>
                  </a:cubicBezTo>
                  <a:cubicBezTo>
                    <a:pt x="0" y="15"/>
                    <a:pt x="0" y="15"/>
                    <a:pt x="0" y="15"/>
                  </a:cubicBezTo>
                  <a:cubicBezTo>
                    <a:pt x="0" y="0"/>
                    <a:pt x="0" y="0"/>
                    <a:pt x="0" y="0"/>
                  </a:cubicBezTo>
                  <a:cubicBezTo>
                    <a:pt x="1" y="0"/>
                    <a:pt x="1" y="0"/>
                    <a:pt x="1" y="0"/>
                  </a:cubicBezTo>
                  <a:cubicBezTo>
                    <a:pt x="1" y="0"/>
                    <a:pt x="1" y="0"/>
                    <a:pt x="1" y="0"/>
                  </a:cubicBezTo>
                  <a:cubicBezTo>
                    <a:pt x="6" y="0"/>
                    <a:pt x="6" y="0"/>
                    <a:pt x="6" y="0"/>
                  </a:cubicBezTo>
                  <a:cubicBezTo>
                    <a:pt x="8" y="0"/>
                    <a:pt x="9" y="0"/>
                    <a:pt x="10" y="1"/>
                  </a:cubicBezTo>
                  <a:cubicBezTo>
                    <a:pt x="11" y="2"/>
                    <a:pt x="12" y="3"/>
                    <a:pt x="12" y="4"/>
                  </a:cubicBezTo>
                  <a:cubicBezTo>
                    <a:pt x="12" y="5"/>
                    <a:pt x="12" y="6"/>
                    <a:pt x="12" y="6"/>
                  </a:cubicBezTo>
                  <a:cubicBezTo>
                    <a:pt x="11" y="7"/>
                    <a:pt x="11" y="7"/>
                    <a:pt x="11" y="7"/>
                  </a:cubicBezTo>
                  <a:cubicBezTo>
                    <a:pt x="10" y="8"/>
                    <a:pt x="10" y="8"/>
                    <a:pt x="10" y="8"/>
                  </a:cubicBezTo>
                  <a:cubicBezTo>
                    <a:pt x="9" y="8"/>
                    <a:pt x="9" y="9"/>
                    <a:pt x="9" y="9"/>
                  </a:cubicBezTo>
                  <a:close/>
                  <a:moveTo>
                    <a:pt x="6" y="2"/>
                  </a:moveTo>
                  <a:cubicBezTo>
                    <a:pt x="3" y="2"/>
                    <a:pt x="3" y="2"/>
                    <a:pt x="3" y="2"/>
                  </a:cubicBezTo>
                  <a:cubicBezTo>
                    <a:pt x="3" y="2"/>
                    <a:pt x="3" y="2"/>
                    <a:pt x="3" y="2"/>
                  </a:cubicBezTo>
                  <a:cubicBezTo>
                    <a:pt x="3" y="2"/>
                    <a:pt x="3" y="2"/>
                    <a:pt x="3" y="2"/>
                  </a:cubicBezTo>
                  <a:cubicBezTo>
                    <a:pt x="3" y="7"/>
                    <a:pt x="3" y="7"/>
                    <a:pt x="3" y="7"/>
                  </a:cubicBezTo>
                  <a:cubicBezTo>
                    <a:pt x="3" y="7"/>
                    <a:pt x="3" y="7"/>
                    <a:pt x="3" y="7"/>
                  </a:cubicBezTo>
                  <a:cubicBezTo>
                    <a:pt x="4" y="7"/>
                    <a:pt x="4" y="7"/>
                    <a:pt x="4" y="7"/>
                  </a:cubicBezTo>
                  <a:cubicBezTo>
                    <a:pt x="6" y="7"/>
                    <a:pt x="6" y="7"/>
                    <a:pt x="6" y="7"/>
                  </a:cubicBezTo>
                  <a:cubicBezTo>
                    <a:pt x="7" y="7"/>
                    <a:pt x="8" y="7"/>
                    <a:pt x="8" y="6"/>
                  </a:cubicBezTo>
                  <a:cubicBezTo>
                    <a:pt x="9" y="6"/>
                    <a:pt x="9" y="5"/>
                    <a:pt x="9" y="4"/>
                  </a:cubicBezTo>
                  <a:cubicBezTo>
                    <a:pt x="9" y="4"/>
                    <a:pt x="9" y="4"/>
                    <a:pt x="9" y="3"/>
                  </a:cubicBezTo>
                  <a:cubicBezTo>
                    <a:pt x="8" y="2"/>
                    <a:pt x="8" y="2"/>
                    <a:pt x="8" y="2"/>
                  </a:cubicBezTo>
                  <a:cubicBezTo>
                    <a:pt x="8" y="2"/>
                    <a:pt x="7" y="2"/>
                    <a:pt x="7" y="2"/>
                  </a:cubicBezTo>
                  <a:cubicBezTo>
                    <a:pt x="7" y="2"/>
                    <a:pt x="6" y="2"/>
                    <a:pt x="6" y="2"/>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62"/>
            <p:cNvSpPr>
              <a:spLocks noEditPoints="1"/>
            </p:cNvSpPr>
            <p:nvPr/>
          </p:nvSpPr>
          <p:spPr bwMode="auto">
            <a:xfrm rot="16200000">
              <a:off x="1876227" y="3918912"/>
              <a:ext cx="85832" cy="101925"/>
            </a:xfrm>
            <a:custGeom>
              <a:avLst/>
              <a:gdLst>
                <a:gd name="T0" fmla="*/ 29 w 32"/>
                <a:gd name="T1" fmla="*/ 38 h 38"/>
                <a:gd name="T2" fmla="*/ 27 w 32"/>
                <a:gd name="T3" fmla="*/ 38 h 38"/>
                <a:gd name="T4" fmla="*/ 24 w 32"/>
                <a:gd name="T5" fmla="*/ 38 h 38"/>
                <a:gd name="T6" fmla="*/ 24 w 32"/>
                <a:gd name="T7" fmla="*/ 35 h 38"/>
                <a:gd name="T8" fmla="*/ 22 w 32"/>
                <a:gd name="T9" fmla="*/ 28 h 38"/>
                <a:gd name="T10" fmla="*/ 8 w 32"/>
                <a:gd name="T11" fmla="*/ 28 h 38"/>
                <a:gd name="T12" fmla="*/ 5 w 32"/>
                <a:gd name="T13" fmla="*/ 35 h 38"/>
                <a:gd name="T14" fmla="*/ 5 w 32"/>
                <a:gd name="T15" fmla="*/ 38 h 38"/>
                <a:gd name="T16" fmla="*/ 5 w 32"/>
                <a:gd name="T17" fmla="*/ 38 h 38"/>
                <a:gd name="T18" fmla="*/ 0 w 32"/>
                <a:gd name="T19" fmla="*/ 38 h 38"/>
                <a:gd name="T20" fmla="*/ 0 w 32"/>
                <a:gd name="T21" fmla="*/ 38 h 38"/>
                <a:gd name="T22" fmla="*/ 0 w 32"/>
                <a:gd name="T23" fmla="*/ 35 h 38"/>
                <a:gd name="T24" fmla="*/ 12 w 32"/>
                <a:gd name="T25" fmla="*/ 2 h 38"/>
                <a:gd name="T26" fmla="*/ 12 w 32"/>
                <a:gd name="T27" fmla="*/ 0 h 38"/>
                <a:gd name="T28" fmla="*/ 15 w 32"/>
                <a:gd name="T29" fmla="*/ 0 h 38"/>
                <a:gd name="T30" fmla="*/ 17 w 32"/>
                <a:gd name="T31" fmla="*/ 0 h 38"/>
                <a:gd name="T32" fmla="*/ 20 w 32"/>
                <a:gd name="T33" fmla="*/ 0 h 38"/>
                <a:gd name="T34" fmla="*/ 20 w 32"/>
                <a:gd name="T35" fmla="*/ 2 h 38"/>
                <a:gd name="T36" fmla="*/ 32 w 32"/>
                <a:gd name="T37" fmla="*/ 35 h 38"/>
                <a:gd name="T38" fmla="*/ 32 w 32"/>
                <a:gd name="T39" fmla="*/ 38 h 38"/>
                <a:gd name="T40" fmla="*/ 29 w 32"/>
                <a:gd name="T41" fmla="*/ 38 h 38"/>
                <a:gd name="T42" fmla="*/ 15 w 32"/>
                <a:gd name="T43" fmla="*/ 7 h 38"/>
                <a:gd name="T44" fmla="*/ 10 w 32"/>
                <a:gd name="T45" fmla="*/ 23 h 38"/>
                <a:gd name="T46" fmla="*/ 22 w 32"/>
                <a:gd name="T47" fmla="*/ 23 h 38"/>
                <a:gd name="T48" fmla="*/ 15 w 32"/>
                <a:gd name="T4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 h="38">
                  <a:moveTo>
                    <a:pt x="29" y="38"/>
                  </a:moveTo>
                  <a:lnTo>
                    <a:pt x="27" y="38"/>
                  </a:lnTo>
                  <a:lnTo>
                    <a:pt x="24" y="38"/>
                  </a:lnTo>
                  <a:lnTo>
                    <a:pt x="24" y="35"/>
                  </a:lnTo>
                  <a:lnTo>
                    <a:pt x="22" y="28"/>
                  </a:lnTo>
                  <a:lnTo>
                    <a:pt x="8" y="28"/>
                  </a:lnTo>
                  <a:lnTo>
                    <a:pt x="5" y="35"/>
                  </a:lnTo>
                  <a:lnTo>
                    <a:pt x="5" y="38"/>
                  </a:lnTo>
                  <a:lnTo>
                    <a:pt x="5" y="38"/>
                  </a:lnTo>
                  <a:lnTo>
                    <a:pt x="0" y="38"/>
                  </a:lnTo>
                  <a:lnTo>
                    <a:pt x="0" y="38"/>
                  </a:lnTo>
                  <a:lnTo>
                    <a:pt x="0" y="35"/>
                  </a:lnTo>
                  <a:lnTo>
                    <a:pt x="12" y="2"/>
                  </a:lnTo>
                  <a:lnTo>
                    <a:pt x="12" y="0"/>
                  </a:lnTo>
                  <a:lnTo>
                    <a:pt x="15" y="0"/>
                  </a:lnTo>
                  <a:lnTo>
                    <a:pt x="17" y="0"/>
                  </a:lnTo>
                  <a:lnTo>
                    <a:pt x="20" y="0"/>
                  </a:lnTo>
                  <a:lnTo>
                    <a:pt x="20" y="2"/>
                  </a:lnTo>
                  <a:lnTo>
                    <a:pt x="32" y="35"/>
                  </a:lnTo>
                  <a:lnTo>
                    <a:pt x="32" y="38"/>
                  </a:lnTo>
                  <a:lnTo>
                    <a:pt x="29" y="38"/>
                  </a:lnTo>
                  <a:close/>
                  <a:moveTo>
                    <a:pt x="15" y="7"/>
                  </a:moveTo>
                  <a:lnTo>
                    <a:pt x="10" y="23"/>
                  </a:lnTo>
                  <a:lnTo>
                    <a:pt x="22" y="23"/>
                  </a:lnTo>
                  <a:lnTo>
                    <a:pt x="15" y="7"/>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63"/>
            <p:cNvSpPr>
              <a:spLocks noEditPoints="1"/>
            </p:cNvSpPr>
            <p:nvPr/>
          </p:nvSpPr>
          <p:spPr bwMode="auto">
            <a:xfrm rot="16200000">
              <a:off x="1882930" y="3829057"/>
              <a:ext cx="72420" cy="101925"/>
            </a:xfrm>
            <a:custGeom>
              <a:avLst/>
              <a:gdLst>
                <a:gd name="T0" fmla="*/ 6 w 11"/>
                <a:gd name="T1" fmla="*/ 10 h 16"/>
                <a:gd name="T2" fmla="*/ 3 w 11"/>
                <a:gd name="T3" fmla="*/ 10 h 16"/>
                <a:gd name="T4" fmla="*/ 3 w 11"/>
                <a:gd name="T5" fmla="*/ 10 h 16"/>
                <a:gd name="T6" fmla="*/ 3 w 11"/>
                <a:gd name="T7" fmla="*/ 11 h 16"/>
                <a:gd name="T8" fmla="*/ 3 w 11"/>
                <a:gd name="T9" fmla="*/ 15 h 16"/>
                <a:gd name="T10" fmla="*/ 3 w 11"/>
                <a:gd name="T11" fmla="*/ 16 h 16"/>
                <a:gd name="T12" fmla="*/ 2 w 11"/>
                <a:gd name="T13" fmla="*/ 16 h 16"/>
                <a:gd name="T14" fmla="*/ 0 w 11"/>
                <a:gd name="T15" fmla="*/ 16 h 16"/>
                <a:gd name="T16" fmla="*/ 0 w 11"/>
                <a:gd name="T17" fmla="*/ 16 h 16"/>
                <a:gd name="T18" fmla="*/ 0 w 11"/>
                <a:gd name="T19" fmla="*/ 15 h 16"/>
                <a:gd name="T20" fmla="*/ 0 w 11"/>
                <a:gd name="T21" fmla="*/ 0 h 16"/>
                <a:gd name="T22" fmla="*/ 0 w 11"/>
                <a:gd name="T23" fmla="*/ 0 h 16"/>
                <a:gd name="T24" fmla="*/ 1 w 11"/>
                <a:gd name="T25" fmla="*/ 0 h 16"/>
                <a:gd name="T26" fmla="*/ 5 w 11"/>
                <a:gd name="T27" fmla="*/ 0 h 16"/>
                <a:gd name="T28" fmla="*/ 10 w 11"/>
                <a:gd name="T29" fmla="*/ 1 h 16"/>
                <a:gd name="T30" fmla="*/ 11 w 11"/>
                <a:gd name="T31" fmla="*/ 5 h 16"/>
                <a:gd name="T32" fmla="*/ 10 w 11"/>
                <a:gd name="T33" fmla="*/ 9 h 16"/>
                <a:gd name="T34" fmla="*/ 6 w 11"/>
                <a:gd name="T35" fmla="*/ 10 h 16"/>
                <a:gd name="T36" fmla="*/ 5 w 11"/>
                <a:gd name="T37" fmla="*/ 2 h 16"/>
                <a:gd name="T38" fmla="*/ 3 w 11"/>
                <a:gd name="T39" fmla="*/ 2 h 16"/>
                <a:gd name="T40" fmla="*/ 3 w 11"/>
                <a:gd name="T41" fmla="*/ 2 h 16"/>
                <a:gd name="T42" fmla="*/ 3 w 11"/>
                <a:gd name="T43" fmla="*/ 2 h 16"/>
                <a:gd name="T44" fmla="*/ 3 w 11"/>
                <a:gd name="T45" fmla="*/ 8 h 16"/>
                <a:gd name="T46" fmla="*/ 3 w 11"/>
                <a:gd name="T47" fmla="*/ 8 h 16"/>
                <a:gd name="T48" fmla="*/ 3 w 11"/>
                <a:gd name="T49" fmla="*/ 8 h 16"/>
                <a:gd name="T50" fmla="*/ 6 w 11"/>
                <a:gd name="T51" fmla="*/ 8 h 16"/>
                <a:gd name="T52" fmla="*/ 8 w 11"/>
                <a:gd name="T53" fmla="*/ 7 h 16"/>
                <a:gd name="T54" fmla="*/ 9 w 11"/>
                <a:gd name="T55" fmla="*/ 5 h 16"/>
                <a:gd name="T56" fmla="*/ 9 w 11"/>
                <a:gd name="T57" fmla="*/ 3 h 16"/>
                <a:gd name="T58" fmla="*/ 8 w 11"/>
                <a:gd name="T59" fmla="*/ 3 h 16"/>
                <a:gd name="T60" fmla="*/ 7 w 11"/>
                <a:gd name="T61" fmla="*/ 2 h 16"/>
                <a:gd name="T62" fmla="*/ 5 w 11"/>
                <a:gd name="T6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 h="16">
                  <a:moveTo>
                    <a:pt x="6" y="10"/>
                  </a:moveTo>
                  <a:cubicBezTo>
                    <a:pt x="3" y="10"/>
                    <a:pt x="3" y="10"/>
                    <a:pt x="3" y="10"/>
                  </a:cubicBezTo>
                  <a:cubicBezTo>
                    <a:pt x="3" y="10"/>
                    <a:pt x="3" y="10"/>
                    <a:pt x="3" y="10"/>
                  </a:cubicBezTo>
                  <a:cubicBezTo>
                    <a:pt x="3" y="11"/>
                    <a:pt x="3" y="11"/>
                    <a:pt x="3" y="11"/>
                  </a:cubicBezTo>
                  <a:cubicBezTo>
                    <a:pt x="3" y="15"/>
                    <a:pt x="3" y="15"/>
                    <a:pt x="3" y="15"/>
                  </a:cubicBezTo>
                  <a:cubicBezTo>
                    <a:pt x="3" y="16"/>
                    <a:pt x="3" y="16"/>
                    <a:pt x="3" y="16"/>
                  </a:cubicBezTo>
                  <a:cubicBezTo>
                    <a:pt x="2" y="16"/>
                    <a:pt x="2" y="16"/>
                    <a:pt x="2" y="16"/>
                  </a:cubicBezTo>
                  <a:cubicBezTo>
                    <a:pt x="0" y="16"/>
                    <a:pt x="0" y="16"/>
                    <a:pt x="0" y="16"/>
                  </a:cubicBezTo>
                  <a:cubicBezTo>
                    <a:pt x="0" y="16"/>
                    <a:pt x="0" y="16"/>
                    <a:pt x="0" y="16"/>
                  </a:cubicBezTo>
                  <a:cubicBezTo>
                    <a:pt x="0" y="15"/>
                    <a:pt x="0" y="15"/>
                    <a:pt x="0" y="15"/>
                  </a:cubicBezTo>
                  <a:cubicBezTo>
                    <a:pt x="0" y="0"/>
                    <a:pt x="0" y="0"/>
                    <a:pt x="0" y="0"/>
                  </a:cubicBezTo>
                  <a:cubicBezTo>
                    <a:pt x="0" y="0"/>
                    <a:pt x="0" y="0"/>
                    <a:pt x="0" y="0"/>
                  </a:cubicBezTo>
                  <a:cubicBezTo>
                    <a:pt x="1" y="0"/>
                    <a:pt x="1" y="0"/>
                    <a:pt x="1" y="0"/>
                  </a:cubicBezTo>
                  <a:cubicBezTo>
                    <a:pt x="5" y="0"/>
                    <a:pt x="5" y="0"/>
                    <a:pt x="5" y="0"/>
                  </a:cubicBezTo>
                  <a:cubicBezTo>
                    <a:pt x="7" y="0"/>
                    <a:pt x="9" y="0"/>
                    <a:pt x="10" y="1"/>
                  </a:cubicBezTo>
                  <a:cubicBezTo>
                    <a:pt x="11" y="2"/>
                    <a:pt x="11" y="3"/>
                    <a:pt x="11" y="5"/>
                  </a:cubicBezTo>
                  <a:cubicBezTo>
                    <a:pt x="11" y="7"/>
                    <a:pt x="11" y="8"/>
                    <a:pt x="10" y="9"/>
                  </a:cubicBezTo>
                  <a:cubicBezTo>
                    <a:pt x="9" y="10"/>
                    <a:pt x="8" y="10"/>
                    <a:pt x="6" y="10"/>
                  </a:cubicBezTo>
                  <a:close/>
                  <a:moveTo>
                    <a:pt x="5" y="2"/>
                  </a:moveTo>
                  <a:cubicBezTo>
                    <a:pt x="3" y="2"/>
                    <a:pt x="3" y="2"/>
                    <a:pt x="3" y="2"/>
                  </a:cubicBezTo>
                  <a:cubicBezTo>
                    <a:pt x="3" y="2"/>
                    <a:pt x="3" y="2"/>
                    <a:pt x="3" y="2"/>
                  </a:cubicBezTo>
                  <a:cubicBezTo>
                    <a:pt x="3" y="2"/>
                    <a:pt x="3" y="2"/>
                    <a:pt x="3" y="2"/>
                  </a:cubicBezTo>
                  <a:cubicBezTo>
                    <a:pt x="3" y="8"/>
                    <a:pt x="3" y="8"/>
                    <a:pt x="3" y="8"/>
                  </a:cubicBezTo>
                  <a:cubicBezTo>
                    <a:pt x="3" y="8"/>
                    <a:pt x="3" y="8"/>
                    <a:pt x="3" y="8"/>
                  </a:cubicBezTo>
                  <a:cubicBezTo>
                    <a:pt x="3" y="8"/>
                    <a:pt x="3" y="8"/>
                    <a:pt x="3" y="8"/>
                  </a:cubicBezTo>
                  <a:cubicBezTo>
                    <a:pt x="6" y="8"/>
                    <a:pt x="6" y="8"/>
                    <a:pt x="6" y="8"/>
                  </a:cubicBezTo>
                  <a:cubicBezTo>
                    <a:pt x="7" y="8"/>
                    <a:pt x="7" y="8"/>
                    <a:pt x="8" y="7"/>
                  </a:cubicBezTo>
                  <a:cubicBezTo>
                    <a:pt x="9" y="7"/>
                    <a:pt x="9" y="6"/>
                    <a:pt x="9" y="5"/>
                  </a:cubicBezTo>
                  <a:cubicBezTo>
                    <a:pt x="9" y="4"/>
                    <a:pt x="9" y="4"/>
                    <a:pt x="9" y="3"/>
                  </a:cubicBezTo>
                  <a:cubicBezTo>
                    <a:pt x="8" y="3"/>
                    <a:pt x="8" y="3"/>
                    <a:pt x="8" y="3"/>
                  </a:cubicBezTo>
                  <a:cubicBezTo>
                    <a:pt x="7" y="2"/>
                    <a:pt x="7" y="2"/>
                    <a:pt x="7" y="2"/>
                  </a:cubicBezTo>
                  <a:cubicBezTo>
                    <a:pt x="6" y="2"/>
                    <a:pt x="6" y="2"/>
                    <a:pt x="5" y="2"/>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64"/>
            <p:cNvSpPr>
              <a:spLocks/>
            </p:cNvSpPr>
            <p:nvPr/>
          </p:nvSpPr>
          <p:spPr bwMode="auto">
            <a:xfrm rot="16200000">
              <a:off x="1880249" y="3735178"/>
              <a:ext cx="77786" cy="101925"/>
            </a:xfrm>
            <a:custGeom>
              <a:avLst/>
              <a:gdLst>
                <a:gd name="T0" fmla="*/ 12 w 12"/>
                <a:gd name="T1" fmla="*/ 16 h 16"/>
                <a:gd name="T2" fmla="*/ 10 w 12"/>
                <a:gd name="T3" fmla="*/ 16 h 16"/>
                <a:gd name="T4" fmla="*/ 10 w 12"/>
                <a:gd name="T5" fmla="*/ 15 h 16"/>
                <a:gd name="T6" fmla="*/ 10 w 12"/>
                <a:gd name="T7" fmla="*/ 9 h 16"/>
                <a:gd name="T8" fmla="*/ 10 w 12"/>
                <a:gd name="T9" fmla="*/ 9 h 16"/>
                <a:gd name="T10" fmla="*/ 9 w 12"/>
                <a:gd name="T11" fmla="*/ 9 h 16"/>
                <a:gd name="T12" fmla="*/ 3 w 12"/>
                <a:gd name="T13" fmla="*/ 9 h 16"/>
                <a:gd name="T14" fmla="*/ 3 w 12"/>
                <a:gd name="T15" fmla="*/ 9 h 16"/>
                <a:gd name="T16" fmla="*/ 3 w 12"/>
                <a:gd name="T17" fmla="*/ 9 h 16"/>
                <a:gd name="T18" fmla="*/ 3 w 12"/>
                <a:gd name="T19" fmla="*/ 15 h 16"/>
                <a:gd name="T20" fmla="*/ 3 w 12"/>
                <a:gd name="T21" fmla="*/ 16 h 16"/>
                <a:gd name="T22" fmla="*/ 2 w 12"/>
                <a:gd name="T23" fmla="*/ 16 h 16"/>
                <a:gd name="T24" fmla="*/ 1 w 12"/>
                <a:gd name="T25" fmla="*/ 16 h 16"/>
                <a:gd name="T26" fmla="*/ 0 w 12"/>
                <a:gd name="T27" fmla="*/ 16 h 16"/>
                <a:gd name="T28" fmla="*/ 0 w 12"/>
                <a:gd name="T29" fmla="*/ 15 h 16"/>
                <a:gd name="T30" fmla="*/ 0 w 12"/>
                <a:gd name="T31" fmla="*/ 0 h 16"/>
                <a:gd name="T32" fmla="*/ 0 w 12"/>
                <a:gd name="T33" fmla="*/ 0 h 16"/>
                <a:gd name="T34" fmla="*/ 1 w 12"/>
                <a:gd name="T35" fmla="*/ 0 h 16"/>
                <a:gd name="T36" fmla="*/ 2 w 12"/>
                <a:gd name="T37" fmla="*/ 0 h 16"/>
                <a:gd name="T38" fmla="*/ 3 w 12"/>
                <a:gd name="T39" fmla="*/ 0 h 16"/>
                <a:gd name="T40" fmla="*/ 3 w 12"/>
                <a:gd name="T41" fmla="*/ 1 h 16"/>
                <a:gd name="T42" fmla="*/ 3 w 12"/>
                <a:gd name="T43" fmla="*/ 6 h 16"/>
                <a:gd name="T44" fmla="*/ 3 w 12"/>
                <a:gd name="T45" fmla="*/ 6 h 16"/>
                <a:gd name="T46" fmla="*/ 9 w 12"/>
                <a:gd name="T47" fmla="*/ 6 h 16"/>
                <a:gd name="T48" fmla="*/ 10 w 12"/>
                <a:gd name="T49" fmla="*/ 6 h 16"/>
                <a:gd name="T50" fmla="*/ 10 w 12"/>
                <a:gd name="T51" fmla="*/ 0 h 16"/>
                <a:gd name="T52" fmla="*/ 10 w 12"/>
                <a:gd name="T53" fmla="*/ 0 h 16"/>
                <a:gd name="T54" fmla="*/ 12 w 12"/>
                <a:gd name="T55" fmla="*/ 0 h 16"/>
                <a:gd name="T56" fmla="*/ 12 w 12"/>
                <a:gd name="T57" fmla="*/ 0 h 16"/>
                <a:gd name="T58" fmla="*/ 12 w 12"/>
                <a:gd name="T59" fmla="*/ 0 h 16"/>
                <a:gd name="T60" fmla="*/ 12 w 12"/>
                <a:gd name="T61" fmla="*/ 15 h 16"/>
                <a:gd name="T62" fmla="*/ 12 w 12"/>
                <a:gd name="T63"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 h="16">
                  <a:moveTo>
                    <a:pt x="12" y="16"/>
                  </a:moveTo>
                  <a:cubicBezTo>
                    <a:pt x="10" y="16"/>
                    <a:pt x="10" y="16"/>
                    <a:pt x="10" y="16"/>
                  </a:cubicBezTo>
                  <a:cubicBezTo>
                    <a:pt x="10" y="16"/>
                    <a:pt x="10" y="16"/>
                    <a:pt x="10" y="15"/>
                  </a:cubicBezTo>
                  <a:cubicBezTo>
                    <a:pt x="10" y="9"/>
                    <a:pt x="10" y="9"/>
                    <a:pt x="10" y="9"/>
                  </a:cubicBezTo>
                  <a:cubicBezTo>
                    <a:pt x="10" y="9"/>
                    <a:pt x="10" y="9"/>
                    <a:pt x="10" y="9"/>
                  </a:cubicBezTo>
                  <a:cubicBezTo>
                    <a:pt x="9" y="9"/>
                    <a:pt x="9" y="9"/>
                    <a:pt x="9" y="9"/>
                  </a:cubicBezTo>
                  <a:cubicBezTo>
                    <a:pt x="3" y="9"/>
                    <a:pt x="3" y="9"/>
                    <a:pt x="3" y="9"/>
                  </a:cubicBezTo>
                  <a:cubicBezTo>
                    <a:pt x="3" y="9"/>
                    <a:pt x="3" y="9"/>
                    <a:pt x="3" y="9"/>
                  </a:cubicBezTo>
                  <a:cubicBezTo>
                    <a:pt x="3" y="9"/>
                    <a:pt x="3" y="9"/>
                    <a:pt x="3" y="9"/>
                  </a:cubicBezTo>
                  <a:cubicBezTo>
                    <a:pt x="3" y="15"/>
                    <a:pt x="3" y="15"/>
                    <a:pt x="3" y="15"/>
                  </a:cubicBezTo>
                  <a:cubicBezTo>
                    <a:pt x="3" y="16"/>
                    <a:pt x="3" y="16"/>
                    <a:pt x="3" y="16"/>
                  </a:cubicBezTo>
                  <a:cubicBezTo>
                    <a:pt x="2" y="16"/>
                    <a:pt x="2" y="16"/>
                    <a:pt x="2" y="16"/>
                  </a:cubicBezTo>
                  <a:cubicBezTo>
                    <a:pt x="1" y="16"/>
                    <a:pt x="1" y="16"/>
                    <a:pt x="1" y="16"/>
                  </a:cubicBezTo>
                  <a:cubicBezTo>
                    <a:pt x="0" y="16"/>
                    <a:pt x="0" y="16"/>
                    <a:pt x="0" y="16"/>
                  </a:cubicBezTo>
                  <a:cubicBezTo>
                    <a:pt x="0" y="15"/>
                    <a:pt x="0" y="15"/>
                    <a:pt x="0" y="15"/>
                  </a:cubicBezTo>
                  <a:cubicBezTo>
                    <a:pt x="0" y="0"/>
                    <a:pt x="0" y="0"/>
                    <a:pt x="0" y="0"/>
                  </a:cubicBezTo>
                  <a:cubicBezTo>
                    <a:pt x="0" y="0"/>
                    <a:pt x="0" y="0"/>
                    <a:pt x="0" y="0"/>
                  </a:cubicBezTo>
                  <a:cubicBezTo>
                    <a:pt x="1" y="0"/>
                    <a:pt x="1" y="0"/>
                    <a:pt x="1" y="0"/>
                  </a:cubicBezTo>
                  <a:cubicBezTo>
                    <a:pt x="2" y="0"/>
                    <a:pt x="2" y="0"/>
                    <a:pt x="2" y="0"/>
                  </a:cubicBezTo>
                  <a:cubicBezTo>
                    <a:pt x="3" y="0"/>
                    <a:pt x="3" y="0"/>
                    <a:pt x="3" y="0"/>
                  </a:cubicBezTo>
                  <a:cubicBezTo>
                    <a:pt x="3" y="1"/>
                    <a:pt x="3" y="1"/>
                    <a:pt x="3" y="1"/>
                  </a:cubicBezTo>
                  <a:cubicBezTo>
                    <a:pt x="3" y="6"/>
                    <a:pt x="3" y="6"/>
                    <a:pt x="3" y="6"/>
                  </a:cubicBezTo>
                  <a:cubicBezTo>
                    <a:pt x="3" y="6"/>
                    <a:pt x="3" y="6"/>
                    <a:pt x="3" y="6"/>
                  </a:cubicBezTo>
                  <a:cubicBezTo>
                    <a:pt x="9" y="6"/>
                    <a:pt x="9" y="6"/>
                    <a:pt x="9" y="6"/>
                  </a:cubicBezTo>
                  <a:cubicBezTo>
                    <a:pt x="10" y="6"/>
                    <a:pt x="10" y="6"/>
                    <a:pt x="10" y="6"/>
                  </a:cubicBezTo>
                  <a:cubicBezTo>
                    <a:pt x="10" y="0"/>
                    <a:pt x="10" y="0"/>
                    <a:pt x="10" y="0"/>
                  </a:cubicBezTo>
                  <a:cubicBezTo>
                    <a:pt x="10" y="0"/>
                    <a:pt x="10" y="0"/>
                    <a:pt x="10" y="0"/>
                  </a:cubicBezTo>
                  <a:cubicBezTo>
                    <a:pt x="12" y="0"/>
                    <a:pt x="12" y="0"/>
                    <a:pt x="12" y="0"/>
                  </a:cubicBezTo>
                  <a:cubicBezTo>
                    <a:pt x="12" y="0"/>
                    <a:pt x="12" y="0"/>
                    <a:pt x="12" y="0"/>
                  </a:cubicBezTo>
                  <a:cubicBezTo>
                    <a:pt x="12" y="0"/>
                    <a:pt x="12" y="0"/>
                    <a:pt x="12" y="0"/>
                  </a:cubicBezTo>
                  <a:cubicBezTo>
                    <a:pt x="12" y="15"/>
                    <a:pt x="12" y="15"/>
                    <a:pt x="12" y="15"/>
                  </a:cubicBezTo>
                  <a:cubicBezTo>
                    <a:pt x="12" y="16"/>
                    <a:pt x="12" y="16"/>
                    <a:pt x="12" y="16"/>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65"/>
            <p:cNvSpPr>
              <a:spLocks/>
            </p:cNvSpPr>
            <p:nvPr/>
          </p:nvSpPr>
          <p:spPr bwMode="auto">
            <a:xfrm rot="16200000">
              <a:off x="1912437" y="3665440"/>
              <a:ext cx="13413" cy="101925"/>
            </a:xfrm>
            <a:custGeom>
              <a:avLst/>
              <a:gdLst>
                <a:gd name="T0" fmla="*/ 5 w 5"/>
                <a:gd name="T1" fmla="*/ 38 h 38"/>
                <a:gd name="T2" fmla="*/ 0 w 5"/>
                <a:gd name="T3" fmla="*/ 38 h 38"/>
                <a:gd name="T4" fmla="*/ 0 w 5"/>
                <a:gd name="T5" fmla="*/ 38 h 38"/>
                <a:gd name="T6" fmla="*/ 0 w 5"/>
                <a:gd name="T7" fmla="*/ 35 h 38"/>
                <a:gd name="T8" fmla="*/ 0 w 5"/>
                <a:gd name="T9" fmla="*/ 0 h 38"/>
                <a:gd name="T10" fmla="*/ 0 w 5"/>
                <a:gd name="T11" fmla="*/ 0 h 38"/>
                <a:gd name="T12" fmla="*/ 0 w 5"/>
                <a:gd name="T13" fmla="*/ 0 h 38"/>
                <a:gd name="T14" fmla="*/ 5 w 5"/>
                <a:gd name="T15" fmla="*/ 0 h 38"/>
                <a:gd name="T16" fmla="*/ 5 w 5"/>
                <a:gd name="T17" fmla="*/ 0 h 38"/>
                <a:gd name="T18" fmla="*/ 5 w 5"/>
                <a:gd name="T19" fmla="*/ 0 h 38"/>
                <a:gd name="T20" fmla="*/ 5 w 5"/>
                <a:gd name="T21" fmla="*/ 35 h 38"/>
                <a:gd name="T22" fmla="*/ 5 w 5"/>
                <a:gd name="T23" fmla="*/ 38 h 38"/>
                <a:gd name="T24" fmla="*/ 5 w 5"/>
                <a:gd name="T25"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 h="38">
                  <a:moveTo>
                    <a:pt x="5" y="38"/>
                  </a:moveTo>
                  <a:lnTo>
                    <a:pt x="0" y="38"/>
                  </a:lnTo>
                  <a:lnTo>
                    <a:pt x="0" y="38"/>
                  </a:lnTo>
                  <a:lnTo>
                    <a:pt x="0" y="35"/>
                  </a:lnTo>
                  <a:lnTo>
                    <a:pt x="0" y="0"/>
                  </a:lnTo>
                  <a:lnTo>
                    <a:pt x="0" y="0"/>
                  </a:lnTo>
                  <a:lnTo>
                    <a:pt x="0" y="0"/>
                  </a:lnTo>
                  <a:lnTo>
                    <a:pt x="5" y="0"/>
                  </a:lnTo>
                  <a:lnTo>
                    <a:pt x="5" y="0"/>
                  </a:lnTo>
                  <a:lnTo>
                    <a:pt x="5" y="0"/>
                  </a:lnTo>
                  <a:lnTo>
                    <a:pt x="5" y="35"/>
                  </a:lnTo>
                  <a:lnTo>
                    <a:pt x="5" y="38"/>
                  </a:lnTo>
                  <a:lnTo>
                    <a:pt x="5" y="38"/>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66"/>
            <p:cNvSpPr>
              <a:spLocks/>
            </p:cNvSpPr>
            <p:nvPr/>
          </p:nvSpPr>
          <p:spPr bwMode="auto">
            <a:xfrm rot="16200000">
              <a:off x="1878908" y="3599725"/>
              <a:ext cx="72420" cy="109972"/>
            </a:xfrm>
            <a:custGeom>
              <a:avLst/>
              <a:gdLst>
                <a:gd name="T0" fmla="*/ 10 w 11"/>
                <a:gd name="T1" fmla="*/ 3 h 17"/>
                <a:gd name="T2" fmla="*/ 9 w 11"/>
                <a:gd name="T3" fmla="*/ 3 h 17"/>
                <a:gd name="T4" fmla="*/ 7 w 11"/>
                <a:gd name="T5" fmla="*/ 3 h 17"/>
                <a:gd name="T6" fmla="*/ 4 w 11"/>
                <a:gd name="T7" fmla="*/ 3 h 17"/>
                <a:gd name="T8" fmla="*/ 3 w 11"/>
                <a:gd name="T9" fmla="*/ 6 h 17"/>
                <a:gd name="T10" fmla="*/ 3 w 11"/>
                <a:gd name="T11" fmla="*/ 12 h 17"/>
                <a:gd name="T12" fmla="*/ 3 w 11"/>
                <a:gd name="T13" fmla="*/ 13 h 17"/>
                <a:gd name="T14" fmla="*/ 4 w 11"/>
                <a:gd name="T15" fmla="*/ 14 h 17"/>
                <a:gd name="T16" fmla="*/ 6 w 11"/>
                <a:gd name="T17" fmla="*/ 15 h 17"/>
                <a:gd name="T18" fmla="*/ 7 w 11"/>
                <a:gd name="T19" fmla="*/ 15 h 17"/>
                <a:gd name="T20" fmla="*/ 9 w 11"/>
                <a:gd name="T21" fmla="*/ 15 h 17"/>
                <a:gd name="T22" fmla="*/ 11 w 11"/>
                <a:gd name="T23" fmla="*/ 14 h 17"/>
                <a:gd name="T24" fmla="*/ 11 w 11"/>
                <a:gd name="T25" fmla="*/ 15 h 17"/>
                <a:gd name="T26" fmla="*/ 11 w 11"/>
                <a:gd name="T27" fmla="*/ 15 h 17"/>
                <a:gd name="T28" fmla="*/ 11 w 11"/>
                <a:gd name="T29" fmla="*/ 16 h 17"/>
                <a:gd name="T30" fmla="*/ 11 w 11"/>
                <a:gd name="T31" fmla="*/ 16 h 17"/>
                <a:gd name="T32" fmla="*/ 9 w 11"/>
                <a:gd name="T33" fmla="*/ 17 h 17"/>
                <a:gd name="T34" fmla="*/ 7 w 11"/>
                <a:gd name="T35" fmla="*/ 17 h 17"/>
                <a:gd name="T36" fmla="*/ 2 w 11"/>
                <a:gd name="T37" fmla="*/ 16 h 17"/>
                <a:gd name="T38" fmla="*/ 0 w 11"/>
                <a:gd name="T39" fmla="*/ 12 h 17"/>
                <a:gd name="T40" fmla="*/ 0 w 11"/>
                <a:gd name="T41" fmla="*/ 6 h 17"/>
                <a:gd name="T42" fmla="*/ 1 w 11"/>
                <a:gd name="T43" fmla="*/ 4 h 17"/>
                <a:gd name="T44" fmla="*/ 2 w 11"/>
                <a:gd name="T45" fmla="*/ 2 h 17"/>
                <a:gd name="T46" fmla="*/ 4 w 11"/>
                <a:gd name="T47" fmla="*/ 1 h 17"/>
                <a:gd name="T48" fmla="*/ 7 w 11"/>
                <a:gd name="T49" fmla="*/ 0 h 17"/>
                <a:gd name="T50" fmla="*/ 10 w 11"/>
                <a:gd name="T51" fmla="*/ 1 h 17"/>
                <a:gd name="T52" fmla="*/ 11 w 11"/>
                <a:gd name="T53" fmla="*/ 1 h 17"/>
                <a:gd name="T54" fmla="*/ 11 w 11"/>
                <a:gd name="T55" fmla="*/ 2 h 17"/>
                <a:gd name="T56" fmla="*/ 11 w 11"/>
                <a:gd name="T57" fmla="*/ 2 h 17"/>
                <a:gd name="T58" fmla="*/ 11 w 11"/>
                <a:gd name="T59" fmla="*/ 3 h 17"/>
                <a:gd name="T60" fmla="*/ 10 w 11"/>
                <a:gd name="T6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 h="17">
                  <a:moveTo>
                    <a:pt x="10" y="3"/>
                  </a:moveTo>
                  <a:cubicBezTo>
                    <a:pt x="10" y="3"/>
                    <a:pt x="10" y="3"/>
                    <a:pt x="9" y="3"/>
                  </a:cubicBezTo>
                  <a:cubicBezTo>
                    <a:pt x="9" y="3"/>
                    <a:pt x="8" y="3"/>
                    <a:pt x="7" y="3"/>
                  </a:cubicBezTo>
                  <a:cubicBezTo>
                    <a:pt x="6" y="3"/>
                    <a:pt x="5" y="3"/>
                    <a:pt x="4" y="3"/>
                  </a:cubicBezTo>
                  <a:cubicBezTo>
                    <a:pt x="3" y="4"/>
                    <a:pt x="3" y="5"/>
                    <a:pt x="3" y="6"/>
                  </a:cubicBezTo>
                  <a:cubicBezTo>
                    <a:pt x="3" y="12"/>
                    <a:pt x="3" y="12"/>
                    <a:pt x="3" y="12"/>
                  </a:cubicBezTo>
                  <a:cubicBezTo>
                    <a:pt x="3" y="13"/>
                    <a:pt x="3" y="13"/>
                    <a:pt x="3" y="13"/>
                  </a:cubicBezTo>
                  <a:cubicBezTo>
                    <a:pt x="4" y="14"/>
                    <a:pt x="4" y="14"/>
                    <a:pt x="4" y="14"/>
                  </a:cubicBezTo>
                  <a:cubicBezTo>
                    <a:pt x="5" y="15"/>
                    <a:pt x="5" y="15"/>
                    <a:pt x="6" y="15"/>
                  </a:cubicBezTo>
                  <a:cubicBezTo>
                    <a:pt x="6" y="15"/>
                    <a:pt x="6" y="15"/>
                    <a:pt x="7" y="15"/>
                  </a:cubicBezTo>
                  <a:cubicBezTo>
                    <a:pt x="8" y="15"/>
                    <a:pt x="9" y="15"/>
                    <a:pt x="9" y="15"/>
                  </a:cubicBezTo>
                  <a:cubicBezTo>
                    <a:pt x="10" y="15"/>
                    <a:pt x="10" y="14"/>
                    <a:pt x="11" y="14"/>
                  </a:cubicBezTo>
                  <a:cubicBezTo>
                    <a:pt x="11" y="15"/>
                    <a:pt x="11" y="15"/>
                    <a:pt x="11" y="15"/>
                  </a:cubicBezTo>
                  <a:cubicBezTo>
                    <a:pt x="11" y="15"/>
                    <a:pt x="11" y="15"/>
                    <a:pt x="11" y="15"/>
                  </a:cubicBezTo>
                  <a:cubicBezTo>
                    <a:pt x="11" y="16"/>
                    <a:pt x="11" y="16"/>
                    <a:pt x="11" y="16"/>
                  </a:cubicBezTo>
                  <a:cubicBezTo>
                    <a:pt x="11" y="16"/>
                    <a:pt x="11" y="16"/>
                    <a:pt x="11" y="16"/>
                  </a:cubicBezTo>
                  <a:cubicBezTo>
                    <a:pt x="11" y="16"/>
                    <a:pt x="10" y="17"/>
                    <a:pt x="9" y="17"/>
                  </a:cubicBezTo>
                  <a:cubicBezTo>
                    <a:pt x="9" y="17"/>
                    <a:pt x="8" y="17"/>
                    <a:pt x="7" y="17"/>
                  </a:cubicBezTo>
                  <a:cubicBezTo>
                    <a:pt x="5" y="17"/>
                    <a:pt x="3" y="17"/>
                    <a:pt x="2" y="16"/>
                  </a:cubicBezTo>
                  <a:cubicBezTo>
                    <a:pt x="1" y="15"/>
                    <a:pt x="0" y="14"/>
                    <a:pt x="0" y="12"/>
                  </a:cubicBezTo>
                  <a:cubicBezTo>
                    <a:pt x="0" y="6"/>
                    <a:pt x="0" y="6"/>
                    <a:pt x="0" y="6"/>
                  </a:cubicBezTo>
                  <a:cubicBezTo>
                    <a:pt x="0" y="5"/>
                    <a:pt x="1" y="5"/>
                    <a:pt x="1" y="4"/>
                  </a:cubicBezTo>
                  <a:cubicBezTo>
                    <a:pt x="1" y="3"/>
                    <a:pt x="1" y="3"/>
                    <a:pt x="2" y="2"/>
                  </a:cubicBezTo>
                  <a:cubicBezTo>
                    <a:pt x="2" y="2"/>
                    <a:pt x="3" y="1"/>
                    <a:pt x="4" y="1"/>
                  </a:cubicBezTo>
                  <a:cubicBezTo>
                    <a:pt x="5" y="1"/>
                    <a:pt x="6" y="0"/>
                    <a:pt x="7" y="0"/>
                  </a:cubicBezTo>
                  <a:cubicBezTo>
                    <a:pt x="8" y="0"/>
                    <a:pt x="9" y="1"/>
                    <a:pt x="10" y="1"/>
                  </a:cubicBezTo>
                  <a:cubicBezTo>
                    <a:pt x="11" y="1"/>
                    <a:pt x="11" y="1"/>
                    <a:pt x="11" y="1"/>
                  </a:cubicBezTo>
                  <a:cubicBezTo>
                    <a:pt x="11" y="2"/>
                    <a:pt x="11" y="2"/>
                    <a:pt x="11" y="2"/>
                  </a:cubicBezTo>
                  <a:cubicBezTo>
                    <a:pt x="11" y="2"/>
                    <a:pt x="11" y="2"/>
                    <a:pt x="11" y="2"/>
                  </a:cubicBezTo>
                  <a:cubicBezTo>
                    <a:pt x="11" y="3"/>
                    <a:pt x="11" y="3"/>
                    <a:pt x="11" y="3"/>
                  </a:cubicBezTo>
                  <a:lnTo>
                    <a:pt x="10" y="3"/>
                  </a:ln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67"/>
            <p:cNvSpPr>
              <a:spLocks/>
            </p:cNvSpPr>
            <p:nvPr/>
          </p:nvSpPr>
          <p:spPr bwMode="auto">
            <a:xfrm rot="16200000">
              <a:off x="1876223" y="3513893"/>
              <a:ext cx="77786" cy="109972"/>
            </a:xfrm>
            <a:custGeom>
              <a:avLst/>
              <a:gdLst>
                <a:gd name="T0" fmla="*/ 5 w 12"/>
                <a:gd name="T1" fmla="*/ 17 h 17"/>
                <a:gd name="T2" fmla="*/ 2 w 12"/>
                <a:gd name="T3" fmla="*/ 17 h 17"/>
                <a:gd name="T4" fmla="*/ 1 w 12"/>
                <a:gd name="T5" fmla="*/ 16 h 17"/>
                <a:gd name="T6" fmla="*/ 0 w 12"/>
                <a:gd name="T7" fmla="*/ 16 h 17"/>
                <a:gd name="T8" fmla="*/ 1 w 12"/>
                <a:gd name="T9" fmla="*/ 15 h 17"/>
                <a:gd name="T10" fmla="*/ 1 w 12"/>
                <a:gd name="T11" fmla="*/ 14 h 17"/>
                <a:gd name="T12" fmla="*/ 1 w 12"/>
                <a:gd name="T13" fmla="*/ 14 h 17"/>
                <a:gd name="T14" fmla="*/ 2 w 12"/>
                <a:gd name="T15" fmla="*/ 15 h 17"/>
                <a:gd name="T16" fmla="*/ 5 w 12"/>
                <a:gd name="T17" fmla="*/ 15 h 17"/>
                <a:gd name="T18" fmla="*/ 7 w 12"/>
                <a:gd name="T19" fmla="*/ 15 h 17"/>
                <a:gd name="T20" fmla="*/ 8 w 12"/>
                <a:gd name="T21" fmla="*/ 14 h 17"/>
                <a:gd name="T22" fmla="*/ 9 w 12"/>
                <a:gd name="T23" fmla="*/ 14 h 17"/>
                <a:gd name="T24" fmla="*/ 9 w 12"/>
                <a:gd name="T25" fmla="*/ 13 h 17"/>
                <a:gd name="T26" fmla="*/ 8 w 12"/>
                <a:gd name="T27" fmla="*/ 11 h 17"/>
                <a:gd name="T28" fmla="*/ 6 w 12"/>
                <a:gd name="T29" fmla="*/ 9 h 17"/>
                <a:gd name="T30" fmla="*/ 4 w 12"/>
                <a:gd name="T31" fmla="*/ 9 h 17"/>
                <a:gd name="T32" fmla="*/ 3 w 12"/>
                <a:gd name="T33" fmla="*/ 8 h 17"/>
                <a:gd name="T34" fmla="*/ 2 w 12"/>
                <a:gd name="T35" fmla="*/ 6 h 17"/>
                <a:gd name="T36" fmla="*/ 1 w 12"/>
                <a:gd name="T37" fmla="*/ 5 h 17"/>
                <a:gd name="T38" fmla="*/ 2 w 12"/>
                <a:gd name="T39" fmla="*/ 3 h 17"/>
                <a:gd name="T40" fmla="*/ 3 w 12"/>
                <a:gd name="T41" fmla="*/ 2 h 17"/>
                <a:gd name="T42" fmla="*/ 4 w 12"/>
                <a:gd name="T43" fmla="*/ 1 h 17"/>
                <a:gd name="T44" fmla="*/ 7 w 12"/>
                <a:gd name="T45" fmla="*/ 0 h 17"/>
                <a:gd name="T46" fmla="*/ 9 w 12"/>
                <a:gd name="T47" fmla="*/ 0 h 17"/>
                <a:gd name="T48" fmla="*/ 10 w 12"/>
                <a:gd name="T49" fmla="*/ 1 h 17"/>
                <a:gd name="T50" fmla="*/ 11 w 12"/>
                <a:gd name="T51" fmla="*/ 1 h 17"/>
                <a:gd name="T52" fmla="*/ 11 w 12"/>
                <a:gd name="T53" fmla="*/ 1 h 17"/>
                <a:gd name="T54" fmla="*/ 11 w 12"/>
                <a:gd name="T55" fmla="*/ 1 h 17"/>
                <a:gd name="T56" fmla="*/ 11 w 12"/>
                <a:gd name="T57" fmla="*/ 2 h 17"/>
                <a:gd name="T58" fmla="*/ 11 w 12"/>
                <a:gd name="T59" fmla="*/ 3 h 17"/>
                <a:gd name="T60" fmla="*/ 10 w 12"/>
                <a:gd name="T61" fmla="*/ 3 h 17"/>
                <a:gd name="T62" fmla="*/ 9 w 12"/>
                <a:gd name="T63" fmla="*/ 3 h 17"/>
                <a:gd name="T64" fmla="*/ 7 w 12"/>
                <a:gd name="T65" fmla="*/ 2 h 17"/>
                <a:gd name="T66" fmla="*/ 5 w 12"/>
                <a:gd name="T67" fmla="*/ 3 h 17"/>
                <a:gd name="T68" fmla="*/ 4 w 12"/>
                <a:gd name="T69" fmla="*/ 5 h 17"/>
                <a:gd name="T70" fmla="*/ 5 w 12"/>
                <a:gd name="T71" fmla="*/ 6 h 17"/>
                <a:gd name="T72" fmla="*/ 7 w 12"/>
                <a:gd name="T73" fmla="*/ 7 h 17"/>
                <a:gd name="T74" fmla="*/ 11 w 12"/>
                <a:gd name="T75" fmla="*/ 9 h 17"/>
                <a:gd name="T76" fmla="*/ 12 w 12"/>
                <a:gd name="T77" fmla="*/ 12 h 17"/>
                <a:gd name="T78" fmla="*/ 11 w 12"/>
                <a:gd name="T79" fmla="*/ 15 h 17"/>
                <a:gd name="T80" fmla="*/ 10 w 12"/>
                <a:gd name="T81" fmla="*/ 16 h 17"/>
                <a:gd name="T82" fmla="*/ 8 w 12"/>
                <a:gd name="T83" fmla="*/ 17 h 17"/>
                <a:gd name="T84" fmla="*/ 5 w 12"/>
                <a:gd name="T85"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 h="17">
                  <a:moveTo>
                    <a:pt x="5" y="17"/>
                  </a:moveTo>
                  <a:cubicBezTo>
                    <a:pt x="4" y="17"/>
                    <a:pt x="3" y="17"/>
                    <a:pt x="2" y="17"/>
                  </a:cubicBezTo>
                  <a:cubicBezTo>
                    <a:pt x="1" y="17"/>
                    <a:pt x="1" y="16"/>
                    <a:pt x="1" y="16"/>
                  </a:cubicBezTo>
                  <a:cubicBezTo>
                    <a:pt x="0" y="16"/>
                    <a:pt x="0" y="16"/>
                    <a:pt x="0" y="16"/>
                  </a:cubicBezTo>
                  <a:cubicBezTo>
                    <a:pt x="1" y="15"/>
                    <a:pt x="1" y="15"/>
                    <a:pt x="1" y="15"/>
                  </a:cubicBezTo>
                  <a:cubicBezTo>
                    <a:pt x="1" y="14"/>
                    <a:pt x="1" y="14"/>
                    <a:pt x="1" y="14"/>
                  </a:cubicBezTo>
                  <a:cubicBezTo>
                    <a:pt x="1" y="14"/>
                    <a:pt x="1" y="14"/>
                    <a:pt x="1" y="14"/>
                  </a:cubicBezTo>
                  <a:cubicBezTo>
                    <a:pt x="1" y="14"/>
                    <a:pt x="2" y="14"/>
                    <a:pt x="2" y="15"/>
                  </a:cubicBezTo>
                  <a:cubicBezTo>
                    <a:pt x="3" y="15"/>
                    <a:pt x="4" y="15"/>
                    <a:pt x="5" y="15"/>
                  </a:cubicBezTo>
                  <a:cubicBezTo>
                    <a:pt x="6" y="15"/>
                    <a:pt x="6" y="15"/>
                    <a:pt x="7" y="15"/>
                  </a:cubicBezTo>
                  <a:cubicBezTo>
                    <a:pt x="7" y="15"/>
                    <a:pt x="7" y="15"/>
                    <a:pt x="8" y="14"/>
                  </a:cubicBezTo>
                  <a:cubicBezTo>
                    <a:pt x="9" y="14"/>
                    <a:pt x="9" y="14"/>
                    <a:pt x="9" y="14"/>
                  </a:cubicBezTo>
                  <a:cubicBezTo>
                    <a:pt x="9" y="13"/>
                    <a:pt x="9" y="13"/>
                    <a:pt x="9" y="13"/>
                  </a:cubicBezTo>
                  <a:cubicBezTo>
                    <a:pt x="9" y="12"/>
                    <a:pt x="9" y="11"/>
                    <a:pt x="8" y="11"/>
                  </a:cubicBezTo>
                  <a:cubicBezTo>
                    <a:pt x="8" y="10"/>
                    <a:pt x="7" y="10"/>
                    <a:pt x="6" y="9"/>
                  </a:cubicBezTo>
                  <a:cubicBezTo>
                    <a:pt x="5" y="9"/>
                    <a:pt x="4" y="9"/>
                    <a:pt x="4" y="9"/>
                  </a:cubicBezTo>
                  <a:cubicBezTo>
                    <a:pt x="3" y="8"/>
                    <a:pt x="3" y="8"/>
                    <a:pt x="3" y="8"/>
                  </a:cubicBezTo>
                  <a:cubicBezTo>
                    <a:pt x="2" y="7"/>
                    <a:pt x="2" y="7"/>
                    <a:pt x="2" y="6"/>
                  </a:cubicBezTo>
                  <a:cubicBezTo>
                    <a:pt x="1" y="6"/>
                    <a:pt x="1" y="5"/>
                    <a:pt x="1" y="5"/>
                  </a:cubicBezTo>
                  <a:cubicBezTo>
                    <a:pt x="1" y="4"/>
                    <a:pt x="1" y="3"/>
                    <a:pt x="2" y="3"/>
                  </a:cubicBezTo>
                  <a:cubicBezTo>
                    <a:pt x="2" y="2"/>
                    <a:pt x="2" y="2"/>
                    <a:pt x="3" y="2"/>
                  </a:cubicBezTo>
                  <a:cubicBezTo>
                    <a:pt x="3" y="1"/>
                    <a:pt x="4" y="1"/>
                    <a:pt x="4" y="1"/>
                  </a:cubicBezTo>
                  <a:cubicBezTo>
                    <a:pt x="5" y="1"/>
                    <a:pt x="6" y="0"/>
                    <a:pt x="7" y="0"/>
                  </a:cubicBezTo>
                  <a:cubicBezTo>
                    <a:pt x="8" y="0"/>
                    <a:pt x="8" y="0"/>
                    <a:pt x="9" y="0"/>
                  </a:cubicBezTo>
                  <a:cubicBezTo>
                    <a:pt x="9" y="1"/>
                    <a:pt x="10" y="1"/>
                    <a:pt x="10" y="1"/>
                  </a:cubicBezTo>
                  <a:cubicBezTo>
                    <a:pt x="11" y="1"/>
                    <a:pt x="11" y="1"/>
                    <a:pt x="11" y="1"/>
                  </a:cubicBezTo>
                  <a:cubicBezTo>
                    <a:pt x="11" y="1"/>
                    <a:pt x="11" y="1"/>
                    <a:pt x="11" y="1"/>
                  </a:cubicBezTo>
                  <a:cubicBezTo>
                    <a:pt x="11" y="1"/>
                    <a:pt x="11" y="1"/>
                    <a:pt x="11" y="1"/>
                  </a:cubicBezTo>
                  <a:cubicBezTo>
                    <a:pt x="11" y="2"/>
                    <a:pt x="11" y="2"/>
                    <a:pt x="11" y="2"/>
                  </a:cubicBezTo>
                  <a:cubicBezTo>
                    <a:pt x="11" y="3"/>
                    <a:pt x="11" y="3"/>
                    <a:pt x="11" y="3"/>
                  </a:cubicBezTo>
                  <a:cubicBezTo>
                    <a:pt x="10" y="3"/>
                    <a:pt x="10" y="3"/>
                    <a:pt x="10" y="3"/>
                  </a:cubicBezTo>
                  <a:cubicBezTo>
                    <a:pt x="10" y="3"/>
                    <a:pt x="10" y="3"/>
                    <a:pt x="9" y="3"/>
                  </a:cubicBezTo>
                  <a:cubicBezTo>
                    <a:pt x="8" y="3"/>
                    <a:pt x="8" y="2"/>
                    <a:pt x="7" y="2"/>
                  </a:cubicBezTo>
                  <a:cubicBezTo>
                    <a:pt x="6" y="2"/>
                    <a:pt x="5" y="3"/>
                    <a:pt x="5" y="3"/>
                  </a:cubicBezTo>
                  <a:cubicBezTo>
                    <a:pt x="4" y="3"/>
                    <a:pt x="4" y="4"/>
                    <a:pt x="4" y="5"/>
                  </a:cubicBezTo>
                  <a:cubicBezTo>
                    <a:pt x="4" y="5"/>
                    <a:pt x="4" y="6"/>
                    <a:pt x="5" y="6"/>
                  </a:cubicBezTo>
                  <a:cubicBezTo>
                    <a:pt x="5" y="7"/>
                    <a:pt x="6" y="7"/>
                    <a:pt x="7" y="7"/>
                  </a:cubicBezTo>
                  <a:cubicBezTo>
                    <a:pt x="9" y="8"/>
                    <a:pt x="10" y="9"/>
                    <a:pt x="11" y="9"/>
                  </a:cubicBezTo>
                  <a:cubicBezTo>
                    <a:pt x="11" y="10"/>
                    <a:pt x="12" y="11"/>
                    <a:pt x="12" y="12"/>
                  </a:cubicBezTo>
                  <a:cubicBezTo>
                    <a:pt x="12" y="13"/>
                    <a:pt x="11" y="14"/>
                    <a:pt x="11" y="15"/>
                  </a:cubicBezTo>
                  <a:cubicBezTo>
                    <a:pt x="11" y="15"/>
                    <a:pt x="10" y="16"/>
                    <a:pt x="10" y="16"/>
                  </a:cubicBezTo>
                  <a:cubicBezTo>
                    <a:pt x="9" y="16"/>
                    <a:pt x="8" y="17"/>
                    <a:pt x="8" y="17"/>
                  </a:cubicBezTo>
                  <a:cubicBezTo>
                    <a:pt x="7" y="17"/>
                    <a:pt x="6" y="17"/>
                    <a:pt x="5" y="17"/>
                  </a:cubicBezTo>
                  <a:close/>
                </a:path>
              </a:pathLst>
            </a:custGeom>
            <a:solidFill>
              <a:srgbClr val="5D5D5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68"/>
            <p:cNvSpPr>
              <a:spLocks/>
            </p:cNvSpPr>
            <p:nvPr/>
          </p:nvSpPr>
          <p:spPr bwMode="auto">
            <a:xfrm rot="16200000">
              <a:off x="2003630" y="4491567"/>
              <a:ext cx="18777" cy="37552"/>
            </a:xfrm>
            <a:custGeom>
              <a:avLst/>
              <a:gdLst>
                <a:gd name="T0" fmla="*/ 7 w 7"/>
                <a:gd name="T1" fmla="*/ 14 h 14"/>
                <a:gd name="T2" fmla="*/ 0 w 7"/>
                <a:gd name="T3" fmla="*/ 14 h 14"/>
                <a:gd name="T4" fmla="*/ 0 w 7"/>
                <a:gd name="T5" fmla="*/ 14 h 14"/>
                <a:gd name="T6" fmla="*/ 0 w 7"/>
                <a:gd name="T7" fmla="*/ 14 h 14"/>
                <a:gd name="T8" fmla="*/ 0 w 7"/>
                <a:gd name="T9" fmla="*/ 2 h 14"/>
                <a:gd name="T10" fmla="*/ 0 w 7"/>
                <a:gd name="T11" fmla="*/ 0 h 14"/>
                <a:gd name="T12" fmla="*/ 0 w 7"/>
                <a:gd name="T13" fmla="*/ 0 h 14"/>
                <a:gd name="T14" fmla="*/ 0 w 7"/>
                <a:gd name="T15" fmla="*/ 0 h 14"/>
                <a:gd name="T16" fmla="*/ 3 w 7"/>
                <a:gd name="T17" fmla="*/ 2 h 14"/>
                <a:gd name="T18" fmla="*/ 3 w 7"/>
                <a:gd name="T19" fmla="*/ 2 h 14"/>
                <a:gd name="T20" fmla="*/ 3 w 7"/>
                <a:gd name="T21" fmla="*/ 12 h 14"/>
                <a:gd name="T22" fmla="*/ 3 w 7"/>
                <a:gd name="T23" fmla="*/ 14 h 14"/>
                <a:gd name="T24" fmla="*/ 3 w 7"/>
                <a:gd name="T25" fmla="*/ 14 h 14"/>
                <a:gd name="T26" fmla="*/ 7 w 7"/>
                <a:gd name="T27" fmla="*/ 14 h 14"/>
                <a:gd name="T28" fmla="*/ 7 w 7"/>
                <a:gd name="T29" fmla="*/ 14 h 14"/>
                <a:gd name="T30" fmla="*/ 7 w 7"/>
                <a:gd name="T31" fmla="*/ 14 h 14"/>
                <a:gd name="T32" fmla="*/ 7 w 7"/>
                <a:gd name="T33" fmla="*/ 14 h 14"/>
                <a:gd name="T34" fmla="*/ 7 w 7"/>
                <a:gd name="T35" fmla="*/ 14 h 14"/>
                <a:gd name="T36" fmla="*/ 7 w 7"/>
                <a:gd name="T3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 h="14">
                  <a:moveTo>
                    <a:pt x="7" y="14"/>
                  </a:moveTo>
                  <a:lnTo>
                    <a:pt x="0" y="14"/>
                  </a:lnTo>
                  <a:lnTo>
                    <a:pt x="0" y="14"/>
                  </a:lnTo>
                  <a:lnTo>
                    <a:pt x="0" y="14"/>
                  </a:lnTo>
                  <a:lnTo>
                    <a:pt x="0" y="2"/>
                  </a:lnTo>
                  <a:lnTo>
                    <a:pt x="0" y="0"/>
                  </a:lnTo>
                  <a:lnTo>
                    <a:pt x="0" y="0"/>
                  </a:lnTo>
                  <a:lnTo>
                    <a:pt x="0" y="0"/>
                  </a:lnTo>
                  <a:lnTo>
                    <a:pt x="3" y="2"/>
                  </a:lnTo>
                  <a:lnTo>
                    <a:pt x="3" y="2"/>
                  </a:lnTo>
                  <a:lnTo>
                    <a:pt x="3" y="12"/>
                  </a:lnTo>
                  <a:lnTo>
                    <a:pt x="3" y="14"/>
                  </a:lnTo>
                  <a:lnTo>
                    <a:pt x="3" y="14"/>
                  </a:lnTo>
                  <a:lnTo>
                    <a:pt x="7" y="14"/>
                  </a:lnTo>
                  <a:lnTo>
                    <a:pt x="7" y="14"/>
                  </a:lnTo>
                  <a:lnTo>
                    <a:pt x="7" y="14"/>
                  </a:lnTo>
                  <a:lnTo>
                    <a:pt x="7" y="14"/>
                  </a:lnTo>
                  <a:lnTo>
                    <a:pt x="7" y="14"/>
                  </a:lnTo>
                  <a:lnTo>
                    <a:pt x="7" y="14"/>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69"/>
            <p:cNvSpPr>
              <a:spLocks noEditPoints="1"/>
            </p:cNvSpPr>
            <p:nvPr/>
          </p:nvSpPr>
          <p:spPr bwMode="auto">
            <a:xfrm rot="16200000">
              <a:off x="2007655" y="4468767"/>
              <a:ext cx="24142" cy="24142"/>
            </a:xfrm>
            <a:custGeom>
              <a:avLst/>
              <a:gdLst>
                <a:gd name="T0" fmla="*/ 2 w 4"/>
                <a:gd name="T1" fmla="*/ 4 h 4"/>
                <a:gd name="T2" fmla="*/ 1 w 4"/>
                <a:gd name="T3" fmla="*/ 4 h 4"/>
                <a:gd name="T4" fmla="*/ 0 w 4"/>
                <a:gd name="T5" fmla="*/ 4 h 4"/>
                <a:gd name="T6" fmla="*/ 0 w 4"/>
                <a:gd name="T7" fmla="*/ 3 h 4"/>
                <a:gd name="T8" fmla="*/ 0 w 4"/>
                <a:gd name="T9" fmla="*/ 2 h 4"/>
                <a:gd name="T10" fmla="*/ 0 w 4"/>
                <a:gd name="T11" fmla="*/ 1 h 4"/>
                <a:gd name="T12" fmla="*/ 0 w 4"/>
                <a:gd name="T13" fmla="*/ 0 h 4"/>
                <a:gd name="T14" fmla="*/ 1 w 4"/>
                <a:gd name="T15" fmla="*/ 0 h 4"/>
                <a:gd name="T16" fmla="*/ 2 w 4"/>
                <a:gd name="T17" fmla="*/ 0 h 4"/>
                <a:gd name="T18" fmla="*/ 3 w 4"/>
                <a:gd name="T19" fmla="*/ 0 h 4"/>
                <a:gd name="T20" fmla="*/ 4 w 4"/>
                <a:gd name="T21" fmla="*/ 2 h 4"/>
                <a:gd name="T22" fmla="*/ 3 w 4"/>
                <a:gd name="T23" fmla="*/ 4 h 4"/>
                <a:gd name="T24" fmla="*/ 2 w 4"/>
                <a:gd name="T25" fmla="*/ 4 h 4"/>
                <a:gd name="T26" fmla="*/ 3 w 4"/>
                <a:gd name="T27" fmla="*/ 2 h 4"/>
                <a:gd name="T28" fmla="*/ 3 w 4"/>
                <a:gd name="T29" fmla="*/ 1 h 4"/>
                <a:gd name="T30" fmla="*/ 2 w 4"/>
                <a:gd name="T31" fmla="*/ 0 h 4"/>
                <a:gd name="T32" fmla="*/ 1 w 4"/>
                <a:gd name="T33" fmla="*/ 1 h 4"/>
                <a:gd name="T34" fmla="*/ 1 w 4"/>
                <a:gd name="T35" fmla="*/ 2 h 4"/>
                <a:gd name="T36" fmla="*/ 1 w 4"/>
                <a:gd name="T37" fmla="*/ 3 h 4"/>
                <a:gd name="T38" fmla="*/ 1 w 4"/>
                <a:gd name="T39" fmla="*/ 3 h 4"/>
                <a:gd name="T40" fmla="*/ 2 w 4"/>
                <a:gd name="T41" fmla="*/ 4 h 4"/>
                <a:gd name="T42" fmla="*/ 3 w 4"/>
                <a:gd name="T43" fmla="*/ 3 h 4"/>
                <a:gd name="T44" fmla="*/ 3 w 4"/>
                <a:gd name="T45"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 h="4">
                  <a:moveTo>
                    <a:pt x="2" y="4"/>
                  </a:moveTo>
                  <a:cubicBezTo>
                    <a:pt x="1" y="4"/>
                    <a:pt x="1" y="4"/>
                    <a:pt x="1" y="4"/>
                  </a:cubicBezTo>
                  <a:cubicBezTo>
                    <a:pt x="0" y="4"/>
                    <a:pt x="0" y="4"/>
                    <a:pt x="0" y="4"/>
                  </a:cubicBezTo>
                  <a:cubicBezTo>
                    <a:pt x="0" y="3"/>
                    <a:pt x="0" y="3"/>
                    <a:pt x="0" y="3"/>
                  </a:cubicBezTo>
                  <a:cubicBezTo>
                    <a:pt x="0" y="3"/>
                    <a:pt x="0" y="3"/>
                    <a:pt x="0" y="2"/>
                  </a:cubicBezTo>
                  <a:cubicBezTo>
                    <a:pt x="0" y="2"/>
                    <a:pt x="0" y="1"/>
                    <a:pt x="0" y="1"/>
                  </a:cubicBezTo>
                  <a:cubicBezTo>
                    <a:pt x="0" y="0"/>
                    <a:pt x="0" y="0"/>
                    <a:pt x="0" y="0"/>
                  </a:cubicBezTo>
                  <a:cubicBezTo>
                    <a:pt x="1" y="0"/>
                    <a:pt x="1" y="0"/>
                    <a:pt x="1" y="0"/>
                  </a:cubicBezTo>
                  <a:cubicBezTo>
                    <a:pt x="2" y="0"/>
                    <a:pt x="2" y="0"/>
                    <a:pt x="2" y="0"/>
                  </a:cubicBezTo>
                  <a:cubicBezTo>
                    <a:pt x="2" y="0"/>
                    <a:pt x="3" y="0"/>
                    <a:pt x="3" y="0"/>
                  </a:cubicBezTo>
                  <a:cubicBezTo>
                    <a:pt x="4" y="1"/>
                    <a:pt x="4" y="1"/>
                    <a:pt x="4" y="2"/>
                  </a:cubicBezTo>
                  <a:cubicBezTo>
                    <a:pt x="4" y="3"/>
                    <a:pt x="4" y="3"/>
                    <a:pt x="3" y="4"/>
                  </a:cubicBezTo>
                  <a:cubicBezTo>
                    <a:pt x="3" y="4"/>
                    <a:pt x="2" y="4"/>
                    <a:pt x="2" y="4"/>
                  </a:cubicBezTo>
                  <a:close/>
                  <a:moveTo>
                    <a:pt x="3" y="2"/>
                  </a:moveTo>
                  <a:cubicBezTo>
                    <a:pt x="3" y="1"/>
                    <a:pt x="3" y="1"/>
                    <a:pt x="3" y="1"/>
                  </a:cubicBezTo>
                  <a:cubicBezTo>
                    <a:pt x="2" y="1"/>
                    <a:pt x="2" y="0"/>
                    <a:pt x="2" y="0"/>
                  </a:cubicBezTo>
                  <a:cubicBezTo>
                    <a:pt x="1" y="1"/>
                    <a:pt x="1" y="1"/>
                    <a:pt x="1" y="1"/>
                  </a:cubicBezTo>
                  <a:cubicBezTo>
                    <a:pt x="1" y="1"/>
                    <a:pt x="1" y="1"/>
                    <a:pt x="1" y="2"/>
                  </a:cubicBezTo>
                  <a:cubicBezTo>
                    <a:pt x="1" y="3"/>
                    <a:pt x="1" y="3"/>
                    <a:pt x="1" y="3"/>
                  </a:cubicBezTo>
                  <a:cubicBezTo>
                    <a:pt x="1" y="3"/>
                    <a:pt x="1" y="3"/>
                    <a:pt x="1" y="3"/>
                  </a:cubicBezTo>
                  <a:cubicBezTo>
                    <a:pt x="2" y="4"/>
                    <a:pt x="2" y="4"/>
                    <a:pt x="2" y="4"/>
                  </a:cubicBezTo>
                  <a:cubicBezTo>
                    <a:pt x="3" y="3"/>
                    <a:pt x="3" y="3"/>
                    <a:pt x="3" y="3"/>
                  </a:cubicBezTo>
                  <a:cubicBezTo>
                    <a:pt x="3" y="3"/>
                    <a:pt x="3" y="3"/>
                    <a:pt x="3" y="2"/>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70"/>
            <p:cNvSpPr>
              <a:spLocks/>
            </p:cNvSpPr>
            <p:nvPr/>
          </p:nvSpPr>
          <p:spPr bwMode="auto">
            <a:xfrm rot="16200000">
              <a:off x="2013019" y="4441946"/>
              <a:ext cx="13413" cy="24142"/>
            </a:xfrm>
            <a:custGeom>
              <a:avLst/>
              <a:gdLst>
                <a:gd name="T0" fmla="*/ 5 w 5"/>
                <a:gd name="T1" fmla="*/ 0 h 9"/>
                <a:gd name="T2" fmla="*/ 5 w 5"/>
                <a:gd name="T3" fmla="*/ 2 h 9"/>
                <a:gd name="T4" fmla="*/ 2 w 5"/>
                <a:gd name="T5" fmla="*/ 2 h 9"/>
                <a:gd name="T6" fmla="*/ 2 w 5"/>
                <a:gd name="T7" fmla="*/ 2 h 9"/>
                <a:gd name="T8" fmla="*/ 2 w 5"/>
                <a:gd name="T9" fmla="*/ 2 h 9"/>
                <a:gd name="T10" fmla="*/ 0 w 5"/>
                <a:gd name="T11" fmla="*/ 4 h 9"/>
                <a:gd name="T12" fmla="*/ 0 w 5"/>
                <a:gd name="T13" fmla="*/ 9 h 9"/>
                <a:gd name="T14" fmla="*/ 0 w 5"/>
                <a:gd name="T15" fmla="*/ 9 h 9"/>
                <a:gd name="T16" fmla="*/ 0 w 5"/>
                <a:gd name="T17" fmla="*/ 9 h 9"/>
                <a:gd name="T18" fmla="*/ 0 w 5"/>
                <a:gd name="T19" fmla="*/ 9 h 9"/>
                <a:gd name="T20" fmla="*/ 0 w 5"/>
                <a:gd name="T21" fmla="*/ 9 h 9"/>
                <a:gd name="T22" fmla="*/ 0 w 5"/>
                <a:gd name="T23" fmla="*/ 9 h 9"/>
                <a:gd name="T24" fmla="*/ 0 w 5"/>
                <a:gd name="T25" fmla="*/ 0 h 9"/>
                <a:gd name="T26" fmla="*/ 0 w 5"/>
                <a:gd name="T27" fmla="*/ 0 h 9"/>
                <a:gd name="T28" fmla="*/ 0 w 5"/>
                <a:gd name="T29" fmla="*/ 0 h 9"/>
                <a:gd name="T30" fmla="*/ 0 w 5"/>
                <a:gd name="T31" fmla="*/ 0 h 9"/>
                <a:gd name="T32" fmla="*/ 0 w 5"/>
                <a:gd name="T33" fmla="*/ 0 h 9"/>
                <a:gd name="T34" fmla="*/ 0 w 5"/>
                <a:gd name="T35" fmla="*/ 0 h 9"/>
                <a:gd name="T36" fmla="*/ 0 w 5"/>
                <a:gd name="T37" fmla="*/ 2 h 9"/>
                <a:gd name="T38" fmla="*/ 2 w 5"/>
                <a:gd name="T39" fmla="*/ 0 h 9"/>
                <a:gd name="T40" fmla="*/ 5 w 5"/>
                <a:gd name="T41" fmla="*/ 0 h 9"/>
                <a:gd name="T42" fmla="*/ 5 w 5"/>
                <a:gd name="T43" fmla="*/ 0 h 9"/>
                <a:gd name="T44" fmla="*/ 5 w 5"/>
                <a:gd name="T45" fmla="*/ 0 h 9"/>
                <a:gd name="T46" fmla="*/ 5 w 5"/>
                <a:gd name="T4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 h="9">
                  <a:moveTo>
                    <a:pt x="5" y="0"/>
                  </a:moveTo>
                  <a:lnTo>
                    <a:pt x="5" y="2"/>
                  </a:lnTo>
                  <a:lnTo>
                    <a:pt x="2" y="2"/>
                  </a:lnTo>
                  <a:lnTo>
                    <a:pt x="2" y="2"/>
                  </a:lnTo>
                  <a:lnTo>
                    <a:pt x="2" y="2"/>
                  </a:lnTo>
                  <a:lnTo>
                    <a:pt x="0" y="4"/>
                  </a:lnTo>
                  <a:lnTo>
                    <a:pt x="0" y="9"/>
                  </a:lnTo>
                  <a:lnTo>
                    <a:pt x="0" y="9"/>
                  </a:lnTo>
                  <a:lnTo>
                    <a:pt x="0" y="9"/>
                  </a:lnTo>
                  <a:lnTo>
                    <a:pt x="0" y="9"/>
                  </a:lnTo>
                  <a:lnTo>
                    <a:pt x="0" y="9"/>
                  </a:lnTo>
                  <a:lnTo>
                    <a:pt x="0" y="9"/>
                  </a:lnTo>
                  <a:lnTo>
                    <a:pt x="0" y="0"/>
                  </a:lnTo>
                  <a:lnTo>
                    <a:pt x="0" y="0"/>
                  </a:lnTo>
                  <a:lnTo>
                    <a:pt x="0" y="0"/>
                  </a:lnTo>
                  <a:lnTo>
                    <a:pt x="0" y="0"/>
                  </a:lnTo>
                  <a:lnTo>
                    <a:pt x="0" y="0"/>
                  </a:lnTo>
                  <a:lnTo>
                    <a:pt x="0" y="0"/>
                  </a:lnTo>
                  <a:lnTo>
                    <a:pt x="0" y="2"/>
                  </a:lnTo>
                  <a:lnTo>
                    <a:pt x="2" y="0"/>
                  </a:lnTo>
                  <a:lnTo>
                    <a:pt x="5" y="0"/>
                  </a:lnTo>
                  <a:lnTo>
                    <a:pt x="5" y="0"/>
                  </a:lnTo>
                  <a:lnTo>
                    <a:pt x="5" y="0"/>
                  </a:lnTo>
                  <a:lnTo>
                    <a:pt x="5"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1"/>
            <p:cNvSpPr>
              <a:spLocks noEditPoints="1"/>
            </p:cNvSpPr>
            <p:nvPr/>
          </p:nvSpPr>
          <p:spPr bwMode="auto">
            <a:xfrm rot="16200000">
              <a:off x="2010339" y="4420489"/>
              <a:ext cx="18777" cy="24142"/>
            </a:xfrm>
            <a:custGeom>
              <a:avLst/>
              <a:gdLst>
                <a:gd name="T0" fmla="*/ 3 w 3"/>
                <a:gd name="T1" fmla="*/ 2 h 4"/>
                <a:gd name="T2" fmla="*/ 1 w 3"/>
                <a:gd name="T3" fmla="*/ 2 h 4"/>
                <a:gd name="T4" fmla="*/ 1 w 3"/>
                <a:gd name="T5" fmla="*/ 3 h 4"/>
                <a:gd name="T6" fmla="*/ 2 w 3"/>
                <a:gd name="T7" fmla="*/ 4 h 4"/>
                <a:gd name="T8" fmla="*/ 3 w 3"/>
                <a:gd name="T9" fmla="*/ 4 h 4"/>
                <a:gd name="T10" fmla="*/ 3 w 3"/>
                <a:gd name="T11" fmla="*/ 4 h 4"/>
                <a:gd name="T12" fmla="*/ 3 w 3"/>
                <a:gd name="T13" fmla="*/ 4 h 4"/>
                <a:gd name="T14" fmla="*/ 3 w 3"/>
                <a:gd name="T15" fmla="*/ 4 h 4"/>
                <a:gd name="T16" fmla="*/ 3 w 3"/>
                <a:gd name="T17" fmla="*/ 4 h 4"/>
                <a:gd name="T18" fmla="*/ 3 w 3"/>
                <a:gd name="T19" fmla="*/ 4 h 4"/>
                <a:gd name="T20" fmla="*/ 3 w 3"/>
                <a:gd name="T21" fmla="*/ 4 h 4"/>
                <a:gd name="T22" fmla="*/ 3 w 3"/>
                <a:gd name="T23" fmla="*/ 4 h 4"/>
                <a:gd name="T24" fmla="*/ 2 w 3"/>
                <a:gd name="T25" fmla="*/ 4 h 4"/>
                <a:gd name="T26" fmla="*/ 2 w 3"/>
                <a:gd name="T27" fmla="*/ 4 h 4"/>
                <a:gd name="T28" fmla="*/ 0 w 3"/>
                <a:gd name="T29" fmla="*/ 4 h 4"/>
                <a:gd name="T30" fmla="*/ 0 w 3"/>
                <a:gd name="T31" fmla="*/ 2 h 4"/>
                <a:gd name="T32" fmla="*/ 0 w 3"/>
                <a:gd name="T33" fmla="*/ 0 h 4"/>
                <a:gd name="T34" fmla="*/ 2 w 3"/>
                <a:gd name="T35" fmla="*/ 0 h 4"/>
                <a:gd name="T36" fmla="*/ 3 w 3"/>
                <a:gd name="T37" fmla="*/ 0 h 4"/>
                <a:gd name="T38" fmla="*/ 3 w 3"/>
                <a:gd name="T39" fmla="*/ 2 h 4"/>
                <a:gd name="T40" fmla="*/ 3 w 3"/>
                <a:gd name="T41" fmla="*/ 2 h 4"/>
                <a:gd name="T42" fmla="*/ 3 w 3"/>
                <a:gd name="T43" fmla="*/ 2 h 4"/>
                <a:gd name="T44" fmla="*/ 2 w 3"/>
                <a:gd name="T45" fmla="*/ 0 h 4"/>
                <a:gd name="T46" fmla="*/ 1 w 3"/>
                <a:gd name="T47" fmla="*/ 0 h 4"/>
                <a:gd name="T48" fmla="*/ 1 w 3"/>
                <a:gd name="T49" fmla="*/ 1 h 4"/>
                <a:gd name="T50" fmla="*/ 1 w 3"/>
                <a:gd name="T51" fmla="*/ 1 h 4"/>
                <a:gd name="T52" fmla="*/ 1 w 3"/>
                <a:gd name="T53" fmla="*/ 2 h 4"/>
                <a:gd name="T54" fmla="*/ 1 w 3"/>
                <a:gd name="T55" fmla="*/ 2 h 4"/>
                <a:gd name="T56" fmla="*/ 1 w 3"/>
                <a:gd name="T57" fmla="*/ 2 h 4"/>
                <a:gd name="T58" fmla="*/ 2 w 3"/>
                <a:gd name="T59" fmla="*/ 2 h 4"/>
                <a:gd name="T60" fmla="*/ 3 w 3"/>
                <a:gd name="T61" fmla="*/ 2 h 4"/>
                <a:gd name="T62" fmla="*/ 3 w 3"/>
                <a:gd name="T63" fmla="*/ 2 h 4"/>
                <a:gd name="T64" fmla="*/ 2 w 3"/>
                <a:gd name="T65" fmla="*/ 1 h 4"/>
                <a:gd name="T66" fmla="*/ 2 w 3"/>
                <a:gd name="T6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 h="4">
                  <a:moveTo>
                    <a:pt x="3" y="2"/>
                  </a:moveTo>
                  <a:cubicBezTo>
                    <a:pt x="1" y="2"/>
                    <a:pt x="1" y="2"/>
                    <a:pt x="1" y="2"/>
                  </a:cubicBezTo>
                  <a:cubicBezTo>
                    <a:pt x="1" y="3"/>
                    <a:pt x="1" y="3"/>
                    <a:pt x="1" y="3"/>
                  </a:cubicBezTo>
                  <a:cubicBezTo>
                    <a:pt x="1" y="4"/>
                    <a:pt x="1" y="4"/>
                    <a:pt x="2" y="4"/>
                  </a:cubicBezTo>
                  <a:cubicBezTo>
                    <a:pt x="2"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1" y="4"/>
                    <a:pt x="1" y="4"/>
                    <a:pt x="0" y="4"/>
                  </a:cubicBezTo>
                  <a:cubicBezTo>
                    <a:pt x="0" y="4"/>
                    <a:pt x="0" y="3"/>
                    <a:pt x="0" y="2"/>
                  </a:cubicBezTo>
                  <a:cubicBezTo>
                    <a:pt x="0" y="1"/>
                    <a:pt x="0" y="1"/>
                    <a:pt x="0" y="0"/>
                  </a:cubicBezTo>
                  <a:cubicBezTo>
                    <a:pt x="0" y="0"/>
                    <a:pt x="1" y="0"/>
                    <a:pt x="2" y="0"/>
                  </a:cubicBezTo>
                  <a:cubicBezTo>
                    <a:pt x="2" y="0"/>
                    <a:pt x="3" y="0"/>
                    <a:pt x="3" y="0"/>
                  </a:cubicBezTo>
                  <a:cubicBezTo>
                    <a:pt x="3" y="1"/>
                    <a:pt x="3" y="1"/>
                    <a:pt x="3" y="2"/>
                  </a:cubicBezTo>
                  <a:cubicBezTo>
                    <a:pt x="3" y="2"/>
                    <a:pt x="3" y="2"/>
                    <a:pt x="3" y="2"/>
                  </a:cubicBezTo>
                  <a:cubicBezTo>
                    <a:pt x="3" y="2"/>
                    <a:pt x="3" y="2"/>
                    <a:pt x="3" y="2"/>
                  </a:cubicBezTo>
                  <a:close/>
                  <a:moveTo>
                    <a:pt x="2" y="0"/>
                  </a:moveTo>
                  <a:cubicBezTo>
                    <a:pt x="1" y="0"/>
                    <a:pt x="1" y="0"/>
                    <a:pt x="1" y="0"/>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2" y="2"/>
                    <a:pt x="2" y="2"/>
                    <a:pt x="2" y="2"/>
                  </a:cubicBezTo>
                  <a:cubicBezTo>
                    <a:pt x="3" y="2"/>
                    <a:pt x="3" y="2"/>
                    <a:pt x="3" y="2"/>
                  </a:cubicBezTo>
                  <a:cubicBezTo>
                    <a:pt x="3" y="2"/>
                    <a:pt x="3" y="2"/>
                    <a:pt x="3" y="2"/>
                  </a:cubicBezTo>
                  <a:cubicBezTo>
                    <a:pt x="3" y="1"/>
                    <a:pt x="2" y="1"/>
                    <a:pt x="2" y="1"/>
                  </a:cubicBezTo>
                  <a:cubicBezTo>
                    <a:pt x="2" y="0"/>
                    <a:pt x="2" y="0"/>
                    <a:pt x="2" y="0"/>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4" name="Freeform 72"/>
            <p:cNvSpPr>
              <a:spLocks/>
            </p:cNvSpPr>
            <p:nvPr/>
          </p:nvSpPr>
          <p:spPr bwMode="auto">
            <a:xfrm rot="16200000">
              <a:off x="2003631" y="4381597"/>
              <a:ext cx="32187" cy="24142"/>
            </a:xfrm>
            <a:custGeom>
              <a:avLst/>
              <a:gdLst>
                <a:gd name="T0" fmla="*/ 12 w 12"/>
                <a:gd name="T1" fmla="*/ 9 h 9"/>
                <a:gd name="T2" fmla="*/ 12 w 12"/>
                <a:gd name="T3" fmla="*/ 9 h 9"/>
                <a:gd name="T4" fmla="*/ 12 w 12"/>
                <a:gd name="T5" fmla="*/ 9 h 9"/>
                <a:gd name="T6" fmla="*/ 12 w 12"/>
                <a:gd name="T7" fmla="*/ 9 h 9"/>
                <a:gd name="T8" fmla="*/ 12 w 12"/>
                <a:gd name="T9" fmla="*/ 2 h 9"/>
                <a:gd name="T10" fmla="*/ 12 w 12"/>
                <a:gd name="T11" fmla="*/ 2 h 9"/>
                <a:gd name="T12" fmla="*/ 10 w 12"/>
                <a:gd name="T13" fmla="*/ 2 h 9"/>
                <a:gd name="T14" fmla="*/ 10 w 12"/>
                <a:gd name="T15" fmla="*/ 2 h 9"/>
                <a:gd name="T16" fmla="*/ 10 w 12"/>
                <a:gd name="T17" fmla="*/ 2 h 9"/>
                <a:gd name="T18" fmla="*/ 7 w 12"/>
                <a:gd name="T19" fmla="*/ 2 h 9"/>
                <a:gd name="T20" fmla="*/ 7 w 12"/>
                <a:gd name="T21" fmla="*/ 2 h 9"/>
                <a:gd name="T22" fmla="*/ 7 w 12"/>
                <a:gd name="T23" fmla="*/ 2 h 9"/>
                <a:gd name="T24" fmla="*/ 7 w 12"/>
                <a:gd name="T25" fmla="*/ 2 h 9"/>
                <a:gd name="T26" fmla="*/ 7 w 12"/>
                <a:gd name="T27" fmla="*/ 9 h 9"/>
                <a:gd name="T28" fmla="*/ 7 w 12"/>
                <a:gd name="T29" fmla="*/ 9 h 9"/>
                <a:gd name="T30" fmla="*/ 7 w 12"/>
                <a:gd name="T31" fmla="*/ 9 h 9"/>
                <a:gd name="T32" fmla="*/ 5 w 12"/>
                <a:gd name="T33" fmla="*/ 9 h 9"/>
                <a:gd name="T34" fmla="*/ 5 w 12"/>
                <a:gd name="T35" fmla="*/ 9 h 9"/>
                <a:gd name="T36" fmla="*/ 5 w 12"/>
                <a:gd name="T37" fmla="*/ 2 h 9"/>
                <a:gd name="T38" fmla="*/ 5 w 12"/>
                <a:gd name="T39" fmla="*/ 2 h 9"/>
                <a:gd name="T40" fmla="*/ 5 w 12"/>
                <a:gd name="T41" fmla="*/ 2 h 9"/>
                <a:gd name="T42" fmla="*/ 5 w 12"/>
                <a:gd name="T43" fmla="*/ 2 h 9"/>
                <a:gd name="T44" fmla="*/ 2 w 12"/>
                <a:gd name="T45" fmla="*/ 2 h 9"/>
                <a:gd name="T46" fmla="*/ 2 w 12"/>
                <a:gd name="T47" fmla="*/ 2 h 9"/>
                <a:gd name="T48" fmla="*/ 2 w 12"/>
                <a:gd name="T49" fmla="*/ 2 h 9"/>
                <a:gd name="T50" fmla="*/ 0 w 12"/>
                <a:gd name="T51" fmla="*/ 2 h 9"/>
                <a:gd name="T52" fmla="*/ 0 w 12"/>
                <a:gd name="T53" fmla="*/ 4 h 9"/>
                <a:gd name="T54" fmla="*/ 0 w 12"/>
                <a:gd name="T55" fmla="*/ 9 h 9"/>
                <a:gd name="T56" fmla="*/ 0 w 12"/>
                <a:gd name="T57" fmla="*/ 9 h 9"/>
                <a:gd name="T58" fmla="*/ 0 w 12"/>
                <a:gd name="T59" fmla="*/ 9 h 9"/>
                <a:gd name="T60" fmla="*/ 0 w 12"/>
                <a:gd name="T61" fmla="*/ 9 h 9"/>
                <a:gd name="T62" fmla="*/ 0 w 12"/>
                <a:gd name="T63" fmla="*/ 9 h 9"/>
                <a:gd name="T64" fmla="*/ 0 w 12"/>
                <a:gd name="T65" fmla="*/ 9 h 9"/>
                <a:gd name="T66" fmla="*/ 0 w 12"/>
                <a:gd name="T67" fmla="*/ 0 h 9"/>
                <a:gd name="T68" fmla="*/ 0 w 12"/>
                <a:gd name="T69" fmla="*/ 0 h 9"/>
                <a:gd name="T70" fmla="*/ 0 w 12"/>
                <a:gd name="T71" fmla="*/ 0 h 9"/>
                <a:gd name="T72" fmla="*/ 0 w 12"/>
                <a:gd name="T73" fmla="*/ 0 h 9"/>
                <a:gd name="T74" fmla="*/ 0 w 12"/>
                <a:gd name="T75" fmla="*/ 0 h 9"/>
                <a:gd name="T76" fmla="*/ 0 w 12"/>
                <a:gd name="T77" fmla="*/ 0 h 9"/>
                <a:gd name="T78" fmla="*/ 2 w 12"/>
                <a:gd name="T79" fmla="*/ 0 h 9"/>
                <a:gd name="T80" fmla="*/ 5 w 12"/>
                <a:gd name="T81" fmla="*/ 0 h 9"/>
                <a:gd name="T82" fmla="*/ 5 w 12"/>
                <a:gd name="T83" fmla="*/ 0 h 9"/>
                <a:gd name="T84" fmla="*/ 7 w 12"/>
                <a:gd name="T85" fmla="*/ 2 h 9"/>
                <a:gd name="T86" fmla="*/ 7 w 12"/>
                <a:gd name="T87" fmla="*/ 0 h 9"/>
                <a:gd name="T88" fmla="*/ 10 w 12"/>
                <a:gd name="T89" fmla="*/ 0 h 9"/>
                <a:gd name="T90" fmla="*/ 12 w 12"/>
                <a:gd name="T91" fmla="*/ 0 h 9"/>
                <a:gd name="T92" fmla="*/ 12 w 12"/>
                <a:gd name="T93" fmla="*/ 0 h 9"/>
                <a:gd name="T94" fmla="*/ 12 w 12"/>
                <a:gd name="T95" fmla="*/ 2 h 9"/>
                <a:gd name="T96" fmla="*/ 12 w 12"/>
                <a:gd name="T97" fmla="*/ 2 h 9"/>
                <a:gd name="T98" fmla="*/ 12 w 12"/>
                <a:gd name="T99" fmla="*/ 9 h 9"/>
                <a:gd name="T100" fmla="*/ 12 w 12"/>
                <a:gd name="T101" fmla="*/ 9 h 9"/>
                <a:gd name="T102" fmla="*/ 12 w 12"/>
                <a:gd name="T10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 h="9">
                  <a:moveTo>
                    <a:pt x="12" y="9"/>
                  </a:moveTo>
                  <a:lnTo>
                    <a:pt x="12" y="9"/>
                  </a:lnTo>
                  <a:lnTo>
                    <a:pt x="12" y="9"/>
                  </a:lnTo>
                  <a:lnTo>
                    <a:pt x="12" y="9"/>
                  </a:lnTo>
                  <a:lnTo>
                    <a:pt x="12" y="2"/>
                  </a:lnTo>
                  <a:lnTo>
                    <a:pt x="12" y="2"/>
                  </a:lnTo>
                  <a:lnTo>
                    <a:pt x="10" y="2"/>
                  </a:lnTo>
                  <a:lnTo>
                    <a:pt x="10" y="2"/>
                  </a:lnTo>
                  <a:lnTo>
                    <a:pt x="10" y="2"/>
                  </a:lnTo>
                  <a:lnTo>
                    <a:pt x="7" y="2"/>
                  </a:lnTo>
                  <a:lnTo>
                    <a:pt x="7" y="2"/>
                  </a:lnTo>
                  <a:lnTo>
                    <a:pt x="7" y="2"/>
                  </a:lnTo>
                  <a:lnTo>
                    <a:pt x="7" y="2"/>
                  </a:lnTo>
                  <a:lnTo>
                    <a:pt x="7" y="9"/>
                  </a:lnTo>
                  <a:lnTo>
                    <a:pt x="7" y="9"/>
                  </a:lnTo>
                  <a:lnTo>
                    <a:pt x="7" y="9"/>
                  </a:lnTo>
                  <a:lnTo>
                    <a:pt x="5" y="9"/>
                  </a:lnTo>
                  <a:lnTo>
                    <a:pt x="5" y="9"/>
                  </a:lnTo>
                  <a:lnTo>
                    <a:pt x="5" y="2"/>
                  </a:lnTo>
                  <a:lnTo>
                    <a:pt x="5" y="2"/>
                  </a:lnTo>
                  <a:lnTo>
                    <a:pt x="5" y="2"/>
                  </a:lnTo>
                  <a:lnTo>
                    <a:pt x="5" y="2"/>
                  </a:lnTo>
                  <a:lnTo>
                    <a:pt x="2" y="2"/>
                  </a:lnTo>
                  <a:lnTo>
                    <a:pt x="2" y="2"/>
                  </a:lnTo>
                  <a:lnTo>
                    <a:pt x="2" y="2"/>
                  </a:lnTo>
                  <a:lnTo>
                    <a:pt x="0" y="2"/>
                  </a:lnTo>
                  <a:lnTo>
                    <a:pt x="0" y="4"/>
                  </a:lnTo>
                  <a:lnTo>
                    <a:pt x="0" y="9"/>
                  </a:lnTo>
                  <a:lnTo>
                    <a:pt x="0" y="9"/>
                  </a:lnTo>
                  <a:lnTo>
                    <a:pt x="0" y="9"/>
                  </a:lnTo>
                  <a:lnTo>
                    <a:pt x="0" y="9"/>
                  </a:lnTo>
                  <a:lnTo>
                    <a:pt x="0" y="9"/>
                  </a:lnTo>
                  <a:lnTo>
                    <a:pt x="0" y="9"/>
                  </a:lnTo>
                  <a:lnTo>
                    <a:pt x="0" y="0"/>
                  </a:lnTo>
                  <a:lnTo>
                    <a:pt x="0" y="0"/>
                  </a:lnTo>
                  <a:lnTo>
                    <a:pt x="0" y="0"/>
                  </a:lnTo>
                  <a:lnTo>
                    <a:pt x="0" y="0"/>
                  </a:lnTo>
                  <a:lnTo>
                    <a:pt x="0" y="0"/>
                  </a:lnTo>
                  <a:lnTo>
                    <a:pt x="0" y="0"/>
                  </a:lnTo>
                  <a:lnTo>
                    <a:pt x="2" y="0"/>
                  </a:lnTo>
                  <a:lnTo>
                    <a:pt x="5" y="0"/>
                  </a:lnTo>
                  <a:lnTo>
                    <a:pt x="5" y="0"/>
                  </a:lnTo>
                  <a:lnTo>
                    <a:pt x="7" y="2"/>
                  </a:lnTo>
                  <a:lnTo>
                    <a:pt x="7" y="0"/>
                  </a:lnTo>
                  <a:lnTo>
                    <a:pt x="10" y="0"/>
                  </a:lnTo>
                  <a:lnTo>
                    <a:pt x="12" y="0"/>
                  </a:lnTo>
                  <a:lnTo>
                    <a:pt x="12" y="0"/>
                  </a:lnTo>
                  <a:lnTo>
                    <a:pt x="12" y="2"/>
                  </a:lnTo>
                  <a:lnTo>
                    <a:pt x="12" y="2"/>
                  </a:lnTo>
                  <a:lnTo>
                    <a:pt x="12" y="9"/>
                  </a:lnTo>
                  <a:lnTo>
                    <a:pt x="12" y="9"/>
                  </a:lnTo>
                  <a:lnTo>
                    <a:pt x="12" y="9"/>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5" name="Freeform 73"/>
            <p:cNvSpPr>
              <a:spLocks noEditPoints="1"/>
            </p:cNvSpPr>
            <p:nvPr/>
          </p:nvSpPr>
          <p:spPr bwMode="auto">
            <a:xfrm rot="16200000">
              <a:off x="2013019" y="4326611"/>
              <a:ext cx="0" cy="37552"/>
            </a:xfrm>
            <a:custGeom>
              <a:avLst/>
              <a:gdLst>
                <a:gd name="T0" fmla="*/ 2 h 14"/>
                <a:gd name="T1" fmla="*/ 2 h 14"/>
                <a:gd name="T2" fmla="*/ 2 h 14"/>
                <a:gd name="T3" fmla="*/ 2 h 14"/>
                <a:gd name="T4" fmla="*/ 0 h 14"/>
                <a:gd name="T5" fmla="*/ 0 h 14"/>
                <a:gd name="T6" fmla="*/ 0 h 14"/>
                <a:gd name="T7" fmla="*/ 0 h 14"/>
                <a:gd name="T8" fmla="*/ 2 h 14"/>
                <a:gd name="T9" fmla="*/ 2 h 14"/>
                <a:gd name="T10" fmla="*/ 2 h 14"/>
                <a:gd name="T11" fmla="*/ 2 h 14"/>
                <a:gd name="T12" fmla="*/ 2 h 14"/>
                <a:gd name="T13" fmla="*/ 14 h 14"/>
                <a:gd name="T14" fmla="*/ 14 h 14"/>
                <a:gd name="T15" fmla="*/ 14 h 14"/>
                <a:gd name="T16" fmla="*/ 14 h 14"/>
                <a:gd name="T17" fmla="*/ 5 h 14"/>
                <a:gd name="T18" fmla="*/ 5 h 14"/>
                <a:gd name="T19" fmla="*/ 5 h 14"/>
                <a:gd name="T20" fmla="*/ 5 h 14"/>
                <a:gd name="T21" fmla="*/ 5 h 14"/>
                <a:gd name="T22" fmla="*/ 5 h 14"/>
                <a:gd name="T23" fmla="*/ 14 h 14"/>
                <a:gd name="T24" fmla="*/ 14 h 14"/>
                <a:gd name="T25" fmla="*/ 14 h 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 ang="0">
                  <a:pos x="0" y="T16"/>
                </a:cxn>
                <a:cxn ang="0">
                  <a:pos x="0" y="T17"/>
                </a:cxn>
                <a:cxn ang="0">
                  <a:pos x="0" y="T18"/>
                </a:cxn>
                <a:cxn ang="0">
                  <a:pos x="0" y="T19"/>
                </a:cxn>
                <a:cxn ang="0">
                  <a:pos x="0" y="T20"/>
                </a:cxn>
                <a:cxn ang="0">
                  <a:pos x="0" y="T21"/>
                </a:cxn>
                <a:cxn ang="0">
                  <a:pos x="0" y="T22"/>
                </a:cxn>
                <a:cxn ang="0">
                  <a:pos x="0" y="T23"/>
                </a:cxn>
                <a:cxn ang="0">
                  <a:pos x="0" y="T24"/>
                </a:cxn>
                <a:cxn ang="0">
                  <a:pos x="0" y="T25"/>
                </a:cxn>
              </a:cxnLst>
              <a:rect l="0" t="0" r="r" b="b"/>
              <a:pathLst>
                <a:path h="14">
                  <a:moveTo>
                    <a:pt x="0" y="2"/>
                  </a:moveTo>
                  <a:lnTo>
                    <a:pt x="0" y="2"/>
                  </a:lnTo>
                  <a:lnTo>
                    <a:pt x="0" y="2"/>
                  </a:lnTo>
                  <a:lnTo>
                    <a:pt x="0" y="2"/>
                  </a:lnTo>
                  <a:lnTo>
                    <a:pt x="0" y="0"/>
                  </a:lnTo>
                  <a:lnTo>
                    <a:pt x="0" y="0"/>
                  </a:lnTo>
                  <a:lnTo>
                    <a:pt x="0" y="0"/>
                  </a:lnTo>
                  <a:lnTo>
                    <a:pt x="0" y="0"/>
                  </a:lnTo>
                  <a:lnTo>
                    <a:pt x="0" y="2"/>
                  </a:lnTo>
                  <a:lnTo>
                    <a:pt x="0" y="2"/>
                  </a:lnTo>
                  <a:lnTo>
                    <a:pt x="0" y="2"/>
                  </a:lnTo>
                  <a:lnTo>
                    <a:pt x="0" y="2"/>
                  </a:lnTo>
                  <a:lnTo>
                    <a:pt x="0" y="2"/>
                  </a:lnTo>
                  <a:close/>
                  <a:moveTo>
                    <a:pt x="0" y="14"/>
                  </a:moveTo>
                  <a:lnTo>
                    <a:pt x="0" y="14"/>
                  </a:lnTo>
                  <a:lnTo>
                    <a:pt x="0" y="14"/>
                  </a:lnTo>
                  <a:lnTo>
                    <a:pt x="0" y="14"/>
                  </a:lnTo>
                  <a:lnTo>
                    <a:pt x="0" y="5"/>
                  </a:lnTo>
                  <a:lnTo>
                    <a:pt x="0" y="5"/>
                  </a:lnTo>
                  <a:lnTo>
                    <a:pt x="0" y="5"/>
                  </a:lnTo>
                  <a:lnTo>
                    <a:pt x="0" y="5"/>
                  </a:lnTo>
                  <a:lnTo>
                    <a:pt x="0" y="5"/>
                  </a:lnTo>
                  <a:lnTo>
                    <a:pt x="0" y="5"/>
                  </a:lnTo>
                  <a:lnTo>
                    <a:pt x="0" y="14"/>
                  </a:lnTo>
                  <a:lnTo>
                    <a:pt x="0" y="14"/>
                  </a:lnTo>
                  <a:lnTo>
                    <a:pt x="0" y="14"/>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6" name="Freeform 74"/>
            <p:cNvSpPr>
              <a:spLocks noEditPoints="1"/>
            </p:cNvSpPr>
            <p:nvPr/>
          </p:nvSpPr>
          <p:spPr bwMode="auto">
            <a:xfrm rot="16200000">
              <a:off x="2017044" y="4303810"/>
              <a:ext cx="18777" cy="37552"/>
            </a:xfrm>
            <a:custGeom>
              <a:avLst/>
              <a:gdLst>
                <a:gd name="T0" fmla="*/ 2 w 3"/>
                <a:gd name="T1" fmla="*/ 4 h 6"/>
                <a:gd name="T2" fmla="*/ 1 w 3"/>
                <a:gd name="T3" fmla="*/ 4 h 6"/>
                <a:gd name="T4" fmla="*/ 1 w 3"/>
                <a:gd name="T5" fmla="*/ 4 h 6"/>
                <a:gd name="T6" fmla="*/ 1 w 3"/>
                <a:gd name="T7" fmla="*/ 6 h 6"/>
                <a:gd name="T8" fmla="*/ 0 w 3"/>
                <a:gd name="T9" fmla="*/ 6 h 6"/>
                <a:gd name="T10" fmla="*/ 0 w 3"/>
                <a:gd name="T11" fmla="*/ 6 h 6"/>
                <a:gd name="T12" fmla="*/ 0 w 3"/>
                <a:gd name="T13" fmla="*/ 6 h 6"/>
                <a:gd name="T14" fmla="*/ 0 w 3"/>
                <a:gd name="T15" fmla="*/ 6 h 6"/>
                <a:gd name="T16" fmla="*/ 0 w 3"/>
                <a:gd name="T17" fmla="*/ 6 h 6"/>
                <a:gd name="T18" fmla="*/ 0 w 3"/>
                <a:gd name="T19" fmla="*/ 0 h 6"/>
                <a:gd name="T20" fmla="*/ 0 w 3"/>
                <a:gd name="T21" fmla="*/ 0 h 6"/>
                <a:gd name="T22" fmla="*/ 0 w 3"/>
                <a:gd name="T23" fmla="*/ 0 h 6"/>
                <a:gd name="T24" fmla="*/ 0 w 3"/>
                <a:gd name="T25" fmla="*/ 0 h 6"/>
                <a:gd name="T26" fmla="*/ 1 w 3"/>
                <a:gd name="T27" fmla="*/ 0 h 6"/>
                <a:gd name="T28" fmla="*/ 1 w 3"/>
                <a:gd name="T29" fmla="*/ 0 h 6"/>
                <a:gd name="T30" fmla="*/ 1 w 3"/>
                <a:gd name="T31" fmla="*/ 0 h 6"/>
                <a:gd name="T32" fmla="*/ 2 w 3"/>
                <a:gd name="T33" fmla="*/ 0 h 6"/>
                <a:gd name="T34" fmla="*/ 3 w 3"/>
                <a:gd name="T35" fmla="*/ 0 h 6"/>
                <a:gd name="T36" fmla="*/ 3 w 3"/>
                <a:gd name="T37" fmla="*/ 2 h 6"/>
                <a:gd name="T38" fmla="*/ 3 w 3"/>
                <a:gd name="T39" fmla="*/ 3 h 6"/>
                <a:gd name="T40" fmla="*/ 3 w 3"/>
                <a:gd name="T41" fmla="*/ 4 h 6"/>
                <a:gd name="T42" fmla="*/ 3 w 3"/>
                <a:gd name="T43" fmla="*/ 4 h 6"/>
                <a:gd name="T44" fmla="*/ 2 w 3"/>
                <a:gd name="T45" fmla="*/ 4 h 6"/>
                <a:gd name="T46" fmla="*/ 2 w 3"/>
                <a:gd name="T47" fmla="*/ 2 h 6"/>
                <a:gd name="T48" fmla="*/ 2 w 3"/>
                <a:gd name="T49" fmla="*/ 1 h 6"/>
                <a:gd name="T50" fmla="*/ 2 w 3"/>
                <a:gd name="T51" fmla="*/ 0 h 6"/>
                <a:gd name="T52" fmla="*/ 1 w 3"/>
                <a:gd name="T53" fmla="*/ 0 h 6"/>
                <a:gd name="T54" fmla="*/ 1 w 3"/>
                <a:gd name="T55" fmla="*/ 1 h 6"/>
                <a:gd name="T56" fmla="*/ 1 w 3"/>
                <a:gd name="T57" fmla="*/ 1 h 6"/>
                <a:gd name="T58" fmla="*/ 1 w 3"/>
                <a:gd name="T59" fmla="*/ 1 h 6"/>
                <a:gd name="T60" fmla="*/ 1 w 3"/>
                <a:gd name="T61" fmla="*/ 3 h 6"/>
                <a:gd name="T62" fmla="*/ 1 w 3"/>
                <a:gd name="T63" fmla="*/ 3 h 6"/>
                <a:gd name="T64" fmla="*/ 1 w 3"/>
                <a:gd name="T65" fmla="*/ 3 h 6"/>
                <a:gd name="T66" fmla="*/ 1 w 3"/>
                <a:gd name="T67" fmla="*/ 4 h 6"/>
                <a:gd name="T68" fmla="*/ 2 w 3"/>
                <a:gd name="T69" fmla="*/ 4 h 6"/>
                <a:gd name="T70" fmla="*/ 2 w 3"/>
                <a:gd name="T71" fmla="*/ 3 h 6"/>
                <a:gd name="T72" fmla="*/ 2 w 3"/>
                <a:gd name="T73"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 h="6">
                  <a:moveTo>
                    <a:pt x="2" y="4"/>
                  </a:moveTo>
                  <a:cubicBezTo>
                    <a:pt x="1" y="4"/>
                    <a:pt x="1" y="4"/>
                    <a:pt x="1" y="4"/>
                  </a:cubicBezTo>
                  <a:cubicBezTo>
                    <a:pt x="1" y="4"/>
                    <a:pt x="1" y="4"/>
                    <a:pt x="1" y="4"/>
                  </a:cubicBezTo>
                  <a:cubicBezTo>
                    <a:pt x="1" y="6"/>
                    <a:pt x="1" y="6"/>
                    <a:pt x="1"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2" y="0"/>
                    <a:pt x="2" y="0"/>
                    <a:pt x="2" y="0"/>
                  </a:cubicBezTo>
                  <a:cubicBezTo>
                    <a:pt x="2" y="0"/>
                    <a:pt x="3" y="0"/>
                    <a:pt x="3" y="0"/>
                  </a:cubicBezTo>
                  <a:cubicBezTo>
                    <a:pt x="3" y="1"/>
                    <a:pt x="3" y="1"/>
                    <a:pt x="3" y="2"/>
                  </a:cubicBezTo>
                  <a:cubicBezTo>
                    <a:pt x="3" y="2"/>
                    <a:pt x="3" y="3"/>
                    <a:pt x="3" y="3"/>
                  </a:cubicBezTo>
                  <a:cubicBezTo>
                    <a:pt x="3" y="4"/>
                    <a:pt x="3" y="4"/>
                    <a:pt x="3" y="4"/>
                  </a:cubicBezTo>
                  <a:cubicBezTo>
                    <a:pt x="3" y="4"/>
                    <a:pt x="3" y="4"/>
                    <a:pt x="3" y="4"/>
                  </a:cubicBezTo>
                  <a:lnTo>
                    <a:pt x="2" y="4"/>
                  </a:lnTo>
                  <a:close/>
                  <a:moveTo>
                    <a:pt x="2" y="2"/>
                  </a:moveTo>
                  <a:cubicBezTo>
                    <a:pt x="2" y="1"/>
                    <a:pt x="2" y="1"/>
                    <a:pt x="2" y="1"/>
                  </a:cubicBezTo>
                  <a:cubicBezTo>
                    <a:pt x="2" y="0"/>
                    <a:pt x="2" y="0"/>
                    <a:pt x="2" y="0"/>
                  </a:cubicBezTo>
                  <a:cubicBezTo>
                    <a:pt x="1" y="0"/>
                    <a:pt x="1" y="0"/>
                    <a:pt x="1" y="0"/>
                  </a:cubicBezTo>
                  <a:cubicBezTo>
                    <a:pt x="1" y="1"/>
                    <a:pt x="1" y="1"/>
                    <a:pt x="1" y="1"/>
                  </a:cubicBezTo>
                  <a:cubicBezTo>
                    <a:pt x="1" y="1"/>
                    <a:pt x="1" y="1"/>
                    <a:pt x="1" y="1"/>
                  </a:cubicBezTo>
                  <a:cubicBezTo>
                    <a:pt x="1" y="1"/>
                    <a:pt x="1" y="1"/>
                    <a:pt x="1" y="1"/>
                  </a:cubicBezTo>
                  <a:cubicBezTo>
                    <a:pt x="1" y="3"/>
                    <a:pt x="1" y="3"/>
                    <a:pt x="1" y="3"/>
                  </a:cubicBezTo>
                  <a:cubicBezTo>
                    <a:pt x="1" y="3"/>
                    <a:pt x="1" y="3"/>
                    <a:pt x="1" y="3"/>
                  </a:cubicBezTo>
                  <a:cubicBezTo>
                    <a:pt x="1" y="3"/>
                    <a:pt x="1" y="3"/>
                    <a:pt x="1" y="3"/>
                  </a:cubicBezTo>
                  <a:cubicBezTo>
                    <a:pt x="1" y="4"/>
                    <a:pt x="1" y="4"/>
                    <a:pt x="1" y="4"/>
                  </a:cubicBezTo>
                  <a:cubicBezTo>
                    <a:pt x="2" y="4"/>
                    <a:pt x="2" y="4"/>
                    <a:pt x="2" y="4"/>
                  </a:cubicBezTo>
                  <a:cubicBezTo>
                    <a:pt x="2" y="3"/>
                    <a:pt x="2" y="3"/>
                    <a:pt x="2" y="3"/>
                  </a:cubicBezTo>
                  <a:cubicBezTo>
                    <a:pt x="2" y="3"/>
                    <a:pt x="2" y="3"/>
                    <a:pt x="2" y="2"/>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7" name="Freeform 75"/>
            <p:cNvSpPr>
              <a:spLocks/>
            </p:cNvSpPr>
            <p:nvPr/>
          </p:nvSpPr>
          <p:spPr bwMode="auto">
            <a:xfrm rot="16200000">
              <a:off x="2010339" y="4286379"/>
              <a:ext cx="18777" cy="24142"/>
            </a:xfrm>
            <a:custGeom>
              <a:avLst/>
              <a:gdLst>
                <a:gd name="T0" fmla="*/ 2 w 3"/>
                <a:gd name="T1" fmla="*/ 4 h 4"/>
                <a:gd name="T2" fmla="*/ 1 w 3"/>
                <a:gd name="T3" fmla="*/ 4 h 4"/>
                <a:gd name="T4" fmla="*/ 0 w 3"/>
                <a:gd name="T5" fmla="*/ 4 h 4"/>
                <a:gd name="T6" fmla="*/ 0 w 3"/>
                <a:gd name="T7" fmla="*/ 4 h 4"/>
                <a:gd name="T8" fmla="*/ 0 w 3"/>
                <a:gd name="T9" fmla="*/ 4 h 4"/>
                <a:gd name="T10" fmla="*/ 0 w 3"/>
                <a:gd name="T11" fmla="*/ 4 h 4"/>
                <a:gd name="T12" fmla="*/ 0 w 3"/>
                <a:gd name="T13" fmla="*/ 4 h 4"/>
                <a:gd name="T14" fmla="*/ 1 w 3"/>
                <a:gd name="T15" fmla="*/ 4 h 4"/>
                <a:gd name="T16" fmla="*/ 1 w 3"/>
                <a:gd name="T17" fmla="*/ 4 h 4"/>
                <a:gd name="T18" fmla="*/ 2 w 3"/>
                <a:gd name="T19" fmla="*/ 4 h 4"/>
                <a:gd name="T20" fmla="*/ 2 w 3"/>
                <a:gd name="T21" fmla="*/ 3 h 4"/>
                <a:gd name="T22" fmla="*/ 2 w 3"/>
                <a:gd name="T23" fmla="*/ 3 h 4"/>
                <a:gd name="T24" fmla="*/ 1 w 3"/>
                <a:gd name="T25" fmla="*/ 2 h 4"/>
                <a:gd name="T26" fmla="*/ 1 w 3"/>
                <a:gd name="T27" fmla="*/ 2 h 4"/>
                <a:gd name="T28" fmla="*/ 1 w 3"/>
                <a:gd name="T29" fmla="*/ 2 h 4"/>
                <a:gd name="T30" fmla="*/ 0 w 3"/>
                <a:gd name="T31" fmla="*/ 1 h 4"/>
                <a:gd name="T32" fmla="*/ 0 w 3"/>
                <a:gd name="T33" fmla="*/ 1 h 4"/>
                <a:gd name="T34" fmla="*/ 0 w 3"/>
                <a:gd name="T35" fmla="*/ 0 h 4"/>
                <a:gd name="T36" fmla="*/ 1 w 3"/>
                <a:gd name="T37" fmla="*/ 0 h 4"/>
                <a:gd name="T38" fmla="*/ 1 w 3"/>
                <a:gd name="T39" fmla="*/ 0 h 4"/>
                <a:gd name="T40" fmla="*/ 2 w 3"/>
                <a:gd name="T41" fmla="*/ 0 h 4"/>
                <a:gd name="T42" fmla="*/ 3 w 3"/>
                <a:gd name="T43" fmla="*/ 0 h 4"/>
                <a:gd name="T44" fmla="*/ 3 w 3"/>
                <a:gd name="T45" fmla="*/ 0 h 4"/>
                <a:gd name="T46" fmla="*/ 3 w 3"/>
                <a:gd name="T47" fmla="*/ 0 h 4"/>
                <a:gd name="T48" fmla="*/ 3 w 3"/>
                <a:gd name="T49" fmla="*/ 0 h 4"/>
                <a:gd name="T50" fmla="*/ 3 w 3"/>
                <a:gd name="T51" fmla="*/ 0 h 4"/>
                <a:gd name="T52" fmla="*/ 3 w 3"/>
                <a:gd name="T53" fmla="*/ 1 h 4"/>
                <a:gd name="T54" fmla="*/ 2 w 3"/>
                <a:gd name="T55" fmla="*/ 0 h 4"/>
                <a:gd name="T56" fmla="*/ 2 w 3"/>
                <a:gd name="T57" fmla="*/ 0 h 4"/>
                <a:gd name="T58" fmla="*/ 1 w 3"/>
                <a:gd name="T59" fmla="*/ 1 h 4"/>
                <a:gd name="T60" fmla="*/ 1 w 3"/>
                <a:gd name="T61" fmla="*/ 1 h 4"/>
                <a:gd name="T62" fmla="*/ 2 w 3"/>
                <a:gd name="T63" fmla="*/ 2 h 4"/>
                <a:gd name="T64" fmla="*/ 2 w 3"/>
                <a:gd name="T65" fmla="*/ 2 h 4"/>
                <a:gd name="T66" fmla="*/ 3 w 3"/>
                <a:gd name="T67" fmla="*/ 2 h 4"/>
                <a:gd name="T68" fmla="*/ 3 w 3"/>
                <a:gd name="T69" fmla="*/ 3 h 4"/>
                <a:gd name="T70" fmla="*/ 3 w 3"/>
                <a:gd name="T71" fmla="*/ 3 h 4"/>
                <a:gd name="T72" fmla="*/ 3 w 3"/>
                <a:gd name="T73" fmla="*/ 4 h 4"/>
                <a:gd name="T74" fmla="*/ 3 w 3"/>
                <a:gd name="T75" fmla="*/ 4 h 4"/>
                <a:gd name="T76" fmla="*/ 2 w 3"/>
                <a:gd name="T7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 h="4">
                  <a:moveTo>
                    <a:pt x="2" y="4"/>
                  </a:moveTo>
                  <a:cubicBezTo>
                    <a:pt x="1" y="4"/>
                    <a:pt x="1" y="4"/>
                    <a:pt x="1"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1" y="4"/>
                    <a:pt x="1" y="4"/>
                    <a:pt x="1" y="4"/>
                  </a:cubicBezTo>
                  <a:cubicBezTo>
                    <a:pt x="1" y="4"/>
                    <a:pt x="1" y="4"/>
                    <a:pt x="1" y="4"/>
                  </a:cubicBezTo>
                  <a:cubicBezTo>
                    <a:pt x="2" y="4"/>
                    <a:pt x="2" y="4"/>
                    <a:pt x="2" y="4"/>
                  </a:cubicBezTo>
                  <a:cubicBezTo>
                    <a:pt x="2" y="3"/>
                    <a:pt x="2" y="3"/>
                    <a:pt x="2" y="3"/>
                  </a:cubicBezTo>
                  <a:cubicBezTo>
                    <a:pt x="2" y="3"/>
                    <a:pt x="2" y="3"/>
                    <a:pt x="2" y="3"/>
                  </a:cubicBezTo>
                  <a:cubicBezTo>
                    <a:pt x="1" y="2"/>
                    <a:pt x="1" y="2"/>
                    <a:pt x="1" y="2"/>
                  </a:cubicBezTo>
                  <a:cubicBezTo>
                    <a:pt x="1" y="2"/>
                    <a:pt x="1" y="2"/>
                    <a:pt x="1" y="2"/>
                  </a:cubicBezTo>
                  <a:cubicBezTo>
                    <a:pt x="1" y="2"/>
                    <a:pt x="1" y="2"/>
                    <a:pt x="1" y="2"/>
                  </a:cubicBezTo>
                  <a:cubicBezTo>
                    <a:pt x="0" y="1"/>
                    <a:pt x="0" y="1"/>
                    <a:pt x="0" y="1"/>
                  </a:cubicBezTo>
                  <a:cubicBezTo>
                    <a:pt x="0" y="1"/>
                    <a:pt x="0" y="1"/>
                    <a:pt x="0" y="1"/>
                  </a:cubicBezTo>
                  <a:cubicBezTo>
                    <a:pt x="0" y="0"/>
                    <a:pt x="0" y="0"/>
                    <a:pt x="0" y="0"/>
                  </a:cubicBezTo>
                  <a:cubicBezTo>
                    <a:pt x="1" y="0"/>
                    <a:pt x="1" y="0"/>
                    <a:pt x="1" y="0"/>
                  </a:cubicBezTo>
                  <a:cubicBezTo>
                    <a:pt x="1" y="0"/>
                    <a:pt x="1" y="0"/>
                    <a:pt x="1" y="0"/>
                  </a:cubicBezTo>
                  <a:cubicBezTo>
                    <a:pt x="2" y="0"/>
                    <a:pt x="2" y="0"/>
                    <a:pt x="2"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2" y="0"/>
                    <a:pt x="2" y="0"/>
                    <a:pt x="2" y="0"/>
                  </a:cubicBezTo>
                  <a:cubicBezTo>
                    <a:pt x="2" y="0"/>
                    <a:pt x="2" y="0"/>
                    <a:pt x="2" y="0"/>
                  </a:cubicBezTo>
                  <a:cubicBezTo>
                    <a:pt x="1" y="0"/>
                    <a:pt x="1" y="1"/>
                    <a:pt x="1" y="1"/>
                  </a:cubicBezTo>
                  <a:cubicBezTo>
                    <a:pt x="1" y="1"/>
                    <a:pt x="1" y="1"/>
                    <a:pt x="1" y="1"/>
                  </a:cubicBezTo>
                  <a:cubicBezTo>
                    <a:pt x="2" y="2"/>
                    <a:pt x="2" y="2"/>
                    <a:pt x="2" y="2"/>
                  </a:cubicBezTo>
                  <a:cubicBezTo>
                    <a:pt x="2" y="2"/>
                    <a:pt x="2" y="2"/>
                    <a:pt x="2" y="2"/>
                  </a:cubicBezTo>
                  <a:cubicBezTo>
                    <a:pt x="3" y="2"/>
                    <a:pt x="3" y="2"/>
                    <a:pt x="3" y="2"/>
                  </a:cubicBezTo>
                  <a:cubicBezTo>
                    <a:pt x="3" y="3"/>
                    <a:pt x="3" y="3"/>
                    <a:pt x="3" y="3"/>
                  </a:cubicBezTo>
                  <a:cubicBezTo>
                    <a:pt x="3" y="3"/>
                    <a:pt x="3" y="3"/>
                    <a:pt x="3" y="3"/>
                  </a:cubicBezTo>
                  <a:cubicBezTo>
                    <a:pt x="3" y="4"/>
                    <a:pt x="3" y="4"/>
                    <a:pt x="3" y="4"/>
                  </a:cubicBezTo>
                  <a:cubicBezTo>
                    <a:pt x="3" y="4"/>
                    <a:pt x="3" y="4"/>
                    <a:pt x="3" y="4"/>
                  </a:cubicBezTo>
                  <a:cubicBezTo>
                    <a:pt x="2" y="4"/>
                    <a:pt x="2" y="4"/>
                    <a:pt x="2" y="4"/>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8" name="Freeform 76"/>
            <p:cNvSpPr>
              <a:spLocks/>
            </p:cNvSpPr>
            <p:nvPr/>
          </p:nvSpPr>
          <p:spPr bwMode="auto">
            <a:xfrm rot="16200000">
              <a:off x="2010339" y="4259556"/>
              <a:ext cx="18777" cy="24142"/>
            </a:xfrm>
            <a:custGeom>
              <a:avLst/>
              <a:gdLst>
                <a:gd name="T0" fmla="*/ 7 w 7"/>
                <a:gd name="T1" fmla="*/ 9 h 9"/>
                <a:gd name="T2" fmla="*/ 7 w 7"/>
                <a:gd name="T3" fmla="*/ 9 h 9"/>
                <a:gd name="T4" fmla="*/ 5 w 7"/>
                <a:gd name="T5" fmla="*/ 9 h 9"/>
                <a:gd name="T6" fmla="*/ 5 w 7"/>
                <a:gd name="T7" fmla="*/ 9 h 9"/>
                <a:gd name="T8" fmla="*/ 5 w 7"/>
                <a:gd name="T9" fmla="*/ 9 h 9"/>
                <a:gd name="T10" fmla="*/ 2 w 7"/>
                <a:gd name="T11" fmla="*/ 9 h 9"/>
                <a:gd name="T12" fmla="*/ 2 w 7"/>
                <a:gd name="T13" fmla="*/ 9 h 9"/>
                <a:gd name="T14" fmla="*/ 0 w 7"/>
                <a:gd name="T15" fmla="*/ 9 h 9"/>
                <a:gd name="T16" fmla="*/ 0 w 7"/>
                <a:gd name="T17" fmla="*/ 9 h 9"/>
                <a:gd name="T18" fmla="*/ 0 w 7"/>
                <a:gd name="T19" fmla="*/ 7 h 9"/>
                <a:gd name="T20" fmla="*/ 0 w 7"/>
                <a:gd name="T21" fmla="*/ 0 h 9"/>
                <a:gd name="T22" fmla="*/ 0 w 7"/>
                <a:gd name="T23" fmla="*/ 0 h 9"/>
                <a:gd name="T24" fmla="*/ 0 w 7"/>
                <a:gd name="T25" fmla="*/ 0 h 9"/>
                <a:gd name="T26" fmla="*/ 0 w 7"/>
                <a:gd name="T27" fmla="*/ 0 h 9"/>
                <a:gd name="T28" fmla="*/ 2 w 7"/>
                <a:gd name="T29" fmla="*/ 0 h 9"/>
                <a:gd name="T30" fmla="*/ 2 w 7"/>
                <a:gd name="T31" fmla="*/ 7 h 9"/>
                <a:gd name="T32" fmla="*/ 2 w 7"/>
                <a:gd name="T33" fmla="*/ 7 h 9"/>
                <a:gd name="T34" fmla="*/ 2 w 7"/>
                <a:gd name="T35" fmla="*/ 9 h 9"/>
                <a:gd name="T36" fmla="*/ 5 w 7"/>
                <a:gd name="T37" fmla="*/ 9 h 9"/>
                <a:gd name="T38" fmla="*/ 5 w 7"/>
                <a:gd name="T39" fmla="*/ 7 h 9"/>
                <a:gd name="T40" fmla="*/ 5 w 7"/>
                <a:gd name="T41" fmla="*/ 7 h 9"/>
                <a:gd name="T42" fmla="*/ 5 w 7"/>
                <a:gd name="T43" fmla="*/ 7 h 9"/>
                <a:gd name="T44" fmla="*/ 5 w 7"/>
                <a:gd name="T45" fmla="*/ 0 h 9"/>
                <a:gd name="T46" fmla="*/ 5 w 7"/>
                <a:gd name="T47" fmla="*/ 0 h 9"/>
                <a:gd name="T48" fmla="*/ 7 w 7"/>
                <a:gd name="T49" fmla="*/ 0 h 9"/>
                <a:gd name="T50" fmla="*/ 7 w 7"/>
                <a:gd name="T51" fmla="*/ 0 h 9"/>
                <a:gd name="T52" fmla="*/ 7 w 7"/>
                <a:gd name="T53" fmla="*/ 0 h 9"/>
                <a:gd name="T54" fmla="*/ 7 w 7"/>
                <a:gd name="T55" fmla="*/ 0 h 9"/>
                <a:gd name="T56" fmla="*/ 7 w 7"/>
                <a:gd name="T57" fmla="*/ 9 h 9"/>
                <a:gd name="T58" fmla="*/ 7 w 7"/>
                <a:gd name="T59" fmla="*/ 9 h 9"/>
                <a:gd name="T60" fmla="*/ 7 w 7"/>
                <a:gd name="T61"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 h="9">
                  <a:moveTo>
                    <a:pt x="7" y="9"/>
                  </a:moveTo>
                  <a:lnTo>
                    <a:pt x="7" y="9"/>
                  </a:lnTo>
                  <a:lnTo>
                    <a:pt x="5" y="9"/>
                  </a:lnTo>
                  <a:lnTo>
                    <a:pt x="5" y="9"/>
                  </a:lnTo>
                  <a:lnTo>
                    <a:pt x="5" y="9"/>
                  </a:lnTo>
                  <a:lnTo>
                    <a:pt x="2" y="9"/>
                  </a:lnTo>
                  <a:lnTo>
                    <a:pt x="2" y="9"/>
                  </a:lnTo>
                  <a:lnTo>
                    <a:pt x="0" y="9"/>
                  </a:lnTo>
                  <a:lnTo>
                    <a:pt x="0" y="9"/>
                  </a:lnTo>
                  <a:lnTo>
                    <a:pt x="0" y="7"/>
                  </a:lnTo>
                  <a:lnTo>
                    <a:pt x="0" y="0"/>
                  </a:lnTo>
                  <a:lnTo>
                    <a:pt x="0" y="0"/>
                  </a:lnTo>
                  <a:lnTo>
                    <a:pt x="0" y="0"/>
                  </a:lnTo>
                  <a:lnTo>
                    <a:pt x="0" y="0"/>
                  </a:lnTo>
                  <a:lnTo>
                    <a:pt x="2" y="0"/>
                  </a:lnTo>
                  <a:lnTo>
                    <a:pt x="2" y="7"/>
                  </a:lnTo>
                  <a:lnTo>
                    <a:pt x="2" y="7"/>
                  </a:lnTo>
                  <a:lnTo>
                    <a:pt x="2" y="9"/>
                  </a:lnTo>
                  <a:lnTo>
                    <a:pt x="5" y="9"/>
                  </a:lnTo>
                  <a:lnTo>
                    <a:pt x="5" y="7"/>
                  </a:lnTo>
                  <a:lnTo>
                    <a:pt x="5" y="7"/>
                  </a:lnTo>
                  <a:lnTo>
                    <a:pt x="5" y="7"/>
                  </a:lnTo>
                  <a:lnTo>
                    <a:pt x="5" y="0"/>
                  </a:lnTo>
                  <a:lnTo>
                    <a:pt x="5" y="0"/>
                  </a:lnTo>
                  <a:lnTo>
                    <a:pt x="7" y="0"/>
                  </a:lnTo>
                  <a:lnTo>
                    <a:pt x="7" y="0"/>
                  </a:lnTo>
                  <a:lnTo>
                    <a:pt x="7" y="0"/>
                  </a:lnTo>
                  <a:lnTo>
                    <a:pt x="7" y="0"/>
                  </a:lnTo>
                  <a:lnTo>
                    <a:pt x="7" y="9"/>
                  </a:lnTo>
                  <a:lnTo>
                    <a:pt x="7" y="9"/>
                  </a:lnTo>
                  <a:lnTo>
                    <a:pt x="7" y="9"/>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9" name="Freeform 77"/>
            <p:cNvSpPr>
              <a:spLocks/>
            </p:cNvSpPr>
            <p:nvPr/>
          </p:nvSpPr>
          <p:spPr bwMode="auto">
            <a:xfrm rot="16200000">
              <a:off x="1999609" y="4224686"/>
              <a:ext cx="40235" cy="24142"/>
            </a:xfrm>
            <a:custGeom>
              <a:avLst/>
              <a:gdLst>
                <a:gd name="T0" fmla="*/ 15 w 15"/>
                <a:gd name="T1" fmla="*/ 9 h 9"/>
                <a:gd name="T2" fmla="*/ 15 w 15"/>
                <a:gd name="T3" fmla="*/ 9 h 9"/>
                <a:gd name="T4" fmla="*/ 15 w 15"/>
                <a:gd name="T5" fmla="*/ 9 h 9"/>
                <a:gd name="T6" fmla="*/ 12 w 15"/>
                <a:gd name="T7" fmla="*/ 9 h 9"/>
                <a:gd name="T8" fmla="*/ 12 w 15"/>
                <a:gd name="T9" fmla="*/ 2 h 9"/>
                <a:gd name="T10" fmla="*/ 12 w 15"/>
                <a:gd name="T11" fmla="*/ 2 h 9"/>
                <a:gd name="T12" fmla="*/ 12 w 15"/>
                <a:gd name="T13" fmla="*/ 2 h 9"/>
                <a:gd name="T14" fmla="*/ 12 w 15"/>
                <a:gd name="T15" fmla="*/ 2 h 9"/>
                <a:gd name="T16" fmla="*/ 12 w 15"/>
                <a:gd name="T17" fmla="*/ 2 h 9"/>
                <a:gd name="T18" fmla="*/ 10 w 15"/>
                <a:gd name="T19" fmla="*/ 2 h 9"/>
                <a:gd name="T20" fmla="*/ 10 w 15"/>
                <a:gd name="T21" fmla="*/ 2 h 9"/>
                <a:gd name="T22" fmla="*/ 10 w 15"/>
                <a:gd name="T23" fmla="*/ 2 h 9"/>
                <a:gd name="T24" fmla="*/ 10 w 15"/>
                <a:gd name="T25" fmla="*/ 2 h 9"/>
                <a:gd name="T26" fmla="*/ 10 w 15"/>
                <a:gd name="T27" fmla="*/ 9 h 9"/>
                <a:gd name="T28" fmla="*/ 10 w 15"/>
                <a:gd name="T29" fmla="*/ 9 h 9"/>
                <a:gd name="T30" fmla="*/ 10 w 15"/>
                <a:gd name="T31" fmla="*/ 9 h 9"/>
                <a:gd name="T32" fmla="*/ 8 w 15"/>
                <a:gd name="T33" fmla="*/ 9 h 9"/>
                <a:gd name="T34" fmla="*/ 8 w 15"/>
                <a:gd name="T35" fmla="*/ 9 h 9"/>
                <a:gd name="T36" fmla="*/ 8 w 15"/>
                <a:gd name="T37" fmla="*/ 2 h 9"/>
                <a:gd name="T38" fmla="*/ 8 w 15"/>
                <a:gd name="T39" fmla="*/ 2 h 9"/>
                <a:gd name="T40" fmla="*/ 8 w 15"/>
                <a:gd name="T41" fmla="*/ 2 h 9"/>
                <a:gd name="T42" fmla="*/ 8 w 15"/>
                <a:gd name="T43" fmla="*/ 2 h 9"/>
                <a:gd name="T44" fmla="*/ 5 w 15"/>
                <a:gd name="T45" fmla="*/ 2 h 9"/>
                <a:gd name="T46" fmla="*/ 5 w 15"/>
                <a:gd name="T47" fmla="*/ 2 h 9"/>
                <a:gd name="T48" fmla="*/ 5 w 15"/>
                <a:gd name="T49" fmla="*/ 2 h 9"/>
                <a:gd name="T50" fmla="*/ 3 w 15"/>
                <a:gd name="T51" fmla="*/ 2 h 9"/>
                <a:gd name="T52" fmla="*/ 3 w 15"/>
                <a:gd name="T53" fmla="*/ 4 h 9"/>
                <a:gd name="T54" fmla="*/ 3 w 15"/>
                <a:gd name="T55" fmla="*/ 9 h 9"/>
                <a:gd name="T56" fmla="*/ 3 w 15"/>
                <a:gd name="T57" fmla="*/ 9 h 9"/>
                <a:gd name="T58" fmla="*/ 3 w 15"/>
                <a:gd name="T59" fmla="*/ 9 h 9"/>
                <a:gd name="T60" fmla="*/ 3 w 15"/>
                <a:gd name="T61" fmla="*/ 9 h 9"/>
                <a:gd name="T62" fmla="*/ 3 w 15"/>
                <a:gd name="T63" fmla="*/ 9 h 9"/>
                <a:gd name="T64" fmla="*/ 0 w 15"/>
                <a:gd name="T65" fmla="*/ 9 h 9"/>
                <a:gd name="T66" fmla="*/ 0 w 15"/>
                <a:gd name="T67" fmla="*/ 0 h 9"/>
                <a:gd name="T68" fmla="*/ 3 w 15"/>
                <a:gd name="T69" fmla="*/ 0 h 9"/>
                <a:gd name="T70" fmla="*/ 3 w 15"/>
                <a:gd name="T71" fmla="*/ 0 h 9"/>
                <a:gd name="T72" fmla="*/ 3 w 15"/>
                <a:gd name="T73" fmla="*/ 0 h 9"/>
                <a:gd name="T74" fmla="*/ 3 w 15"/>
                <a:gd name="T75" fmla="*/ 0 h 9"/>
                <a:gd name="T76" fmla="*/ 3 w 15"/>
                <a:gd name="T77" fmla="*/ 0 h 9"/>
                <a:gd name="T78" fmla="*/ 5 w 15"/>
                <a:gd name="T79" fmla="*/ 0 h 9"/>
                <a:gd name="T80" fmla="*/ 8 w 15"/>
                <a:gd name="T81" fmla="*/ 0 h 9"/>
                <a:gd name="T82" fmla="*/ 8 w 15"/>
                <a:gd name="T83" fmla="*/ 0 h 9"/>
                <a:gd name="T84" fmla="*/ 10 w 15"/>
                <a:gd name="T85" fmla="*/ 2 h 9"/>
                <a:gd name="T86" fmla="*/ 10 w 15"/>
                <a:gd name="T87" fmla="*/ 0 h 9"/>
                <a:gd name="T88" fmla="*/ 12 w 15"/>
                <a:gd name="T89" fmla="*/ 0 h 9"/>
                <a:gd name="T90" fmla="*/ 15 w 15"/>
                <a:gd name="T91" fmla="*/ 0 h 9"/>
                <a:gd name="T92" fmla="*/ 15 w 15"/>
                <a:gd name="T93" fmla="*/ 0 h 9"/>
                <a:gd name="T94" fmla="*/ 15 w 15"/>
                <a:gd name="T95" fmla="*/ 2 h 9"/>
                <a:gd name="T96" fmla="*/ 15 w 15"/>
                <a:gd name="T97" fmla="*/ 2 h 9"/>
                <a:gd name="T98" fmla="*/ 15 w 15"/>
                <a:gd name="T99" fmla="*/ 9 h 9"/>
                <a:gd name="T100" fmla="*/ 15 w 15"/>
                <a:gd name="T101" fmla="*/ 9 h 9"/>
                <a:gd name="T102" fmla="*/ 15 w 15"/>
                <a:gd name="T10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 h="9">
                  <a:moveTo>
                    <a:pt x="15" y="9"/>
                  </a:moveTo>
                  <a:lnTo>
                    <a:pt x="15" y="9"/>
                  </a:lnTo>
                  <a:lnTo>
                    <a:pt x="15" y="9"/>
                  </a:lnTo>
                  <a:lnTo>
                    <a:pt x="12" y="9"/>
                  </a:lnTo>
                  <a:lnTo>
                    <a:pt x="12" y="2"/>
                  </a:lnTo>
                  <a:lnTo>
                    <a:pt x="12" y="2"/>
                  </a:lnTo>
                  <a:lnTo>
                    <a:pt x="12" y="2"/>
                  </a:lnTo>
                  <a:lnTo>
                    <a:pt x="12" y="2"/>
                  </a:lnTo>
                  <a:lnTo>
                    <a:pt x="12" y="2"/>
                  </a:lnTo>
                  <a:lnTo>
                    <a:pt x="10" y="2"/>
                  </a:lnTo>
                  <a:lnTo>
                    <a:pt x="10" y="2"/>
                  </a:lnTo>
                  <a:lnTo>
                    <a:pt x="10" y="2"/>
                  </a:lnTo>
                  <a:lnTo>
                    <a:pt x="10" y="2"/>
                  </a:lnTo>
                  <a:lnTo>
                    <a:pt x="10" y="9"/>
                  </a:lnTo>
                  <a:lnTo>
                    <a:pt x="10" y="9"/>
                  </a:lnTo>
                  <a:lnTo>
                    <a:pt x="10" y="9"/>
                  </a:lnTo>
                  <a:lnTo>
                    <a:pt x="8" y="9"/>
                  </a:lnTo>
                  <a:lnTo>
                    <a:pt x="8" y="9"/>
                  </a:lnTo>
                  <a:lnTo>
                    <a:pt x="8" y="2"/>
                  </a:lnTo>
                  <a:lnTo>
                    <a:pt x="8" y="2"/>
                  </a:lnTo>
                  <a:lnTo>
                    <a:pt x="8" y="2"/>
                  </a:lnTo>
                  <a:lnTo>
                    <a:pt x="8" y="2"/>
                  </a:lnTo>
                  <a:lnTo>
                    <a:pt x="5" y="2"/>
                  </a:lnTo>
                  <a:lnTo>
                    <a:pt x="5" y="2"/>
                  </a:lnTo>
                  <a:lnTo>
                    <a:pt x="5" y="2"/>
                  </a:lnTo>
                  <a:lnTo>
                    <a:pt x="3" y="2"/>
                  </a:lnTo>
                  <a:lnTo>
                    <a:pt x="3" y="4"/>
                  </a:lnTo>
                  <a:lnTo>
                    <a:pt x="3" y="9"/>
                  </a:lnTo>
                  <a:lnTo>
                    <a:pt x="3" y="9"/>
                  </a:lnTo>
                  <a:lnTo>
                    <a:pt x="3" y="9"/>
                  </a:lnTo>
                  <a:lnTo>
                    <a:pt x="3" y="9"/>
                  </a:lnTo>
                  <a:lnTo>
                    <a:pt x="3" y="9"/>
                  </a:lnTo>
                  <a:lnTo>
                    <a:pt x="0" y="9"/>
                  </a:lnTo>
                  <a:lnTo>
                    <a:pt x="0" y="0"/>
                  </a:lnTo>
                  <a:lnTo>
                    <a:pt x="3" y="0"/>
                  </a:lnTo>
                  <a:lnTo>
                    <a:pt x="3" y="0"/>
                  </a:lnTo>
                  <a:lnTo>
                    <a:pt x="3" y="0"/>
                  </a:lnTo>
                  <a:lnTo>
                    <a:pt x="3" y="0"/>
                  </a:lnTo>
                  <a:lnTo>
                    <a:pt x="3" y="0"/>
                  </a:lnTo>
                  <a:lnTo>
                    <a:pt x="5" y="0"/>
                  </a:lnTo>
                  <a:lnTo>
                    <a:pt x="8" y="0"/>
                  </a:lnTo>
                  <a:lnTo>
                    <a:pt x="8" y="0"/>
                  </a:lnTo>
                  <a:lnTo>
                    <a:pt x="10" y="2"/>
                  </a:lnTo>
                  <a:lnTo>
                    <a:pt x="10" y="0"/>
                  </a:lnTo>
                  <a:lnTo>
                    <a:pt x="12" y="0"/>
                  </a:lnTo>
                  <a:lnTo>
                    <a:pt x="15" y="0"/>
                  </a:lnTo>
                  <a:lnTo>
                    <a:pt x="15" y="0"/>
                  </a:lnTo>
                  <a:lnTo>
                    <a:pt x="15" y="2"/>
                  </a:lnTo>
                  <a:lnTo>
                    <a:pt x="15" y="2"/>
                  </a:lnTo>
                  <a:lnTo>
                    <a:pt x="15" y="9"/>
                  </a:lnTo>
                  <a:lnTo>
                    <a:pt x="15" y="9"/>
                  </a:lnTo>
                  <a:lnTo>
                    <a:pt x="15" y="9"/>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0" name="Freeform 78"/>
            <p:cNvSpPr>
              <a:spLocks noEditPoints="1"/>
            </p:cNvSpPr>
            <p:nvPr/>
          </p:nvSpPr>
          <p:spPr bwMode="auto">
            <a:xfrm rot="16200000">
              <a:off x="1999609" y="4160312"/>
              <a:ext cx="26823" cy="37552"/>
            </a:xfrm>
            <a:custGeom>
              <a:avLst/>
              <a:gdLst>
                <a:gd name="T0" fmla="*/ 4 w 4"/>
                <a:gd name="T1" fmla="*/ 6 h 6"/>
                <a:gd name="T2" fmla="*/ 4 w 4"/>
                <a:gd name="T3" fmla="*/ 6 h 6"/>
                <a:gd name="T4" fmla="*/ 3 w 4"/>
                <a:gd name="T5" fmla="*/ 6 h 6"/>
                <a:gd name="T6" fmla="*/ 3 w 4"/>
                <a:gd name="T7" fmla="*/ 6 h 6"/>
                <a:gd name="T8" fmla="*/ 3 w 4"/>
                <a:gd name="T9" fmla="*/ 6 h 6"/>
                <a:gd name="T10" fmla="*/ 3 w 4"/>
                <a:gd name="T11" fmla="*/ 6 h 6"/>
                <a:gd name="T12" fmla="*/ 2 w 4"/>
                <a:gd name="T13" fmla="*/ 6 h 6"/>
                <a:gd name="T14" fmla="*/ 1 w 4"/>
                <a:gd name="T15" fmla="*/ 6 h 6"/>
                <a:gd name="T16" fmla="*/ 1 w 4"/>
                <a:gd name="T17" fmla="*/ 6 h 6"/>
                <a:gd name="T18" fmla="*/ 1 w 4"/>
                <a:gd name="T19" fmla="*/ 5 h 6"/>
                <a:gd name="T20" fmla="*/ 0 w 4"/>
                <a:gd name="T21" fmla="*/ 4 h 6"/>
                <a:gd name="T22" fmla="*/ 1 w 4"/>
                <a:gd name="T23" fmla="*/ 2 h 6"/>
                <a:gd name="T24" fmla="*/ 2 w 4"/>
                <a:gd name="T25" fmla="*/ 2 h 6"/>
                <a:gd name="T26" fmla="*/ 3 w 4"/>
                <a:gd name="T27" fmla="*/ 2 h 6"/>
                <a:gd name="T28" fmla="*/ 3 w 4"/>
                <a:gd name="T29" fmla="*/ 2 h 6"/>
                <a:gd name="T30" fmla="*/ 3 w 4"/>
                <a:gd name="T31" fmla="*/ 0 h 6"/>
                <a:gd name="T32" fmla="*/ 3 w 4"/>
                <a:gd name="T33" fmla="*/ 0 h 6"/>
                <a:gd name="T34" fmla="*/ 4 w 4"/>
                <a:gd name="T35" fmla="*/ 0 h 6"/>
                <a:gd name="T36" fmla="*/ 4 w 4"/>
                <a:gd name="T37" fmla="*/ 0 h 6"/>
                <a:gd name="T38" fmla="*/ 4 w 4"/>
                <a:gd name="T39" fmla="*/ 0 h 6"/>
                <a:gd name="T40" fmla="*/ 4 w 4"/>
                <a:gd name="T41" fmla="*/ 6 h 6"/>
                <a:gd name="T42" fmla="*/ 4 w 4"/>
                <a:gd name="T43" fmla="*/ 6 h 6"/>
                <a:gd name="T44" fmla="*/ 3 w 4"/>
                <a:gd name="T45" fmla="*/ 3 h 6"/>
                <a:gd name="T46" fmla="*/ 3 w 4"/>
                <a:gd name="T47" fmla="*/ 3 h 6"/>
                <a:gd name="T48" fmla="*/ 3 w 4"/>
                <a:gd name="T49" fmla="*/ 3 h 6"/>
                <a:gd name="T50" fmla="*/ 3 w 4"/>
                <a:gd name="T51" fmla="*/ 3 h 6"/>
                <a:gd name="T52" fmla="*/ 2 w 4"/>
                <a:gd name="T53" fmla="*/ 2 h 6"/>
                <a:gd name="T54" fmla="*/ 2 w 4"/>
                <a:gd name="T55" fmla="*/ 3 h 6"/>
                <a:gd name="T56" fmla="*/ 1 w 4"/>
                <a:gd name="T57" fmla="*/ 4 h 6"/>
                <a:gd name="T58" fmla="*/ 1 w 4"/>
                <a:gd name="T59" fmla="*/ 4 h 6"/>
                <a:gd name="T60" fmla="*/ 2 w 4"/>
                <a:gd name="T61" fmla="*/ 5 h 6"/>
                <a:gd name="T62" fmla="*/ 2 w 4"/>
                <a:gd name="T63" fmla="*/ 6 h 6"/>
                <a:gd name="T64" fmla="*/ 3 w 4"/>
                <a:gd name="T65" fmla="*/ 6 h 6"/>
                <a:gd name="T66" fmla="*/ 3 w 4"/>
                <a:gd name="T67" fmla="*/ 6 h 6"/>
                <a:gd name="T68" fmla="*/ 3 w 4"/>
                <a:gd name="T69" fmla="*/ 5 h 6"/>
                <a:gd name="T70" fmla="*/ 3 w 4"/>
                <a:gd name="T71" fmla="*/ 5 h 6"/>
                <a:gd name="T72" fmla="*/ 3 w 4"/>
                <a:gd name="T7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6">
                  <a:moveTo>
                    <a:pt x="4" y="6"/>
                  </a:moveTo>
                  <a:cubicBezTo>
                    <a:pt x="4" y="6"/>
                    <a:pt x="4" y="6"/>
                    <a:pt x="4" y="6"/>
                  </a:cubicBezTo>
                  <a:cubicBezTo>
                    <a:pt x="3" y="6"/>
                    <a:pt x="3" y="6"/>
                    <a:pt x="3" y="6"/>
                  </a:cubicBezTo>
                  <a:cubicBezTo>
                    <a:pt x="3" y="6"/>
                    <a:pt x="3" y="6"/>
                    <a:pt x="3" y="6"/>
                  </a:cubicBezTo>
                  <a:cubicBezTo>
                    <a:pt x="3" y="6"/>
                    <a:pt x="3" y="6"/>
                    <a:pt x="3" y="6"/>
                  </a:cubicBezTo>
                  <a:cubicBezTo>
                    <a:pt x="3" y="6"/>
                    <a:pt x="3" y="6"/>
                    <a:pt x="3" y="6"/>
                  </a:cubicBezTo>
                  <a:cubicBezTo>
                    <a:pt x="2" y="6"/>
                    <a:pt x="2" y="6"/>
                    <a:pt x="2" y="6"/>
                  </a:cubicBezTo>
                  <a:cubicBezTo>
                    <a:pt x="1" y="6"/>
                    <a:pt x="1" y="6"/>
                    <a:pt x="1" y="6"/>
                  </a:cubicBezTo>
                  <a:cubicBezTo>
                    <a:pt x="1" y="6"/>
                    <a:pt x="1" y="6"/>
                    <a:pt x="1" y="6"/>
                  </a:cubicBezTo>
                  <a:cubicBezTo>
                    <a:pt x="1" y="5"/>
                    <a:pt x="1" y="5"/>
                    <a:pt x="1" y="5"/>
                  </a:cubicBezTo>
                  <a:cubicBezTo>
                    <a:pt x="0" y="5"/>
                    <a:pt x="0" y="5"/>
                    <a:pt x="0" y="4"/>
                  </a:cubicBezTo>
                  <a:cubicBezTo>
                    <a:pt x="0" y="3"/>
                    <a:pt x="1" y="3"/>
                    <a:pt x="1" y="2"/>
                  </a:cubicBezTo>
                  <a:cubicBezTo>
                    <a:pt x="1" y="2"/>
                    <a:pt x="1" y="2"/>
                    <a:pt x="2" y="2"/>
                  </a:cubicBezTo>
                  <a:cubicBezTo>
                    <a:pt x="3" y="2"/>
                    <a:pt x="3" y="2"/>
                    <a:pt x="3" y="2"/>
                  </a:cubicBezTo>
                  <a:cubicBezTo>
                    <a:pt x="3" y="2"/>
                    <a:pt x="3" y="2"/>
                    <a:pt x="3" y="2"/>
                  </a:cubicBezTo>
                  <a:cubicBezTo>
                    <a:pt x="3" y="0"/>
                    <a:pt x="3" y="0"/>
                    <a:pt x="3" y="0"/>
                  </a:cubicBezTo>
                  <a:cubicBezTo>
                    <a:pt x="3" y="0"/>
                    <a:pt x="3" y="0"/>
                    <a:pt x="3" y="0"/>
                  </a:cubicBezTo>
                  <a:cubicBezTo>
                    <a:pt x="4" y="0"/>
                    <a:pt x="4" y="0"/>
                    <a:pt x="4" y="0"/>
                  </a:cubicBezTo>
                  <a:cubicBezTo>
                    <a:pt x="4" y="0"/>
                    <a:pt x="4" y="0"/>
                    <a:pt x="4" y="0"/>
                  </a:cubicBezTo>
                  <a:cubicBezTo>
                    <a:pt x="4" y="0"/>
                    <a:pt x="4" y="0"/>
                    <a:pt x="4" y="0"/>
                  </a:cubicBezTo>
                  <a:cubicBezTo>
                    <a:pt x="4" y="6"/>
                    <a:pt x="4" y="6"/>
                    <a:pt x="4" y="6"/>
                  </a:cubicBezTo>
                  <a:cubicBezTo>
                    <a:pt x="4" y="6"/>
                    <a:pt x="4" y="6"/>
                    <a:pt x="4" y="6"/>
                  </a:cubicBezTo>
                  <a:close/>
                  <a:moveTo>
                    <a:pt x="3" y="3"/>
                  </a:moveTo>
                  <a:cubicBezTo>
                    <a:pt x="3" y="3"/>
                    <a:pt x="3" y="3"/>
                    <a:pt x="3" y="3"/>
                  </a:cubicBezTo>
                  <a:cubicBezTo>
                    <a:pt x="3" y="3"/>
                    <a:pt x="3" y="3"/>
                    <a:pt x="3" y="3"/>
                  </a:cubicBezTo>
                  <a:cubicBezTo>
                    <a:pt x="3" y="3"/>
                    <a:pt x="3" y="3"/>
                    <a:pt x="3" y="3"/>
                  </a:cubicBezTo>
                  <a:cubicBezTo>
                    <a:pt x="2" y="2"/>
                    <a:pt x="2" y="2"/>
                    <a:pt x="2" y="2"/>
                  </a:cubicBezTo>
                  <a:cubicBezTo>
                    <a:pt x="2" y="3"/>
                    <a:pt x="2" y="3"/>
                    <a:pt x="2" y="3"/>
                  </a:cubicBezTo>
                  <a:cubicBezTo>
                    <a:pt x="1" y="3"/>
                    <a:pt x="1" y="3"/>
                    <a:pt x="1" y="4"/>
                  </a:cubicBezTo>
                  <a:cubicBezTo>
                    <a:pt x="1" y="4"/>
                    <a:pt x="1" y="4"/>
                    <a:pt x="1" y="4"/>
                  </a:cubicBezTo>
                  <a:cubicBezTo>
                    <a:pt x="1" y="5"/>
                    <a:pt x="1" y="5"/>
                    <a:pt x="2" y="5"/>
                  </a:cubicBezTo>
                  <a:cubicBezTo>
                    <a:pt x="2" y="6"/>
                    <a:pt x="2" y="6"/>
                    <a:pt x="2" y="6"/>
                  </a:cubicBezTo>
                  <a:cubicBezTo>
                    <a:pt x="3" y="6"/>
                    <a:pt x="3" y="6"/>
                    <a:pt x="3" y="6"/>
                  </a:cubicBezTo>
                  <a:cubicBezTo>
                    <a:pt x="3" y="6"/>
                    <a:pt x="3" y="6"/>
                    <a:pt x="3" y="6"/>
                  </a:cubicBezTo>
                  <a:cubicBezTo>
                    <a:pt x="3" y="5"/>
                    <a:pt x="3" y="5"/>
                    <a:pt x="3" y="5"/>
                  </a:cubicBezTo>
                  <a:cubicBezTo>
                    <a:pt x="3" y="5"/>
                    <a:pt x="3" y="5"/>
                    <a:pt x="3" y="5"/>
                  </a:cubicBezTo>
                  <a:lnTo>
                    <a:pt x="3" y="3"/>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1" name="Freeform 79"/>
            <p:cNvSpPr>
              <a:spLocks noEditPoints="1"/>
            </p:cNvSpPr>
            <p:nvPr/>
          </p:nvSpPr>
          <p:spPr bwMode="auto">
            <a:xfrm rot="16200000">
              <a:off x="2006316" y="4134833"/>
              <a:ext cx="26823" cy="24142"/>
            </a:xfrm>
            <a:custGeom>
              <a:avLst/>
              <a:gdLst>
                <a:gd name="T0" fmla="*/ 2 w 4"/>
                <a:gd name="T1" fmla="*/ 4 h 4"/>
                <a:gd name="T2" fmla="*/ 1 w 4"/>
                <a:gd name="T3" fmla="*/ 4 h 4"/>
                <a:gd name="T4" fmla="*/ 1 w 4"/>
                <a:gd name="T5" fmla="*/ 4 h 4"/>
                <a:gd name="T6" fmla="*/ 0 w 4"/>
                <a:gd name="T7" fmla="*/ 3 h 4"/>
                <a:gd name="T8" fmla="*/ 0 w 4"/>
                <a:gd name="T9" fmla="*/ 2 h 4"/>
                <a:gd name="T10" fmla="*/ 0 w 4"/>
                <a:gd name="T11" fmla="*/ 1 h 4"/>
                <a:gd name="T12" fmla="*/ 1 w 4"/>
                <a:gd name="T13" fmla="*/ 0 h 4"/>
                <a:gd name="T14" fmla="*/ 1 w 4"/>
                <a:gd name="T15" fmla="*/ 0 h 4"/>
                <a:gd name="T16" fmla="*/ 2 w 4"/>
                <a:gd name="T17" fmla="*/ 0 h 4"/>
                <a:gd name="T18" fmla="*/ 4 w 4"/>
                <a:gd name="T19" fmla="*/ 0 h 4"/>
                <a:gd name="T20" fmla="*/ 4 w 4"/>
                <a:gd name="T21" fmla="*/ 2 h 4"/>
                <a:gd name="T22" fmla="*/ 4 w 4"/>
                <a:gd name="T23" fmla="*/ 4 h 4"/>
                <a:gd name="T24" fmla="*/ 2 w 4"/>
                <a:gd name="T25" fmla="*/ 4 h 4"/>
                <a:gd name="T26" fmla="*/ 3 w 4"/>
                <a:gd name="T27" fmla="*/ 2 h 4"/>
                <a:gd name="T28" fmla="*/ 3 w 4"/>
                <a:gd name="T29" fmla="*/ 1 h 4"/>
                <a:gd name="T30" fmla="*/ 2 w 4"/>
                <a:gd name="T31" fmla="*/ 0 h 4"/>
                <a:gd name="T32" fmla="*/ 1 w 4"/>
                <a:gd name="T33" fmla="*/ 1 h 4"/>
                <a:gd name="T34" fmla="*/ 1 w 4"/>
                <a:gd name="T35" fmla="*/ 2 h 4"/>
                <a:gd name="T36" fmla="*/ 1 w 4"/>
                <a:gd name="T37" fmla="*/ 3 h 4"/>
                <a:gd name="T38" fmla="*/ 1 w 4"/>
                <a:gd name="T39" fmla="*/ 3 h 4"/>
                <a:gd name="T40" fmla="*/ 2 w 4"/>
                <a:gd name="T41" fmla="*/ 4 h 4"/>
                <a:gd name="T42" fmla="*/ 3 w 4"/>
                <a:gd name="T43" fmla="*/ 3 h 4"/>
                <a:gd name="T44" fmla="*/ 3 w 4"/>
                <a:gd name="T45"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 h="4">
                  <a:moveTo>
                    <a:pt x="2" y="4"/>
                  </a:moveTo>
                  <a:cubicBezTo>
                    <a:pt x="1" y="4"/>
                    <a:pt x="1" y="4"/>
                    <a:pt x="1" y="4"/>
                  </a:cubicBezTo>
                  <a:cubicBezTo>
                    <a:pt x="1" y="4"/>
                    <a:pt x="1" y="4"/>
                    <a:pt x="1" y="4"/>
                  </a:cubicBezTo>
                  <a:cubicBezTo>
                    <a:pt x="0" y="3"/>
                    <a:pt x="0" y="3"/>
                    <a:pt x="0" y="3"/>
                  </a:cubicBezTo>
                  <a:cubicBezTo>
                    <a:pt x="0" y="3"/>
                    <a:pt x="0" y="3"/>
                    <a:pt x="0" y="2"/>
                  </a:cubicBezTo>
                  <a:cubicBezTo>
                    <a:pt x="0" y="2"/>
                    <a:pt x="0" y="1"/>
                    <a:pt x="0" y="1"/>
                  </a:cubicBezTo>
                  <a:cubicBezTo>
                    <a:pt x="1" y="0"/>
                    <a:pt x="1" y="0"/>
                    <a:pt x="1" y="0"/>
                  </a:cubicBezTo>
                  <a:cubicBezTo>
                    <a:pt x="1" y="0"/>
                    <a:pt x="1" y="0"/>
                    <a:pt x="1" y="0"/>
                  </a:cubicBezTo>
                  <a:cubicBezTo>
                    <a:pt x="2" y="0"/>
                    <a:pt x="2" y="0"/>
                    <a:pt x="2" y="0"/>
                  </a:cubicBezTo>
                  <a:cubicBezTo>
                    <a:pt x="3" y="0"/>
                    <a:pt x="3" y="0"/>
                    <a:pt x="4" y="0"/>
                  </a:cubicBezTo>
                  <a:cubicBezTo>
                    <a:pt x="4" y="1"/>
                    <a:pt x="4" y="1"/>
                    <a:pt x="4" y="2"/>
                  </a:cubicBezTo>
                  <a:cubicBezTo>
                    <a:pt x="4" y="3"/>
                    <a:pt x="4" y="3"/>
                    <a:pt x="4" y="4"/>
                  </a:cubicBezTo>
                  <a:cubicBezTo>
                    <a:pt x="3" y="4"/>
                    <a:pt x="3" y="4"/>
                    <a:pt x="2" y="4"/>
                  </a:cubicBezTo>
                  <a:close/>
                  <a:moveTo>
                    <a:pt x="3" y="2"/>
                  </a:moveTo>
                  <a:cubicBezTo>
                    <a:pt x="3" y="1"/>
                    <a:pt x="3" y="1"/>
                    <a:pt x="3" y="1"/>
                  </a:cubicBezTo>
                  <a:cubicBezTo>
                    <a:pt x="3" y="1"/>
                    <a:pt x="3" y="0"/>
                    <a:pt x="2" y="0"/>
                  </a:cubicBezTo>
                  <a:cubicBezTo>
                    <a:pt x="1" y="1"/>
                    <a:pt x="1" y="1"/>
                    <a:pt x="1" y="1"/>
                  </a:cubicBezTo>
                  <a:cubicBezTo>
                    <a:pt x="1" y="1"/>
                    <a:pt x="1" y="1"/>
                    <a:pt x="1" y="2"/>
                  </a:cubicBezTo>
                  <a:cubicBezTo>
                    <a:pt x="1" y="3"/>
                    <a:pt x="1" y="3"/>
                    <a:pt x="1" y="3"/>
                  </a:cubicBezTo>
                  <a:cubicBezTo>
                    <a:pt x="1" y="3"/>
                    <a:pt x="1" y="3"/>
                    <a:pt x="1" y="3"/>
                  </a:cubicBezTo>
                  <a:cubicBezTo>
                    <a:pt x="2" y="4"/>
                    <a:pt x="2" y="4"/>
                    <a:pt x="2" y="4"/>
                  </a:cubicBezTo>
                  <a:cubicBezTo>
                    <a:pt x="3" y="3"/>
                    <a:pt x="3" y="3"/>
                    <a:pt x="3" y="3"/>
                  </a:cubicBezTo>
                  <a:cubicBezTo>
                    <a:pt x="3" y="3"/>
                    <a:pt x="3" y="3"/>
                    <a:pt x="3" y="2"/>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2" name="Freeform 80"/>
            <p:cNvSpPr>
              <a:spLocks/>
            </p:cNvSpPr>
            <p:nvPr/>
          </p:nvSpPr>
          <p:spPr bwMode="auto">
            <a:xfrm rot="16200000">
              <a:off x="2008995" y="4105326"/>
              <a:ext cx="8047" cy="37552"/>
            </a:xfrm>
            <a:custGeom>
              <a:avLst/>
              <a:gdLst>
                <a:gd name="T0" fmla="*/ 3 w 3"/>
                <a:gd name="T1" fmla="*/ 14 h 14"/>
                <a:gd name="T2" fmla="*/ 0 w 3"/>
                <a:gd name="T3" fmla="*/ 14 h 14"/>
                <a:gd name="T4" fmla="*/ 0 w 3"/>
                <a:gd name="T5" fmla="*/ 14 h 14"/>
                <a:gd name="T6" fmla="*/ 0 w 3"/>
                <a:gd name="T7" fmla="*/ 14 h 14"/>
                <a:gd name="T8" fmla="*/ 0 w 3"/>
                <a:gd name="T9" fmla="*/ 0 h 14"/>
                <a:gd name="T10" fmla="*/ 0 w 3"/>
                <a:gd name="T11" fmla="*/ 0 h 14"/>
                <a:gd name="T12" fmla="*/ 0 w 3"/>
                <a:gd name="T13" fmla="*/ 0 h 14"/>
                <a:gd name="T14" fmla="*/ 3 w 3"/>
                <a:gd name="T15" fmla="*/ 0 h 14"/>
                <a:gd name="T16" fmla="*/ 3 w 3"/>
                <a:gd name="T17" fmla="*/ 0 h 14"/>
                <a:gd name="T18" fmla="*/ 3 w 3"/>
                <a:gd name="T19" fmla="*/ 0 h 14"/>
                <a:gd name="T20" fmla="*/ 3 w 3"/>
                <a:gd name="T21" fmla="*/ 14 h 14"/>
                <a:gd name="T22" fmla="*/ 3 w 3"/>
                <a:gd name="T23" fmla="*/ 14 h 14"/>
                <a:gd name="T24" fmla="*/ 3 w 3"/>
                <a:gd name="T2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14">
                  <a:moveTo>
                    <a:pt x="3" y="14"/>
                  </a:moveTo>
                  <a:lnTo>
                    <a:pt x="0" y="14"/>
                  </a:lnTo>
                  <a:lnTo>
                    <a:pt x="0" y="14"/>
                  </a:lnTo>
                  <a:lnTo>
                    <a:pt x="0" y="14"/>
                  </a:lnTo>
                  <a:lnTo>
                    <a:pt x="0" y="0"/>
                  </a:lnTo>
                  <a:lnTo>
                    <a:pt x="0" y="0"/>
                  </a:lnTo>
                  <a:lnTo>
                    <a:pt x="0" y="0"/>
                  </a:lnTo>
                  <a:lnTo>
                    <a:pt x="3" y="0"/>
                  </a:lnTo>
                  <a:lnTo>
                    <a:pt x="3" y="0"/>
                  </a:lnTo>
                  <a:lnTo>
                    <a:pt x="3" y="0"/>
                  </a:lnTo>
                  <a:lnTo>
                    <a:pt x="3" y="14"/>
                  </a:lnTo>
                  <a:lnTo>
                    <a:pt x="3" y="14"/>
                  </a:lnTo>
                  <a:lnTo>
                    <a:pt x="3" y="14"/>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3" name="Freeform 81"/>
            <p:cNvSpPr>
              <a:spLocks noEditPoints="1"/>
            </p:cNvSpPr>
            <p:nvPr/>
          </p:nvSpPr>
          <p:spPr bwMode="auto">
            <a:xfrm rot="16200000">
              <a:off x="2006316" y="4089235"/>
              <a:ext cx="26823" cy="24142"/>
            </a:xfrm>
            <a:custGeom>
              <a:avLst/>
              <a:gdLst>
                <a:gd name="T0" fmla="*/ 2 w 4"/>
                <a:gd name="T1" fmla="*/ 4 h 4"/>
                <a:gd name="T2" fmla="*/ 1 w 4"/>
                <a:gd name="T3" fmla="*/ 4 h 4"/>
                <a:gd name="T4" fmla="*/ 0 w 4"/>
                <a:gd name="T5" fmla="*/ 4 h 4"/>
                <a:gd name="T6" fmla="*/ 0 w 4"/>
                <a:gd name="T7" fmla="*/ 3 h 4"/>
                <a:gd name="T8" fmla="*/ 0 w 4"/>
                <a:gd name="T9" fmla="*/ 2 h 4"/>
                <a:gd name="T10" fmla="*/ 0 w 4"/>
                <a:gd name="T11" fmla="*/ 1 h 4"/>
                <a:gd name="T12" fmla="*/ 0 w 4"/>
                <a:gd name="T13" fmla="*/ 0 h 4"/>
                <a:gd name="T14" fmla="*/ 1 w 4"/>
                <a:gd name="T15" fmla="*/ 0 h 4"/>
                <a:gd name="T16" fmla="*/ 2 w 4"/>
                <a:gd name="T17" fmla="*/ 0 h 4"/>
                <a:gd name="T18" fmla="*/ 3 w 4"/>
                <a:gd name="T19" fmla="*/ 0 h 4"/>
                <a:gd name="T20" fmla="*/ 4 w 4"/>
                <a:gd name="T21" fmla="*/ 2 h 4"/>
                <a:gd name="T22" fmla="*/ 3 w 4"/>
                <a:gd name="T23" fmla="*/ 4 h 4"/>
                <a:gd name="T24" fmla="*/ 2 w 4"/>
                <a:gd name="T25" fmla="*/ 4 h 4"/>
                <a:gd name="T26" fmla="*/ 3 w 4"/>
                <a:gd name="T27" fmla="*/ 2 h 4"/>
                <a:gd name="T28" fmla="*/ 3 w 4"/>
                <a:gd name="T29" fmla="*/ 1 h 4"/>
                <a:gd name="T30" fmla="*/ 2 w 4"/>
                <a:gd name="T31" fmla="*/ 0 h 4"/>
                <a:gd name="T32" fmla="*/ 1 w 4"/>
                <a:gd name="T33" fmla="*/ 1 h 4"/>
                <a:gd name="T34" fmla="*/ 1 w 4"/>
                <a:gd name="T35" fmla="*/ 2 h 4"/>
                <a:gd name="T36" fmla="*/ 1 w 4"/>
                <a:gd name="T37" fmla="*/ 3 h 4"/>
                <a:gd name="T38" fmla="*/ 1 w 4"/>
                <a:gd name="T39" fmla="*/ 3 h 4"/>
                <a:gd name="T40" fmla="*/ 2 w 4"/>
                <a:gd name="T41" fmla="*/ 4 h 4"/>
                <a:gd name="T42" fmla="*/ 3 w 4"/>
                <a:gd name="T43" fmla="*/ 3 h 4"/>
                <a:gd name="T44" fmla="*/ 3 w 4"/>
                <a:gd name="T45"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 h="4">
                  <a:moveTo>
                    <a:pt x="2" y="4"/>
                  </a:moveTo>
                  <a:cubicBezTo>
                    <a:pt x="1" y="4"/>
                    <a:pt x="1" y="4"/>
                    <a:pt x="1" y="4"/>
                  </a:cubicBezTo>
                  <a:cubicBezTo>
                    <a:pt x="0" y="4"/>
                    <a:pt x="0" y="4"/>
                    <a:pt x="0" y="4"/>
                  </a:cubicBezTo>
                  <a:cubicBezTo>
                    <a:pt x="0" y="3"/>
                    <a:pt x="0" y="3"/>
                    <a:pt x="0" y="3"/>
                  </a:cubicBezTo>
                  <a:cubicBezTo>
                    <a:pt x="0" y="3"/>
                    <a:pt x="0" y="3"/>
                    <a:pt x="0" y="2"/>
                  </a:cubicBezTo>
                  <a:cubicBezTo>
                    <a:pt x="0" y="2"/>
                    <a:pt x="0" y="1"/>
                    <a:pt x="0" y="1"/>
                  </a:cubicBezTo>
                  <a:cubicBezTo>
                    <a:pt x="0" y="0"/>
                    <a:pt x="0" y="0"/>
                    <a:pt x="0" y="0"/>
                  </a:cubicBezTo>
                  <a:cubicBezTo>
                    <a:pt x="1" y="0"/>
                    <a:pt x="1" y="0"/>
                    <a:pt x="1" y="0"/>
                  </a:cubicBezTo>
                  <a:cubicBezTo>
                    <a:pt x="2" y="0"/>
                    <a:pt x="2" y="0"/>
                    <a:pt x="2" y="0"/>
                  </a:cubicBezTo>
                  <a:cubicBezTo>
                    <a:pt x="3" y="0"/>
                    <a:pt x="3" y="0"/>
                    <a:pt x="3" y="0"/>
                  </a:cubicBezTo>
                  <a:cubicBezTo>
                    <a:pt x="4" y="1"/>
                    <a:pt x="4" y="1"/>
                    <a:pt x="4" y="2"/>
                  </a:cubicBezTo>
                  <a:cubicBezTo>
                    <a:pt x="4" y="3"/>
                    <a:pt x="4" y="3"/>
                    <a:pt x="3" y="4"/>
                  </a:cubicBezTo>
                  <a:cubicBezTo>
                    <a:pt x="3" y="4"/>
                    <a:pt x="3" y="4"/>
                    <a:pt x="2" y="4"/>
                  </a:cubicBezTo>
                  <a:close/>
                  <a:moveTo>
                    <a:pt x="3" y="2"/>
                  </a:moveTo>
                  <a:cubicBezTo>
                    <a:pt x="3" y="1"/>
                    <a:pt x="3" y="1"/>
                    <a:pt x="3" y="1"/>
                  </a:cubicBezTo>
                  <a:cubicBezTo>
                    <a:pt x="3" y="1"/>
                    <a:pt x="2" y="0"/>
                    <a:pt x="2" y="0"/>
                  </a:cubicBezTo>
                  <a:cubicBezTo>
                    <a:pt x="1" y="1"/>
                    <a:pt x="1" y="1"/>
                    <a:pt x="1" y="1"/>
                  </a:cubicBezTo>
                  <a:cubicBezTo>
                    <a:pt x="1" y="1"/>
                    <a:pt x="1" y="1"/>
                    <a:pt x="1" y="2"/>
                  </a:cubicBezTo>
                  <a:cubicBezTo>
                    <a:pt x="1" y="3"/>
                    <a:pt x="1" y="3"/>
                    <a:pt x="1" y="3"/>
                  </a:cubicBezTo>
                  <a:cubicBezTo>
                    <a:pt x="1" y="3"/>
                    <a:pt x="1" y="3"/>
                    <a:pt x="1" y="3"/>
                  </a:cubicBezTo>
                  <a:cubicBezTo>
                    <a:pt x="2" y="4"/>
                    <a:pt x="2" y="4"/>
                    <a:pt x="2" y="4"/>
                  </a:cubicBezTo>
                  <a:cubicBezTo>
                    <a:pt x="3" y="3"/>
                    <a:pt x="3" y="3"/>
                    <a:pt x="3" y="3"/>
                  </a:cubicBezTo>
                  <a:cubicBezTo>
                    <a:pt x="3" y="3"/>
                    <a:pt x="3" y="3"/>
                    <a:pt x="3" y="2"/>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4" name="Freeform 82"/>
            <p:cNvSpPr>
              <a:spLocks/>
            </p:cNvSpPr>
            <p:nvPr/>
          </p:nvSpPr>
          <p:spPr bwMode="auto">
            <a:xfrm rot="16200000">
              <a:off x="2013021" y="4063751"/>
              <a:ext cx="13413" cy="24142"/>
            </a:xfrm>
            <a:custGeom>
              <a:avLst/>
              <a:gdLst>
                <a:gd name="T0" fmla="*/ 5 w 5"/>
                <a:gd name="T1" fmla="*/ 0 h 9"/>
                <a:gd name="T2" fmla="*/ 5 w 5"/>
                <a:gd name="T3" fmla="*/ 2 h 9"/>
                <a:gd name="T4" fmla="*/ 5 w 5"/>
                <a:gd name="T5" fmla="*/ 2 h 9"/>
                <a:gd name="T6" fmla="*/ 3 w 5"/>
                <a:gd name="T7" fmla="*/ 2 h 9"/>
                <a:gd name="T8" fmla="*/ 3 w 5"/>
                <a:gd name="T9" fmla="*/ 2 h 9"/>
                <a:gd name="T10" fmla="*/ 3 w 5"/>
                <a:gd name="T11" fmla="*/ 4 h 9"/>
                <a:gd name="T12" fmla="*/ 3 w 5"/>
                <a:gd name="T13" fmla="*/ 9 h 9"/>
                <a:gd name="T14" fmla="*/ 3 w 5"/>
                <a:gd name="T15" fmla="*/ 9 h 9"/>
                <a:gd name="T16" fmla="*/ 0 w 5"/>
                <a:gd name="T17" fmla="*/ 9 h 9"/>
                <a:gd name="T18" fmla="*/ 0 w 5"/>
                <a:gd name="T19" fmla="*/ 9 h 9"/>
                <a:gd name="T20" fmla="*/ 0 w 5"/>
                <a:gd name="T21" fmla="*/ 9 h 9"/>
                <a:gd name="T22" fmla="*/ 0 w 5"/>
                <a:gd name="T23" fmla="*/ 9 h 9"/>
                <a:gd name="T24" fmla="*/ 0 w 5"/>
                <a:gd name="T25" fmla="*/ 0 h 9"/>
                <a:gd name="T26" fmla="*/ 0 w 5"/>
                <a:gd name="T27" fmla="*/ 0 h 9"/>
                <a:gd name="T28" fmla="*/ 0 w 5"/>
                <a:gd name="T29" fmla="*/ 0 h 9"/>
                <a:gd name="T30" fmla="*/ 0 w 5"/>
                <a:gd name="T31" fmla="*/ 0 h 9"/>
                <a:gd name="T32" fmla="*/ 3 w 5"/>
                <a:gd name="T33" fmla="*/ 0 h 9"/>
                <a:gd name="T34" fmla="*/ 3 w 5"/>
                <a:gd name="T35" fmla="*/ 0 h 9"/>
                <a:gd name="T36" fmla="*/ 3 w 5"/>
                <a:gd name="T37" fmla="*/ 2 h 9"/>
                <a:gd name="T38" fmla="*/ 3 w 5"/>
                <a:gd name="T39" fmla="*/ 0 h 9"/>
                <a:gd name="T40" fmla="*/ 5 w 5"/>
                <a:gd name="T41" fmla="*/ 0 h 9"/>
                <a:gd name="T42" fmla="*/ 5 w 5"/>
                <a:gd name="T43" fmla="*/ 0 h 9"/>
                <a:gd name="T44" fmla="*/ 5 w 5"/>
                <a:gd name="T45" fmla="*/ 0 h 9"/>
                <a:gd name="T46" fmla="*/ 5 w 5"/>
                <a:gd name="T4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 h="9">
                  <a:moveTo>
                    <a:pt x="5" y="0"/>
                  </a:moveTo>
                  <a:lnTo>
                    <a:pt x="5" y="2"/>
                  </a:lnTo>
                  <a:lnTo>
                    <a:pt x="5" y="2"/>
                  </a:lnTo>
                  <a:lnTo>
                    <a:pt x="3" y="2"/>
                  </a:lnTo>
                  <a:lnTo>
                    <a:pt x="3" y="2"/>
                  </a:lnTo>
                  <a:lnTo>
                    <a:pt x="3" y="4"/>
                  </a:lnTo>
                  <a:lnTo>
                    <a:pt x="3" y="9"/>
                  </a:lnTo>
                  <a:lnTo>
                    <a:pt x="3" y="9"/>
                  </a:lnTo>
                  <a:lnTo>
                    <a:pt x="0" y="9"/>
                  </a:lnTo>
                  <a:lnTo>
                    <a:pt x="0" y="9"/>
                  </a:lnTo>
                  <a:lnTo>
                    <a:pt x="0" y="9"/>
                  </a:lnTo>
                  <a:lnTo>
                    <a:pt x="0" y="9"/>
                  </a:lnTo>
                  <a:lnTo>
                    <a:pt x="0" y="0"/>
                  </a:lnTo>
                  <a:lnTo>
                    <a:pt x="0" y="0"/>
                  </a:lnTo>
                  <a:lnTo>
                    <a:pt x="0" y="0"/>
                  </a:lnTo>
                  <a:lnTo>
                    <a:pt x="0" y="0"/>
                  </a:lnTo>
                  <a:lnTo>
                    <a:pt x="3" y="0"/>
                  </a:lnTo>
                  <a:lnTo>
                    <a:pt x="3" y="0"/>
                  </a:lnTo>
                  <a:lnTo>
                    <a:pt x="3" y="2"/>
                  </a:lnTo>
                  <a:lnTo>
                    <a:pt x="3" y="0"/>
                  </a:lnTo>
                  <a:lnTo>
                    <a:pt x="5" y="0"/>
                  </a:lnTo>
                  <a:lnTo>
                    <a:pt x="5" y="0"/>
                  </a:lnTo>
                  <a:lnTo>
                    <a:pt x="5" y="0"/>
                  </a:lnTo>
                  <a:lnTo>
                    <a:pt x="5"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5" name="Freeform 83"/>
            <p:cNvSpPr>
              <a:spLocks/>
            </p:cNvSpPr>
            <p:nvPr/>
          </p:nvSpPr>
          <p:spPr bwMode="auto">
            <a:xfrm rot="16200000">
              <a:off x="2006316" y="4024861"/>
              <a:ext cx="26823" cy="24142"/>
            </a:xfrm>
            <a:custGeom>
              <a:avLst/>
              <a:gdLst>
                <a:gd name="T0" fmla="*/ 2 w 4"/>
                <a:gd name="T1" fmla="*/ 4 h 4"/>
                <a:gd name="T2" fmla="*/ 1 w 4"/>
                <a:gd name="T3" fmla="*/ 4 h 4"/>
                <a:gd name="T4" fmla="*/ 0 w 4"/>
                <a:gd name="T5" fmla="*/ 4 h 4"/>
                <a:gd name="T6" fmla="*/ 0 w 4"/>
                <a:gd name="T7" fmla="*/ 4 h 4"/>
                <a:gd name="T8" fmla="*/ 0 w 4"/>
                <a:gd name="T9" fmla="*/ 4 h 4"/>
                <a:gd name="T10" fmla="*/ 1 w 4"/>
                <a:gd name="T11" fmla="*/ 4 h 4"/>
                <a:gd name="T12" fmla="*/ 1 w 4"/>
                <a:gd name="T13" fmla="*/ 4 h 4"/>
                <a:gd name="T14" fmla="*/ 1 w 4"/>
                <a:gd name="T15" fmla="*/ 4 h 4"/>
                <a:gd name="T16" fmla="*/ 2 w 4"/>
                <a:gd name="T17" fmla="*/ 4 h 4"/>
                <a:gd name="T18" fmla="*/ 2 w 4"/>
                <a:gd name="T19" fmla="*/ 4 h 4"/>
                <a:gd name="T20" fmla="*/ 3 w 4"/>
                <a:gd name="T21" fmla="*/ 3 h 4"/>
                <a:gd name="T22" fmla="*/ 2 w 4"/>
                <a:gd name="T23" fmla="*/ 3 h 4"/>
                <a:gd name="T24" fmla="*/ 2 w 4"/>
                <a:gd name="T25" fmla="*/ 2 h 4"/>
                <a:gd name="T26" fmla="*/ 1 w 4"/>
                <a:gd name="T27" fmla="*/ 2 h 4"/>
                <a:gd name="T28" fmla="*/ 1 w 4"/>
                <a:gd name="T29" fmla="*/ 2 h 4"/>
                <a:gd name="T30" fmla="*/ 1 w 4"/>
                <a:gd name="T31" fmla="*/ 1 h 4"/>
                <a:gd name="T32" fmla="*/ 1 w 4"/>
                <a:gd name="T33" fmla="*/ 1 h 4"/>
                <a:gd name="T34" fmla="*/ 1 w 4"/>
                <a:gd name="T35" fmla="*/ 0 h 4"/>
                <a:gd name="T36" fmla="*/ 1 w 4"/>
                <a:gd name="T37" fmla="*/ 0 h 4"/>
                <a:gd name="T38" fmla="*/ 2 w 4"/>
                <a:gd name="T39" fmla="*/ 0 h 4"/>
                <a:gd name="T40" fmla="*/ 2 w 4"/>
                <a:gd name="T41" fmla="*/ 0 h 4"/>
                <a:gd name="T42" fmla="*/ 3 w 4"/>
                <a:gd name="T43" fmla="*/ 0 h 4"/>
                <a:gd name="T44" fmla="*/ 3 w 4"/>
                <a:gd name="T45" fmla="*/ 0 h 4"/>
                <a:gd name="T46" fmla="*/ 3 w 4"/>
                <a:gd name="T47" fmla="*/ 0 h 4"/>
                <a:gd name="T48" fmla="*/ 3 w 4"/>
                <a:gd name="T49" fmla="*/ 0 h 4"/>
                <a:gd name="T50" fmla="*/ 3 w 4"/>
                <a:gd name="T51" fmla="*/ 0 h 4"/>
                <a:gd name="T52" fmla="*/ 3 w 4"/>
                <a:gd name="T53" fmla="*/ 1 h 4"/>
                <a:gd name="T54" fmla="*/ 3 w 4"/>
                <a:gd name="T55" fmla="*/ 0 h 4"/>
                <a:gd name="T56" fmla="*/ 2 w 4"/>
                <a:gd name="T57" fmla="*/ 0 h 4"/>
                <a:gd name="T58" fmla="*/ 1 w 4"/>
                <a:gd name="T59" fmla="*/ 1 h 4"/>
                <a:gd name="T60" fmla="*/ 2 w 4"/>
                <a:gd name="T61" fmla="*/ 1 h 4"/>
                <a:gd name="T62" fmla="*/ 2 w 4"/>
                <a:gd name="T63" fmla="*/ 2 h 4"/>
                <a:gd name="T64" fmla="*/ 3 w 4"/>
                <a:gd name="T65" fmla="*/ 2 h 4"/>
                <a:gd name="T66" fmla="*/ 3 w 4"/>
                <a:gd name="T67" fmla="*/ 2 h 4"/>
                <a:gd name="T68" fmla="*/ 3 w 4"/>
                <a:gd name="T69" fmla="*/ 3 h 4"/>
                <a:gd name="T70" fmla="*/ 4 w 4"/>
                <a:gd name="T71" fmla="*/ 3 h 4"/>
                <a:gd name="T72" fmla="*/ 3 w 4"/>
                <a:gd name="T73" fmla="*/ 4 h 4"/>
                <a:gd name="T74" fmla="*/ 3 w 4"/>
                <a:gd name="T75" fmla="*/ 4 h 4"/>
                <a:gd name="T76" fmla="*/ 3 w 4"/>
                <a:gd name="T77" fmla="*/ 4 h 4"/>
                <a:gd name="T78" fmla="*/ 2 w 4"/>
                <a:gd name="T79"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 h="4">
                  <a:moveTo>
                    <a:pt x="2" y="4"/>
                  </a:moveTo>
                  <a:cubicBezTo>
                    <a:pt x="2" y="4"/>
                    <a:pt x="1" y="4"/>
                    <a:pt x="1" y="4"/>
                  </a:cubicBezTo>
                  <a:cubicBezTo>
                    <a:pt x="0" y="4"/>
                    <a:pt x="0" y="4"/>
                    <a:pt x="0" y="4"/>
                  </a:cubicBezTo>
                  <a:cubicBezTo>
                    <a:pt x="0" y="4"/>
                    <a:pt x="0" y="4"/>
                    <a:pt x="0" y="4"/>
                  </a:cubicBezTo>
                  <a:cubicBezTo>
                    <a:pt x="0" y="4"/>
                    <a:pt x="0" y="4"/>
                    <a:pt x="0"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3" y="3"/>
                    <a:pt x="3" y="3"/>
                    <a:pt x="3" y="3"/>
                  </a:cubicBezTo>
                  <a:cubicBezTo>
                    <a:pt x="2" y="3"/>
                    <a:pt x="2" y="3"/>
                    <a:pt x="2" y="3"/>
                  </a:cubicBezTo>
                  <a:cubicBezTo>
                    <a:pt x="2" y="2"/>
                    <a:pt x="2" y="2"/>
                    <a:pt x="2" y="2"/>
                  </a:cubicBezTo>
                  <a:cubicBezTo>
                    <a:pt x="1" y="2"/>
                    <a:pt x="1" y="2"/>
                    <a:pt x="1" y="2"/>
                  </a:cubicBezTo>
                  <a:cubicBezTo>
                    <a:pt x="1" y="2"/>
                    <a:pt x="1" y="2"/>
                    <a:pt x="1" y="2"/>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3" y="0"/>
                    <a:pt x="3" y="0"/>
                    <a:pt x="3" y="0"/>
                  </a:cubicBezTo>
                  <a:cubicBezTo>
                    <a:pt x="2" y="0"/>
                    <a:pt x="2" y="0"/>
                    <a:pt x="2" y="0"/>
                  </a:cubicBezTo>
                  <a:cubicBezTo>
                    <a:pt x="2" y="0"/>
                    <a:pt x="1" y="1"/>
                    <a:pt x="1" y="1"/>
                  </a:cubicBezTo>
                  <a:cubicBezTo>
                    <a:pt x="2" y="1"/>
                    <a:pt x="2" y="1"/>
                    <a:pt x="2" y="1"/>
                  </a:cubicBezTo>
                  <a:cubicBezTo>
                    <a:pt x="2" y="2"/>
                    <a:pt x="2" y="2"/>
                    <a:pt x="2" y="2"/>
                  </a:cubicBezTo>
                  <a:cubicBezTo>
                    <a:pt x="3" y="2"/>
                    <a:pt x="3" y="2"/>
                    <a:pt x="3" y="2"/>
                  </a:cubicBezTo>
                  <a:cubicBezTo>
                    <a:pt x="3" y="2"/>
                    <a:pt x="3" y="2"/>
                    <a:pt x="3" y="2"/>
                  </a:cubicBezTo>
                  <a:cubicBezTo>
                    <a:pt x="3" y="3"/>
                    <a:pt x="3" y="3"/>
                    <a:pt x="3" y="3"/>
                  </a:cubicBezTo>
                  <a:cubicBezTo>
                    <a:pt x="4" y="3"/>
                    <a:pt x="4" y="3"/>
                    <a:pt x="4" y="3"/>
                  </a:cubicBezTo>
                  <a:cubicBezTo>
                    <a:pt x="3" y="4"/>
                    <a:pt x="3" y="4"/>
                    <a:pt x="3" y="4"/>
                  </a:cubicBezTo>
                  <a:cubicBezTo>
                    <a:pt x="3" y="4"/>
                    <a:pt x="3" y="4"/>
                    <a:pt x="3" y="4"/>
                  </a:cubicBezTo>
                  <a:cubicBezTo>
                    <a:pt x="3" y="4"/>
                    <a:pt x="3" y="4"/>
                    <a:pt x="3" y="4"/>
                  </a:cubicBezTo>
                  <a:lnTo>
                    <a:pt x="2" y="4"/>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6" name="Freeform 84"/>
            <p:cNvSpPr>
              <a:spLocks noEditPoints="1"/>
            </p:cNvSpPr>
            <p:nvPr/>
          </p:nvSpPr>
          <p:spPr bwMode="auto">
            <a:xfrm rot="16200000">
              <a:off x="2013019" y="3999381"/>
              <a:ext cx="0" cy="37552"/>
            </a:xfrm>
            <a:custGeom>
              <a:avLst/>
              <a:gdLst>
                <a:gd name="T0" fmla="*/ 2 h 14"/>
                <a:gd name="T1" fmla="*/ 2 h 14"/>
                <a:gd name="T2" fmla="*/ 2 h 14"/>
                <a:gd name="T3" fmla="*/ 2 h 14"/>
                <a:gd name="T4" fmla="*/ 0 h 14"/>
                <a:gd name="T5" fmla="*/ 0 h 14"/>
                <a:gd name="T6" fmla="*/ 0 h 14"/>
                <a:gd name="T7" fmla="*/ 0 h 14"/>
                <a:gd name="T8" fmla="*/ 2 h 14"/>
                <a:gd name="T9" fmla="*/ 2 h 14"/>
                <a:gd name="T10" fmla="*/ 2 h 14"/>
                <a:gd name="T11" fmla="*/ 2 h 14"/>
                <a:gd name="T12" fmla="*/ 2 h 14"/>
                <a:gd name="T13" fmla="*/ 14 h 14"/>
                <a:gd name="T14" fmla="*/ 14 h 14"/>
                <a:gd name="T15" fmla="*/ 14 h 14"/>
                <a:gd name="T16" fmla="*/ 14 h 14"/>
                <a:gd name="T17" fmla="*/ 5 h 14"/>
                <a:gd name="T18" fmla="*/ 5 h 14"/>
                <a:gd name="T19" fmla="*/ 5 h 14"/>
                <a:gd name="T20" fmla="*/ 5 h 14"/>
                <a:gd name="T21" fmla="*/ 5 h 14"/>
                <a:gd name="T22" fmla="*/ 5 h 14"/>
                <a:gd name="T23" fmla="*/ 14 h 14"/>
                <a:gd name="T24" fmla="*/ 14 h 14"/>
                <a:gd name="T25" fmla="*/ 14 h 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 ang="0">
                  <a:pos x="0" y="T16"/>
                </a:cxn>
                <a:cxn ang="0">
                  <a:pos x="0" y="T17"/>
                </a:cxn>
                <a:cxn ang="0">
                  <a:pos x="0" y="T18"/>
                </a:cxn>
                <a:cxn ang="0">
                  <a:pos x="0" y="T19"/>
                </a:cxn>
                <a:cxn ang="0">
                  <a:pos x="0" y="T20"/>
                </a:cxn>
                <a:cxn ang="0">
                  <a:pos x="0" y="T21"/>
                </a:cxn>
                <a:cxn ang="0">
                  <a:pos x="0" y="T22"/>
                </a:cxn>
                <a:cxn ang="0">
                  <a:pos x="0" y="T23"/>
                </a:cxn>
                <a:cxn ang="0">
                  <a:pos x="0" y="T24"/>
                </a:cxn>
                <a:cxn ang="0">
                  <a:pos x="0" y="T25"/>
                </a:cxn>
              </a:cxnLst>
              <a:rect l="0" t="0" r="r" b="b"/>
              <a:pathLst>
                <a:path h="14">
                  <a:moveTo>
                    <a:pt x="0" y="2"/>
                  </a:moveTo>
                  <a:lnTo>
                    <a:pt x="0" y="2"/>
                  </a:lnTo>
                  <a:lnTo>
                    <a:pt x="0" y="2"/>
                  </a:lnTo>
                  <a:lnTo>
                    <a:pt x="0" y="2"/>
                  </a:lnTo>
                  <a:lnTo>
                    <a:pt x="0" y="0"/>
                  </a:lnTo>
                  <a:lnTo>
                    <a:pt x="0" y="0"/>
                  </a:lnTo>
                  <a:lnTo>
                    <a:pt x="0" y="0"/>
                  </a:lnTo>
                  <a:lnTo>
                    <a:pt x="0" y="0"/>
                  </a:lnTo>
                  <a:lnTo>
                    <a:pt x="0" y="2"/>
                  </a:lnTo>
                  <a:lnTo>
                    <a:pt x="0" y="2"/>
                  </a:lnTo>
                  <a:lnTo>
                    <a:pt x="0" y="2"/>
                  </a:lnTo>
                  <a:lnTo>
                    <a:pt x="0" y="2"/>
                  </a:lnTo>
                  <a:lnTo>
                    <a:pt x="0" y="2"/>
                  </a:lnTo>
                  <a:close/>
                  <a:moveTo>
                    <a:pt x="0" y="14"/>
                  </a:moveTo>
                  <a:lnTo>
                    <a:pt x="0" y="14"/>
                  </a:lnTo>
                  <a:lnTo>
                    <a:pt x="0" y="14"/>
                  </a:lnTo>
                  <a:lnTo>
                    <a:pt x="0" y="14"/>
                  </a:lnTo>
                  <a:lnTo>
                    <a:pt x="0" y="5"/>
                  </a:lnTo>
                  <a:lnTo>
                    <a:pt x="0" y="5"/>
                  </a:lnTo>
                  <a:lnTo>
                    <a:pt x="0" y="5"/>
                  </a:lnTo>
                  <a:lnTo>
                    <a:pt x="0" y="5"/>
                  </a:lnTo>
                  <a:lnTo>
                    <a:pt x="0" y="5"/>
                  </a:lnTo>
                  <a:lnTo>
                    <a:pt x="0" y="5"/>
                  </a:lnTo>
                  <a:lnTo>
                    <a:pt x="0" y="14"/>
                  </a:lnTo>
                  <a:lnTo>
                    <a:pt x="0" y="14"/>
                  </a:lnTo>
                  <a:lnTo>
                    <a:pt x="0" y="14"/>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7" name="Freeform 85"/>
            <p:cNvSpPr>
              <a:spLocks/>
            </p:cNvSpPr>
            <p:nvPr/>
          </p:nvSpPr>
          <p:spPr bwMode="auto">
            <a:xfrm rot="16200000">
              <a:off x="2004973" y="3985968"/>
              <a:ext cx="21457" cy="32187"/>
            </a:xfrm>
            <a:custGeom>
              <a:avLst/>
              <a:gdLst>
                <a:gd name="T0" fmla="*/ 5 w 8"/>
                <a:gd name="T1" fmla="*/ 5 h 12"/>
                <a:gd name="T2" fmla="*/ 5 w 8"/>
                <a:gd name="T3" fmla="*/ 5 h 12"/>
                <a:gd name="T4" fmla="*/ 5 w 8"/>
                <a:gd name="T5" fmla="*/ 10 h 12"/>
                <a:gd name="T6" fmla="*/ 5 w 8"/>
                <a:gd name="T7" fmla="*/ 12 h 12"/>
                <a:gd name="T8" fmla="*/ 5 w 8"/>
                <a:gd name="T9" fmla="*/ 12 h 12"/>
                <a:gd name="T10" fmla="*/ 5 w 8"/>
                <a:gd name="T11" fmla="*/ 12 h 12"/>
                <a:gd name="T12" fmla="*/ 8 w 8"/>
                <a:gd name="T13" fmla="*/ 12 h 12"/>
                <a:gd name="T14" fmla="*/ 8 w 8"/>
                <a:gd name="T15" fmla="*/ 12 h 12"/>
                <a:gd name="T16" fmla="*/ 8 w 8"/>
                <a:gd name="T17" fmla="*/ 12 h 12"/>
                <a:gd name="T18" fmla="*/ 8 w 8"/>
                <a:gd name="T19" fmla="*/ 12 h 12"/>
                <a:gd name="T20" fmla="*/ 5 w 8"/>
                <a:gd name="T21" fmla="*/ 12 h 12"/>
                <a:gd name="T22" fmla="*/ 5 w 8"/>
                <a:gd name="T23" fmla="*/ 12 h 12"/>
                <a:gd name="T24" fmla="*/ 3 w 8"/>
                <a:gd name="T25" fmla="*/ 12 h 12"/>
                <a:gd name="T26" fmla="*/ 3 w 8"/>
                <a:gd name="T27" fmla="*/ 12 h 12"/>
                <a:gd name="T28" fmla="*/ 3 w 8"/>
                <a:gd name="T29" fmla="*/ 12 h 12"/>
                <a:gd name="T30" fmla="*/ 3 w 8"/>
                <a:gd name="T31" fmla="*/ 10 h 12"/>
                <a:gd name="T32" fmla="*/ 3 w 8"/>
                <a:gd name="T33" fmla="*/ 5 h 12"/>
                <a:gd name="T34" fmla="*/ 0 w 8"/>
                <a:gd name="T35" fmla="*/ 5 h 12"/>
                <a:gd name="T36" fmla="*/ 0 w 8"/>
                <a:gd name="T37" fmla="*/ 5 h 12"/>
                <a:gd name="T38" fmla="*/ 0 w 8"/>
                <a:gd name="T39" fmla="*/ 3 h 12"/>
                <a:gd name="T40" fmla="*/ 0 w 8"/>
                <a:gd name="T41" fmla="*/ 3 h 12"/>
                <a:gd name="T42" fmla="*/ 0 w 8"/>
                <a:gd name="T43" fmla="*/ 3 h 12"/>
                <a:gd name="T44" fmla="*/ 0 w 8"/>
                <a:gd name="T45" fmla="*/ 3 h 12"/>
                <a:gd name="T46" fmla="*/ 3 w 8"/>
                <a:gd name="T47" fmla="*/ 3 h 12"/>
                <a:gd name="T48" fmla="*/ 3 w 8"/>
                <a:gd name="T49" fmla="*/ 0 h 12"/>
                <a:gd name="T50" fmla="*/ 3 w 8"/>
                <a:gd name="T51" fmla="*/ 0 h 12"/>
                <a:gd name="T52" fmla="*/ 3 w 8"/>
                <a:gd name="T53" fmla="*/ 0 h 12"/>
                <a:gd name="T54" fmla="*/ 3 w 8"/>
                <a:gd name="T55" fmla="*/ 0 h 12"/>
                <a:gd name="T56" fmla="*/ 5 w 8"/>
                <a:gd name="T57" fmla="*/ 0 h 12"/>
                <a:gd name="T58" fmla="*/ 5 w 8"/>
                <a:gd name="T59" fmla="*/ 0 h 12"/>
                <a:gd name="T60" fmla="*/ 5 w 8"/>
                <a:gd name="T61" fmla="*/ 3 h 12"/>
                <a:gd name="T62" fmla="*/ 5 w 8"/>
                <a:gd name="T63" fmla="*/ 3 h 12"/>
                <a:gd name="T64" fmla="*/ 8 w 8"/>
                <a:gd name="T65" fmla="*/ 3 h 12"/>
                <a:gd name="T66" fmla="*/ 8 w 8"/>
                <a:gd name="T67" fmla="*/ 3 h 12"/>
                <a:gd name="T68" fmla="*/ 8 w 8"/>
                <a:gd name="T69" fmla="*/ 3 h 12"/>
                <a:gd name="T70" fmla="*/ 8 w 8"/>
                <a:gd name="T71" fmla="*/ 5 h 12"/>
                <a:gd name="T72" fmla="*/ 5 w 8"/>
                <a:gd name="T73"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 h="12">
                  <a:moveTo>
                    <a:pt x="5" y="5"/>
                  </a:moveTo>
                  <a:lnTo>
                    <a:pt x="5" y="5"/>
                  </a:lnTo>
                  <a:lnTo>
                    <a:pt x="5" y="10"/>
                  </a:lnTo>
                  <a:lnTo>
                    <a:pt x="5" y="12"/>
                  </a:lnTo>
                  <a:lnTo>
                    <a:pt x="5" y="12"/>
                  </a:lnTo>
                  <a:lnTo>
                    <a:pt x="5" y="12"/>
                  </a:lnTo>
                  <a:lnTo>
                    <a:pt x="8" y="12"/>
                  </a:lnTo>
                  <a:lnTo>
                    <a:pt x="8" y="12"/>
                  </a:lnTo>
                  <a:lnTo>
                    <a:pt x="8" y="12"/>
                  </a:lnTo>
                  <a:lnTo>
                    <a:pt x="8" y="12"/>
                  </a:lnTo>
                  <a:lnTo>
                    <a:pt x="5" y="12"/>
                  </a:lnTo>
                  <a:lnTo>
                    <a:pt x="5" y="12"/>
                  </a:lnTo>
                  <a:lnTo>
                    <a:pt x="3" y="12"/>
                  </a:lnTo>
                  <a:lnTo>
                    <a:pt x="3" y="12"/>
                  </a:lnTo>
                  <a:lnTo>
                    <a:pt x="3" y="12"/>
                  </a:lnTo>
                  <a:lnTo>
                    <a:pt x="3" y="10"/>
                  </a:lnTo>
                  <a:lnTo>
                    <a:pt x="3" y="5"/>
                  </a:lnTo>
                  <a:lnTo>
                    <a:pt x="0" y="5"/>
                  </a:lnTo>
                  <a:lnTo>
                    <a:pt x="0" y="5"/>
                  </a:lnTo>
                  <a:lnTo>
                    <a:pt x="0" y="3"/>
                  </a:lnTo>
                  <a:lnTo>
                    <a:pt x="0" y="3"/>
                  </a:lnTo>
                  <a:lnTo>
                    <a:pt x="0" y="3"/>
                  </a:lnTo>
                  <a:lnTo>
                    <a:pt x="0" y="3"/>
                  </a:lnTo>
                  <a:lnTo>
                    <a:pt x="3" y="3"/>
                  </a:lnTo>
                  <a:lnTo>
                    <a:pt x="3" y="0"/>
                  </a:lnTo>
                  <a:lnTo>
                    <a:pt x="3" y="0"/>
                  </a:lnTo>
                  <a:lnTo>
                    <a:pt x="3" y="0"/>
                  </a:lnTo>
                  <a:lnTo>
                    <a:pt x="3" y="0"/>
                  </a:lnTo>
                  <a:lnTo>
                    <a:pt x="5" y="0"/>
                  </a:lnTo>
                  <a:lnTo>
                    <a:pt x="5" y="0"/>
                  </a:lnTo>
                  <a:lnTo>
                    <a:pt x="5" y="3"/>
                  </a:lnTo>
                  <a:lnTo>
                    <a:pt x="5" y="3"/>
                  </a:lnTo>
                  <a:lnTo>
                    <a:pt x="8" y="3"/>
                  </a:lnTo>
                  <a:lnTo>
                    <a:pt x="8" y="3"/>
                  </a:lnTo>
                  <a:lnTo>
                    <a:pt x="8" y="3"/>
                  </a:lnTo>
                  <a:lnTo>
                    <a:pt x="8" y="5"/>
                  </a:lnTo>
                  <a:lnTo>
                    <a:pt x="5" y="5"/>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8" name="Freeform 86"/>
            <p:cNvSpPr>
              <a:spLocks noEditPoints="1"/>
            </p:cNvSpPr>
            <p:nvPr/>
          </p:nvSpPr>
          <p:spPr bwMode="auto">
            <a:xfrm rot="16200000">
              <a:off x="2007655" y="3948415"/>
              <a:ext cx="24142" cy="24142"/>
            </a:xfrm>
            <a:custGeom>
              <a:avLst/>
              <a:gdLst>
                <a:gd name="T0" fmla="*/ 4 w 4"/>
                <a:gd name="T1" fmla="*/ 4 h 4"/>
                <a:gd name="T2" fmla="*/ 3 w 4"/>
                <a:gd name="T3" fmla="*/ 4 h 4"/>
                <a:gd name="T4" fmla="*/ 3 w 4"/>
                <a:gd name="T5" fmla="*/ 4 h 4"/>
                <a:gd name="T6" fmla="*/ 3 w 4"/>
                <a:gd name="T7" fmla="*/ 4 h 4"/>
                <a:gd name="T8" fmla="*/ 3 w 4"/>
                <a:gd name="T9" fmla="*/ 4 h 4"/>
                <a:gd name="T10" fmla="*/ 3 w 4"/>
                <a:gd name="T11" fmla="*/ 4 h 4"/>
                <a:gd name="T12" fmla="*/ 2 w 4"/>
                <a:gd name="T13" fmla="*/ 4 h 4"/>
                <a:gd name="T14" fmla="*/ 1 w 4"/>
                <a:gd name="T15" fmla="*/ 4 h 4"/>
                <a:gd name="T16" fmla="*/ 1 w 4"/>
                <a:gd name="T17" fmla="*/ 4 h 4"/>
                <a:gd name="T18" fmla="*/ 0 w 4"/>
                <a:gd name="T19" fmla="*/ 3 h 4"/>
                <a:gd name="T20" fmla="*/ 0 w 4"/>
                <a:gd name="T21" fmla="*/ 2 h 4"/>
                <a:gd name="T22" fmla="*/ 1 w 4"/>
                <a:gd name="T23" fmla="*/ 0 h 4"/>
                <a:gd name="T24" fmla="*/ 2 w 4"/>
                <a:gd name="T25" fmla="*/ 0 h 4"/>
                <a:gd name="T26" fmla="*/ 3 w 4"/>
                <a:gd name="T27" fmla="*/ 0 h 4"/>
                <a:gd name="T28" fmla="*/ 3 w 4"/>
                <a:gd name="T29" fmla="*/ 0 h 4"/>
                <a:gd name="T30" fmla="*/ 3 w 4"/>
                <a:gd name="T31" fmla="*/ 0 h 4"/>
                <a:gd name="T32" fmla="*/ 3 w 4"/>
                <a:gd name="T33" fmla="*/ 0 h 4"/>
                <a:gd name="T34" fmla="*/ 4 w 4"/>
                <a:gd name="T35" fmla="*/ 0 h 4"/>
                <a:gd name="T36" fmla="*/ 4 w 4"/>
                <a:gd name="T37" fmla="*/ 0 h 4"/>
                <a:gd name="T38" fmla="*/ 4 w 4"/>
                <a:gd name="T39" fmla="*/ 0 h 4"/>
                <a:gd name="T40" fmla="*/ 4 w 4"/>
                <a:gd name="T41" fmla="*/ 4 h 4"/>
                <a:gd name="T42" fmla="*/ 4 w 4"/>
                <a:gd name="T43" fmla="*/ 4 h 4"/>
                <a:gd name="T44" fmla="*/ 3 w 4"/>
                <a:gd name="T45" fmla="*/ 1 h 4"/>
                <a:gd name="T46" fmla="*/ 3 w 4"/>
                <a:gd name="T47" fmla="*/ 1 h 4"/>
                <a:gd name="T48" fmla="*/ 3 w 4"/>
                <a:gd name="T49" fmla="*/ 1 h 4"/>
                <a:gd name="T50" fmla="*/ 2 w 4"/>
                <a:gd name="T51" fmla="*/ 1 h 4"/>
                <a:gd name="T52" fmla="*/ 2 w 4"/>
                <a:gd name="T53" fmla="*/ 0 h 4"/>
                <a:gd name="T54" fmla="*/ 1 w 4"/>
                <a:gd name="T55" fmla="*/ 1 h 4"/>
                <a:gd name="T56" fmla="*/ 1 w 4"/>
                <a:gd name="T57" fmla="*/ 2 h 4"/>
                <a:gd name="T58" fmla="*/ 1 w 4"/>
                <a:gd name="T59" fmla="*/ 2 h 4"/>
                <a:gd name="T60" fmla="*/ 1 w 4"/>
                <a:gd name="T61" fmla="*/ 3 h 4"/>
                <a:gd name="T62" fmla="*/ 2 w 4"/>
                <a:gd name="T63" fmla="*/ 4 h 4"/>
                <a:gd name="T64" fmla="*/ 2 w 4"/>
                <a:gd name="T65" fmla="*/ 4 h 4"/>
                <a:gd name="T66" fmla="*/ 3 w 4"/>
                <a:gd name="T67" fmla="*/ 3 h 4"/>
                <a:gd name="T68" fmla="*/ 3 w 4"/>
                <a:gd name="T69" fmla="*/ 3 h 4"/>
                <a:gd name="T70" fmla="*/ 3 w 4"/>
                <a:gd name="T71" fmla="*/ 3 h 4"/>
                <a:gd name="T72" fmla="*/ 3 w 4"/>
                <a:gd name="T7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4">
                  <a:moveTo>
                    <a:pt x="4" y="4"/>
                  </a:move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1" y="4"/>
                    <a:pt x="1" y="4"/>
                    <a:pt x="1" y="4"/>
                  </a:cubicBezTo>
                  <a:cubicBezTo>
                    <a:pt x="1" y="4"/>
                    <a:pt x="1" y="4"/>
                    <a:pt x="1" y="4"/>
                  </a:cubicBezTo>
                  <a:cubicBezTo>
                    <a:pt x="0" y="3"/>
                    <a:pt x="0" y="3"/>
                    <a:pt x="0" y="3"/>
                  </a:cubicBezTo>
                  <a:cubicBezTo>
                    <a:pt x="0" y="3"/>
                    <a:pt x="0" y="3"/>
                    <a:pt x="0" y="2"/>
                  </a:cubicBezTo>
                  <a:cubicBezTo>
                    <a:pt x="0" y="1"/>
                    <a:pt x="0" y="1"/>
                    <a:pt x="1" y="0"/>
                  </a:cubicBezTo>
                  <a:cubicBezTo>
                    <a:pt x="1" y="0"/>
                    <a:pt x="1" y="0"/>
                    <a:pt x="2" y="0"/>
                  </a:cubicBezTo>
                  <a:cubicBezTo>
                    <a:pt x="2" y="0"/>
                    <a:pt x="2" y="0"/>
                    <a:pt x="3" y="0"/>
                  </a:cubicBezTo>
                  <a:cubicBezTo>
                    <a:pt x="3" y="0"/>
                    <a:pt x="3" y="0"/>
                    <a:pt x="3" y="0"/>
                  </a:cubicBezTo>
                  <a:cubicBezTo>
                    <a:pt x="3" y="0"/>
                    <a:pt x="3" y="0"/>
                    <a:pt x="3" y="0"/>
                  </a:cubicBezTo>
                  <a:cubicBezTo>
                    <a:pt x="3" y="0"/>
                    <a:pt x="3" y="0"/>
                    <a:pt x="3" y="0"/>
                  </a:cubicBezTo>
                  <a:cubicBezTo>
                    <a:pt x="4" y="0"/>
                    <a:pt x="4" y="0"/>
                    <a:pt x="4" y="0"/>
                  </a:cubicBezTo>
                  <a:cubicBezTo>
                    <a:pt x="4" y="0"/>
                    <a:pt x="4" y="0"/>
                    <a:pt x="4" y="0"/>
                  </a:cubicBezTo>
                  <a:cubicBezTo>
                    <a:pt x="4" y="0"/>
                    <a:pt x="4" y="0"/>
                    <a:pt x="4" y="0"/>
                  </a:cubicBezTo>
                  <a:cubicBezTo>
                    <a:pt x="4" y="4"/>
                    <a:pt x="4" y="4"/>
                    <a:pt x="4" y="4"/>
                  </a:cubicBezTo>
                  <a:cubicBezTo>
                    <a:pt x="4" y="4"/>
                    <a:pt x="4" y="4"/>
                    <a:pt x="4" y="4"/>
                  </a:cubicBezTo>
                  <a:close/>
                  <a:moveTo>
                    <a:pt x="3" y="1"/>
                  </a:moveTo>
                  <a:cubicBezTo>
                    <a:pt x="3" y="1"/>
                    <a:pt x="3" y="1"/>
                    <a:pt x="3" y="1"/>
                  </a:cubicBezTo>
                  <a:cubicBezTo>
                    <a:pt x="3" y="1"/>
                    <a:pt x="3" y="1"/>
                    <a:pt x="3" y="1"/>
                  </a:cubicBezTo>
                  <a:cubicBezTo>
                    <a:pt x="2" y="1"/>
                    <a:pt x="2" y="1"/>
                    <a:pt x="2" y="1"/>
                  </a:cubicBezTo>
                  <a:cubicBezTo>
                    <a:pt x="2" y="0"/>
                    <a:pt x="2" y="0"/>
                    <a:pt x="2" y="0"/>
                  </a:cubicBezTo>
                  <a:cubicBezTo>
                    <a:pt x="1" y="1"/>
                    <a:pt x="1" y="1"/>
                    <a:pt x="1" y="1"/>
                  </a:cubicBezTo>
                  <a:cubicBezTo>
                    <a:pt x="1" y="1"/>
                    <a:pt x="1" y="1"/>
                    <a:pt x="1" y="2"/>
                  </a:cubicBezTo>
                  <a:cubicBezTo>
                    <a:pt x="1" y="2"/>
                    <a:pt x="1" y="2"/>
                    <a:pt x="1" y="2"/>
                  </a:cubicBezTo>
                  <a:cubicBezTo>
                    <a:pt x="1" y="3"/>
                    <a:pt x="1" y="3"/>
                    <a:pt x="1" y="3"/>
                  </a:cubicBezTo>
                  <a:cubicBezTo>
                    <a:pt x="2" y="4"/>
                    <a:pt x="2" y="4"/>
                    <a:pt x="2" y="4"/>
                  </a:cubicBezTo>
                  <a:cubicBezTo>
                    <a:pt x="2" y="4"/>
                    <a:pt x="2" y="4"/>
                    <a:pt x="2" y="4"/>
                  </a:cubicBezTo>
                  <a:cubicBezTo>
                    <a:pt x="3" y="3"/>
                    <a:pt x="3" y="3"/>
                    <a:pt x="3" y="3"/>
                  </a:cubicBezTo>
                  <a:cubicBezTo>
                    <a:pt x="3" y="3"/>
                    <a:pt x="3" y="3"/>
                    <a:pt x="3" y="3"/>
                  </a:cubicBezTo>
                  <a:cubicBezTo>
                    <a:pt x="3" y="3"/>
                    <a:pt x="3" y="3"/>
                    <a:pt x="3" y="3"/>
                  </a:cubicBezTo>
                  <a:lnTo>
                    <a:pt x="3" y="1"/>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9" name="Freeform 87"/>
            <p:cNvSpPr>
              <a:spLocks/>
            </p:cNvSpPr>
            <p:nvPr/>
          </p:nvSpPr>
          <p:spPr bwMode="auto">
            <a:xfrm rot="16200000">
              <a:off x="2000950" y="3909525"/>
              <a:ext cx="37552" cy="24142"/>
            </a:xfrm>
            <a:custGeom>
              <a:avLst/>
              <a:gdLst>
                <a:gd name="T0" fmla="*/ 14 w 14"/>
                <a:gd name="T1" fmla="*/ 9 h 9"/>
                <a:gd name="T2" fmla="*/ 12 w 14"/>
                <a:gd name="T3" fmla="*/ 9 h 9"/>
                <a:gd name="T4" fmla="*/ 12 w 14"/>
                <a:gd name="T5" fmla="*/ 9 h 9"/>
                <a:gd name="T6" fmla="*/ 12 w 14"/>
                <a:gd name="T7" fmla="*/ 9 h 9"/>
                <a:gd name="T8" fmla="*/ 12 w 14"/>
                <a:gd name="T9" fmla="*/ 2 h 9"/>
                <a:gd name="T10" fmla="*/ 12 w 14"/>
                <a:gd name="T11" fmla="*/ 2 h 9"/>
                <a:gd name="T12" fmla="*/ 12 w 14"/>
                <a:gd name="T13" fmla="*/ 2 h 9"/>
                <a:gd name="T14" fmla="*/ 12 w 14"/>
                <a:gd name="T15" fmla="*/ 2 h 9"/>
                <a:gd name="T16" fmla="*/ 9 w 14"/>
                <a:gd name="T17" fmla="*/ 2 h 9"/>
                <a:gd name="T18" fmla="*/ 9 w 14"/>
                <a:gd name="T19" fmla="*/ 2 h 9"/>
                <a:gd name="T20" fmla="*/ 9 w 14"/>
                <a:gd name="T21" fmla="*/ 2 h 9"/>
                <a:gd name="T22" fmla="*/ 9 w 14"/>
                <a:gd name="T23" fmla="*/ 2 h 9"/>
                <a:gd name="T24" fmla="*/ 7 w 14"/>
                <a:gd name="T25" fmla="*/ 2 h 9"/>
                <a:gd name="T26" fmla="*/ 7 w 14"/>
                <a:gd name="T27" fmla="*/ 9 h 9"/>
                <a:gd name="T28" fmla="*/ 7 w 14"/>
                <a:gd name="T29" fmla="*/ 9 h 9"/>
                <a:gd name="T30" fmla="*/ 7 w 14"/>
                <a:gd name="T31" fmla="*/ 9 h 9"/>
                <a:gd name="T32" fmla="*/ 7 w 14"/>
                <a:gd name="T33" fmla="*/ 9 h 9"/>
                <a:gd name="T34" fmla="*/ 7 w 14"/>
                <a:gd name="T35" fmla="*/ 9 h 9"/>
                <a:gd name="T36" fmla="*/ 7 w 14"/>
                <a:gd name="T37" fmla="*/ 2 h 9"/>
                <a:gd name="T38" fmla="*/ 7 w 14"/>
                <a:gd name="T39" fmla="*/ 2 h 9"/>
                <a:gd name="T40" fmla="*/ 5 w 14"/>
                <a:gd name="T41" fmla="*/ 2 h 9"/>
                <a:gd name="T42" fmla="*/ 5 w 14"/>
                <a:gd name="T43" fmla="*/ 2 h 9"/>
                <a:gd name="T44" fmla="*/ 5 w 14"/>
                <a:gd name="T45" fmla="*/ 2 h 9"/>
                <a:gd name="T46" fmla="*/ 2 w 14"/>
                <a:gd name="T47" fmla="*/ 2 h 9"/>
                <a:gd name="T48" fmla="*/ 2 w 14"/>
                <a:gd name="T49" fmla="*/ 2 h 9"/>
                <a:gd name="T50" fmla="*/ 2 w 14"/>
                <a:gd name="T51" fmla="*/ 2 h 9"/>
                <a:gd name="T52" fmla="*/ 2 w 14"/>
                <a:gd name="T53" fmla="*/ 4 h 9"/>
                <a:gd name="T54" fmla="*/ 2 w 14"/>
                <a:gd name="T55" fmla="*/ 9 h 9"/>
                <a:gd name="T56" fmla="*/ 2 w 14"/>
                <a:gd name="T57" fmla="*/ 9 h 9"/>
                <a:gd name="T58" fmla="*/ 2 w 14"/>
                <a:gd name="T59" fmla="*/ 9 h 9"/>
                <a:gd name="T60" fmla="*/ 0 w 14"/>
                <a:gd name="T61" fmla="*/ 9 h 9"/>
                <a:gd name="T62" fmla="*/ 0 w 14"/>
                <a:gd name="T63" fmla="*/ 9 h 9"/>
                <a:gd name="T64" fmla="*/ 0 w 14"/>
                <a:gd name="T65" fmla="*/ 9 h 9"/>
                <a:gd name="T66" fmla="*/ 0 w 14"/>
                <a:gd name="T67" fmla="*/ 0 h 9"/>
                <a:gd name="T68" fmla="*/ 0 w 14"/>
                <a:gd name="T69" fmla="*/ 0 h 9"/>
                <a:gd name="T70" fmla="*/ 0 w 14"/>
                <a:gd name="T71" fmla="*/ 0 h 9"/>
                <a:gd name="T72" fmla="*/ 2 w 14"/>
                <a:gd name="T73" fmla="*/ 0 h 9"/>
                <a:gd name="T74" fmla="*/ 2 w 14"/>
                <a:gd name="T75" fmla="*/ 0 h 9"/>
                <a:gd name="T76" fmla="*/ 2 w 14"/>
                <a:gd name="T77" fmla="*/ 0 h 9"/>
                <a:gd name="T78" fmla="*/ 2 w 14"/>
                <a:gd name="T79" fmla="*/ 0 h 9"/>
                <a:gd name="T80" fmla="*/ 5 w 14"/>
                <a:gd name="T81" fmla="*/ 0 h 9"/>
                <a:gd name="T82" fmla="*/ 7 w 14"/>
                <a:gd name="T83" fmla="*/ 0 h 9"/>
                <a:gd name="T84" fmla="*/ 7 w 14"/>
                <a:gd name="T85" fmla="*/ 2 h 9"/>
                <a:gd name="T86" fmla="*/ 9 w 14"/>
                <a:gd name="T87" fmla="*/ 0 h 9"/>
                <a:gd name="T88" fmla="*/ 12 w 14"/>
                <a:gd name="T89" fmla="*/ 0 h 9"/>
                <a:gd name="T90" fmla="*/ 12 w 14"/>
                <a:gd name="T91" fmla="*/ 0 h 9"/>
                <a:gd name="T92" fmla="*/ 14 w 14"/>
                <a:gd name="T93" fmla="*/ 0 h 9"/>
                <a:gd name="T94" fmla="*/ 14 w 14"/>
                <a:gd name="T95" fmla="*/ 2 h 9"/>
                <a:gd name="T96" fmla="*/ 14 w 14"/>
                <a:gd name="T97" fmla="*/ 2 h 9"/>
                <a:gd name="T98" fmla="*/ 14 w 14"/>
                <a:gd name="T99" fmla="*/ 9 h 9"/>
                <a:gd name="T100" fmla="*/ 14 w 14"/>
                <a:gd name="T101" fmla="*/ 9 h 9"/>
                <a:gd name="T102" fmla="*/ 14 w 14"/>
                <a:gd name="T10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 h="9">
                  <a:moveTo>
                    <a:pt x="14" y="9"/>
                  </a:moveTo>
                  <a:lnTo>
                    <a:pt x="12" y="9"/>
                  </a:lnTo>
                  <a:lnTo>
                    <a:pt x="12" y="9"/>
                  </a:lnTo>
                  <a:lnTo>
                    <a:pt x="12" y="9"/>
                  </a:lnTo>
                  <a:lnTo>
                    <a:pt x="12" y="2"/>
                  </a:lnTo>
                  <a:lnTo>
                    <a:pt x="12" y="2"/>
                  </a:lnTo>
                  <a:lnTo>
                    <a:pt x="12" y="2"/>
                  </a:lnTo>
                  <a:lnTo>
                    <a:pt x="12" y="2"/>
                  </a:lnTo>
                  <a:lnTo>
                    <a:pt x="9" y="2"/>
                  </a:lnTo>
                  <a:lnTo>
                    <a:pt x="9" y="2"/>
                  </a:lnTo>
                  <a:lnTo>
                    <a:pt x="9" y="2"/>
                  </a:lnTo>
                  <a:lnTo>
                    <a:pt x="9" y="2"/>
                  </a:lnTo>
                  <a:lnTo>
                    <a:pt x="7" y="2"/>
                  </a:lnTo>
                  <a:lnTo>
                    <a:pt x="7" y="9"/>
                  </a:lnTo>
                  <a:lnTo>
                    <a:pt x="7" y="9"/>
                  </a:lnTo>
                  <a:lnTo>
                    <a:pt x="7" y="9"/>
                  </a:lnTo>
                  <a:lnTo>
                    <a:pt x="7" y="9"/>
                  </a:lnTo>
                  <a:lnTo>
                    <a:pt x="7" y="9"/>
                  </a:lnTo>
                  <a:lnTo>
                    <a:pt x="7" y="2"/>
                  </a:lnTo>
                  <a:lnTo>
                    <a:pt x="7" y="2"/>
                  </a:lnTo>
                  <a:lnTo>
                    <a:pt x="5" y="2"/>
                  </a:lnTo>
                  <a:lnTo>
                    <a:pt x="5" y="2"/>
                  </a:lnTo>
                  <a:lnTo>
                    <a:pt x="5" y="2"/>
                  </a:lnTo>
                  <a:lnTo>
                    <a:pt x="2" y="2"/>
                  </a:lnTo>
                  <a:lnTo>
                    <a:pt x="2" y="2"/>
                  </a:lnTo>
                  <a:lnTo>
                    <a:pt x="2" y="2"/>
                  </a:lnTo>
                  <a:lnTo>
                    <a:pt x="2" y="4"/>
                  </a:lnTo>
                  <a:lnTo>
                    <a:pt x="2" y="9"/>
                  </a:lnTo>
                  <a:lnTo>
                    <a:pt x="2" y="9"/>
                  </a:lnTo>
                  <a:lnTo>
                    <a:pt x="2" y="9"/>
                  </a:lnTo>
                  <a:lnTo>
                    <a:pt x="0" y="9"/>
                  </a:lnTo>
                  <a:lnTo>
                    <a:pt x="0" y="9"/>
                  </a:lnTo>
                  <a:lnTo>
                    <a:pt x="0" y="9"/>
                  </a:lnTo>
                  <a:lnTo>
                    <a:pt x="0" y="0"/>
                  </a:lnTo>
                  <a:lnTo>
                    <a:pt x="0" y="0"/>
                  </a:lnTo>
                  <a:lnTo>
                    <a:pt x="0" y="0"/>
                  </a:lnTo>
                  <a:lnTo>
                    <a:pt x="2" y="0"/>
                  </a:lnTo>
                  <a:lnTo>
                    <a:pt x="2" y="0"/>
                  </a:lnTo>
                  <a:lnTo>
                    <a:pt x="2" y="0"/>
                  </a:lnTo>
                  <a:lnTo>
                    <a:pt x="2" y="0"/>
                  </a:lnTo>
                  <a:lnTo>
                    <a:pt x="5" y="0"/>
                  </a:lnTo>
                  <a:lnTo>
                    <a:pt x="7" y="0"/>
                  </a:lnTo>
                  <a:lnTo>
                    <a:pt x="7" y="2"/>
                  </a:lnTo>
                  <a:lnTo>
                    <a:pt x="9" y="0"/>
                  </a:lnTo>
                  <a:lnTo>
                    <a:pt x="12" y="0"/>
                  </a:lnTo>
                  <a:lnTo>
                    <a:pt x="12" y="0"/>
                  </a:lnTo>
                  <a:lnTo>
                    <a:pt x="14" y="0"/>
                  </a:lnTo>
                  <a:lnTo>
                    <a:pt x="14" y="2"/>
                  </a:lnTo>
                  <a:lnTo>
                    <a:pt x="14" y="2"/>
                  </a:lnTo>
                  <a:lnTo>
                    <a:pt x="14" y="9"/>
                  </a:lnTo>
                  <a:lnTo>
                    <a:pt x="14" y="9"/>
                  </a:lnTo>
                  <a:lnTo>
                    <a:pt x="14" y="9"/>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0" name="Freeform 88"/>
            <p:cNvSpPr>
              <a:spLocks noEditPoints="1"/>
            </p:cNvSpPr>
            <p:nvPr/>
          </p:nvSpPr>
          <p:spPr bwMode="auto">
            <a:xfrm rot="16200000">
              <a:off x="2007655" y="3870631"/>
              <a:ext cx="24142" cy="24142"/>
            </a:xfrm>
            <a:custGeom>
              <a:avLst/>
              <a:gdLst>
                <a:gd name="T0" fmla="*/ 4 w 4"/>
                <a:gd name="T1" fmla="*/ 2 h 4"/>
                <a:gd name="T2" fmla="*/ 1 w 4"/>
                <a:gd name="T3" fmla="*/ 2 h 4"/>
                <a:gd name="T4" fmla="*/ 1 w 4"/>
                <a:gd name="T5" fmla="*/ 3 h 4"/>
                <a:gd name="T6" fmla="*/ 2 w 4"/>
                <a:gd name="T7" fmla="*/ 4 h 4"/>
                <a:gd name="T8" fmla="*/ 3 w 4"/>
                <a:gd name="T9" fmla="*/ 4 h 4"/>
                <a:gd name="T10" fmla="*/ 4 w 4"/>
                <a:gd name="T11" fmla="*/ 4 h 4"/>
                <a:gd name="T12" fmla="*/ 4 w 4"/>
                <a:gd name="T13" fmla="*/ 4 h 4"/>
                <a:gd name="T14" fmla="*/ 4 w 4"/>
                <a:gd name="T15" fmla="*/ 4 h 4"/>
                <a:gd name="T16" fmla="*/ 4 w 4"/>
                <a:gd name="T17" fmla="*/ 4 h 4"/>
                <a:gd name="T18" fmla="*/ 4 w 4"/>
                <a:gd name="T19" fmla="*/ 4 h 4"/>
                <a:gd name="T20" fmla="*/ 3 w 4"/>
                <a:gd name="T21" fmla="*/ 4 h 4"/>
                <a:gd name="T22" fmla="*/ 3 w 4"/>
                <a:gd name="T23" fmla="*/ 4 h 4"/>
                <a:gd name="T24" fmla="*/ 3 w 4"/>
                <a:gd name="T25" fmla="*/ 4 h 4"/>
                <a:gd name="T26" fmla="*/ 2 w 4"/>
                <a:gd name="T27" fmla="*/ 4 h 4"/>
                <a:gd name="T28" fmla="*/ 1 w 4"/>
                <a:gd name="T29" fmla="*/ 4 h 4"/>
                <a:gd name="T30" fmla="*/ 0 w 4"/>
                <a:gd name="T31" fmla="*/ 2 h 4"/>
                <a:gd name="T32" fmla="*/ 1 w 4"/>
                <a:gd name="T33" fmla="*/ 0 h 4"/>
                <a:gd name="T34" fmla="*/ 2 w 4"/>
                <a:gd name="T35" fmla="*/ 0 h 4"/>
                <a:gd name="T36" fmla="*/ 3 w 4"/>
                <a:gd name="T37" fmla="*/ 0 h 4"/>
                <a:gd name="T38" fmla="*/ 4 w 4"/>
                <a:gd name="T39" fmla="*/ 2 h 4"/>
                <a:gd name="T40" fmla="*/ 4 w 4"/>
                <a:gd name="T41" fmla="*/ 2 h 4"/>
                <a:gd name="T42" fmla="*/ 4 w 4"/>
                <a:gd name="T43" fmla="*/ 2 h 4"/>
                <a:gd name="T44" fmla="*/ 2 w 4"/>
                <a:gd name="T45" fmla="*/ 0 h 4"/>
                <a:gd name="T46" fmla="*/ 2 w 4"/>
                <a:gd name="T47" fmla="*/ 0 h 4"/>
                <a:gd name="T48" fmla="*/ 1 w 4"/>
                <a:gd name="T49" fmla="*/ 1 h 4"/>
                <a:gd name="T50" fmla="*/ 1 w 4"/>
                <a:gd name="T51" fmla="*/ 1 h 4"/>
                <a:gd name="T52" fmla="*/ 1 w 4"/>
                <a:gd name="T53" fmla="*/ 2 h 4"/>
                <a:gd name="T54" fmla="*/ 1 w 4"/>
                <a:gd name="T55" fmla="*/ 2 h 4"/>
                <a:gd name="T56" fmla="*/ 1 w 4"/>
                <a:gd name="T57" fmla="*/ 2 h 4"/>
                <a:gd name="T58" fmla="*/ 3 w 4"/>
                <a:gd name="T59" fmla="*/ 2 h 4"/>
                <a:gd name="T60" fmla="*/ 3 w 4"/>
                <a:gd name="T61" fmla="*/ 2 h 4"/>
                <a:gd name="T62" fmla="*/ 3 w 4"/>
                <a:gd name="T63" fmla="*/ 2 h 4"/>
                <a:gd name="T64" fmla="*/ 3 w 4"/>
                <a:gd name="T65" fmla="*/ 1 h 4"/>
                <a:gd name="T66" fmla="*/ 2 w 4"/>
                <a:gd name="T6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 h="4">
                  <a:moveTo>
                    <a:pt x="4" y="2"/>
                  </a:moveTo>
                  <a:cubicBezTo>
                    <a:pt x="1" y="2"/>
                    <a:pt x="1" y="2"/>
                    <a:pt x="1" y="2"/>
                  </a:cubicBezTo>
                  <a:cubicBezTo>
                    <a:pt x="1" y="3"/>
                    <a:pt x="1" y="3"/>
                    <a:pt x="1" y="3"/>
                  </a:cubicBezTo>
                  <a:cubicBezTo>
                    <a:pt x="2" y="4"/>
                    <a:pt x="2" y="4"/>
                    <a:pt x="2" y="4"/>
                  </a:cubicBezTo>
                  <a:cubicBezTo>
                    <a:pt x="3" y="4"/>
                    <a:pt x="3" y="4"/>
                    <a:pt x="3"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3" y="4"/>
                    <a:pt x="3" y="4"/>
                    <a:pt x="3" y="4"/>
                  </a:cubicBezTo>
                  <a:cubicBezTo>
                    <a:pt x="3" y="4"/>
                    <a:pt x="3" y="4"/>
                    <a:pt x="3" y="4"/>
                  </a:cubicBezTo>
                  <a:cubicBezTo>
                    <a:pt x="3" y="4"/>
                    <a:pt x="3" y="4"/>
                    <a:pt x="3" y="4"/>
                  </a:cubicBezTo>
                  <a:cubicBezTo>
                    <a:pt x="2" y="4"/>
                    <a:pt x="2" y="4"/>
                    <a:pt x="2" y="4"/>
                  </a:cubicBezTo>
                  <a:cubicBezTo>
                    <a:pt x="1" y="4"/>
                    <a:pt x="1" y="4"/>
                    <a:pt x="1" y="4"/>
                  </a:cubicBezTo>
                  <a:cubicBezTo>
                    <a:pt x="0" y="4"/>
                    <a:pt x="0" y="3"/>
                    <a:pt x="0" y="2"/>
                  </a:cubicBezTo>
                  <a:cubicBezTo>
                    <a:pt x="0" y="1"/>
                    <a:pt x="0" y="1"/>
                    <a:pt x="1" y="0"/>
                  </a:cubicBezTo>
                  <a:cubicBezTo>
                    <a:pt x="1" y="0"/>
                    <a:pt x="1" y="0"/>
                    <a:pt x="2" y="0"/>
                  </a:cubicBezTo>
                  <a:cubicBezTo>
                    <a:pt x="3" y="0"/>
                    <a:pt x="3" y="0"/>
                    <a:pt x="3" y="0"/>
                  </a:cubicBezTo>
                  <a:cubicBezTo>
                    <a:pt x="4" y="1"/>
                    <a:pt x="4" y="1"/>
                    <a:pt x="4" y="2"/>
                  </a:cubicBezTo>
                  <a:cubicBezTo>
                    <a:pt x="4" y="2"/>
                    <a:pt x="4" y="2"/>
                    <a:pt x="4" y="2"/>
                  </a:cubicBezTo>
                  <a:cubicBezTo>
                    <a:pt x="4" y="2"/>
                    <a:pt x="4" y="2"/>
                    <a:pt x="4" y="2"/>
                  </a:cubicBezTo>
                  <a:close/>
                  <a:moveTo>
                    <a:pt x="2" y="0"/>
                  </a:moveTo>
                  <a:cubicBezTo>
                    <a:pt x="2" y="0"/>
                    <a:pt x="2" y="0"/>
                    <a:pt x="2" y="0"/>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3" y="2"/>
                    <a:pt x="3" y="2"/>
                    <a:pt x="3" y="2"/>
                  </a:cubicBezTo>
                  <a:cubicBezTo>
                    <a:pt x="3" y="2"/>
                    <a:pt x="3" y="2"/>
                    <a:pt x="3" y="2"/>
                  </a:cubicBezTo>
                  <a:cubicBezTo>
                    <a:pt x="3" y="2"/>
                    <a:pt x="3" y="2"/>
                    <a:pt x="3" y="2"/>
                  </a:cubicBezTo>
                  <a:cubicBezTo>
                    <a:pt x="3" y="1"/>
                    <a:pt x="3" y="1"/>
                    <a:pt x="3" y="1"/>
                  </a:cubicBezTo>
                  <a:lnTo>
                    <a:pt x="2"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1" name="Freeform 89"/>
            <p:cNvSpPr>
              <a:spLocks/>
            </p:cNvSpPr>
            <p:nvPr/>
          </p:nvSpPr>
          <p:spPr bwMode="auto">
            <a:xfrm rot="16200000">
              <a:off x="2010337" y="3841127"/>
              <a:ext cx="10729" cy="32187"/>
            </a:xfrm>
            <a:custGeom>
              <a:avLst/>
              <a:gdLst>
                <a:gd name="T0" fmla="*/ 4 w 4"/>
                <a:gd name="T1" fmla="*/ 5 h 12"/>
                <a:gd name="T2" fmla="*/ 2 w 4"/>
                <a:gd name="T3" fmla="*/ 5 h 12"/>
                <a:gd name="T4" fmla="*/ 2 w 4"/>
                <a:gd name="T5" fmla="*/ 10 h 12"/>
                <a:gd name="T6" fmla="*/ 2 w 4"/>
                <a:gd name="T7" fmla="*/ 12 h 12"/>
                <a:gd name="T8" fmla="*/ 4 w 4"/>
                <a:gd name="T9" fmla="*/ 12 h 12"/>
                <a:gd name="T10" fmla="*/ 4 w 4"/>
                <a:gd name="T11" fmla="*/ 12 h 12"/>
                <a:gd name="T12" fmla="*/ 4 w 4"/>
                <a:gd name="T13" fmla="*/ 12 h 12"/>
                <a:gd name="T14" fmla="*/ 4 w 4"/>
                <a:gd name="T15" fmla="*/ 12 h 12"/>
                <a:gd name="T16" fmla="*/ 4 w 4"/>
                <a:gd name="T17" fmla="*/ 12 h 12"/>
                <a:gd name="T18" fmla="*/ 4 w 4"/>
                <a:gd name="T19" fmla="*/ 12 h 12"/>
                <a:gd name="T20" fmla="*/ 4 w 4"/>
                <a:gd name="T21" fmla="*/ 12 h 12"/>
                <a:gd name="T22" fmla="*/ 2 w 4"/>
                <a:gd name="T23" fmla="*/ 12 h 12"/>
                <a:gd name="T24" fmla="*/ 2 w 4"/>
                <a:gd name="T25" fmla="*/ 12 h 12"/>
                <a:gd name="T26" fmla="*/ 0 w 4"/>
                <a:gd name="T27" fmla="*/ 12 h 12"/>
                <a:gd name="T28" fmla="*/ 0 w 4"/>
                <a:gd name="T29" fmla="*/ 12 h 12"/>
                <a:gd name="T30" fmla="*/ 0 w 4"/>
                <a:gd name="T31" fmla="*/ 10 h 12"/>
                <a:gd name="T32" fmla="*/ 0 w 4"/>
                <a:gd name="T33" fmla="*/ 5 h 12"/>
                <a:gd name="T34" fmla="*/ 0 w 4"/>
                <a:gd name="T35" fmla="*/ 5 h 12"/>
                <a:gd name="T36" fmla="*/ 0 w 4"/>
                <a:gd name="T37" fmla="*/ 5 h 12"/>
                <a:gd name="T38" fmla="*/ 0 w 4"/>
                <a:gd name="T39" fmla="*/ 3 h 12"/>
                <a:gd name="T40" fmla="*/ 0 w 4"/>
                <a:gd name="T41" fmla="*/ 3 h 12"/>
                <a:gd name="T42" fmla="*/ 0 w 4"/>
                <a:gd name="T43" fmla="*/ 3 h 12"/>
                <a:gd name="T44" fmla="*/ 0 w 4"/>
                <a:gd name="T45" fmla="*/ 3 h 12"/>
                <a:gd name="T46" fmla="*/ 0 w 4"/>
                <a:gd name="T47" fmla="*/ 3 h 12"/>
                <a:gd name="T48" fmla="*/ 0 w 4"/>
                <a:gd name="T49" fmla="*/ 0 h 12"/>
                <a:gd name="T50" fmla="*/ 0 w 4"/>
                <a:gd name="T51" fmla="*/ 0 h 12"/>
                <a:gd name="T52" fmla="*/ 0 w 4"/>
                <a:gd name="T53" fmla="*/ 0 h 12"/>
                <a:gd name="T54" fmla="*/ 2 w 4"/>
                <a:gd name="T55" fmla="*/ 0 h 12"/>
                <a:gd name="T56" fmla="*/ 2 w 4"/>
                <a:gd name="T57" fmla="*/ 0 h 12"/>
                <a:gd name="T58" fmla="*/ 2 w 4"/>
                <a:gd name="T59" fmla="*/ 0 h 12"/>
                <a:gd name="T60" fmla="*/ 2 w 4"/>
                <a:gd name="T61" fmla="*/ 3 h 12"/>
                <a:gd name="T62" fmla="*/ 4 w 4"/>
                <a:gd name="T63" fmla="*/ 3 h 12"/>
                <a:gd name="T64" fmla="*/ 4 w 4"/>
                <a:gd name="T65" fmla="*/ 3 h 12"/>
                <a:gd name="T66" fmla="*/ 4 w 4"/>
                <a:gd name="T67" fmla="*/ 3 h 12"/>
                <a:gd name="T68" fmla="*/ 4 w 4"/>
                <a:gd name="T69" fmla="*/ 3 h 12"/>
                <a:gd name="T70" fmla="*/ 4 w 4"/>
                <a:gd name="T71" fmla="*/ 5 h 12"/>
                <a:gd name="T72" fmla="*/ 4 w 4"/>
                <a:gd name="T73"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12">
                  <a:moveTo>
                    <a:pt x="4" y="5"/>
                  </a:moveTo>
                  <a:lnTo>
                    <a:pt x="2" y="5"/>
                  </a:lnTo>
                  <a:lnTo>
                    <a:pt x="2" y="10"/>
                  </a:lnTo>
                  <a:lnTo>
                    <a:pt x="2" y="12"/>
                  </a:lnTo>
                  <a:lnTo>
                    <a:pt x="4" y="12"/>
                  </a:lnTo>
                  <a:lnTo>
                    <a:pt x="4" y="12"/>
                  </a:lnTo>
                  <a:lnTo>
                    <a:pt x="4" y="12"/>
                  </a:lnTo>
                  <a:lnTo>
                    <a:pt x="4" y="12"/>
                  </a:lnTo>
                  <a:lnTo>
                    <a:pt x="4" y="12"/>
                  </a:lnTo>
                  <a:lnTo>
                    <a:pt x="4" y="12"/>
                  </a:lnTo>
                  <a:lnTo>
                    <a:pt x="4" y="12"/>
                  </a:lnTo>
                  <a:lnTo>
                    <a:pt x="2" y="12"/>
                  </a:lnTo>
                  <a:lnTo>
                    <a:pt x="2" y="12"/>
                  </a:lnTo>
                  <a:lnTo>
                    <a:pt x="0" y="12"/>
                  </a:lnTo>
                  <a:lnTo>
                    <a:pt x="0" y="12"/>
                  </a:lnTo>
                  <a:lnTo>
                    <a:pt x="0" y="10"/>
                  </a:lnTo>
                  <a:lnTo>
                    <a:pt x="0" y="5"/>
                  </a:lnTo>
                  <a:lnTo>
                    <a:pt x="0" y="5"/>
                  </a:lnTo>
                  <a:lnTo>
                    <a:pt x="0" y="5"/>
                  </a:lnTo>
                  <a:lnTo>
                    <a:pt x="0" y="3"/>
                  </a:lnTo>
                  <a:lnTo>
                    <a:pt x="0" y="3"/>
                  </a:lnTo>
                  <a:lnTo>
                    <a:pt x="0" y="3"/>
                  </a:lnTo>
                  <a:lnTo>
                    <a:pt x="0" y="3"/>
                  </a:lnTo>
                  <a:lnTo>
                    <a:pt x="0" y="3"/>
                  </a:lnTo>
                  <a:lnTo>
                    <a:pt x="0" y="0"/>
                  </a:lnTo>
                  <a:lnTo>
                    <a:pt x="0" y="0"/>
                  </a:lnTo>
                  <a:lnTo>
                    <a:pt x="0" y="0"/>
                  </a:lnTo>
                  <a:lnTo>
                    <a:pt x="2" y="0"/>
                  </a:lnTo>
                  <a:lnTo>
                    <a:pt x="2" y="0"/>
                  </a:lnTo>
                  <a:lnTo>
                    <a:pt x="2" y="0"/>
                  </a:lnTo>
                  <a:lnTo>
                    <a:pt x="2" y="3"/>
                  </a:lnTo>
                  <a:lnTo>
                    <a:pt x="4" y="3"/>
                  </a:lnTo>
                  <a:lnTo>
                    <a:pt x="4" y="3"/>
                  </a:lnTo>
                  <a:lnTo>
                    <a:pt x="4" y="3"/>
                  </a:lnTo>
                  <a:lnTo>
                    <a:pt x="4" y="3"/>
                  </a:lnTo>
                  <a:lnTo>
                    <a:pt x="4" y="5"/>
                  </a:lnTo>
                  <a:lnTo>
                    <a:pt x="4" y="5"/>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2" name="Freeform 90"/>
            <p:cNvSpPr>
              <a:spLocks/>
            </p:cNvSpPr>
            <p:nvPr/>
          </p:nvSpPr>
          <p:spPr bwMode="auto">
            <a:xfrm rot="16200000">
              <a:off x="2199430" y="3837104"/>
              <a:ext cx="5364" cy="8047"/>
            </a:xfrm>
            <a:custGeom>
              <a:avLst/>
              <a:gdLst>
                <a:gd name="T0" fmla="*/ 2 w 2"/>
                <a:gd name="T1" fmla="*/ 0 h 3"/>
                <a:gd name="T2" fmla="*/ 2 w 2"/>
                <a:gd name="T3" fmla="*/ 3 h 3"/>
                <a:gd name="T4" fmla="*/ 0 w 2"/>
                <a:gd name="T5" fmla="*/ 3 h 3"/>
                <a:gd name="T6" fmla="*/ 0 w 2"/>
                <a:gd name="T7" fmla="*/ 3 h 3"/>
                <a:gd name="T8" fmla="*/ 0 w 2"/>
                <a:gd name="T9" fmla="*/ 3 h 3"/>
                <a:gd name="T10" fmla="*/ 0 w 2"/>
                <a:gd name="T11" fmla="*/ 3 h 3"/>
                <a:gd name="T12" fmla="*/ 0 w 2"/>
                <a:gd name="T13" fmla="*/ 3 h 3"/>
                <a:gd name="T14" fmla="*/ 0 w 2"/>
                <a:gd name="T15" fmla="*/ 3 h 3"/>
                <a:gd name="T16" fmla="*/ 0 w 2"/>
                <a:gd name="T17" fmla="*/ 0 h 3"/>
                <a:gd name="T18" fmla="*/ 0 w 2"/>
                <a:gd name="T19" fmla="*/ 0 h 3"/>
                <a:gd name="T20" fmla="*/ 0 w 2"/>
                <a:gd name="T21" fmla="*/ 0 h 3"/>
                <a:gd name="T22" fmla="*/ 0 w 2"/>
                <a:gd name="T23" fmla="*/ 0 h 3"/>
                <a:gd name="T24" fmla="*/ 2 w 2"/>
                <a:gd name="T25" fmla="*/ 0 h 3"/>
                <a:gd name="T26" fmla="*/ 2 w 2"/>
                <a:gd name="T27" fmla="*/ 0 h 3"/>
                <a:gd name="T28" fmla="*/ 2 w 2"/>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3">
                  <a:moveTo>
                    <a:pt x="2" y="0"/>
                  </a:moveTo>
                  <a:lnTo>
                    <a:pt x="2" y="3"/>
                  </a:lnTo>
                  <a:lnTo>
                    <a:pt x="0" y="3"/>
                  </a:lnTo>
                  <a:lnTo>
                    <a:pt x="0" y="3"/>
                  </a:lnTo>
                  <a:lnTo>
                    <a:pt x="0" y="3"/>
                  </a:lnTo>
                  <a:lnTo>
                    <a:pt x="0" y="3"/>
                  </a:lnTo>
                  <a:lnTo>
                    <a:pt x="0" y="3"/>
                  </a:lnTo>
                  <a:lnTo>
                    <a:pt x="0" y="3"/>
                  </a:lnTo>
                  <a:lnTo>
                    <a:pt x="0" y="0"/>
                  </a:lnTo>
                  <a:lnTo>
                    <a:pt x="0" y="0"/>
                  </a:lnTo>
                  <a:lnTo>
                    <a:pt x="0" y="0"/>
                  </a:lnTo>
                  <a:lnTo>
                    <a:pt x="0" y="0"/>
                  </a:lnTo>
                  <a:lnTo>
                    <a:pt x="2" y="0"/>
                  </a:lnTo>
                  <a:lnTo>
                    <a:pt x="2" y="0"/>
                  </a:lnTo>
                  <a:lnTo>
                    <a:pt x="2"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3" name="Freeform 91"/>
            <p:cNvSpPr>
              <a:spLocks/>
            </p:cNvSpPr>
            <p:nvPr/>
          </p:nvSpPr>
          <p:spPr bwMode="auto">
            <a:xfrm rot="16200000">
              <a:off x="2007655" y="3787482"/>
              <a:ext cx="24142" cy="24142"/>
            </a:xfrm>
            <a:custGeom>
              <a:avLst/>
              <a:gdLst>
                <a:gd name="T0" fmla="*/ 2 w 4"/>
                <a:gd name="T1" fmla="*/ 4 h 4"/>
                <a:gd name="T2" fmla="*/ 1 w 4"/>
                <a:gd name="T3" fmla="*/ 4 h 4"/>
                <a:gd name="T4" fmla="*/ 1 w 4"/>
                <a:gd name="T5" fmla="*/ 4 h 4"/>
                <a:gd name="T6" fmla="*/ 0 w 4"/>
                <a:gd name="T7" fmla="*/ 3 h 4"/>
                <a:gd name="T8" fmla="*/ 0 w 4"/>
                <a:gd name="T9" fmla="*/ 2 h 4"/>
                <a:gd name="T10" fmla="*/ 0 w 4"/>
                <a:gd name="T11" fmla="*/ 1 h 4"/>
                <a:gd name="T12" fmla="*/ 1 w 4"/>
                <a:gd name="T13" fmla="*/ 0 h 4"/>
                <a:gd name="T14" fmla="*/ 1 w 4"/>
                <a:gd name="T15" fmla="*/ 0 h 4"/>
                <a:gd name="T16" fmla="*/ 2 w 4"/>
                <a:gd name="T17" fmla="*/ 0 h 4"/>
                <a:gd name="T18" fmla="*/ 3 w 4"/>
                <a:gd name="T19" fmla="*/ 0 h 4"/>
                <a:gd name="T20" fmla="*/ 4 w 4"/>
                <a:gd name="T21" fmla="*/ 0 h 4"/>
                <a:gd name="T22" fmla="*/ 4 w 4"/>
                <a:gd name="T23" fmla="*/ 1 h 4"/>
                <a:gd name="T24" fmla="*/ 3 w 4"/>
                <a:gd name="T25" fmla="*/ 1 h 4"/>
                <a:gd name="T26" fmla="*/ 3 w 4"/>
                <a:gd name="T27" fmla="*/ 1 h 4"/>
                <a:gd name="T28" fmla="*/ 3 w 4"/>
                <a:gd name="T29" fmla="*/ 1 h 4"/>
                <a:gd name="T30" fmla="*/ 3 w 4"/>
                <a:gd name="T31" fmla="*/ 1 h 4"/>
                <a:gd name="T32" fmla="*/ 2 w 4"/>
                <a:gd name="T33" fmla="*/ 0 h 4"/>
                <a:gd name="T34" fmla="*/ 1 w 4"/>
                <a:gd name="T35" fmla="*/ 1 h 4"/>
                <a:gd name="T36" fmla="*/ 1 w 4"/>
                <a:gd name="T37" fmla="*/ 2 h 4"/>
                <a:gd name="T38" fmla="*/ 1 w 4"/>
                <a:gd name="T39" fmla="*/ 3 h 4"/>
                <a:gd name="T40" fmla="*/ 1 w 4"/>
                <a:gd name="T41" fmla="*/ 4 h 4"/>
                <a:gd name="T42" fmla="*/ 2 w 4"/>
                <a:gd name="T43" fmla="*/ 4 h 4"/>
                <a:gd name="T44" fmla="*/ 3 w 4"/>
                <a:gd name="T45" fmla="*/ 4 h 4"/>
                <a:gd name="T46" fmla="*/ 3 w 4"/>
                <a:gd name="T47" fmla="*/ 3 h 4"/>
                <a:gd name="T48" fmla="*/ 3 w 4"/>
                <a:gd name="T49" fmla="*/ 3 h 4"/>
                <a:gd name="T50" fmla="*/ 3 w 4"/>
                <a:gd name="T51" fmla="*/ 3 h 4"/>
                <a:gd name="T52" fmla="*/ 4 w 4"/>
                <a:gd name="T53" fmla="*/ 3 h 4"/>
                <a:gd name="T54" fmla="*/ 4 w 4"/>
                <a:gd name="T55" fmla="*/ 4 h 4"/>
                <a:gd name="T56" fmla="*/ 3 w 4"/>
                <a:gd name="T57" fmla="*/ 4 h 4"/>
                <a:gd name="T58" fmla="*/ 2 w 4"/>
                <a:gd name="T59"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 h="4">
                  <a:moveTo>
                    <a:pt x="2" y="4"/>
                  </a:moveTo>
                  <a:cubicBezTo>
                    <a:pt x="1" y="4"/>
                    <a:pt x="1" y="4"/>
                    <a:pt x="1" y="4"/>
                  </a:cubicBezTo>
                  <a:cubicBezTo>
                    <a:pt x="1" y="4"/>
                    <a:pt x="1" y="4"/>
                    <a:pt x="1" y="4"/>
                  </a:cubicBezTo>
                  <a:cubicBezTo>
                    <a:pt x="0" y="3"/>
                    <a:pt x="0" y="3"/>
                    <a:pt x="0" y="3"/>
                  </a:cubicBezTo>
                  <a:cubicBezTo>
                    <a:pt x="0" y="3"/>
                    <a:pt x="0" y="3"/>
                    <a:pt x="0" y="2"/>
                  </a:cubicBezTo>
                  <a:cubicBezTo>
                    <a:pt x="0" y="2"/>
                    <a:pt x="0" y="1"/>
                    <a:pt x="0" y="1"/>
                  </a:cubicBezTo>
                  <a:cubicBezTo>
                    <a:pt x="1" y="0"/>
                    <a:pt x="1" y="0"/>
                    <a:pt x="1" y="0"/>
                  </a:cubicBezTo>
                  <a:cubicBezTo>
                    <a:pt x="1" y="0"/>
                    <a:pt x="1" y="0"/>
                    <a:pt x="1" y="0"/>
                  </a:cubicBezTo>
                  <a:cubicBezTo>
                    <a:pt x="2" y="0"/>
                    <a:pt x="2" y="0"/>
                    <a:pt x="2" y="0"/>
                  </a:cubicBezTo>
                  <a:cubicBezTo>
                    <a:pt x="3" y="0"/>
                    <a:pt x="3" y="0"/>
                    <a:pt x="3" y="0"/>
                  </a:cubicBezTo>
                  <a:cubicBezTo>
                    <a:pt x="4" y="0"/>
                    <a:pt x="4" y="0"/>
                    <a:pt x="4" y="0"/>
                  </a:cubicBezTo>
                  <a:cubicBezTo>
                    <a:pt x="4" y="1"/>
                    <a:pt x="4" y="1"/>
                    <a:pt x="4" y="1"/>
                  </a:cubicBezTo>
                  <a:cubicBezTo>
                    <a:pt x="3" y="1"/>
                    <a:pt x="3" y="1"/>
                    <a:pt x="3" y="1"/>
                  </a:cubicBezTo>
                  <a:cubicBezTo>
                    <a:pt x="3" y="1"/>
                    <a:pt x="3" y="1"/>
                    <a:pt x="3" y="1"/>
                  </a:cubicBezTo>
                  <a:cubicBezTo>
                    <a:pt x="3" y="1"/>
                    <a:pt x="3" y="1"/>
                    <a:pt x="3" y="1"/>
                  </a:cubicBezTo>
                  <a:cubicBezTo>
                    <a:pt x="3" y="1"/>
                    <a:pt x="3" y="1"/>
                    <a:pt x="3" y="1"/>
                  </a:cubicBezTo>
                  <a:cubicBezTo>
                    <a:pt x="2" y="0"/>
                    <a:pt x="2" y="0"/>
                    <a:pt x="2" y="0"/>
                  </a:cubicBezTo>
                  <a:cubicBezTo>
                    <a:pt x="1" y="1"/>
                    <a:pt x="1" y="1"/>
                    <a:pt x="1" y="1"/>
                  </a:cubicBezTo>
                  <a:cubicBezTo>
                    <a:pt x="1" y="1"/>
                    <a:pt x="1" y="1"/>
                    <a:pt x="1" y="2"/>
                  </a:cubicBezTo>
                  <a:cubicBezTo>
                    <a:pt x="1" y="3"/>
                    <a:pt x="1" y="3"/>
                    <a:pt x="1" y="3"/>
                  </a:cubicBezTo>
                  <a:cubicBezTo>
                    <a:pt x="1" y="3"/>
                    <a:pt x="1" y="3"/>
                    <a:pt x="1" y="4"/>
                  </a:cubicBezTo>
                  <a:cubicBezTo>
                    <a:pt x="2" y="4"/>
                    <a:pt x="2" y="4"/>
                    <a:pt x="2" y="4"/>
                  </a:cubicBezTo>
                  <a:cubicBezTo>
                    <a:pt x="3" y="4"/>
                    <a:pt x="3" y="4"/>
                    <a:pt x="3" y="4"/>
                  </a:cubicBezTo>
                  <a:cubicBezTo>
                    <a:pt x="3" y="3"/>
                    <a:pt x="3" y="3"/>
                    <a:pt x="3" y="3"/>
                  </a:cubicBezTo>
                  <a:cubicBezTo>
                    <a:pt x="3" y="3"/>
                    <a:pt x="3" y="3"/>
                    <a:pt x="3" y="3"/>
                  </a:cubicBezTo>
                  <a:cubicBezTo>
                    <a:pt x="3" y="3"/>
                    <a:pt x="3" y="3"/>
                    <a:pt x="3" y="3"/>
                  </a:cubicBezTo>
                  <a:cubicBezTo>
                    <a:pt x="4" y="3"/>
                    <a:pt x="4" y="3"/>
                    <a:pt x="4" y="3"/>
                  </a:cubicBezTo>
                  <a:cubicBezTo>
                    <a:pt x="4" y="4"/>
                    <a:pt x="4" y="4"/>
                    <a:pt x="4" y="4"/>
                  </a:cubicBezTo>
                  <a:cubicBezTo>
                    <a:pt x="3" y="4"/>
                    <a:pt x="3" y="4"/>
                    <a:pt x="3" y="4"/>
                  </a:cubicBezTo>
                  <a:cubicBezTo>
                    <a:pt x="3" y="4"/>
                    <a:pt x="3" y="4"/>
                    <a:pt x="2" y="4"/>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4" name="Freeform 92"/>
            <p:cNvSpPr>
              <a:spLocks noEditPoints="1"/>
            </p:cNvSpPr>
            <p:nvPr/>
          </p:nvSpPr>
          <p:spPr bwMode="auto">
            <a:xfrm rot="16200000">
              <a:off x="2006317" y="3762002"/>
              <a:ext cx="26823" cy="24142"/>
            </a:xfrm>
            <a:custGeom>
              <a:avLst/>
              <a:gdLst>
                <a:gd name="T0" fmla="*/ 2 w 4"/>
                <a:gd name="T1" fmla="*/ 4 h 4"/>
                <a:gd name="T2" fmla="*/ 1 w 4"/>
                <a:gd name="T3" fmla="*/ 4 h 4"/>
                <a:gd name="T4" fmla="*/ 1 w 4"/>
                <a:gd name="T5" fmla="*/ 4 h 4"/>
                <a:gd name="T6" fmla="*/ 0 w 4"/>
                <a:gd name="T7" fmla="*/ 3 h 4"/>
                <a:gd name="T8" fmla="*/ 0 w 4"/>
                <a:gd name="T9" fmla="*/ 2 h 4"/>
                <a:gd name="T10" fmla="*/ 0 w 4"/>
                <a:gd name="T11" fmla="*/ 1 h 4"/>
                <a:gd name="T12" fmla="*/ 1 w 4"/>
                <a:gd name="T13" fmla="*/ 0 h 4"/>
                <a:gd name="T14" fmla="*/ 1 w 4"/>
                <a:gd name="T15" fmla="*/ 0 h 4"/>
                <a:gd name="T16" fmla="*/ 2 w 4"/>
                <a:gd name="T17" fmla="*/ 0 h 4"/>
                <a:gd name="T18" fmla="*/ 4 w 4"/>
                <a:gd name="T19" fmla="*/ 0 h 4"/>
                <a:gd name="T20" fmla="*/ 4 w 4"/>
                <a:gd name="T21" fmla="*/ 2 h 4"/>
                <a:gd name="T22" fmla="*/ 3 w 4"/>
                <a:gd name="T23" fmla="*/ 4 h 4"/>
                <a:gd name="T24" fmla="*/ 2 w 4"/>
                <a:gd name="T25" fmla="*/ 4 h 4"/>
                <a:gd name="T26" fmla="*/ 3 w 4"/>
                <a:gd name="T27" fmla="*/ 2 h 4"/>
                <a:gd name="T28" fmla="*/ 3 w 4"/>
                <a:gd name="T29" fmla="*/ 1 h 4"/>
                <a:gd name="T30" fmla="*/ 2 w 4"/>
                <a:gd name="T31" fmla="*/ 0 h 4"/>
                <a:gd name="T32" fmla="*/ 1 w 4"/>
                <a:gd name="T33" fmla="*/ 1 h 4"/>
                <a:gd name="T34" fmla="*/ 1 w 4"/>
                <a:gd name="T35" fmla="*/ 2 h 4"/>
                <a:gd name="T36" fmla="*/ 1 w 4"/>
                <a:gd name="T37" fmla="*/ 3 h 4"/>
                <a:gd name="T38" fmla="*/ 1 w 4"/>
                <a:gd name="T39" fmla="*/ 3 h 4"/>
                <a:gd name="T40" fmla="*/ 2 w 4"/>
                <a:gd name="T41" fmla="*/ 4 h 4"/>
                <a:gd name="T42" fmla="*/ 3 w 4"/>
                <a:gd name="T43" fmla="*/ 3 h 4"/>
                <a:gd name="T44" fmla="*/ 3 w 4"/>
                <a:gd name="T45"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 h="4">
                  <a:moveTo>
                    <a:pt x="2" y="4"/>
                  </a:moveTo>
                  <a:cubicBezTo>
                    <a:pt x="1" y="4"/>
                    <a:pt x="1" y="4"/>
                    <a:pt x="1" y="4"/>
                  </a:cubicBezTo>
                  <a:cubicBezTo>
                    <a:pt x="1" y="4"/>
                    <a:pt x="1" y="4"/>
                    <a:pt x="1" y="4"/>
                  </a:cubicBezTo>
                  <a:cubicBezTo>
                    <a:pt x="0" y="3"/>
                    <a:pt x="0" y="3"/>
                    <a:pt x="0" y="3"/>
                  </a:cubicBezTo>
                  <a:cubicBezTo>
                    <a:pt x="0" y="3"/>
                    <a:pt x="0" y="3"/>
                    <a:pt x="0" y="2"/>
                  </a:cubicBezTo>
                  <a:cubicBezTo>
                    <a:pt x="0" y="2"/>
                    <a:pt x="0" y="1"/>
                    <a:pt x="0" y="1"/>
                  </a:cubicBezTo>
                  <a:cubicBezTo>
                    <a:pt x="1" y="0"/>
                    <a:pt x="1" y="0"/>
                    <a:pt x="1" y="0"/>
                  </a:cubicBezTo>
                  <a:cubicBezTo>
                    <a:pt x="1" y="0"/>
                    <a:pt x="1" y="0"/>
                    <a:pt x="1" y="0"/>
                  </a:cubicBezTo>
                  <a:cubicBezTo>
                    <a:pt x="2" y="0"/>
                    <a:pt x="2" y="0"/>
                    <a:pt x="2" y="0"/>
                  </a:cubicBezTo>
                  <a:cubicBezTo>
                    <a:pt x="3" y="0"/>
                    <a:pt x="3" y="0"/>
                    <a:pt x="4" y="0"/>
                  </a:cubicBezTo>
                  <a:cubicBezTo>
                    <a:pt x="4" y="1"/>
                    <a:pt x="4" y="1"/>
                    <a:pt x="4" y="2"/>
                  </a:cubicBezTo>
                  <a:cubicBezTo>
                    <a:pt x="4" y="3"/>
                    <a:pt x="4" y="3"/>
                    <a:pt x="3" y="4"/>
                  </a:cubicBezTo>
                  <a:cubicBezTo>
                    <a:pt x="3" y="4"/>
                    <a:pt x="3" y="4"/>
                    <a:pt x="2" y="4"/>
                  </a:cubicBezTo>
                  <a:close/>
                  <a:moveTo>
                    <a:pt x="3" y="2"/>
                  </a:moveTo>
                  <a:cubicBezTo>
                    <a:pt x="3" y="1"/>
                    <a:pt x="3" y="1"/>
                    <a:pt x="3" y="1"/>
                  </a:cubicBezTo>
                  <a:cubicBezTo>
                    <a:pt x="3" y="1"/>
                    <a:pt x="2" y="0"/>
                    <a:pt x="2" y="0"/>
                  </a:cubicBezTo>
                  <a:cubicBezTo>
                    <a:pt x="1" y="1"/>
                    <a:pt x="1" y="1"/>
                    <a:pt x="1" y="1"/>
                  </a:cubicBezTo>
                  <a:cubicBezTo>
                    <a:pt x="1" y="1"/>
                    <a:pt x="1" y="1"/>
                    <a:pt x="1" y="2"/>
                  </a:cubicBezTo>
                  <a:cubicBezTo>
                    <a:pt x="1" y="3"/>
                    <a:pt x="1" y="3"/>
                    <a:pt x="1" y="3"/>
                  </a:cubicBezTo>
                  <a:cubicBezTo>
                    <a:pt x="1" y="3"/>
                    <a:pt x="1" y="3"/>
                    <a:pt x="1" y="3"/>
                  </a:cubicBezTo>
                  <a:cubicBezTo>
                    <a:pt x="2" y="4"/>
                    <a:pt x="2" y="4"/>
                    <a:pt x="2" y="4"/>
                  </a:cubicBezTo>
                  <a:cubicBezTo>
                    <a:pt x="3" y="3"/>
                    <a:pt x="3" y="3"/>
                    <a:pt x="3" y="3"/>
                  </a:cubicBezTo>
                  <a:cubicBezTo>
                    <a:pt x="3" y="3"/>
                    <a:pt x="3" y="3"/>
                    <a:pt x="3" y="2"/>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5" name="Freeform 93"/>
            <p:cNvSpPr>
              <a:spLocks/>
            </p:cNvSpPr>
            <p:nvPr/>
          </p:nvSpPr>
          <p:spPr bwMode="auto">
            <a:xfrm rot="16200000">
              <a:off x="2010340" y="3733839"/>
              <a:ext cx="18777" cy="24142"/>
            </a:xfrm>
            <a:custGeom>
              <a:avLst/>
              <a:gdLst>
                <a:gd name="T0" fmla="*/ 3 w 3"/>
                <a:gd name="T1" fmla="*/ 4 h 4"/>
                <a:gd name="T2" fmla="*/ 3 w 3"/>
                <a:gd name="T3" fmla="*/ 4 h 4"/>
                <a:gd name="T4" fmla="*/ 3 w 3"/>
                <a:gd name="T5" fmla="*/ 4 h 4"/>
                <a:gd name="T6" fmla="*/ 3 w 3"/>
                <a:gd name="T7" fmla="*/ 1 h 4"/>
                <a:gd name="T8" fmla="*/ 2 w 3"/>
                <a:gd name="T9" fmla="*/ 1 h 4"/>
                <a:gd name="T10" fmla="*/ 2 w 3"/>
                <a:gd name="T11" fmla="*/ 1 h 4"/>
                <a:gd name="T12" fmla="*/ 1 w 3"/>
                <a:gd name="T13" fmla="*/ 1 h 4"/>
                <a:gd name="T14" fmla="*/ 1 w 3"/>
                <a:gd name="T15" fmla="*/ 1 h 4"/>
                <a:gd name="T16" fmla="*/ 1 w 3"/>
                <a:gd name="T17" fmla="*/ 1 h 4"/>
                <a:gd name="T18" fmla="*/ 1 w 3"/>
                <a:gd name="T19" fmla="*/ 2 h 4"/>
                <a:gd name="T20" fmla="*/ 1 w 3"/>
                <a:gd name="T21" fmla="*/ 4 h 4"/>
                <a:gd name="T22" fmla="*/ 1 w 3"/>
                <a:gd name="T23" fmla="*/ 4 h 4"/>
                <a:gd name="T24" fmla="*/ 1 w 3"/>
                <a:gd name="T25" fmla="*/ 4 h 4"/>
                <a:gd name="T26" fmla="*/ 0 w 3"/>
                <a:gd name="T27" fmla="*/ 4 h 4"/>
                <a:gd name="T28" fmla="*/ 0 w 3"/>
                <a:gd name="T29" fmla="*/ 4 h 4"/>
                <a:gd name="T30" fmla="*/ 0 w 3"/>
                <a:gd name="T31" fmla="*/ 4 h 4"/>
                <a:gd name="T32" fmla="*/ 0 w 3"/>
                <a:gd name="T33" fmla="*/ 0 h 4"/>
                <a:gd name="T34" fmla="*/ 0 w 3"/>
                <a:gd name="T35" fmla="*/ 0 h 4"/>
                <a:gd name="T36" fmla="*/ 0 w 3"/>
                <a:gd name="T37" fmla="*/ 0 h 4"/>
                <a:gd name="T38" fmla="*/ 1 w 3"/>
                <a:gd name="T39" fmla="*/ 0 h 4"/>
                <a:gd name="T40" fmla="*/ 1 w 3"/>
                <a:gd name="T41" fmla="*/ 0 h 4"/>
                <a:gd name="T42" fmla="*/ 1 w 3"/>
                <a:gd name="T43" fmla="*/ 0 h 4"/>
                <a:gd name="T44" fmla="*/ 1 w 3"/>
                <a:gd name="T45" fmla="*/ 0 h 4"/>
                <a:gd name="T46" fmla="*/ 2 w 3"/>
                <a:gd name="T47" fmla="*/ 0 h 4"/>
                <a:gd name="T48" fmla="*/ 3 w 3"/>
                <a:gd name="T49" fmla="*/ 0 h 4"/>
                <a:gd name="T50" fmla="*/ 3 w 3"/>
                <a:gd name="T51" fmla="*/ 1 h 4"/>
                <a:gd name="T52" fmla="*/ 3 w 3"/>
                <a:gd name="T53" fmla="*/ 4 h 4"/>
                <a:gd name="T54" fmla="*/ 3 w 3"/>
                <a:gd name="T55"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 h="4">
                  <a:moveTo>
                    <a:pt x="3" y="4"/>
                  </a:moveTo>
                  <a:cubicBezTo>
                    <a:pt x="3" y="4"/>
                    <a:pt x="3" y="4"/>
                    <a:pt x="3" y="4"/>
                  </a:cubicBezTo>
                  <a:cubicBezTo>
                    <a:pt x="3" y="4"/>
                    <a:pt x="3" y="4"/>
                    <a:pt x="3" y="4"/>
                  </a:cubicBezTo>
                  <a:cubicBezTo>
                    <a:pt x="3" y="1"/>
                    <a:pt x="3" y="1"/>
                    <a:pt x="3"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2"/>
                    <a:pt x="1" y="2"/>
                    <a:pt x="1" y="2"/>
                  </a:cubicBezTo>
                  <a:cubicBezTo>
                    <a:pt x="1" y="4"/>
                    <a:pt x="1" y="4"/>
                    <a:pt x="1" y="4"/>
                  </a:cubicBezTo>
                  <a:cubicBezTo>
                    <a:pt x="1" y="4"/>
                    <a:pt x="1" y="4"/>
                    <a:pt x="1" y="4"/>
                  </a:cubicBezTo>
                  <a:cubicBezTo>
                    <a:pt x="1" y="4"/>
                    <a:pt x="1" y="4"/>
                    <a:pt x="1" y="4"/>
                  </a:cubicBezTo>
                  <a:cubicBezTo>
                    <a:pt x="0" y="4"/>
                    <a:pt x="0" y="4"/>
                    <a:pt x="0" y="4"/>
                  </a:cubicBezTo>
                  <a:cubicBezTo>
                    <a:pt x="0" y="4"/>
                    <a:pt x="0" y="4"/>
                    <a:pt x="0" y="4"/>
                  </a:cubicBezTo>
                  <a:cubicBezTo>
                    <a:pt x="0" y="4"/>
                    <a:pt x="0" y="4"/>
                    <a:pt x="0" y="4"/>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2" y="0"/>
                    <a:pt x="2" y="0"/>
                    <a:pt x="2" y="0"/>
                  </a:cubicBezTo>
                  <a:cubicBezTo>
                    <a:pt x="3" y="0"/>
                    <a:pt x="3" y="0"/>
                    <a:pt x="3" y="0"/>
                  </a:cubicBezTo>
                  <a:cubicBezTo>
                    <a:pt x="3" y="0"/>
                    <a:pt x="3" y="1"/>
                    <a:pt x="3" y="1"/>
                  </a:cubicBezTo>
                  <a:cubicBezTo>
                    <a:pt x="3" y="4"/>
                    <a:pt x="3" y="4"/>
                    <a:pt x="3" y="4"/>
                  </a:cubicBezTo>
                  <a:cubicBezTo>
                    <a:pt x="3" y="4"/>
                    <a:pt x="3" y="4"/>
                    <a:pt x="3" y="4"/>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6" name="Freeform 94"/>
            <p:cNvSpPr>
              <a:spLocks/>
            </p:cNvSpPr>
            <p:nvPr/>
          </p:nvSpPr>
          <p:spPr bwMode="auto">
            <a:xfrm rot="16200000">
              <a:off x="2010340" y="3707017"/>
              <a:ext cx="18777" cy="24142"/>
            </a:xfrm>
            <a:custGeom>
              <a:avLst/>
              <a:gdLst>
                <a:gd name="T0" fmla="*/ 2 w 3"/>
                <a:gd name="T1" fmla="*/ 4 h 4"/>
                <a:gd name="T2" fmla="*/ 1 w 3"/>
                <a:gd name="T3" fmla="*/ 4 h 4"/>
                <a:gd name="T4" fmla="*/ 0 w 3"/>
                <a:gd name="T5" fmla="*/ 4 h 4"/>
                <a:gd name="T6" fmla="*/ 0 w 3"/>
                <a:gd name="T7" fmla="*/ 4 h 4"/>
                <a:gd name="T8" fmla="*/ 0 w 3"/>
                <a:gd name="T9" fmla="*/ 4 h 4"/>
                <a:gd name="T10" fmla="*/ 0 w 3"/>
                <a:gd name="T11" fmla="*/ 4 h 4"/>
                <a:gd name="T12" fmla="*/ 0 w 3"/>
                <a:gd name="T13" fmla="*/ 4 h 4"/>
                <a:gd name="T14" fmla="*/ 1 w 3"/>
                <a:gd name="T15" fmla="*/ 4 h 4"/>
                <a:gd name="T16" fmla="*/ 1 w 3"/>
                <a:gd name="T17" fmla="*/ 4 h 4"/>
                <a:gd name="T18" fmla="*/ 2 w 3"/>
                <a:gd name="T19" fmla="*/ 4 h 4"/>
                <a:gd name="T20" fmla="*/ 2 w 3"/>
                <a:gd name="T21" fmla="*/ 3 h 4"/>
                <a:gd name="T22" fmla="*/ 2 w 3"/>
                <a:gd name="T23" fmla="*/ 3 h 4"/>
                <a:gd name="T24" fmla="*/ 1 w 3"/>
                <a:gd name="T25" fmla="*/ 2 h 4"/>
                <a:gd name="T26" fmla="*/ 1 w 3"/>
                <a:gd name="T27" fmla="*/ 2 h 4"/>
                <a:gd name="T28" fmla="*/ 1 w 3"/>
                <a:gd name="T29" fmla="*/ 2 h 4"/>
                <a:gd name="T30" fmla="*/ 0 w 3"/>
                <a:gd name="T31" fmla="*/ 1 h 4"/>
                <a:gd name="T32" fmla="*/ 0 w 3"/>
                <a:gd name="T33" fmla="*/ 1 h 4"/>
                <a:gd name="T34" fmla="*/ 0 w 3"/>
                <a:gd name="T35" fmla="*/ 0 h 4"/>
                <a:gd name="T36" fmla="*/ 1 w 3"/>
                <a:gd name="T37" fmla="*/ 0 h 4"/>
                <a:gd name="T38" fmla="*/ 1 w 3"/>
                <a:gd name="T39" fmla="*/ 0 h 4"/>
                <a:gd name="T40" fmla="*/ 2 w 3"/>
                <a:gd name="T41" fmla="*/ 0 h 4"/>
                <a:gd name="T42" fmla="*/ 3 w 3"/>
                <a:gd name="T43" fmla="*/ 0 h 4"/>
                <a:gd name="T44" fmla="*/ 3 w 3"/>
                <a:gd name="T45" fmla="*/ 0 h 4"/>
                <a:gd name="T46" fmla="*/ 3 w 3"/>
                <a:gd name="T47" fmla="*/ 0 h 4"/>
                <a:gd name="T48" fmla="*/ 3 w 3"/>
                <a:gd name="T49" fmla="*/ 0 h 4"/>
                <a:gd name="T50" fmla="*/ 3 w 3"/>
                <a:gd name="T51" fmla="*/ 0 h 4"/>
                <a:gd name="T52" fmla="*/ 3 w 3"/>
                <a:gd name="T53" fmla="*/ 1 h 4"/>
                <a:gd name="T54" fmla="*/ 2 w 3"/>
                <a:gd name="T55" fmla="*/ 0 h 4"/>
                <a:gd name="T56" fmla="*/ 2 w 3"/>
                <a:gd name="T57" fmla="*/ 0 h 4"/>
                <a:gd name="T58" fmla="*/ 1 w 3"/>
                <a:gd name="T59" fmla="*/ 1 h 4"/>
                <a:gd name="T60" fmla="*/ 1 w 3"/>
                <a:gd name="T61" fmla="*/ 1 h 4"/>
                <a:gd name="T62" fmla="*/ 2 w 3"/>
                <a:gd name="T63" fmla="*/ 2 h 4"/>
                <a:gd name="T64" fmla="*/ 3 w 3"/>
                <a:gd name="T65" fmla="*/ 2 h 4"/>
                <a:gd name="T66" fmla="*/ 3 w 3"/>
                <a:gd name="T67" fmla="*/ 2 h 4"/>
                <a:gd name="T68" fmla="*/ 3 w 3"/>
                <a:gd name="T69" fmla="*/ 3 h 4"/>
                <a:gd name="T70" fmla="*/ 3 w 3"/>
                <a:gd name="T71" fmla="*/ 3 h 4"/>
                <a:gd name="T72" fmla="*/ 3 w 3"/>
                <a:gd name="T73" fmla="*/ 4 h 4"/>
                <a:gd name="T74" fmla="*/ 3 w 3"/>
                <a:gd name="T75" fmla="*/ 4 h 4"/>
                <a:gd name="T76" fmla="*/ 2 w 3"/>
                <a:gd name="T7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 h="4">
                  <a:moveTo>
                    <a:pt x="2" y="4"/>
                  </a:moveTo>
                  <a:cubicBezTo>
                    <a:pt x="1" y="4"/>
                    <a:pt x="1" y="4"/>
                    <a:pt x="1"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1" y="4"/>
                    <a:pt x="1" y="4"/>
                    <a:pt x="1" y="4"/>
                  </a:cubicBezTo>
                  <a:cubicBezTo>
                    <a:pt x="1" y="4"/>
                    <a:pt x="1" y="4"/>
                    <a:pt x="1" y="4"/>
                  </a:cubicBezTo>
                  <a:cubicBezTo>
                    <a:pt x="2" y="4"/>
                    <a:pt x="2" y="4"/>
                    <a:pt x="2" y="4"/>
                  </a:cubicBezTo>
                  <a:cubicBezTo>
                    <a:pt x="2" y="3"/>
                    <a:pt x="2" y="3"/>
                    <a:pt x="2" y="3"/>
                  </a:cubicBezTo>
                  <a:cubicBezTo>
                    <a:pt x="2" y="3"/>
                    <a:pt x="2" y="3"/>
                    <a:pt x="2" y="3"/>
                  </a:cubicBezTo>
                  <a:cubicBezTo>
                    <a:pt x="1" y="2"/>
                    <a:pt x="1" y="2"/>
                    <a:pt x="1" y="2"/>
                  </a:cubicBezTo>
                  <a:cubicBezTo>
                    <a:pt x="1" y="2"/>
                    <a:pt x="1" y="2"/>
                    <a:pt x="1" y="2"/>
                  </a:cubicBezTo>
                  <a:cubicBezTo>
                    <a:pt x="1" y="2"/>
                    <a:pt x="1" y="2"/>
                    <a:pt x="1" y="2"/>
                  </a:cubicBezTo>
                  <a:cubicBezTo>
                    <a:pt x="0" y="1"/>
                    <a:pt x="0" y="1"/>
                    <a:pt x="0" y="1"/>
                  </a:cubicBezTo>
                  <a:cubicBezTo>
                    <a:pt x="0" y="1"/>
                    <a:pt x="0" y="1"/>
                    <a:pt x="0" y="1"/>
                  </a:cubicBezTo>
                  <a:cubicBezTo>
                    <a:pt x="0" y="0"/>
                    <a:pt x="0" y="0"/>
                    <a:pt x="0" y="0"/>
                  </a:cubicBezTo>
                  <a:cubicBezTo>
                    <a:pt x="1" y="0"/>
                    <a:pt x="1" y="0"/>
                    <a:pt x="1" y="0"/>
                  </a:cubicBezTo>
                  <a:cubicBezTo>
                    <a:pt x="1" y="0"/>
                    <a:pt x="1" y="0"/>
                    <a:pt x="1" y="0"/>
                  </a:cubicBezTo>
                  <a:cubicBezTo>
                    <a:pt x="2" y="0"/>
                    <a:pt x="2" y="0"/>
                    <a:pt x="2"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2" y="0"/>
                    <a:pt x="2" y="0"/>
                    <a:pt x="2" y="0"/>
                  </a:cubicBezTo>
                  <a:cubicBezTo>
                    <a:pt x="2" y="0"/>
                    <a:pt x="2" y="0"/>
                    <a:pt x="2" y="0"/>
                  </a:cubicBezTo>
                  <a:cubicBezTo>
                    <a:pt x="1" y="0"/>
                    <a:pt x="1" y="1"/>
                    <a:pt x="1" y="1"/>
                  </a:cubicBezTo>
                  <a:cubicBezTo>
                    <a:pt x="1" y="1"/>
                    <a:pt x="1" y="1"/>
                    <a:pt x="1" y="1"/>
                  </a:cubicBezTo>
                  <a:cubicBezTo>
                    <a:pt x="2" y="2"/>
                    <a:pt x="2" y="2"/>
                    <a:pt x="2" y="2"/>
                  </a:cubicBezTo>
                  <a:cubicBezTo>
                    <a:pt x="3" y="2"/>
                    <a:pt x="3" y="2"/>
                    <a:pt x="3" y="2"/>
                  </a:cubicBezTo>
                  <a:cubicBezTo>
                    <a:pt x="3" y="2"/>
                    <a:pt x="3" y="2"/>
                    <a:pt x="3" y="2"/>
                  </a:cubicBezTo>
                  <a:cubicBezTo>
                    <a:pt x="3" y="3"/>
                    <a:pt x="3" y="3"/>
                    <a:pt x="3" y="3"/>
                  </a:cubicBezTo>
                  <a:cubicBezTo>
                    <a:pt x="3" y="3"/>
                    <a:pt x="3" y="3"/>
                    <a:pt x="3" y="3"/>
                  </a:cubicBezTo>
                  <a:cubicBezTo>
                    <a:pt x="3" y="4"/>
                    <a:pt x="3" y="4"/>
                    <a:pt x="3" y="4"/>
                  </a:cubicBezTo>
                  <a:cubicBezTo>
                    <a:pt x="3" y="4"/>
                    <a:pt x="3" y="4"/>
                    <a:pt x="3" y="4"/>
                  </a:cubicBezTo>
                  <a:cubicBezTo>
                    <a:pt x="2" y="4"/>
                    <a:pt x="2" y="4"/>
                    <a:pt x="2" y="4"/>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7" name="Freeform 95"/>
            <p:cNvSpPr>
              <a:spLocks noEditPoints="1"/>
            </p:cNvSpPr>
            <p:nvPr/>
          </p:nvSpPr>
          <p:spPr bwMode="auto">
            <a:xfrm rot="16200000">
              <a:off x="2006317" y="3678852"/>
              <a:ext cx="26823" cy="24142"/>
            </a:xfrm>
            <a:custGeom>
              <a:avLst/>
              <a:gdLst>
                <a:gd name="T0" fmla="*/ 3 w 4"/>
                <a:gd name="T1" fmla="*/ 2 h 4"/>
                <a:gd name="T2" fmla="*/ 1 w 4"/>
                <a:gd name="T3" fmla="*/ 2 h 4"/>
                <a:gd name="T4" fmla="*/ 1 w 4"/>
                <a:gd name="T5" fmla="*/ 3 h 4"/>
                <a:gd name="T6" fmla="*/ 2 w 4"/>
                <a:gd name="T7" fmla="*/ 4 h 4"/>
                <a:gd name="T8" fmla="*/ 3 w 4"/>
                <a:gd name="T9" fmla="*/ 4 h 4"/>
                <a:gd name="T10" fmla="*/ 4 w 4"/>
                <a:gd name="T11" fmla="*/ 4 h 4"/>
                <a:gd name="T12" fmla="*/ 4 w 4"/>
                <a:gd name="T13" fmla="*/ 4 h 4"/>
                <a:gd name="T14" fmla="*/ 4 w 4"/>
                <a:gd name="T15" fmla="*/ 4 h 4"/>
                <a:gd name="T16" fmla="*/ 4 w 4"/>
                <a:gd name="T17" fmla="*/ 4 h 4"/>
                <a:gd name="T18" fmla="*/ 3 w 4"/>
                <a:gd name="T19" fmla="*/ 4 h 4"/>
                <a:gd name="T20" fmla="*/ 3 w 4"/>
                <a:gd name="T21" fmla="*/ 4 h 4"/>
                <a:gd name="T22" fmla="*/ 3 w 4"/>
                <a:gd name="T23" fmla="*/ 4 h 4"/>
                <a:gd name="T24" fmla="*/ 3 w 4"/>
                <a:gd name="T25" fmla="*/ 4 h 4"/>
                <a:gd name="T26" fmla="*/ 2 w 4"/>
                <a:gd name="T27" fmla="*/ 4 h 4"/>
                <a:gd name="T28" fmla="*/ 1 w 4"/>
                <a:gd name="T29" fmla="*/ 4 h 4"/>
                <a:gd name="T30" fmla="*/ 0 w 4"/>
                <a:gd name="T31" fmla="*/ 2 h 4"/>
                <a:gd name="T32" fmla="*/ 0 w 4"/>
                <a:gd name="T33" fmla="*/ 0 h 4"/>
                <a:gd name="T34" fmla="*/ 2 w 4"/>
                <a:gd name="T35" fmla="*/ 0 h 4"/>
                <a:gd name="T36" fmla="*/ 3 w 4"/>
                <a:gd name="T37" fmla="*/ 0 h 4"/>
                <a:gd name="T38" fmla="*/ 4 w 4"/>
                <a:gd name="T39" fmla="*/ 2 h 4"/>
                <a:gd name="T40" fmla="*/ 4 w 4"/>
                <a:gd name="T41" fmla="*/ 2 h 4"/>
                <a:gd name="T42" fmla="*/ 4 w 4"/>
                <a:gd name="T43" fmla="*/ 2 h 4"/>
                <a:gd name="T44" fmla="*/ 3 w 4"/>
                <a:gd name="T45" fmla="*/ 2 h 4"/>
                <a:gd name="T46" fmla="*/ 2 w 4"/>
                <a:gd name="T47" fmla="*/ 0 h 4"/>
                <a:gd name="T48" fmla="*/ 1 w 4"/>
                <a:gd name="T49" fmla="*/ 0 h 4"/>
                <a:gd name="T50" fmla="*/ 1 w 4"/>
                <a:gd name="T51" fmla="*/ 1 h 4"/>
                <a:gd name="T52" fmla="*/ 1 w 4"/>
                <a:gd name="T53" fmla="*/ 1 h 4"/>
                <a:gd name="T54" fmla="*/ 1 w 4"/>
                <a:gd name="T55" fmla="*/ 2 h 4"/>
                <a:gd name="T56" fmla="*/ 1 w 4"/>
                <a:gd name="T57" fmla="*/ 2 h 4"/>
                <a:gd name="T58" fmla="*/ 1 w 4"/>
                <a:gd name="T59" fmla="*/ 2 h 4"/>
                <a:gd name="T60" fmla="*/ 3 w 4"/>
                <a:gd name="T61" fmla="*/ 2 h 4"/>
                <a:gd name="T62" fmla="*/ 3 w 4"/>
                <a:gd name="T63" fmla="*/ 2 h 4"/>
                <a:gd name="T64" fmla="*/ 3 w 4"/>
                <a:gd name="T65" fmla="*/ 2 h 4"/>
                <a:gd name="T66" fmla="*/ 3 w 4"/>
                <a:gd name="T67" fmla="*/ 1 h 4"/>
                <a:gd name="T68" fmla="*/ 2 w 4"/>
                <a:gd name="T6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 h="4">
                  <a:moveTo>
                    <a:pt x="3" y="2"/>
                  </a:moveTo>
                  <a:cubicBezTo>
                    <a:pt x="1" y="2"/>
                    <a:pt x="1" y="2"/>
                    <a:pt x="1" y="2"/>
                  </a:cubicBezTo>
                  <a:cubicBezTo>
                    <a:pt x="1" y="3"/>
                    <a:pt x="1" y="3"/>
                    <a:pt x="1" y="3"/>
                  </a:cubicBezTo>
                  <a:cubicBezTo>
                    <a:pt x="2" y="4"/>
                    <a:pt x="2" y="4"/>
                    <a:pt x="2" y="4"/>
                  </a:cubicBezTo>
                  <a:cubicBezTo>
                    <a:pt x="3" y="4"/>
                    <a:pt x="3" y="4"/>
                    <a:pt x="3" y="4"/>
                  </a:cubicBezTo>
                  <a:cubicBezTo>
                    <a:pt x="4" y="4"/>
                    <a:pt x="4" y="4"/>
                    <a:pt x="4" y="4"/>
                  </a:cubicBezTo>
                  <a:cubicBezTo>
                    <a:pt x="4" y="4"/>
                    <a:pt x="4" y="4"/>
                    <a:pt x="4" y="4"/>
                  </a:cubicBezTo>
                  <a:cubicBezTo>
                    <a:pt x="4" y="4"/>
                    <a:pt x="4" y="4"/>
                    <a:pt x="4" y="4"/>
                  </a:cubicBezTo>
                  <a:cubicBezTo>
                    <a:pt x="4" y="4"/>
                    <a:pt x="4" y="4"/>
                    <a:pt x="4"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1" y="4"/>
                    <a:pt x="1" y="4"/>
                    <a:pt x="1" y="4"/>
                  </a:cubicBezTo>
                  <a:cubicBezTo>
                    <a:pt x="0" y="4"/>
                    <a:pt x="0" y="3"/>
                    <a:pt x="0" y="2"/>
                  </a:cubicBezTo>
                  <a:cubicBezTo>
                    <a:pt x="0" y="1"/>
                    <a:pt x="0" y="1"/>
                    <a:pt x="0" y="0"/>
                  </a:cubicBezTo>
                  <a:cubicBezTo>
                    <a:pt x="1" y="0"/>
                    <a:pt x="1" y="0"/>
                    <a:pt x="2" y="0"/>
                  </a:cubicBezTo>
                  <a:cubicBezTo>
                    <a:pt x="3" y="0"/>
                    <a:pt x="3" y="0"/>
                    <a:pt x="3" y="0"/>
                  </a:cubicBezTo>
                  <a:cubicBezTo>
                    <a:pt x="4" y="1"/>
                    <a:pt x="4" y="1"/>
                    <a:pt x="4" y="2"/>
                  </a:cubicBezTo>
                  <a:cubicBezTo>
                    <a:pt x="4" y="2"/>
                    <a:pt x="4" y="2"/>
                    <a:pt x="4" y="2"/>
                  </a:cubicBezTo>
                  <a:cubicBezTo>
                    <a:pt x="4" y="2"/>
                    <a:pt x="4" y="2"/>
                    <a:pt x="4" y="2"/>
                  </a:cubicBezTo>
                  <a:lnTo>
                    <a:pt x="3" y="2"/>
                  </a:lnTo>
                  <a:close/>
                  <a:moveTo>
                    <a:pt x="2" y="0"/>
                  </a:moveTo>
                  <a:cubicBezTo>
                    <a:pt x="1" y="0"/>
                    <a:pt x="1" y="0"/>
                    <a:pt x="1" y="0"/>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3" y="2"/>
                    <a:pt x="3" y="2"/>
                    <a:pt x="3" y="2"/>
                  </a:cubicBezTo>
                  <a:cubicBezTo>
                    <a:pt x="3" y="2"/>
                    <a:pt x="3" y="2"/>
                    <a:pt x="3" y="2"/>
                  </a:cubicBezTo>
                  <a:cubicBezTo>
                    <a:pt x="3" y="2"/>
                    <a:pt x="3" y="2"/>
                    <a:pt x="3" y="2"/>
                  </a:cubicBezTo>
                  <a:cubicBezTo>
                    <a:pt x="3" y="1"/>
                    <a:pt x="3" y="1"/>
                    <a:pt x="3" y="1"/>
                  </a:cubicBezTo>
                  <a:lnTo>
                    <a:pt x="2"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8" name="Freeform 96"/>
            <p:cNvSpPr>
              <a:spLocks/>
            </p:cNvSpPr>
            <p:nvPr/>
          </p:nvSpPr>
          <p:spPr bwMode="auto">
            <a:xfrm rot="16200000">
              <a:off x="2008998" y="3649348"/>
              <a:ext cx="21457" cy="24142"/>
            </a:xfrm>
            <a:custGeom>
              <a:avLst/>
              <a:gdLst>
                <a:gd name="T0" fmla="*/ 2 w 3"/>
                <a:gd name="T1" fmla="*/ 4 h 4"/>
                <a:gd name="T2" fmla="*/ 1 w 3"/>
                <a:gd name="T3" fmla="*/ 4 h 4"/>
                <a:gd name="T4" fmla="*/ 0 w 3"/>
                <a:gd name="T5" fmla="*/ 4 h 4"/>
                <a:gd name="T6" fmla="*/ 0 w 3"/>
                <a:gd name="T7" fmla="*/ 3 h 4"/>
                <a:gd name="T8" fmla="*/ 0 w 3"/>
                <a:gd name="T9" fmla="*/ 2 h 4"/>
                <a:gd name="T10" fmla="*/ 0 w 3"/>
                <a:gd name="T11" fmla="*/ 1 h 4"/>
                <a:gd name="T12" fmla="*/ 0 w 3"/>
                <a:gd name="T13" fmla="*/ 0 h 4"/>
                <a:gd name="T14" fmla="*/ 1 w 3"/>
                <a:gd name="T15" fmla="*/ 0 h 4"/>
                <a:gd name="T16" fmla="*/ 2 w 3"/>
                <a:gd name="T17" fmla="*/ 0 h 4"/>
                <a:gd name="T18" fmla="*/ 3 w 3"/>
                <a:gd name="T19" fmla="*/ 0 h 4"/>
                <a:gd name="T20" fmla="*/ 3 w 3"/>
                <a:gd name="T21" fmla="*/ 0 h 4"/>
                <a:gd name="T22" fmla="*/ 3 w 3"/>
                <a:gd name="T23" fmla="*/ 1 h 4"/>
                <a:gd name="T24" fmla="*/ 3 w 3"/>
                <a:gd name="T25" fmla="*/ 1 h 4"/>
                <a:gd name="T26" fmla="*/ 3 w 3"/>
                <a:gd name="T27" fmla="*/ 1 h 4"/>
                <a:gd name="T28" fmla="*/ 2 w 3"/>
                <a:gd name="T29" fmla="*/ 1 h 4"/>
                <a:gd name="T30" fmla="*/ 2 w 3"/>
                <a:gd name="T31" fmla="*/ 1 h 4"/>
                <a:gd name="T32" fmla="*/ 2 w 3"/>
                <a:gd name="T33" fmla="*/ 0 h 4"/>
                <a:gd name="T34" fmla="*/ 1 w 3"/>
                <a:gd name="T35" fmla="*/ 1 h 4"/>
                <a:gd name="T36" fmla="*/ 0 w 3"/>
                <a:gd name="T37" fmla="*/ 2 h 4"/>
                <a:gd name="T38" fmla="*/ 0 w 3"/>
                <a:gd name="T39" fmla="*/ 3 h 4"/>
                <a:gd name="T40" fmla="*/ 1 w 3"/>
                <a:gd name="T41" fmla="*/ 4 h 4"/>
                <a:gd name="T42" fmla="*/ 2 w 3"/>
                <a:gd name="T43" fmla="*/ 4 h 4"/>
                <a:gd name="T44" fmla="*/ 2 w 3"/>
                <a:gd name="T45" fmla="*/ 4 h 4"/>
                <a:gd name="T46" fmla="*/ 2 w 3"/>
                <a:gd name="T47" fmla="*/ 3 h 4"/>
                <a:gd name="T48" fmla="*/ 3 w 3"/>
                <a:gd name="T49" fmla="*/ 3 h 4"/>
                <a:gd name="T50" fmla="*/ 3 w 3"/>
                <a:gd name="T51" fmla="*/ 3 h 4"/>
                <a:gd name="T52" fmla="*/ 3 w 3"/>
                <a:gd name="T53" fmla="*/ 3 h 4"/>
                <a:gd name="T54" fmla="*/ 3 w 3"/>
                <a:gd name="T55" fmla="*/ 4 h 4"/>
                <a:gd name="T56" fmla="*/ 3 w 3"/>
                <a:gd name="T57" fmla="*/ 4 h 4"/>
                <a:gd name="T58" fmla="*/ 2 w 3"/>
                <a:gd name="T59"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 h="4">
                  <a:moveTo>
                    <a:pt x="2" y="4"/>
                  </a:moveTo>
                  <a:cubicBezTo>
                    <a:pt x="1" y="4"/>
                    <a:pt x="1" y="4"/>
                    <a:pt x="1" y="4"/>
                  </a:cubicBezTo>
                  <a:cubicBezTo>
                    <a:pt x="0" y="4"/>
                    <a:pt x="0" y="4"/>
                    <a:pt x="0" y="4"/>
                  </a:cubicBezTo>
                  <a:cubicBezTo>
                    <a:pt x="0" y="3"/>
                    <a:pt x="0" y="3"/>
                    <a:pt x="0" y="3"/>
                  </a:cubicBezTo>
                  <a:cubicBezTo>
                    <a:pt x="0" y="3"/>
                    <a:pt x="0" y="3"/>
                    <a:pt x="0" y="2"/>
                  </a:cubicBezTo>
                  <a:cubicBezTo>
                    <a:pt x="0" y="2"/>
                    <a:pt x="0" y="1"/>
                    <a:pt x="0" y="1"/>
                  </a:cubicBezTo>
                  <a:cubicBezTo>
                    <a:pt x="0" y="0"/>
                    <a:pt x="0" y="0"/>
                    <a:pt x="0" y="0"/>
                  </a:cubicBezTo>
                  <a:cubicBezTo>
                    <a:pt x="1" y="0"/>
                    <a:pt x="1" y="0"/>
                    <a:pt x="1" y="0"/>
                  </a:cubicBezTo>
                  <a:cubicBezTo>
                    <a:pt x="2" y="0"/>
                    <a:pt x="2" y="0"/>
                    <a:pt x="2" y="0"/>
                  </a:cubicBezTo>
                  <a:cubicBezTo>
                    <a:pt x="3" y="0"/>
                    <a:pt x="3" y="0"/>
                    <a:pt x="3" y="0"/>
                  </a:cubicBezTo>
                  <a:cubicBezTo>
                    <a:pt x="3" y="0"/>
                    <a:pt x="3" y="0"/>
                    <a:pt x="3" y="0"/>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0"/>
                    <a:pt x="2" y="0"/>
                    <a:pt x="2" y="0"/>
                  </a:cubicBezTo>
                  <a:cubicBezTo>
                    <a:pt x="1" y="1"/>
                    <a:pt x="1" y="1"/>
                    <a:pt x="1" y="1"/>
                  </a:cubicBezTo>
                  <a:cubicBezTo>
                    <a:pt x="1" y="1"/>
                    <a:pt x="0" y="1"/>
                    <a:pt x="0" y="2"/>
                  </a:cubicBezTo>
                  <a:cubicBezTo>
                    <a:pt x="0" y="3"/>
                    <a:pt x="0" y="3"/>
                    <a:pt x="0" y="3"/>
                  </a:cubicBezTo>
                  <a:cubicBezTo>
                    <a:pt x="0" y="3"/>
                    <a:pt x="1" y="3"/>
                    <a:pt x="1" y="4"/>
                  </a:cubicBezTo>
                  <a:cubicBezTo>
                    <a:pt x="2" y="4"/>
                    <a:pt x="2" y="4"/>
                    <a:pt x="2" y="4"/>
                  </a:cubicBezTo>
                  <a:cubicBezTo>
                    <a:pt x="2" y="4"/>
                    <a:pt x="2" y="4"/>
                    <a:pt x="2" y="4"/>
                  </a:cubicBezTo>
                  <a:cubicBezTo>
                    <a:pt x="2" y="3"/>
                    <a:pt x="2" y="3"/>
                    <a:pt x="2" y="3"/>
                  </a:cubicBezTo>
                  <a:cubicBezTo>
                    <a:pt x="3" y="3"/>
                    <a:pt x="3" y="3"/>
                    <a:pt x="3" y="3"/>
                  </a:cubicBezTo>
                  <a:cubicBezTo>
                    <a:pt x="3" y="3"/>
                    <a:pt x="3" y="3"/>
                    <a:pt x="3" y="3"/>
                  </a:cubicBezTo>
                  <a:cubicBezTo>
                    <a:pt x="3" y="3"/>
                    <a:pt x="3" y="3"/>
                    <a:pt x="3" y="3"/>
                  </a:cubicBezTo>
                  <a:cubicBezTo>
                    <a:pt x="3" y="4"/>
                    <a:pt x="3" y="4"/>
                    <a:pt x="3" y="4"/>
                  </a:cubicBezTo>
                  <a:cubicBezTo>
                    <a:pt x="3" y="4"/>
                    <a:pt x="3" y="4"/>
                    <a:pt x="3" y="4"/>
                  </a:cubicBezTo>
                  <a:cubicBezTo>
                    <a:pt x="2" y="4"/>
                    <a:pt x="2" y="4"/>
                    <a:pt x="2" y="4"/>
                  </a:cubicBez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9" name="Freeform 97"/>
            <p:cNvSpPr>
              <a:spLocks/>
            </p:cNvSpPr>
            <p:nvPr/>
          </p:nvSpPr>
          <p:spPr bwMode="auto">
            <a:xfrm rot="16200000">
              <a:off x="2008995" y="3622525"/>
              <a:ext cx="13413" cy="32187"/>
            </a:xfrm>
            <a:custGeom>
              <a:avLst/>
              <a:gdLst>
                <a:gd name="T0" fmla="*/ 5 w 5"/>
                <a:gd name="T1" fmla="*/ 5 h 12"/>
                <a:gd name="T2" fmla="*/ 2 w 5"/>
                <a:gd name="T3" fmla="*/ 5 h 12"/>
                <a:gd name="T4" fmla="*/ 2 w 5"/>
                <a:gd name="T5" fmla="*/ 10 h 12"/>
                <a:gd name="T6" fmla="*/ 5 w 5"/>
                <a:gd name="T7" fmla="*/ 12 h 12"/>
                <a:gd name="T8" fmla="*/ 5 w 5"/>
                <a:gd name="T9" fmla="*/ 12 h 12"/>
                <a:gd name="T10" fmla="*/ 5 w 5"/>
                <a:gd name="T11" fmla="*/ 12 h 12"/>
                <a:gd name="T12" fmla="*/ 5 w 5"/>
                <a:gd name="T13" fmla="*/ 12 h 12"/>
                <a:gd name="T14" fmla="*/ 5 w 5"/>
                <a:gd name="T15" fmla="*/ 12 h 12"/>
                <a:gd name="T16" fmla="*/ 5 w 5"/>
                <a:gd name="T17" fmla="*/ 12 h 12"/>
                <a:gd name="T18" fmla="*/ 5 w 5"/>
                <a:gd name="T19" fmla="*/ 12 h 12"/>
                <a:gd name="T20" fmla="*/ 5 w 5"/>
                <a:gd name="T21" fmla="*/ 12 h 12"/>
                <a:gd name="T22" fmla="*/ 2 w 5"/>
                <a:gd name="T23" fmla="*/ 12 h 12"/>
                <a:gd name="T24" fmla="*/ 2 w 5"/>
                <a:gd name="T25" fmla="*/ 12 h 12"/>
                <a:gd name="T26" fmla="*/ 0 w 5"/>
                <a:gd name="T27" fmla="*/ 12 h 12"/>
                <a:gd name="T28" fmla="*/ 0 w 5"/>
                <a:gd name="T29" fmla="*/ 12 h 12"/>
                <a:gd name="T30" fmla="*/ 0 w 5"/>
                <a:gd name="T31" fmla="*/ 10 h 12"/>
                <a:gd name="T32" fmla="*/ 0 w 5"/>
                <a:gd name="T33" fmla="*/ 5 h 12"/>
                <a:gd name="T34" fmla="*/ 0 w 5"/>
                <a:gd name="T35" fmla="*/ 5 h 12"/>
                <a:gd name="T36" fmla="*/ 0 w 5"/>
                <a:gd name="T37" fmla="*/ 5 h 12"/>
                <a:gd name="T38" fmla="*/ 0 w 5"/>
                <a:gd name="T39" fmla="*/ 3 h 12"/>
                <a:gd name="T40" fmla="*/ 0 w 5"/>
                <a:gd name="T41" fmla="*/ 3 h 12"/>
                <a:gd name="T42" fmla="*/ 0 w 5"/>
                <a:gd name="T43" fmla="*/ 3 h 12"/>
                <a:gd name="T44" fmla="*/ 0 w 5"/>
                <a:gd name="T45" fmla="*/ 3 h 12"/>
                <a:gd name="T46" fmla="*/ 0 w 5"/>
                <a:gd name="T47" fmla="*/ 3 h 12"/>
                <a:gd name="T48" fmla="*/ 0 w 5"/>
                <a:gd name="T49" fmla="*/ 0 h 12"/>
                <a:gd name="T50" fmla="*/ 0 w 5"/>
                <a:gd name="T51" fmla="*/ 0 h 12"/>
                <a:gd name="T52" fmla="*/ 2 w 5"/>
                <a:gd name="T53" fmla="*/ 0 h 12"/>
                <a:gd name="T54" fmla="*/ 2 w 5"/>
                <a:gd name="T55" fmla="*/ 0 h 12"/>
                <a:gd name="T56" fmla="*/ 2 w 5"/>
                <a:gd name="T57" fmla="*/ 0 h 12"/>
                <a:gd name="T58" fmla="*/ 2 w 5"/>
                <a:gd name="T59" fmla="*/ 0 h 12"/>
                <a:gd name="T60" fmla="*/ 2 w 5"/>
                <a:gd name="T61" fmla="*/ 3 h 12"/>
                <a:gd name="T62" fmla="*/ 5 w 5"/>
                <a:gd name="T63" fmla="*/ 3 h 12"/>
                <a:gd name="T64" fmla="*/ 5 w 5"/>
                <a:gd name="T65" fmla="*/ 3 h 12"/>
                <a:gd name="T66" fmla="*/ 5 w 5"/>
                <a:gd name="T67" fmla="*/ 3 h 12"/>
                <a:gd name="T68" fmla="*/ 5 w 5"/>
                <a:gd name="T69" fmla="*/ 3 h 12"/>
                <a:gd name="T70" fmla="*/ 5 w 5"/>
                <a:gd name="T71" fmla="*/ 5 h 12"/>
                <a:gd name="T72" fmla="*/ 5 w 5"/>
                <a:gd name="T73"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 h="12">
                  <a:moveTo>
                    <a:pt x="5" y="5"/>
                  </a:moveTo>
                  <a:lnTo>
                    <a:pt x="2" y="5"/>
                  </a:lnTo>
                  <a:lnTo>
                    <a:pt x="2" y="10"/>
                  </a:lnTo>
                  <a:lnTo>
                    <a:pt x="5" y="12"/>
                  </a:lnTo>
                  <a:lnTo>
                    <a:pt x="5" y="12"/>
                  </a:lnTo>
                  <a:lnTo>
                    <a:pt x="5" y="12"/>
                  </a:lnTo>
                  <a:lnTo>
                    <a:pt x="5" y="12"/>
                  </a:lnTo>
                  <a:lnTo>
                    <a:pt x="5" y="12"/>
                  </a:lnTo>
                  <a:lnTo>
                    <a:pt x="5" y="12"/>
                  </a:lnTo>
                  <a:lnTo>
                    <a:pt x="5" y="12"/>
                  </a:lnTo>
                  <a:lnTo>
                    <a:pt x="5" y="12"/>
                  </a:lnTo>
                  <a:lnTo>
                    <a:pt x="2" y="12"/>
                  </a:lnTo>
                  <a:lnTo>
                    <a:pt x="2" y="12"/>
                  </a:lnTo>
                  <a:lnTo>
                    <a:pt x="0" y="12"/>
                  </a:lnTo>
                  <a:lnTo>
                    <a:pt x="0" y="12"/>
                  </a:lnTo>
                  <a:lnTo>
                    <a:pt x="0" y="10"/>
                  </a:lnTo>
                  <a:lnTo>
                    <a:pt x="0" y="5"/>
                  </a:lnTo>
                  <a:lnTo>
                    <a:pt x="0" y="5"/>
                  </a:lnTo>
                  <a:lnTo>
                    <a:pt x="0" y="5"/>
                  </a:lnTo>
                  <a:lnTo>
                    <a:pt x="0" y="3"/>
                  </a:lnTo>
                  <a:lnTo>
                    <a:pt x="0" y="3"/>
                  </a:lnTo>
                  <a:lnTo>
                    <a:pt x="0" y="3"/>
                  </a:lnTo>
                  <a:lnTo>
                    <a:pt x="0" y="3"/>
                  </a:lnTo>
                  <a:lnTo>
                    <a:pt x="0" y="3"/>
                  </a:lnTo>
                  <a:lnTo>
                    <a:pt x="0" y="0"/>
                  </a:lnTo>
                  <a:lnTo>
                    <a:pt x="0" y="0"/>
                  </a:lnTo>
                  <a:lnTo>
                    <a:pt x="2" y="0"/>
                  </a:lnTo>
                  <a:lnTo>
                    <a:pt x="2" y="0"/>
                  </a:lnTo>
                  <a:lnTo>
                    <a:pt x="2" y="0"/>
                  </a:lnTo>
                  <a:lnTo>
                    <a:pt x="2" y="0"/>
                  </a:lnTo>
                  <a:lnTo>
                    <a:pt x="2" y="3"/>
                  </a:lnTo>
                  <a:lnTo>
                    <a:pt x="5" y="3"/>
                  </a:lnTo>
                  <a:lnTo>
                    <a:pt x="5" y="3"/>
                  </a:lnTo>
                  <a:lnTo>
                    <a:pt x="5" y="3"/>
                  </a:lnTo>
                  <a:lnTo>
                    <a:pt x="5" y="3"/>
                  </a:lnTo>
                  <a:lnTo>
                    <a:pt x="5" y="5"/>
                  </a:lnTo>
                  <a:lnTo>
                    <a:pt x="5" y="5"/>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0" name="Freeform 98"/>
            <p:cNvSpPr>
              <a:spLocks noEditPoints="1"/>
            </p:cNvSpPr>
            <p:nvPr/>
          </p:nvSpPr>
          <p:spPr bwMode="auto">
            <a:xfrm rot="16200000">
              <a:off x="2006317" y="3601069"/>
              <a:ext cx="26823" cy="24142"/>
            </a:xfrm>
            <a:custGeom>
              <a:avLst/>
              <a:gdLst>
                <a:gd name="T0" fmla="*/ 3 w 4"/>
                <a:gd name="T1" fmla="*/ 2 h 4"/>
                <a:gd name="T2" fmla="*/ 1 w 4"/>
                <a:gd name="T3" fmla="*/ 2 h 4"/>
                <a:gd name="T4" fmla="*/ 1 w 4"/>
                <a:gd name="T5" fmla="*/ 3 h 4"/>
                <a:gd name="T6" fmla="*/ 2 w 4"/>
                <a:gd name="T7" fmla="*/ 4 h 4"/>
                <a:gd name="T8" fmla="*/ 3 w 4"/>
                <a:gd name="T9" fmla="*/ 4 h 4"/>
                <a:gd name="T10" fmla="*/ 3 w 4"/>
                <a:gd name="T11" fmla="*/ 4 h 4"/>
                <a:gd name="T12" fmla="*/ 3 w 4"/>
                <a:gd name="T13" fmla="*/ 4 h 4"/>
                <a:gd name="T14" fmla="*/ 3 w 4"/>
                <a:gd name="T15" fmla="*/ 4 h 4"/>
                <a:gd name="T16" fmla="*/ 3 w 4"/>
                <a:gd name="T17" fmla="*/ 4 h 4"/>
                <a:gd name="T18" fmla="*/ 3 w 4"/>
                <a:gd name="T19" fmla="*/ 4 h 4"/>
                <a:gd name="T20" fmla="*/ 3 w 4"/>
                <a:gd name="T21" fmla="*/ 4 h 4"/>
                <a:gd name="T22" fmla="*/ 3 w 4"/>
                <a:gd name="T23" fmla="*/ 4 h 4"/>
                <a:gd name="T24" fmla="*/ 2 w 4"/>
                <a:gd name="T25" fmla="*/ 4 h 4"/>
                <a:gd name="T26" fmla="*/ 2 w 4"/>
                <a:gd name="T27" fmla="*/ 4 h 4"/>
                <a:gd name="T28" fmla="*/ 0 w 4"/>
                <a:gd name="T29" fmla="*/ 4 h 4"/>
                <a:gd name="T30" fmla="*/ 0 w 4"/>
                <a:gd name="T31" fmla="*/ 2 h 4"/>
                <a:gd name="T32" fmla="*/ 0 w 4"/>
                <a:gd name="T33" fmla="*/ 0 h 4"/>
                <a:gd name="T34" fmla="*/ 2 w 4"/>
                <a:gd name="T35" fmla="*/ 0 h 4"/>
                <a:gd name="T36" fmla="*/ 3 w 4"/>
                <a:gd name="T37" fmla="*/ 0 h 4"/>
                <a:gd name="T38" fmla="*/ 4 w 4"/>
                <a:gd name="T39" fmla="*/ 2 h 4"/>
                <a:gd name="T40" fmla="*/ 4 w 4"/>
                <a:gd name="T41" fmla="*/ 2 h 4"/>
                <a:gd name="T42" fmla="*/ 3 w 4"/>
                <a:gd name="T43" fmla="*/ 2 h 4"/>
                <a:gd name="T44" fmla="*/ 2 w 4"/>
                <a:gd name="T45" fmla="*/ 0 h 4"/>
                <a:gd name="T46" fmla="*/ 1 w 4"/>
                <a:gd name="T47" fmla="*/ 0 h 4"/>
                <a:gd name="T48" fmla="*/ 1 w 4"/>
                <a:gd name="T49" fmla="*/ 1 h 4"/>
                <a:gd name="T50" fmla="*/ 1 w 4"/>
                <a:gd name="T51" fmla="*/ 1 h 4"/>
                <a:gd name="T52" fmla="*/ 1 w 4"/>
                <a:gd name="T53" fmla="*/ 2 h 4"/>
                <a:gd name="T54" fmla="*/ 1 w 4"/>
                <a:gd name="T55" fmla="*/ 2 h 4"/>
                <a:gd name="T56" fmla="*/ 1 w 4"/>
                <a:gd name="T57" fmla="*/ 2 h 4"/>
                <a:gd name="T58" fmla="*/ 3 w 4"/>
                <a:gd name="T59" fmla="*/ 2 h 4"/>
                <a:gd name="T60" fmla="*/ 3 w 4"/>
                <a:gd name="T61" fmla="*/ 2 h 4"/>
                <a:gd name="T62" fmla="*/ 3 w 4"/>
                <a:gd name="T63" fmla="*/ 2 h 4"/>
                <a:gd name="T64" fmla="*/ 2 w 4"/>
                <a:gd name="T65" fmla="*/ 1 h 4"/>
                <a:gd name="T66" fmla="*/ 2 w 4"/>
                <a:gd name="T6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 h="4">
                  <a:moveTo>
                    <a:pt x="3" y="2"/>
                  </a:moveTo>
                  <a:cubicBezTo>
                    <a:pt x="1" y="2"/>
                    <a:pt x="1" y="2"/>
                    <a:pt x="1" y="2"/>
                  </a:cubicBezTo>
                  <a:cubicBezTo>
                    <a:pt x="1" y="3"/>
                    <a:pt x="1" y="3"/>
                    <a:pt x="1" y="3"/>
                  </a:cubicBezTo>
                  <a:cubicBezTo>
                    <a:pt x="1" y="4"/>
                    <a:pt x="2" y="4"/>
                    <a:pt x="2"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1" y="4"/>
                    <a:pt x="1" y="4"/>
                    <a:pt x="0" y="4"/>
                  </a:cubicBezTo>
                  <a:cubicBezTo>
                    <a:pt x="0" y="4"/>
                    <a:pt x="0" y="3"/>
                    <a:pt x="0" y="2"/>
                  </a:cubicBezTo>
                  <a:cubicBezTo>
                    <a:pt x="0" y="1"/>
                    <a:pt x="0" y="1"/>
                    <a:pt x="0" y="0"/>
                  </a:cubicBezTo>
                  <a:cubicBezTo>
                    <a:pt x="1" y="0"/>
                    <a:pt x="1" y="0"/>
                    <a:pt x="2" y="0"/>
                  </a:cubicBezTo>
                  <a:cubicBezTo>
                    <a:pt x="2" y="0"/>
                    <a:pt x="3" y="0"/>
                    <a:pt x="3" y="0"/>
                  </a:cubicBezTo>
                  <a:cubicBezTo>
                    <a:pt x="3" y="1"/>
                    <a:pt x="4" y="1"/>
                    <a:pt x="4" y="2"/>
                  </a:cubicBezTo>
                  <a:cubicBezTo>
                    <a:pt x="4" y="2"/>
                    <a:pt x="4" y="2"/>
                    <a:pt x="4" y="2"/>
                  </a:cubicBezTo>
                  <a:cubicBezTo>
                    <a:pt x="3" y="2"/>
                    <a:pt x="3" y="2"/>
                    <a:pt x="3" y="2"/>
                  </a:cubicBezTo>
                  <a:close/>
                  <a:moveTo>
                    <a:pt x="2" y="0"/>
                  </a:moveTo>
                  <a:cubicBezTo>
                    <a:pt x="1" y="0"/>
                    <a:pt x="1" y="0"/>
                    <a:pt x="1" y="0"/>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3" y="2"/>
                    <a:pt x="3" y="2"/>
                    <a:pt x="3" y="2"/>
                  </a:cubicBezTo>
                  <a:cubicBezTo>
                    <a:pt x="3" y="2"/>
                    <a:pt x="3" y="2"/>
                    <a:pt x="3" y="2"/>
                  </a:cubicBezTo>
                  <a:cubicBezTo>
                    <a:pt x="3" y="2"/>
                    <a:pt x="3" y="2"/>
                    <a:pt x="3" y="2"/>
                  </a:cubicBezTo>
                  <a:cubicBezTo>
                    <a:pt x="3" y="1"/>
                    <a:pt x="3" y="1"/>
                    <a:pt x="2" y="1"/>
                  </a:cubicBezTo>
                  <a:lnTo>
                    <a:pt x="2"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1" name="Freeform 99"/>
            <p:cNvSpPr>
              <a:spLocks/>
            </p:cNvSpPr>
            <p:nvPr/>
          </p:nvSpPr>
          <p:spPr bwMode="auto">
            <a:xfrm rot="16200000">
              <a:off x="2006316" y="3574246"/>
              <a:ext cx="18777" cy="32187"/>
            </a:xfrm>
            <a:custGeom>
              <a:avLst/>
              <a:gdLst>
                <a:gd name="T0" fmla="*/ 7 w 7"/>
                <a:gd name="T1" fmla="*/ 5 h 12"/>
                <a:gd name="T2" fmla="*/ 5 w 7"/>
                <a:gd name="T3" fmla="*/ 5 h 12"/>
                <a:gd name="T4" fmla="*/ 5 w 7"/>
                <a:gd name="T5" fmla="*/ 10 h 12"/>
                <a:gd name="T6" fmla="*/ 5 w 7"/>
                <a:gd name="T7" fmla="*/ 12 h 12"/>
                <a:gd name="T8" fmla="*/ 5 w 7"/>
                <a:gd name="T9" fmla="*/ 12 h 12"/>
                <a:gd name="T10" fmla="*/ 7 w 7"/>
                <a:gd name="T11" fmla="*/ 12 h 12"/>
                <a:gd name="T12" fmla="*/ 7 w 7"/>
                <a:gd name="T13" fmla="*/ 12 h 12"/>
                <a:gd name="T14" fmla="*/ 7 w 7"/>
                <a:gd name="T15" fmla="*/ 12 h 12"/>
                <a:gd name="T16" fmla="*/ 7 w 7"/>
                <a:gd name="T17" fmla="*/ 12 h 12"/>
                <a:gd name="T18" fmla="*/ 7 w 7"/>
                <a:gd name="T19" fmla="*/ 12 h 12"/>
                <a:gd name="T20" fmla="*/ 5 w 7"/>
                <a:gd name="T21" fmla="*/ 12 h 12"/>
                <a:gd name="T22" fmla="*/ 5 w 7"/>
                <a:gd name="T23" fmla="*/ 12 h 12"/>
                <a:gd name="T24" fmla="*/ 2 w 7"/>
                <a:gd name="T25" fmla="*/ 12 h 12"/>
                <a:gd name="T26" fmla="*/ 2 w 7"/>
                <a:gd name="T27" fmla="*/ 12 h 12"/>
                <a:gd name="T28" fmla="*/ 2 w 7"/>
                <a:gd name="T29" fmla="*/ 12 h 12"/>
                <a:gd name="T30" fmla="*/ 2 w 7"/>
                <a:gd name="T31" fmla="*/ 10 h 12"/>
                <a:gd name="T32" fmla="*/ 2 w 7"/>
                <a:gd name="T33" fmla="*/ 5 h 12"/>
                <a:gd name="T34" fmla="*/ 0 w 7"/>
                <a:gd name="T35" fmla="*/ 5 h 12"/>
                <a:gd name="T36" fmla="*/ 0 w 7"/>
                <a:gd name="T37" fmla="*/ 5 h 12"/>
                <a:gd name="T38" fmla="*/ 0 w 7"/>
                <a:gd name="T39" fmla="*/ 3 h 12"/>
                <a:gd name="T40" fmla="*/ 0 w 7"/>
                <a:gd name="T41" fmla="*/ 3 h 12"/>
                <a:gd name="T42" fmla="*/ 0 w 7"/>
                <a:gd name="T43" fmla="*/ 3 h 12"/>
                <a:gd name="T44" fmla="*/ 0 w 7"/>
                <a:gd name="T45" fmla="*/ 3 h 12"/>
                <a:gd name="T46" fmla="*/ 2 w 7"/>
                <a:gd name="T47" fmla="*/ 3 h 12"/>
                <a:gd name="T48" fmla="*/ 2 w 7"/>
                <a:gd name="T49" fmla="*/ 0 h 12"/>
                <a:gd name="T50" fmla="*/ 2 w 7"/>
                <a:gd name="T51" fmla="*/ 0 h 12"/>
                <a:gd name="T52" fmla="*/ 2 w 7"/>
                <a:gd name="T53" fmla="*/ 0 h 12"/>
                <a:gd name="T54" fmla="*/ 2 w 7"/>
                <a:gd name="T55" fmla="*/ 0 h 12"/>
                <a:gd name="T56" fmla="*/ 5 w 7"/>
                <a:gd name="T57" fmla="*/ 0 h 12"/>
                <a:gd name="T58" fmla="*/ 5 w 7"/>
                <a:gd name="T59" fmla="*/ 0 h 12"/>
                <a:gd name="T60" fmla="*/ 5 w 7"/>
                <a:gd name="T61" fmla="*/ 3 h 12"/>
                <a:gd name="T62" fmla="*/ 7 w 7"/>
                <a:gd name="T63" fmla="*/ 3 h 12"/>
                <a:gd name="T64" fmla="*/ 7 w 7"/>
                <a:gd name="T65" fmla="*/ 3 h 12"/>
                <a:gd name="T66" fmla="*/ 7 w 7"/>
                <a:gd name="T67" fmla="*/ 3 h 12"/>
                <a:gd name="T68" fmla="*/ 7 w 7"/>
                <a:gd name="T69" fmla="*/ 3 h 12"/>
                <a:gd name="T70" fmla="*/ 7 w 7"/>
                <a:gd name="T71" fmla="*/ 5 h 12"/>
                <a:gd name="T72" fmla="*/ 7 w 7"/>
                <a:gd name="T73"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 h="12">
                  <a:moveTo>
                    <a:pt x="7" y="5"/>
                  </a:moveTo>
                  <a:lnTo>
                    <a:pt x="5" y="5"/>
                  </a:lnTo>
                  <a:lnTo>
                    <a:pt x="5" y="10"/>
                  </a:lnTo>
                  <a:lnTo>
                    <a:pt x="5" y="12"/>
                  </a:lnTo>
                  <a:lnTo>
                    <a:pt x="5" y="12"/>
                  </a:lnTo>
                  <a:lnTo>
                    <a:pt x="7" y="12"/>
                  </a:lnTo>
                  <a:lnTo>
                    <a:pt x="7" y="12"/>
                  </a:lnTo>
                  <a:lnTo>
                    <a:pt x="7" y="12"/>
                  </a:lnTo>
                  <a:lnTo>
                    <a:pt x="7" y="12"/>
                  </a:lnTo>
                  <a:lnTo>
                    <a:pt x="7" y="12"/>
                  </a:lnTo>
                  <a:lnTo>
                    <a:pt x="5" y="12"/>
                  </a:lnTo>
                  <a:lnTo>
                    <a:pt x="5" y="12"/>
                  </a:lnTo>
                  <a:lnTo>
                    <a:pt x="2" y="12"/>
                  </a:lnTo>
                  <a:lnTo>
                    <a:pt x="2" y="12"/>
                  </a:lnTo>
                  <a:lnTo>
                    <a:pt x="2" y="12"/>
                  </a:lnTo>
                  <a:lnTo>
                    <a:pt x="2" y="10"/>
                  </a:lnTo>
                  <a:lnTo>
                    <a:pt x="2" y="5"/>
                  </a:lnTo>
                  <a:lnTo>
                    <a:pt x="0" y="5"/>
                  </a:lnTo>
                  <a:lnTo>
                    <a:pt x="0" y="5"/>
                  </a:lnTo>
                  <a:lnTo>
                    <a:pt x="0" y="3"/>
                  </a:lnTo>
                  <a:lnTo>
                    <a:pt x="0" y="3"/>
                  </a:lnTo>
                  <a:lnTo>
                    <a:pt x="0" y="3"/>
                  </a:lnTo>
                  <a:lnTo>
                    <a:pt x="0" y="3"/>
                  </a:lnTo>
                  <a:lnTo>
                    <a:pt x="2" y="3"/>
                  </a:lnTo>
                  <a:lnTo>
                    <a:pt x="2" y="0"/>
                  </a:lnTo>
                  <a:lnTo>
                    <a:pt x="2" y="0"/>
                  </a:lnTo>
                  <a:lnTo>
                    <a:pt x="2" y="0"/>
                  </a:lnTo>
                  <a:lnTo>
                    <a:pt x="2" y="0"/>
                  </a:lnTo>
                  <a:lnTo>
                    <a:pt x="5" y="0"/>
                  </a:lnTo>
                  <a:lnTo>
                    <a:pt x="5" y="0"/>
                  </a:lnTo>
                  <a:lnTo>
                    <a:pt x="5" y="3"/>
                  </a:lnTo>
                  <a:lnTo>
                    <a:pt x="7" y="3"/>
                  </a:lnTo>
                  <a:lnTo>
                    <a:pt x="7" y="3"/>
                  </a:lnTo>
                  <a:lnTo>
                    <a:pt x="7" y="3"/>
                  </a:lnTo>
                  <a:lnTo>
                    <a:pt x="7" y="3"/>
                  </a:lnTo>
                  <a:lnTo>
                    <a:pt x="7" y="5"/>
                  </a:lnTo>
                  <a:lnTo>
                    <a:pt x="7" y="5"/>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4" name="Freeform 100"/>
            <p:cNvSpPr>
              <a:spLocks/>
            </p:cNvSpPr>
            <p:nvPr/>
          </p:nvSpPr>
          <p:spPr bwMode="auto">
            <a:xfrm rot="16200000">
              <a:off x="2008998" y="3552787"/>
              <a:ext cx="21457" cy="24142"/>
            </a:xfrm>
            <a:custGeom>
              <a:avLst/>
              <a:gdLst>
                <a:gd name="T0" fmla="*/ 8 w 8"/>
                <a:gd name="T1" fmla="*/ 9 h 9"/>
                <a:gd name="T2" fmla="*/ 5 w 8"/>
                <a:gd name="T3" fmla="*/ 9 h 9"/>
                <a:gd name="T4" fmla="*/ 5 w 8"/>
                <a:gd name="T5" fmla="*/ 9 h 9"/>
                <a:gd name="T6" fmla="*/ 5 w 8"/>
                <a:gd name="T7" fmla="*/ 9 h 9"/>
                <a:gd name="T8" fmla="*/ 5 w 8"/>
                <a:gd name="T9" fmla="*/ 9 h 9"/>
                <a:gd name="T10" fmla="*/ 3 w 8"/>
                <a:gd name="T11" fmla="*/ 9 h 9"/>
                <a:gd name="T12" fmla="*/ 0 w 8"/>
                <a:gd name="T13" fmla="*/ 9 h 9"/>
                <a:gd name="T14" fmla="*/ 0 w 8"/>
                <a:gd name="T15" fmla="*/ 9 h 9"/>
                <a:gd name="T16" fmla="*/ 0 w 8"/>
                <a:gd name="T17" fmla="*/ 9 h 9"/>
                <a:gd name="T18" fmla="*/ 0 w 8"/>
                <a:gd name="T19" fmla="*/ 7 h 9"/>
                <a:gd name="T20" fmla="*/ 0 w 8"/>
                <a:gd name="T21" fmla="*/ 0 h 9"/>
                <a:gd name="T22" fmla="*/ 0 w 8"/>
                <a:gd name="T23" fmla="*/ 0 h 9"/>
                <a:gd name="T24" fmla="*/ 0 w 8"/>
                <a:gd name="T25" fmla="*/ 0 h 9"/>
                <a:gd name="T26" fmla="*/ 0 w 8"/>
                <a:gd name="T27" fmla="*/ 0 h 9"/>
                <a:gd name="T28" fmla="*/ 0 w 8"/>
                <a:gd name="T29" fmla="*/ 0 h 9"/>
                <a:gd name="T30" fmla="*/ 0 w 8"/>
                <a:gd name="T31" fmla="*/ 7 h 9"/>
                <a:gd name="T32" fmla="*/ 3 w 8"/>
                <a:gd name="T33" fmla="*/ 7 h 9"/>
                <a:gd name="T34" fmla="*/ 3 w 8"/>
                <a:gd name="T35" fmla="*/ 9 h 9"/>
                <a:gd name="T36" fmla="*/ 5 w 8"/>
                <a:gd name="T37" fmla="*/ 9 h 9"/>
                <a:gd name="T38" fmla="*/ 5 w 8"/>
                <a:gd name="T39" fmla="*/ 7 h 9"/>
                <a:gd name="T40" fmla="*/ 5 w 8"/>
                <a:gd name="T41" fmla="*/ 7 h 9"/>
                <a:gd name="T42" fmla="*/ 5 w 8"/>
                <a:gd name="T43" fmla="*/ 7 h 9"/>
                <a:gd name="T44" fmla="*/ 5 w 8"/>
                <a:gd name="T45" fmla="*/ 0 h 9"/>
                <a:gd name="T46" fmla="*/ 5 w 8"/>
                <a:gd name="T47" fmla="*/ 0 h 9"/>
                <a:gd name="T48" fmla="*/ 5 w 8"/>
                <a:gd name="T49" fmla="*/ 0 h 9"/>
                <a:gd name="T50" fmla="*/ 8 w 8"/>
                <a:gd name="T51" fmla="*/ 0 h 9"/>
                <a:gd name="T52" fmla="*/ 8 w 8"/>
                <a:gd name="T53" fmla="*/ 0 h 9"/>
                <a:gd name="T54" fmla="*/ 8 w 8"/>
                <a:gd name="T55" fmla="*/ 0 h 9"/>
                <a:gd name="T56" fmla="*/ 8 w 8"/>
                <a:gd name="T57" fmla="*/ 9 h 9"/>
                <a:gd name="T58" fmla="*/ 8 w 8"/>
                <a:gd name="T59" fmla="*/ 9 h 9"/>
                <a:gd name="T60" fmla="*/ 8 w 8"/>
                <a:gd name="T61"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 h="9">
                  <a:moveTo>
                    <a:pt x="8" y="9"/>
                  </a:moveTo>
                  <a:lnTo>
                    <a:pt x="5" y="9"/>
                  </a:lnTo>
                  <a:lnTo>
                    <a:pt x="5" y="9"/>
                  </a:lnTo>
                  <a:lnTo>
                    <a:pt x="5" y="9"/>
                  </a:lnTo>
                  <a:lnTo>
                    <a:pt x="5" y="9"/>
                  </a:lnTo>
                  <a:lnTo>
                    <a:pt x="3" y="9"/>
                  </a:lnTo>
                  <a:lnTo>
                    <a:pt x="0" y="9"/>
                  </a:lnTo>
                  <a:lnTo>
                    <a:pt x="0" y="9"/>
                  </a:lnTo>
                  <a:lnTo>
                    <a:pt x="0" y="9"/>
                  </a:lnTo>
                  <a:lnTo>
                    <a:pt x="0" y="7"/>
                  </a:lnTo>
                  <a:lnTo>
                    <a:pt x="0" y="0"/>
                  </a:lnTo>
                  <a:lnTo>
                    <a:pt x="0" y="0"/>
                  </a:lnTo>
                  <a:lnTo>
                    <a:pt x="0" y="0"/>
                  </a:lnTo>
                  <a:lnTo>
                    <a:pt x="0" y="0"/>
                  </a:lnTo>
                  <a:lnTo>
                    <a:pt x="0" y="0"/>
                  </a:lnTo>
                  <a:lnTo>
                    <a:pt x="0" y="7"/>
                  </a:lnTo>
                  <a:lnTo>
                    <a:pt x="3" y="7"/>
                  </a:lnTo>
                  <a:lnTo>
                    <a:pt x="3" y="9"/>
                  </a:lnTo>
                  <a:lnTo>
                    <a:pt x="5" y="9"/>
                  </a:lnTo>
                  <a:lnTo>
                    <a:pt x="5" y="7"/>
                  </a:lnTo>
                  <a:lnTo>
                    <a:pt x="5" y="7"/>
                  </a:lnTo>
                  <a:lnTo>
                    <a:pt x="5" y="7"/>
                  </a:lnTo>
                  <a:lnTo>
                    <a:pt x="5" y="0"/>
                  </a:lnTo>
                  <a:lnTo>
                    <a:pt x="5" y="0"/>
                  </a:lnTo>
                  <a:lnTo>
                    <a:pt x="5" y="0"/>
                  </a:lnTo>
                  <a:lnTo>
                    <a:pt x="8" y="0"/>
                  </a:lnTo>
                  <a:lnTo>
                    <a:pt x="8" y="0"/>
                  </a:lnTo>
                  <a:lnTo>
                    <a:pt x="8" y="0"/>
                  </a:lnTo>
                  <a:lnTo>
                    <a:pt x="8" y="9"/>
                  </a:lnTo>
                  <a:lnTo>
                    <a:pt x="8" y="9"/>
                  </a:lnTo>
                  <a:lnTo>
                    <a:pt x="8" y="9"/>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5" name="Freeform 101"/>
            <p:cNvSpPr>
              <a:spLocks/>
            </p:cNvSpPr>
            <p:nvPr/>
          </p:nvSpPr>
          <p:spPr bwMode="auto">
            <a:xfrm rot="16200000">
              <a:off x="2013022" y="3529988"/>
              <a:ext cx="13413" cy="24142"/>
            </a:xfrm>
            <a:custGeom>
              <a:avLst/>
              <a:gdLst>
                <a:gd name="T0" fmla="*/ 5 w 5"/>
                <a:gd name="T1" fmla="*/ 0 h 9"/>
                <a:gd name="T2" fmla="*/ 5 w 5"/>
                <a:gd name="T3" fmla="*/ 2 h 9"/>
                <a:gd name="T4" fmla="*/ 5 w 5"/>
                <a:gd name="T5" fmla="*/ 2 h 9"/>
                <a:gd name="T6" fmla="*/ 5 w 5"/>
                <a:gd name="T7" fmla="*/ 2 h 9"/>
                <a:gd name="T8" fmla="*/ 2 w 5"/>
                <a:gd name="T9" fmla="*/ 2 h 9"/>
                <a:gd name="T10" fmla="*/ 2 w 5"/>
                <a:gd name="T11" fmla="*/ 4 h 9"/>
                <a:gd name="T12" fmla="*/ 2 w 5"/>
                <a:gd name="T13" fmla="*/ 9 h 9"/>
                <a:gd name="T14" fmla="*/ 2 w 5"/>
                <a:gd name="T15" fmla="*/ 9 h 9"/>
                <a:gd name="T16" fmla="*/ 2 w 5"/>
                <a:gd name="T17" fmla="*/ 9 h 9"/>
                <a:gd name="T18" fmla="*/ 0 w 5"/>
                <a:gd name="T19" fmla="*/ 9 h 9"/>
                <a:gd name="T20" fmla="*/ 0 w 5"/>
                <a:gd name="T21" fmla="*/ 9 h 9"/>
                <a:gd name="T22" fmla="*/ 0 w 5"/>
                <a:gd name="T23" fmla="*/ 9 h 9"/>
                <a:gd name="T24" fmla="*/ 0 w 5"/>
                <a:gd name="T25" fmla="*/ 0 h 9"/>
                <a:gd name="T26" fmla="*/ 0 w 5"/>
                <a:gd name="T27" fmla="*/ 0 h 9"/>
                <a:gd name="T28" fmla="*/ 0 w 5"/>
                <a:gd name="T29" fmla="*/ 0 h 9"/>
                <a:gd name="T30" fmla="*/ 2 w 5"/>
                <a:gd name="T31" fmla="*/ 0 h 9"/>
                <a:gd name="T32" fmla="*/ 2 w 5"/>
                <a:gd name="T33" fmla="*/ 0 h 9"/>
                <a:gd name="T34" fmla="*/ 2 w 5"/>
                <a:gd name="T35" fmla="*/ 0 h 9"/>
                <a:gd name="T36" fmla="*/ 2 w 5"/>
                <a:gd name="T37" fmla="*/ 2 h 9"/>
                <a:gd name="T38" fmla="*/ 5 w 5"/>
                <a:gd name="T39" fmla="*/ 0 h 9"/>
                <a:gd name="T40" fmla="*/ 5 w 5"/>
                <a:gd name="T41" fmla="*/ 0 h 9"/>
                <a:gd name="T42" fmla="*/ 5 w 5"/>
                <a:gd name="T43" fmla="*/ 0 h 9"/>
                <a:gd name="T44" fmla="*/ 5 w 5"/>
                <a:gd name="T45" fmla="*/ 0 h 9"/>
                <a:gd name="T46" fmla="*/ 5 w 5"/>
                <a:gd name="T4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 h="9">
                  <a:moveTo>
                    <a:pt x="5" y="0"/>
                  </a:moveTo>
                  <a:lnTo>
                    <a:pt x="5" y="2"/>
                  </a:lnTo>
                  <a:lnTo>
                    <a:pt x="5" y="2"/>
                  </a:lnTo>
                  <a:lnTo>
                    <a:pt x="5" y="2"/>
                  </a:lnTo>
                  <a:lnTo>
                    <a:pt x="2" y="2"/>
                  </a:lnTo>
                  <a:lnTo>
                    <a:pt x="2" y="4"/>
                  </a:lnTo>
                  <a:lnTo>
                    <a:pt x="2" y="9"/>
                  </a:lnTo>
                  <a:lnTo>
                    <a:pt x="2" y="9"/>
                  </a:lnTo>
                  <a:lnTo>
                    <a:pt x="2" y="9"/>
                  </a:lnTo>
                  <a:lnTo>
                    <a:pt x="0" y="9"/>
                  </a:lnTo>
                  <a:lnTo>
                    <a:pt x="0" y="9"/>
                  </a:lnTo>
                  <a:lnTo>
                    <a:pt x="0" y="9"/>
                  </a:lnTo>
                  <a:lnTo>
                    <a:pt x="0" y="0"/>
                  </a:lnTo>
                  <a:lnTo>
                    <a:pt x="0" y="0"/>
                  </a:lnTo>
                  <a:lnTo>
                    <a:pt x="0" y="0"/>
                  </a:lnTo>
                  <a:lnTo>
                    <a:pt x="2" y="0"/>
                  </a:lnTo>
                  <a:lnTo>
                    <a:pt x="2" y="0"/>
                  </a:lnTo>
                  <a:lnTo>
                    <a:pt x="2" y="0"/>
                  </a:lnTo>
                  <a:lnTo>
                    <a:pt x="2" y="2"/>
                  </a:lnTo>
                  <a:lnTo>
                    <a:pt x="5" y="0"/>
                  </a:lnTo>
                  <a:lnTo>
                    <a:pt x="5" y="0"/>
                  </a:lnTo>
                  <a:lnTo>
                    <a:pt x="5" y="0"/>
                  </a:lnTo>
                  <a:lnTo>
                    <a:pt x="5" y="0"/>
                  </a:lnTo>
                  <a:lnTo>
                    <a:pt x="5" y="0"/>
                  </a:lnTo>
                  <a:close/>
                </a:path>
              </a:pathLst>
            </a:custGeom>
            <a:solidFill>
              <a:srgbClr val="989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6" name="Freeform 102"/>
            <p:cNvSpPr>
              <a:spLocks noEditPoints="1"/>
            </p:cNvSpPr>
            <p:nvPr/>
          </p:nvSpPr>
          <p:spPr bwMode="auto">
            <a:xfrm rot="16200000">
              <a:off x="834180" y="3772731"/>
              <a:ext cx="984381" cy="509624"/>
            </a:xfrm>
            <a:custGeom>
              <a:avLst/>
              <a:gdLst>
                <a:gd name="T0" fmla="*/ 9 w 153"/>
                <a:gd name="T1" fmla="*/ 55 h 80"/>
                <a:gd name="T2" fmla="*/ 13 w 153"/>
                <a:gd name="T3" fmla="*/ 67 h 80"/>
                <a:gd name="T4" fmla="*/ 12 w 153"/>
                <a:gd name="T5" fmla="*/ 80 h 80"/>
                <a:gd name="T6" fmla="*/ 37 w 153"/>
                <a:gd name="T7" fmla="*/ 77 h 80"/>
                <a:gd name="T8" fmla="*/ 31 w 153"/>
                <a:gd name="T9" fmla="*/ 67 h 80"/>
                <a:gd name="T10" fmla="*/ 35 w 153"/>
                <a:gd name="T11" fmla="*/ 57 h 80"/>
                <a:gd name="T12" fmla="*/ 34 w 153"/>
                <a:gd name="T13" fmla="*/ 71 h 80"/>
                <a:gd name="T14" fmla="*/ 50 w 153"/>
                <a:gd name="T15" fmla="*/ 68 h 80"/>
                <a:gd name="T16" fmla="*/ 44 w 153"/>
                <a:gd name="T17" fmla="*/ 60 h 80"/>
                <a:gd name="T18" fmla="*/ 54 w 153"/>
                <a:gd name="T19" fmla="*/ 67 h 80"/>
                <a:gd name="T20" fmla="*/ 64 w 153"/>
                <a:gd name="T21" fmla="*/ 80 h 80"/>
                <a:gd name="T22" fmla="*/ 85 w 153"/>
                <a:gd name="T23" fmla="*/ 80 h 80"/>
                <a:gd name="T24" fmla="*/ 113 w 153"/>
                <a:gd name="T25" fmla="*/ 74 h 80"/>
                <a:gd name="T26" fmla="*/ 110 w 153"/>
                <a:gd name="T27" fmla="*/ 68 h 80"/>
                <a:gd name="T28" fmla="*/ 113 w 153"/>
                <a:gd name="T29" fmla="*/ 67 h 80"/>
                <a:gd name="T30" fmla="*/ 117 w 153"/>
                <a:gd name="T31" fmla="*/ 73 h 80"/>
                <a:gd name="T32" fmla="*/ 118 w 153"/>
                <a:gd name="T33" fmla="*/ 66 h 80"/>
                <a:gd name="T34" fmla="*/ 126 w 153"/>
                <a:gd name="T35" fmla="*/ 57 h 80"/>
                <a:gd name="T36" fmla="*/ 128 w 153"/>
                <a:gd name="T37" fmla="*/ 54 h 80"/>
                <a:gd name="T38" fmla="*/ 128 w 153"/>
                <a:gd name="T39" fmla="*/ 46 h 80"/>
                <a:gd name="T40" fmla="*/ 136 w 153"/>
                <a:gd name="T41" fmla="*/ 45 h 80"/>
                <a:gd name="T42" fmla="*/ 138 w 153"/>
                <a:gd name="T43" fmla="*/ 55 h 80"/>
                <a:gd name="T44" fmla="*/ 139 w 153"/>
                <a:gd name="T45" fmla="*/ 44 h 80"/>
                <a:gd name="T46" fmla="*/ 152 w 153"/>
                <a:gd name="T47" fmla="*/ 80 h 80"/>
                <a:gd name="T48" fmla="*/ 0 w 153"/>
                <a:gd name="T49" fmla="*/ 77 h 80"/>
                <a:gd name="T50" fmla="*/ 53 w 153"/>
                <a:gd name="T51" fmla="*/ 9 h 80"/>
                <a:gd name="T52" fmla="*/ 66 w 153"/>
                <a:gd name="T53" fmla="*/ 6 h 80"/>
                <a:gd name="T54" fmla="*/ 132 w 153"/>
                <a:gd name="T55" fmla="*/ 33 h 80"/>
                <a:gd name="T56" fmla="*/ 106 w 153"/>
                <a:gd name="T57" fmla="*/ 32 h 80"/>
                <a:gd name="T58" fmla="*/ 76 w 153"/>
                <a:gd name="T59" fmla="*/ 27 h 80"/>
                <a:gd name="T60" fmla="*/ 64 w 153"/>
                <a:gd name="T61" fmla="*/ 26 h 80"/>
                <a:gd name="T62" fmla="*/ 69 w 153"/>
                <a:gd name="T63" fmla="*/ 23 h 80"/>
                <a:gd name="T64" fmla="*/ 50 w 153"/>
                <a:gd name="T65" fmla="*/ 20 h 80"/>
                <a:gd name="T66" fmla="*/ 45 w 153"/>
                <a:gd name="T67" fmla="*/ 24 h 80"/>
                <a:gd name="T68" fmla="*/ 50 w 153"/>
                <a:gd name="T69" fmla="*/ 23 h 80"/>
                <a:gd name="T70" fmla="*/ 53 w 153"/>
                <a:gd name="T71" fmla="*/ 24 h 80"/>
                <a:gd name="T72" fmla="*/ 44 w 153"/>
                <a:gd name="T73" fmla="*/ 29 h 80"/>
                <a:gd name="T74" fmla="*/ 34 w 153"/>
                <a:gd name="T75" fmla="*/ 27 h 80"/>
                <a:gd name="T76" fmla="*/ 27 w 153"/>
                <a:gd name="T77" fmla="*/ 32 h 80"/>
                <a:gd name="T78" fmla="*/ 27 w 153"/>
                <a:gd name="T79" fmla="*/ 34 h 80"/>
                <a:gd name="T80" fmla="*/ 31 w 153"/>
                <a:gd name="T81" fmla="*/ 37 h 80"/>
                <a:gd name="T82" fmla="*/ 32 w 153"/>
                <a:gd name="T83" fmla="*/ 39 h 80"/>
                <a:gd name="T84" fmla="*/ 34 w 153"/>
                <a:gd name="T85" fmla="*/ 40 h 80"/>
                <a:gd name="T86" fmla="*/ 35 w 153"/>
                <a:gd name="T87" fmla="*/ 41 h 80"/>
                <a:gd name="T88" fmla="*/ 40 w 153"/>
                <a:gd name="T89" fmla="*/ 48 h 80"/>
                <a:gd name="T90" fmla="*/ 26 w 153"/>
                <a:gd name="T91" fmla="*/ 45 h 80"/>
                <a:gd name="T92" fmla="*/ 18 w 153"/>
                <a:gd name="T93" fmla="*/ 41 h 80"/>
                <a:gd name="T94" fmla="*/ 53 w 153"/>
                <a:gd name="T95" fmla="*/ 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3" h="80">
                  <a:moveTo>
                    <a:pt x="6" y="80"/>
                  </a:moveTo>
                  <a:cubicBezTo>
                    <a:pt x="6" y="79"/>
                    <a:pt x="6" y="78"/>
                    <a:pt x="6" y="77"/>
                  </a:cubicBezTo>
                  <a:cubicBezTo>
                    <a:pt x="6" y="69"/>
                    <a:pt x="7" y="62"/>
                    <a:pt x="9" y="55"/>
                  </a:cubicBezTo>
                  <a:cubicBezTo>
                    <a:pt x="9" y="57"/>
                    <a:pt x="8" y="59"/>
                    <a:pt x="9" y="60"/>
                  </a:cubicBezTo>
                  <a:cubicBezTo>
                    <a:pt x="10" y="62"/>
                    <a:pt x="12" y="65"/>
                    <a:pt x="12" y="65"/>
                  </a:cubicBezTo>
                  <a:cubicBezTo>
                    <a:pt x="12" y="65"/>
                    <a:pt x="14" y="66"/>
                    <a:pt x="13" y="67"/>
                  </a:cubicBezTo>
                  <a:cubicBezTo>
                    <a:pt x="13" y="69"/>
                    <a:pt x="12" y="71"/>
                    <a:pt x="12" y="71"/>
                  </a:cubicBezTo>
                  <a:cubicBezTo>
                    <a:pt x="12" y="71"/>
                    <a:pt x="13" y="78"/>
                    <a:pt x="12" y="80"/>
                  </a:cubicBezTo>
                  <a:cubicBezTo>
                    <a:pt x="12" y="80"/>
                    <a:pt x="12" y="80"/>
                    <a:pt x="12" y="80"/>
                  </a:cubicBezTo>
                  <a:cubicBezTo>
                    <a:pt x="32" y="80"/>
                    <a:pt x="32" y="80"/>
                    <a:pt x="32" y="80"/>
                  </a:cubicBezTo>
                  <a:cubicBezTo>
                    <a:pt x="33" y="80"/>
                    <a:pt x="33" y="80"/>
                    <a:pt x="33" y="80"/>
                  </a:cubicBezTo>
                  <a:cubicBezTo>
                    <a:pt x="34" y="79"/>
                    <a:pt x="37" y="77"/>
                    <a:pt x="37" y="77"/>
                  </a:cubicBezTo>
                  <a:cubicBezTo>
                    <a:pt x="37" y="76"/>
                    <a:pt x="37" y="74"/>
                    <a:pt x="35" y="74"/>
                  </a:cubicBezTo>
                  <a:cubicBezTo>
                    <a:pt x="33" y="74"/>
                    <a:pt x="31" y="73"/>
                    <a:pt x="31" y="73"/>
                  </a:cubicBezTo>
                  <a:cubicBezTo>
                    <a:pt x="31" y="73"/>
                    <a:pt x="31" y="69"/>
                    <a:pt x="31" y="67"/>
                  </a:cubicBezTo>
                  <a:cubicBezTo>
                    <a:pt x="31" y="65"/>
                    <a:pt x="32" y="63"/>
                    <a:pt x="32" y="61"/>
                  </a:cubicBezTo>
                  <a:cubicBezTo>
                    <a:pt x="32" y="59"/>
                    <a:pt x="33" y="56"/>
                    <a:pt x="33" y="56"/>
                  </a:cubicBezTo>
                  <a:cubicBezTo>
                    <a:pt x="33" y="56"/>
                    <a:pt x="35" y="56"/>
                    <a:pt x="35" y="57"/>
                  </a:cubicBezTo>
                  <a:cubicBezTo>
                    <a:pt x="35" y="59"/>
                    <a:pt x="35" y="63"/>
                    <a:pt x="35" y="64"/>
                  </a:cubicBezTo>
                  <a:cubicBezTo>
                    <a:pt x="35" y="65"/>
                    <a:pt x="34" y="68"/>
                    <a:pt x="34" y="68"/>
                  </a:cubicBezTo>
                  <a:cubicBezTo>
                    <a:pt x="34" y="68"/>
                    <a:pt x="33" y="70"/>
                    <a:pt x="34" y="71"/>
                  </a:cubicBezTo>
                  <a:cubicBezTo>
                    <a:pt x="35" y="71"/>
                    <a:pt x="41" y="71"/>
                    <a:pt x="41" y="71"/>
                  </a:cubicBezTo>
                  <a:cubicBezTo>
                    <a:pt x="41" y="71"/>
                    <a:pt x="46" y="70"/>
                    <a:pt x="47" y="70"/>
                  </a:cubicBezTo>
                  <a:cubicBezTo>
                    <a:pt x="48" y="70"/>
                    <a:pt x="50" y="69"/>
                    <a:pt x="50" y="68"/>
                  </a:cubicBezTo>
                  <a:cubicBezTo>
                    <a:pt x="49" y="67"/>
                    <a:pt x="49" y="66"/>
                    <a:pt x="49" y="66"/>
                  </a:cubicBezTo>
                  <a:cubicBezTo>
                    <a:pt x="49" y="66"/>
                    <a:pt x="46" y="66"/>
                    <a:pt x="46" y="66"/>
                  </a:cubicBezTo>
                  <a:cubicBezTo>
                    <a:pt x="45" y="65"/>
                    <a:pt x="44" y="61"/>
                    <a:pt x="44" y="60"/>
                  </a:cubicBezTo>
                  <a:cubicBezTo>
                    <a:pt x="45" y="58"/>
                    <a:pt x="46" y="57"/>
                    <a:pt x="47" y="59"/>
                  </a:cubicBezTo>
                  <a:cubicBezTo>
                    <a:pt x="47" y="60"/>
                    <a:pt x="48" y="63"/>
                    <a:pt x="50" y="64"/>
                  </a:cubicBezTo>
                  <a:cubicBezTo>
                    <a:pt x="52" y="64"/>
                    <a:pt x="53" y="66"/>
                    <a:pt x="54" y="67"/>
                  </a:cubicBezTo>
                  <a:cubicBezTo>
                    <a:pt x="55" y="67"/>
                    <a:pt x="59" y="69"/>
                    <a:pt x="60" y="71"/>
                  </a:cubicBezTo>
                  <a:cubicBezTo>
                    <a:pt x="61" y="72"/>
                    <a:pt x="63" y="77"/>
                    <a:pt x="64" y="78"/>
                  </a:cubicBezTo>
                  <a:cubicBezTo>
                    <a:pt x="64" y="79"/>
                    <a:pt x="64" y="79"/>
                    <a:pt x="64" y="80"/>
                  </a:cubicBezTo>
                  <a:cubicBezTo>
                    <a:pt x="77" y="80"/>
                    <a:pt x="77" y="80"/>
                    <a:pt x="77" y="80"/>
                  </a:cubicBezTo>
                  <a:cubicBezTo>
                    <a:pt x="78" y="80"/>
                    <a:pt x="80" y="79"/>
                    <a:pt x="81" y="79"/>
                  </a:cubicBezTo>
                  <a:cubicBezTo>
                    <a:pt x="83" y="79"/>
                    <a:pt x="84" y="79"/>
                    <a:pt x="85" y="80"/>
                  </a:cubicBezTo>
                  <a:cubicBezTo>
                    <a:pt x="110" y="80"/>
                    <a:pt x="110" y="80"/>
                    <a:pt x="110" y="80"/>
                  </a:cubicBezTo>
                  <a:cubicBezTo>
                    <a:pt x="111" y="79"/>
                    <a:pt x="112" y="78"/>
                    <a:pt x="112" y="78"/>
                  </a:cubicBezTo>
                  <a:cubicBezTo>
                    <a:pt x="113" y="77"/>
                    <a:pt x="113" y="75"/>
                    <a:pt x="113" y="74"/>
                  </a:cubicBezTo>
                  <a:cubicBezTo>
                    <a:pt x="113" y="73"/>
                    <a:pt x="111" y="72"/>
                    <a:pt x="111" y="72"/>
                  </a:cubicBezTo>
                  <a:cubicBezTo>
                    <a:pt x="111" y="72"/>
                    <a:pt x="113" y="71"/>
                    <a:pt x="112" y="70"/>
                  </a:cubicBezTo>
                  <a:cubicBezTo>
                    <a:pt x="111" y="69"/>
                    <a:pt x="110" y="68"/>
                    <a:pt x="110" y="68"/>
                  </a:cubicBezTo>
                  <a:cubicBezTo>
                    <a:pt x="111" y="66"/>
                    <a:pt x="111" y="66"/>
                    <a:pt x="111" y="66"/>
                  </a:cubicBezTo>
                  <a:cubicBezTo>
                    <a:pt x="113" y="66"/>
                    <a:pt x="113" y="66"/>
                    <a:pt x="113" y="66"/>
                  </a:cubicBezTo>
                  <a:cubicBezTo>
                    <a:pt x="113" y="67"/>
                    <a:pt x="113" y="67"/>
                    <a:pt x="113" y="67"/>
                  </a:cubicBezTo>
                  <a:cubicBezTo>
                    <a:pt x="115" y="67"/>
                    <a:pt x="115" y="67"/>
                    <a:pt x="115" y="67"/>
                  </a:cubicBezTo>
                  <a:cubicBezTo>
                    <a:pt x="115" y="67"/>
                    <a:pt x="116" y="69"/>
                    <a:pt x="116" y="70"/>
                  </a:cubicBezTo>
                  <a:cubicBezTo>
                    <a:pt x="116" y="71"/>
                    <a:pt x="117" y="73"/>
                    <a:pt x="117" y="73"/>
                  </a:cubicBezTo>
                  <a:cubicBezTo>
                    <a:pt x="119" y="71"/>
                    <a:pt x="119" y="71"/>
                    <a:pt x="119" y="71"/>
                  </a:cubicBezTo>
                  <a:cubicBezTo>
                    <a:pt x="119" y="71"/>
                    <a:pt x="118" y="69"/>
                    <a:pt x="118" y="68"/>
                  </a:cubicBezTo>
                  <a:cubicBezTo>
                    <a:pt x="118" y="67"/>
                    <a:pt x="118" y="66"/>
                    <a:pt x="118" y="66"/>
                  </a:cubicBezTo>
                  <a:cubicBezTo>
                    <a:pt x="120" y="64"/>
                    <a:pt x="120" y="64"/>
                    <a:pt x="120" y="64"/>
                  </a:cubicBezTo>
                  <a:cubicBezTo>
                    <a:pt x="120" y="64"/>
                    <a:pt x="122" y="64"/>
                    <a:pt x="123" y="63"/>
                  </a:cubicBezTo>
                  <a:cubicBezTo>
                    <a:pt x="124" y="62"/>
                    <a:pt x="126" y="57"/>
                    <a:pt x="126" y="57"/>
                  </a:cubicBezTo>
                  <a:cubicBezTo>
                    <a:pt x="126" y="57"/>
                    <a:pt x="127" y="58"/>
                    <a:pt x="127" y="59"/>
                  </a:cubicBezTo>
                  <a:cubicBezTo>
                    <a:pt x="128" y="61"/>
                    <a:pt x="129" y="59"/>
                    <a:pt x="129" y="58"/>
                  </a:cubicBezTo>
                  <a:cubicBezTo>
                    <a:pt x="129" y="57"/>
                    <a:pt x="128" y="54"/>
                    <a:pt x="128" y="54"/>
                  </a:cubicBezTo>
                  <a:cubicBezTo>
                    <a:pt x="128" y="54"/>
                    <a:pt x="125" y="54"/>
                    <a:pt x="125" y="53"/>
                  </a:cubicBezTo>
                  <a:cubicBezTo>
                    <a:pt x="124" y="52"/>
                    <a:pt x="124" y="51"/>
                    <a:pt x="125" y="50"/>
                  </a:cubicBezTo>
                  <a:cubicBezTo>
                    <a:pt x="125" y="48"/>
                    <a:pt x="128" y="46"/>
                    <a:pt x="128" y="46"/>
                  </a:cubicBezTo>
                  <a:cubicBezTo>
                    <a:pt x="132" y="46"/>
                    <a:pt x="132" y="46"/>
                    <a:pt x="132" y="46"/>
                  </a:cubicBezTo>
                  <a:cubicBezTo>
                    <a:pt x="134" y="44"/>
                    <a:pt x="134" y="44"/>
                    <a:pt x="134" y="44"/>
                  </a:cubicBezTo>
                  <a:cubicBezTo>
                    <a:pt x="134" y="44"/>
                    <a:pt x="136" y="44"/>
                    <a:pt x="136" y="45"/>
                  </a:cubicBezTo>
                  <a:cubicBezTo>
                    <a:pt x="136" y="47"/>
                    <a:pt x="135" y="49"/>
                    <a:pt x="135" y="49"/>
                  </a:cubicBezTo>
                  <a:cubicBezTo>
                    <a:pt x="135" y="49"/>
                    <a:pt x="136" y="52"/>
                    <a:pt x="136" y="53"/>
                  </a:cubicBezTo>
                  <a:cubicBezTo>
                    <a:pt x="136" y="54"/>
                    <a:pt x="138" y="57"/>
                    <a:pt x="138" y="55"/>
                  </a:cubicBezTo>
                  <a:cubicBezTo>
                    <a:pt x="138" y="54"/>
                    <a:pt x="138" y="50"/>
                    <a:pt x="138" y="49"/>
                  </a:cubicBezTo>
                  <a:cubicBezTo>
                    <a:pt x="138" y="48"/>
                    <a:pt x="138" y="46"/>
                    <a:pt x="138" y="46"/>
                  </a:cubicBezTo>
                  <a:cubicBezTo>
                    <a:pt x="138" y="46"/>
                    <a:pt x="139" y="45"/>
                    <a:pt x="139" y="44"/>
                  </a:cubicBezTo>
                  <a:cubicBezTo>
                    <a:pt x="144" y="53"/>
                    <a:pt x="147" y="65"/>
                    <a:pt x="147" y="77"/>
                  </a:cubicBezTo>
                  <a:cubicBezTo>
                    <a:pt x="147" y="78"/>
                    <a:pt x="147" y="79"/>
                    <a:pt x="147" y="80"/>
                  </a:cubicBezTo>
                  <a:cubicBezTo>
                    <a:pt x="152" y="80"/>
                    <a:pt x="152" y="80"/>
                    <a:pt x="152" y="80"/>
                  </a:cubicBezTo>
                  <a:cubicBezTo>
                    <a:pt x="152" y="79"/>
                    <a:pt x="153" y="78"/>
                    <a:pt x="153" y="77"/>
                  </a:cubicBezTo>
                  <a:cubicBezTo>
                    <a:pt x="153" y="32"/>
                    <a:pt x="120" y="0"/>
                    <a:pt x="76" y="0"/>
                  </a:cubicBezTo>
                  <a:cubicBezTo>
                    <a:pt x="34" y="0"/>
                    <a:pt x="0" y="34"/>
                    <a:pt x="0" y="77"/>
                  </a:cubicBezTo>
                  <a:cubicBezTo>
                    <a:pt x="0" y="78"/>
                    <a:pt x="1" y="79"/>
                    <a:pt x="1" y="80"/>
                  </a:cubicBezTo>
                  <a:lnTo>
                    <a:pt x="6" y="80"/>
                  </a:lnTo>
                  <a:close/>
                  <a:moveTo>
                    <a:pt x="53" y="9"/>
                  </a:moveTo>
                  <a:cubicBezTo>
                    <a:pt x="54" y="9"/>
                    <a:pt x="55" y="10"/>
                    <a:pt x="56" y="9"/>
                  </a:cubicBezTo>
                  <a:cubicBezTo>
                    <a:pt x="58" y="9"/>
                    <a:pt x="60" y="8"/>
                    <a:pt x="61" y="8"/>
                  </a:cubicBezTo>
                  <a:cubicBezTo>
                    <a:pt x="62" y="8"/>
                    <a:pt x="65" y="8"/>
                    <a:pt x="66" y="6"/>
                  </a:cubicBezTo>
                  <a:cubicBezTo>
                    <a:pt x="69" y="6"/>
                    <a:pt x="72" y="6"/>
                    <a:pt x="76" y="6"/>
                  </a:cubicBezTo>
                  <a:cubicBezTo>
                    <a:pt x="100" y="6"/>
                    <a:pt x="120" y="16"/>
                    <a:pt x="133" y="33"/>
                  </a:cubicBezTo>
                  <a:cubicBezTo>
                    <a:pt x="133" y="33"/>
                    <a:pt x="132" y="33"/>
                    <a:pt x="132" y="33"/>
                  </a:cubicBezTo>
                  <a:cubicBezTo>
                    <a:pt x="129" y="33"/>
                    <a:pt x="125" y="34"/>
                    <a:pt x="123" y="34"/>
                  </a:cubicBezTo>
                  <a:cubicBezTo>
                    <a:pt x="122" y="34"/>
                    <a:pt x="117" y="34"/>
                    <a:pt x="117" y="34"/>
                  </a:cubicBezTo>
                  <a:cubicBezTo>
                    <a:pt x="117" y="34"/>
                    <a:pt x="107" y="32"/>
                    <a:pt x="106" y="32"/>
                  </a:cubicBezTo>
                  <a:cubicBezTo>
                    <a:pt x="105" y="32"/>
                    <a:pt x="100" y="30"/>
                    <a:pt x="99" y="30"/>
                  </a:cubicBezTo>
                  <a:cubicBezTo>
                    <a:pt x="99" y="30"/>
                    <a:pt x="86" y="30"/>
                    <a:pt x="84" y="30"/>
                  </a:cubicBezTo>
                  <a:cubicBezTo>
                    <a:pt x="83" y="29"/>
                    <a:pt x="76" y="27"/>
                    <a:pt x="76" y="27"/>
                  </a:cubicBezTo>
                  <a:cubicBezTo>
                    <a:pt x="76" y="27"/>
                    <a:pt x="74" y="29"/>
                    <a:pt x="71" y="29"/>
                  </a:cubicBezTo>
                  <a:cubicBezTo>
                    <a:pt x="69" y="29"/>
                    <a:pt x="65" y="28"/>
                    <a:pt x="65" y="28"/>
                  </a:cubicBezTo>
                  <a:cubicBezTo>
                    <a:pt x="64" y="26"/>
                    <a:pt x="64" y="26"/>
                    <a:pt x="64" y="26"/>
                  </a:cubicBezTo>
                  <a:cubicBezTo>
                    <a:pt x="66" y="25"/>
                    <a:pt x="66" y="25"/>
                    <a:pt x="66" y="25"/>
                  </a:cubicBezTo>
                  <a:cubicBezTo>
                    <a:pt x="71" y="27"/>
                    <a:pt x="71" y="27"/>
                    <a:pt x="71" y="27"/>
                  </a:cubicBezTo>
                  <a:cubicBezTo>
                    <a:pt x="71" y="27"/>
                    <a:pt x="70" y="25"/>
                    <a:pt x="69" y="23"/>
                  </a:cubicBezTo>
                  <a:cubicBezTo>
                    <a:pt x="68" y="22"/>
                    <a:pt x="68" y="19"/>
                    <a:pt x="67" y="19"/>
                  </a:cubicBezTo>
                  <a:cubicBezTo>
                    <a:pt x="66" y="19"/>
                    <a:pt x="60" y="17"/>
                    <a:pt x="57" y="17"/>
                  </a:cubicBezTo>
                  <a:cubicBezTo>
                    <a:pt x="55" y="17"/>
                    <a:pt x="52" y="20"/>
                    <a:pt x="50" y="20"/>
                  </a:cubicBezTo>
                  <a:cubicBezTo>
                    <a:pt x="49" y="19"/>
                    <a:pt x="45" y="20"/>
                    <a:pt x="45" y="20"/>
                  </a:cubicBezTo>
                  <a:cubicBezTo>
                    <a:pt x="43" y="22"/>
                    <a:pt x="43" y="22"/>
                    <a:pt x="43" y="22"/>
                  </a:cubicBezTo>
                  <a:cubicBezTo>
                    <a:pt x="43" y="22"/>
                    <a:pt x="45" y="23"/>
                    <a:pt x="45" y="24"/>
                  </a:cubicBezTo>
                  <a:cubicBezTo>
                    <a:pt x="44" y="24"/>
                    <a:pt x="41" y="27"/>
                    <a:pt x="43" y="26"/>
                  </a:cubicBezTo>
                  <a:cubicBezTo>
                    <a:pt x="45" y="25"/>
                    <a:pt x="47" y="26"/>
                    <a:pt x="48" y="25"/>
                  </a:cubicBezTo>
                  <a:cubicBezTo>
                    <a:pt x="48" y="24"/>
                    <a:pt x="49" y="23"/>
                    <a:pt x="50" y="23"/>
                  </a:cubicBezTo>
                  <a:cubicBezTo>
                    <a:pt x="51" y="23"/>
                    <a:pt x="55" y="22"/>
                    <a:pt x="55" y="22"/>
                  </a:cubicBezTo>
                  <a:cubicBezTo>
                    <a:pt x="55" y="22"/>
                    <a:pt x="58" y="22"/>
                    <a:pt x="57" y="23"/>
                  </a:cubicBezTo>
                  <a:cubicBezTo>
                    <a:pt x="57" y="24"/>
                    <a:pt x="55" y="23"/>
                    <a:pt x="53" y="24"/>
                  </a:cubicBezTo>
                  <a:cubicBezTo>
                    <a:pt x="52" y="25"/>
                    <a:pt x="51" y="26"/>
                    <a:pt x="51" y="26"/>
                  </a:cubicBezTo>
                  <a:cubicBezTo>
                    <a:pt x="52" y="27"/>
                    <a:pt x="51" y="29"/>
                    <a:pt x="49" y="28"/>
                  </a:cubicBezTo>
                  <a:cubicBezTo>
                    <a:pt x="47" y="28"/>
                    <a:pt x="45" y="30"/>
                    <a:pt x="44" y="29"/>
                  </a:cubicBezTo>
                  <a:cubicBezTo>
                    <a:pt x="43" y="28"/>
                    <a:pt x="39" y="28"/>
                    <a:pt x="39" y="27"/>
                  </a:cubicBezTo>
                  <a:cubicBezTo>
                    <a:pt x="40" y="26"/>
                    <a:pt x="38" y="26"/>
                    <a:pt x="38" y="26"/>
                  </a:cubicBezTo>
                  <a:cubicBezTo>
                    <a:pt x="38" y="26"/>
                    <a:pt x="35" y="26"/>
                    <a:pt x="34" y="27"/>
                  </a:cubicBezTo>
                  <a:cubicBezTo>
                    <a:pt x="34" y="27"/>
                    <a:pt x="32" y="27"/>
                    <a:pt x="31" y="27"/>
                  </a:cubicBezTo>
                  <a:cubicBezTo>
                    <a:pt x="30" y="28"/>
                    <a:pt x="30" y="30"/>
                    <a:pt x="29" y="31"/>
                  </a:cubicBezTo>
                  <a:cubicBezTo>
                    <a:pt x="29" y="32"/>
                    <a:pt x="27" y="32"/>
                    <a:pt x="27" y="32"/>
                  </a:cubicBezTo>
                  <a:cubicBezTo>
                    <a:pt x="27" y="31"/>
                    <a:pt x="27" y="31"/>
                    <a:pt x="25" y="32"/>
                  </a:cubicBezTo>
                  <a:cubicBezTo>
                    <a:pt x="24" y="32"/>
                    <a:pt x="21" y="35"/>
                    <a:pt x="22" y="36"/>
                  </a:cubicBezTo>
                  <a:cubicBezTo>
                    <a:pt x="23" y="36"/>
                    <a:pt x="26" y="35"/>
                    <a:pt x="27" y="34"/>
                  </a:cubicBezTo>
                  <a:cubicBezTo>
                    <a:pt x="27" y="34"/>
                    <a:pt x="29" y="33"/>
                    <a:pt x="29" y="33"/>
                  </a:cubicBezTo>
                  <a:cubicBezTo>
                    <a:pt x="31" y="34"/>
                    <a:pt x="31" y="34"/>
                    <a:pt x="31" y="34"/>
                  </a:cubicBezTo>
                  <a:cubicBezTo>
                    <a:pt x="31" y="34"/>
                    <a:pt x="31" y="36"/>
                    <a:pt x="31" y="37"/>
                  </a:cubicBezTo>
                  <a:cubicBezTo>
                    <a:pt x="30" y="38"/>
                    <a:pt x="31" y="40"/>
                    <a:pt x="30" y="40"/>
                  </a:cubicBezTo>
                  <a:cubicBezTo>
                    <a:pt x="29" y="41"/>
                    <a:pt x="29" y="41"/>
                    <a:pt x="29" y="41"/>
                  </a:cubicBezTo>
                  <a:cubicBezTo>
                    <a:pt x="29" y="41"/>
                    <a:pt x="32" y="41"/>
                    <a:pt x="32" y="39"/>
                  </a:cubicBezTo>
                  <a:cubicBezTo>
                    <a:pt x="32" y="38"/>
                    <a:pt x="32" y="34"/>
                    <a:pt x="33" y="34"/>
                  </a:cubicBezTo>
                  <a:cubicBezTo>
                    <a:pt x="34" y="34"/>
                    <a:pt x="34" y="37"/>
                    <a:pt x="34" y="37"/>
                  </a:cubicBezTo>
                  <a:cubicBezTo>
                    <a:pt x="34" y="37"/>
                    <a:pt x="34" y="39"/>
                    <a:pt x="34" y="40"/>
                  </a:cubicBezTo>
                  <a:cubicBezTo>
                    <a:pt x="33" y="40"/>
                    <a:pt x="32" y="44"/>
                    <a:pt x="32" y="44"/>
                  </a:cubicBezTo>
                  <a:cubicBezTo>
                    <a:pt x="32" y="44"/>
                    <a:pt x="33" y="45"/>
                    <a:pt x="33" y="44"/>
                  </a:cubicBezTo>
                  <a:cubicBezTo>
                    <a:pt x="34" y="43"/>
                    <a:pt x="35" y="41"/>
                    <a:pt x="35" y="41"/>
                  </a:cubicBezTo>
                  <a:cubicBezTo>
                    <a:pt x="35" y="41"/>
                    <a:pt x="37" y="41"/>
                    <a:pt x="37" y="42"/>
                  </a:cubicBezTo>
                  <a:cubicBezTo>
                    <a:pt x="36" y="44"/>
                    <a:pt x="35" y="45"/>
                    <a:pt x="36" y="46"/>
                  </a:cubicBezTo>
                  <a:cubicBezTo>
                    <a:pt x="37" y="47"/>
                    <a:pt x="41" y="47"/>
                    <a:pt x="40" y="48"/>
                  </a:cubicBezTo>
                  <a:cubicBezTo>
                    <a:pt x="39" y="50"/>
                    <a:pt x="36" y="53"/>
                    <a:pt x="35" y="53"/>
                  </a:cubicBezTo>
                  <a:cubicBezTo>
                    <a:pt x="35" y="53"/>
                    <a:pt x="30" y="49"/>
                    <a:pt x="29" y="48"/>
                  </a:cubicBezTo>
                  <a:cubicBezTo>
                    <a:pt x="28" y="48"/>
                    <a:pt x="26" y="46"/>
                    <a:pt x="26" y="45"/>
                  </a:cubicBezTo>
                  <a:cubicBezTo>
                    <a:pt x="26" y="44"/>
                    <a:pt x="27" y="41"/>
                    <a:pt x="27" y="40"/>
                  </a:cubicBezTo>
                  <a:cubicBezTo>
                    <a:pt x="26" y="40"/>
                    <a:pt x="22" y="38"/>
                    <a:pt x="21" y="38"/>
                  </a:cubicBezTo>
                  <a:cubicBezTo>
                    <a:pt x="20" y="39"/>
                    <a:pt x="19" y="40"/>
                    <a:pt x="18" y="41"/>
                  </a:cubicBezTo>
                  <a:cubicBezTo>
                    <a:pt x="17" y="41"/>
                    <a:pt x="15" y="43"/>
                    <a:pt x="14" y="44"/>
                  </a:cubicBezTo>
                  <a:cubicBezTo>
                    <a:pt x="14" y="45"/>
                    <a:pt x="12" y="48"/>
                    <a:pt x="11" y="50"/>
                  </a:cubicBezTo>
                  <a:cubicBezTo>
                    <a:pt x="18" y="31"/>
                    <a:pt x="34" y="16"/>
                    <a:pt x="53" y="9"/>
                  </a:cubicBezTo>
                  <a:close/>
                </a:path>
              </a:pathLst>
            </a:custGeom>
            <a:solidFill>
              <a:srgbClr val="8B8B8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067" name="组合 1066"/>
            <p:cNvGrpSpPr/>
            <p:nvPr/>
          </p:nvGrpSpPr>
          <p:grpSpPr>
            <a:xfrm>
              <a:off x="10522645" y="3548766"/>
              <a:ext cx="991708" cy="956771"/>
              <a:chOff x="5761264" y="2062747"/>
              <a:chExt cx="606994" cy="433859"/>
            </a:xfrm>
          </p:grpSpPr>
          <p:sp>
            <p:nvSpPr>
              <p:cNvPr id="110" name="Freeform 47"/>
              <p:cNvSpPr>
                <a:spLocks/>
              </p:cNvSpPr>
              <p:nvPr/>
            </p:nvSpPr>
            <p:spPr bwMode="auto">
              <a:xfrm>
                <a:off x="5761264" y="2062747"/>
                <a:ext cx="606994" cy="429785"/>
              </a:xfrm>
              <a:custGeom>
                <a:avLst/>
                <a:gdLst>
                  <a:gd name="T0" fmla="*/ 0 w 298"/>
                  <a:gd name="T1" fmla="*/ 0 h 211"/>
                  <a:gd name="T2" fmla="*/ 2 w 298"/>
                  <a:gd name="T3" fmla="*/ 211 h 211"/>
                  <a:gd name="T4" fmla="*/ 4 w 298"/>
                  <a:gd name="T5" fmla="*/ 211 h 211"/>
                  <a:gd name="T6" fmla="*/ 298 w 298"/>
                  <a:gd name="T7" fmla="*/ 109 h 211"/>
                  <a:gd name="T8" fmla="*/ 7 w 298"/>
                  <a:gd name="T9" fmla="*/ 0 h 211"/>
                  <a:gd name="T10" fmla="*/ 0 w 298"/>
                  <a:gd name="T11" fmla="*/ 0 h 211"/>
                </a:gdLst>
                <a:ahLst/>
                <a:cxnLst>
                  <a:cxn ang="0">
                    <a:pos x="T0" y="T1"/>
                  </a:cxn>
                  <a:cxn ang="0">
                    <a:pos x="T2" y="T3"/>
                  </a:cxn>
                  <a:cxn ang="0">
                    <a:pos x="T4" y="T5"/>
                  </a:cxn>
                  <a:cxn ang="0">
                    <a:pos x="T6" y="T7"/>
                  </a:cxn>
                  <a:cxn ang="0">
                    <a:pos x="T8" y="T9"/>
                  </a:cxn>
                  <a:cxn ang="0">
                    <a:pos x="T10" y="T11"/>
                  </a:cxn>
                </a:cxnLst>
                <a:rect l="0" t="0" r="r" b="b"/>
                <a:pathLst>
                  <a:path w="298" h="211">
                    <a:moveTo>
                      <a:pt x="0" y="0"/>
                    </a:moveTo>
                    <a:lnTo>
                      <a:pt x="2" y="211"/>
                    </a:lnTo>
                    <a:lnTo>
                      <a:pt x="4" y="211"/>
                    </a:lnTo>
                    <a:lnTo>
                      <a:pt x="298" y="109"/>
                    </a:lnTo>
                    <a:lnTo>
                      <a:pt x="7" y="0"/>
                    </a:lnTo>
                    <a:lnTo>
                      <a:pt x="0" y="0"/>
                    </a:lnTo>
                    <a:close/>
                  </a:path>
                </a:pathLst>
              </a:custGeom>
              <a:solidFill>
                <a:srgbClr val="FDDF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48"/>
              <p:cNvSpPr>
                <a:spLocks/>
              </p:cNvSpPr>
              <p:nvPr/>
            </p:nvSpPr>
            <p:spPr bwMode="auto">
              <a:xfrm>
                <a:off x="5761264" y="2284769"/>
                <a:ext cx="606994" cy="211837"/>
              </a:xfrm>
              <a:custGeom>
                <a:avLst/>
                <a:gdLst>
                  <a:gd name="T0" fmla="*/ 4 w 298"/>
                  <a:gd name="T1" fmla="*/ 104 h 104"/>
                  <a:gd name="T2" fmla="*/ 298 w 298"/>
                  <a:gd name="T3" fmla="*/ 0 h 104"/>
                  <a:gd name="T4" fmla="*/ 0 w 298"/>
                  <a:gd name="T5" fmla="*/ 19 h 104"/>
                  <a:gd name="T6" fmla="*/ 2 w 298"/>
                  <a:gd name="T7" fmla="*/ 104 h 104"/>
                  <a:gd name="T8" fmla="*/ 4 w 298"/>
                  <a:gd name="T9" fmla="*/ 104 h 104"/>
                </a:gdLst>
                <a:ahLst/>
                <a:cxnLst>
                  <a:cxn ang="0">
                    <a:pos x="T0" y="T1"/>
                  </a:cxn>
                  <a:cxn ang="0">
                    <a:pos x="T2" y="T3"/>
                  </a:cxn>
                  <a:cxn ang="0">
                    <a:pos x="T4" y="T5"/>
                  </a:cxn>
                  <a:cxn ang="0">
                    <a:pos x="T6" y="T7"/>
                  </a:cxn>
                  <a:cxn ang="0">
                    <a:pos x="T8" y="T9"/>
                  </a:cxn>
                </a:cxnLst>
                <a:rect l="0" t="0" r="r" b="b"/>
                <a:pathLst>
                  <a:path w="298" h="104">
                    <a:moveTo>
                      <a:pt x="4" y="104"/>
                    </a:moveTo>
                    <a:lnTo>
                      <a:pt x="298" y="0"/>
                    </a:lnTo>
                    <a:lnTo>
                      <a:pt x="0" y="19"/>
                    </a:lnTo>
                    <a:lnTo>
                      <a:pt x="2" y="104"/>
                    </a:lnTo>
                    <a:lnTo>
                      <a:pt x="4" y="104"/>
                    </a:lnTo>
                    <a:close/>
                  </a:path>
                </a:pathLst>
              </a:custGeom>
              <a:solidFill>
                <a:srgbClr val="BEA7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49"/>
              <p:cNvSpPr>
                <a:spLocks/>
              </p:cNvSpPr>
              <p:nvPr/>
            </p:nvSpPr>
            <p:spPr bwMode="auto">
              <a:xfrm>
                <a:off x="5761264" y="2178850"/>
                <a:ext cx="606994" cy="207763"/>
              </a:xfrm>
              <a:custGeom>
                <a:avLst/>
                <a:gdLst>
                  <a:gd name="T0" fmla="*/ 0 w 298"/>
                  <a:gd name="T1" fmla="*/ 0 h 102"/>
                  <a:gd name="T2" fmla="*/ 298 w 298"/>
                  <a:gd name="T3" fmla="*/ 52 h 102"/>
                  <a:gd name="T4" fmla="*/ 2 w 298"/>
                  <a:gd name="T5" fmla="*/ 102 h 102"/>
                  <a:gd name="T6" fmla="*/ 0 w 298"/>
                  <a:gd name="T7" fmla="*/ 0 h 102"/>
                </a:gdLst>
                <a:ahLst/>
                <a:cxnLst>
                  <a:cxn ang="0">
                    <a:pos x="T0" y="T1"/>
                  </a:cxn>
                  <a:cxn ang="0">
                    <a:pos x="T2" y="T3"/>
                  </a:cxn>
                  <a:cxn ang="0">
                    <a:pos x="T4" y="T5"/>
                  </a:cxn>
                  <a:cxn ang="0">
                    <a:pos x="T6" y="T7"/>
                  </a:cxn>
                </a:cxnLst>
                <a:rect l="0" t="0" r="r" b="b"/>
                <a:pathLst>
                  <a:path w="298" h="102">
                    <a:moveTo>
                      <a:pt x="0" y="0"/>
                    </a:moveTo>
                    <a:lnTo>
                      <a:pt x="298" y="52"/>
                    </a:lnTo>
                    <a:lnTo>
                      <a:pt x="2" y="102"/>
                    </a:lnTo>
                    <a:lnTo>
                      <a:pt x="0" y="0"/>
                    </a:lnTo>
                    <a:close/>
                  </a:path>
                </a:pathLst>
              </a:custGeom>
              <a:solidFill>
                <a:srgbClr val="EBCF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50"/>
              <p:cNvSpPr>
                <a:spLocks/>
              </p:cNvSpPr>
              <p:nvPr/>
            </p:nvSpPr>
            <p:spPr bwMode="auto">
              <a:xfrm>
                <a:off x="6131979" y="2211440"/>
                <a:ext cx="236279" cy="144620"/>
              </a:xfrm>
              <a:custGeom>
                <a:avLst/>
                <a:gdLst>
                  <a:gd name="T0" fmla="*/ 9 w 49"/>
                  <a:gd name="T1" fmla="*/ 0 h 30"/>
                  <a:gd name="T2" fmla="*/ 49 w 49"/>
                  <a:gd name="T3" fmla="*/ 15 h 30"/>
                  <a:gd name="T4" fmla="*/ 8 w 49"/>
                  <a:gd name="T5" fmla="*/ 30 h 30"/>
                  <a:gd name="T6" fmla="*/ 2 w 49"/>
                  <a:gd name="T7" fmla="*/ 20 h 30"/>
                  <a:gd name="T8" fmla="*/ 9 w 49"/>
                  <a:gd name="T9" fmla="*/ 0 h 30"/>
                </a:gdLst>
                <a:ahLst/>
                <a:cxnLst>
                  <a:cxn ang="0">
                    <a:pos x="T0" y="T1"/>
                  </a:cxn>
                  <a:cxn ang="0">
                    <a:pos x="T2" y="T3"/>
                  </a:cxn>
                  <a:cxn ang="0">
                    <a:pos x="T4" y="T5"/>
                  </a:cxn>
                  <a:cxn ang="0">
                    <a:pos x="T6" y="T7"/>
                  </a:cxn>
                  <a:cxn ang="0">
                    <a:pos x="T8" y="T9"/>
                  </a:cxn>
                </a:cxnLst>
                <a:rect l="0" t="0" r="r" b="b"/>
                <a:pathLst>
                  <a:path w="49" h="30">
                    <a:moveTo>
                      <a:pt x="9" y="0"/>
                    </a:moveTo>
                    <a:cubicBezTo>
                      <a:pt x="49" y="15"/>
                      <a:pt x="49" y="15"/>
                      <a:pt x="49" y="15"/>
                    </a:cubicBezTo>
                    <a:cubicBezTo>
                      <a:pt x="8" y="30"/>
                      <a:pt x="8" y="30"/>
                      <a:pt x="8" y="30"/>
                    </a:cubicBezTo>
                    <a:cubicBezTo>
                      <a:pt x="8" y="30"/>
                      <a:pt x="3" y="25"/>
                      <a:pt x="2" y="20"/>
                    </a:cubicBezTo>
                    <a:cubicBezTo>
                      <a:pt x="0" y="15"/>
                      <a:pt x="9" y="0"/>
                      <a:pt x="9" y="0"/>
                    </a:cubicBezTo>
                    <a:close/>
                  </a:path>
                </a:pathLst>
              </a:custGeom>
              <a:solidFill>
                <a:srgbClr val="3F2C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99" name="Freeform 30"/>
            <p:cNvSpPr>
              <a:spLocks/>
            </p:cNvSpPr>
            <p:nvPr/>
          </p:nvSpPr>
          <p:spPr bwMode="auto">
            <a:xfrm rot="16200000">
              <a:off x="9299225" y="3559493"/>
              <a:ext cx="952196" cy="936100"/>
            </a:xfrm>
            <a:custGeom>
              <a:avLst/>
              <a:gdLst>
                <a:gd name="T0" fmla="*/ 355 w 355"/>
                <a:gd name="T1" fmla="*/ 349 h 349"/>
                <a:gd name="T2" fmla="*/ 355 w 355"/>
                <a:gd name="T3" fmla="*/ 0 h 349"/>
                <a:gd name="T4" fmla="*/ 0 w 355"/>
                <a:gd name="T5" fmla="*/ 349 h 349"/>
                <a:gd name="T6" fmla="*/ 355 w 355"/>
                <a:gd name="T7" fmla="*/ 349 h 349"/>
              </a:gdLst>
              <a:ahLst/>
              <a:cxnLst>
                <a:cxn ang="0">
                  <a:pos x="T0" y="T1"/>
                </a:cxn>
                <a:cxn ang="0">
                  <a:pos x="T2" y="T3"/>
                </a:cxn>
                <a:cxn ang="0">
                  <a:pos x="T4" y="T5"/>
                </a:cxn>
                <a:cxn ang="0">
                  <a:pos x="T6" y="T7"/>
                </a:cxn>
              </a:cxnLst>
              <a:rect l="0" t="0" r="r" b="b"/>
              <a:pathLst>
                <a:path w="355" h="349">
                  <a:moveTo>
                    <a:pt x="355" y="349"/>
                  </a:moveTo>
                  <a:lnTo>
                    <a:pt x="355" y="0"/>
                  </a:lnTo>
                  <a:lnTo>
                    <a:pt x="0" y="349"/>
                  </a:lnTo>
                  <a:lnTo>
                    <a:pt x="355" y="349"/>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3" name="KSO_Shape"/>
            <p:cNvSpPr/>
            <p:nvPr/>
          </p:nvSpPr>
          <p:spPr>
            <a:xfrm rot="8100000">
              <a:off x="2804283" y="3808125"/>
              <a:ext cx="1392323" cy="1392323"/>
            </a:xfrm>
            <a:prstGeom prst="rtTriangl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4" name="KSO_Shape"/>
            <p:cNvSpPr/>
            <p:nvPr/>
          </p:nvSpPr>
          <p:spPr>
            <a:xfrm rot="8100000" flipH="1" flipV="1">
              <a:off x="4217945" y="2847387"/>
              <a:ext cx="1392323" cy="1392323"/>
            </a:xfrm>
            <a:prstGeom prst="rtTriangle">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 name="KSO_Shape"/>
            <p:cNvSpPr/>
            <p:nvPr/>
          </p:nvSpPr>
          <p:spPr>
            <a:xfrm rot="8100000">
              <a:off x="5509336" y="3808125"/>
              <a:ext cx="1392323" cy="1392323"/>
            </a:xfrm>
            <a:prstGeom prst="rtTriangle">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6" name="KSO_Shape"/>
            <p:cNvSpPr/>
            <p:nvPr/>
          </p:nvSpPr>
          <p:spPr>
            <a:xfrm rot="8100000" flipH="1" flipV="1">
              <a:off x="6843881" y="2847386"/>
              <a:ext cx="1392323" cy="1392323"/>
            </a:xfrm>
            <a:prstGeom prst="rtTriangle">
              <a:avLst/>
            </a:prstGeom>
            <a:solidFill>
              <a:srgbClr val="CB37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7" name="KSO_Shape"/>
            <p:cNvSpPr/>
            <p:nvPr/>
          </p:nvSpPr>
          <p:spPr>
            <a:xfrm rot="8100000">
              <a:off x="8224838" y="3808125"/>
              <a:ext cx="1392323" cy="1392323"/>
            </a:xfrm>
            <a:prstGeom prst="rtTriangl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grpSp>
        <p:nvGrpSpPr>
          <p:cNvPr id="1079" name="组合 1078"/>
          <p:cNvGrpSpPr/>
          <p:nvPr/>
        </p:nvGrpSpPr>
        <p:grpSpPr>
          <a:xfrm>
            <a:off x="4428361" y="3881140"/>
            <a:ext cx="713651" cy="2152127"/>
            <a:chOff x="4832342" y="3881140"/>
            <a:chExt cx="713651" cy="2152127"/>
          </a:xfrm>
        </p:grpSpPr>
        <p:sp>
          <p:nvSpPr>
            <p:cNvPr id="1074" name="椭圆 1073"/>
            <p:cNvSpPr/>
            <p:nvPr/>
          </p:nvSpPr>
          <p:spPr>
            <a:xfrm>
              <a:off x="5058408" y="3881140"/>
              <a:ext cx="261518" cy="261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椭圆 208"/>
            <p:cNvSpPr/>
            <p:nvPr/>
          </p:nvSpPr>
          <p:spPr>
            <a:xfrm>
              <a:off x="5125611" y="3948343"/>
              <a:ext cx="127112" cy="127112"/>
            </a:xfrm>
            <a:prstGeom prst="ellipse">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6" name="直接连接符 1075"/>
            <p:cNvCxnSpPr/>
            <p:nvPr/>
          </p:nvCxnSpPr>
          <p:spPr>
            <a:xfrm>
              <a:off x="5189167" y="3948343"/>
              <a:ext cx="0" cy="1097790"/>
            </a:xfrm>
            <a:prstGeom prst="line">
              <a:avLst/>
            </a:prstGeom>
            <a:ln w="25400">
              <a:solidFill>
                <a:srgbClr val="65A6AF"/>
              </a:solidFill>
            </a:ln>
          </p:spPr>
          <p:style>
            <a:lnRef idx="1">
              <a:schemeClr val="accent1"/>
            </a:lnRef>
            <a:fillRef idx="0">
              <a:schemeClr val="accent1"/>
            </a:fillRef>
            <a:effectRef idx="0">
              <a:schemeClr val="accent1"/>
            </a:effectRef>
            <a:fontRef idx="minor">
              <a:schemeClr val="tx1"/>
            </a:fontRef>
          </p:style>
        </p:cxnSp>
        <p:sp>
          <p:nvSpPr>
            <p:cNvPr id="213" name="椭圆 212"/>
            <p:cNvSpPr/>
            <p:nvPr/>
          </p:nvSpPr>
          <p:spPr>
            <a:xfrm>
              <a:off x="5125611" y="4994423"/>
              <a:ext cx="127112" cy="127112"/>
            </a:xfrm>
            <a:prstGeom prst="ellipse">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KSO_Shape"/>
            <p:cNvSpPr/>
            <p:nvPr/>
          </p:nvSpPr>
          <p:spPr>
            <a:xfrm flipV="1">
              <a:off x="4832342" y="5016187"/>
              <a:ext cx="713651" cy="101708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grpSp>
      <p:grpSp>
        <p:nvGrpSpPr>
          <p:cNvPr id="226" name="组合 225"/>
          <p:cNvGrpSpPr/>
          <p:nvPr/>
        </p:nvGrpSpPr>
        <p:grpSpPr>
          <a:xfrm>
            <a:off x="2309399" y="4705939"/>
            <a:ext cx="2061273" cy="1052348"/>
            <a:chOff x="1543368" y="2159719"/>
            <a:chExt cx="2061273" cy="1052348"/>
          </a:xfrm>
        </p:grpSpPr>
        <p:sp>
          <p:nvSpPr>
            <p:cNvPr id="227" name="文本框 226"/>
            <p:cNvSpPr txBox="1"/>
            <p:nvPr/>
          </p:nvSpPr>
          <p:spPr>
            <a:xfrm>
              <a:off x="1968710" y="2159719"/>
              <a:ext cx="1210588"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228" name="文本框 227"/>
            <p:cNvSpPr txBox="1"/>
            <p:nvPr/>
          </p:nvSpPr>
          <p:spPr>
            <a:xfrm>
              <a:off x="1543368" y="2510721"/>
              <a:ext cx="2061273" cy="701346"/>
            </a:xfrm>
            <a:prstGeom prst="rect">
              <a:avLst/>
            </a:prstGeom>
            <a:noFill/>
          </p:spPr>
          <p:txBody>
            <a:bodyPr wrap="square" rtlCol="0">
              <a:spAutoFit/>
            </a:bodyPr>
            <a:lstStyle/>
            <a:p>
              <a:pPr algn="ct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a:t>
              </a:r>
            </a:p>
          </p:txBody>
        </p:sp>
      </p:grpSp>
      <p:grpSp>
        <p:nvGrpSpPr>
          <p:cNvPr id="1087" name="组合 1086"/>
          <p:cNvGrpSpPr/>
          <p:nvPr/>
        </p:nvGrpSpPr>
        <p:grpSpPr>
          <a:xfrm>
            <a:off x="5719556" y="1839985"/>
            <a:ext cx="713651" cy="2406127"/>
            <a:chOff x="5846556" y="1839985"/>
            <a:chExt cx="713651" cy="2406127"/>
          </a:xfrm>
        </p:grpSpPr>
        <p:sp>
          <p:nvSpPr>
            <p:cNvPr id="230" name="椭圆 229"/>
            <p:cNvSpPr/>
            <p:nvPr/>
          </p:nvSpPr>
          <p:spPr>
            <a:xfrm flipV="1">
              <a:off x="6072622" y="3984594"/>
              <a:ext cx="261518" cy="261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椭圆 230"/>
            <p:cNvSpPr/>
            <p:nvPr/>
          </p:nvSpPr>
          <p:spPr>
            <a:xfrm flipV="1">
              <a:off x="6139825" y="4051797"/>
              <a:ext cx="127112" cy="127112"/>
            </a:xfrm>
            <a:prstGeom prst="ellipse">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2" name="直接连接符 231"/>
            <p:cNvCxnSpPr>
              <a:stCxn id="231" idx="4"/>
              <a:endCxn id="233" idx="0"/>
            </p:cNvCxnSpPr>
            <p:nvPr/>
          </p:nvCxnSpPr>
          <p:spPr>
            <a:xfrm flipV="1">
              <a:off x="6203381" y="2878829"/>
              <a:ext cx="0" cy="1172968"/>
            </a:xfrm>
            <a:prstGeom prst="line">
              <a:avLst/>
            </a:prstGeom>
            <a:solidFill>
              <a:srgbClr val="F67210"/>
            </a:solidFill>
            <a:ln w="25400">
              <a:solidFill>
                <a:srgbClr val="F67210"/>
              </a:solidFill>
            </a:ln>
          </p:spPr>
          <p:style>
            <a:lnRef idx="1">
              <a:schemeClr val="accent1"/>
            </a:lnRef>
            <a:fillRef idx="0">
              <a:schemeClr val="accent1"/>
            </a:fillRef>
            <a:effectRef idx="0">
              <a:schemeClr val="accent1"/>
            </a:effectRef>
            <a:fontRef idx="minor">
              <a:schemeClr val="tx1"/>
            </a:fontRef>
          </p:style>
        </p:cxnSp>
        <p:sp>
          <p:nvSpPr>
            <p:cNvPr id="233" name="椭圆 232"/>
            <p:cNvSpPr/>
            <p:nvPr/>
          </p:nvSpPr>
          <p:spPr>
            <a:xfrm flipV="1">
              <a:off x="6139825" y="2751717"/>
              <a:ext cx="127112" cy="127112"/>
            </a:xfrm>
            <a:prstGeom prst="ellipse">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KSO_Shape"/>
            <p:cNvSpPr/>
            <p:nvPr/>
          </p:nvSpPr>
          <p:spPr>
            <a:xfrm>
              <a:off x="5846556" y="1839985"/>
              <a:ext cx="713651" cy="101708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grpSp>
      <p:grpSp>
        <p:nvGrpSpPr>
          <p:cNvPr id="235" name="组合 234"/>
          <p:cNvGrpSpPr/>
          <p:nvPr/>
        </p:nvGrpSpPr>
        <p:grpSpPr>
          <a:xfrm>
            <a:off x="7058332" y="3881140"/>
            <a:ext cx="713651" cy="2152127"/>
            <a:chOff x="4832342" y="3881140"/>
            <a:chExt cx="713651" cy="2152127"/>
          </a:xfrm>
          <a:solidFill>
            <a:srgbClr val="CB3737"/>
          </a:solidFill>
        </p:grpSpPr>
        <p:sp>
          <p:nvSpPr>
            <p:cNvPr id="236" name="椭圆 235"/>
            <p:cNvSpPr/>
            <p:nvPr/>
          </p:nvSpPr>
          <p:spPr>
            <a:xfrm>
              <a:off x="5058408" y="3881140"/>
              <a:ext cx="261518" cy="261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a:off x="5125611" y="3948343"/>
              <a:ext cx="127112" cy="12711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8" name="直接连接符 237"/>
            <p:cNvCxnSpPr/>
            <p:nvPr/>
          </p:nvCxnSpPr>
          <p:spPr>
            <a:xfrm>
              <a:off x="5189167" y="3948343"/>
              <a:ext cx="0" cy="1097790"/>
            </a:xfrm>
            <a:prstGeom prst="line">
              <a:avLst/>
            </a:prstGeom>
            <a:grpFill/>
            <a:ln w="25400">
              <a:solidFill>
                <a:srgbClr val="CB3737"/>
              </a:solidFill>
            </a:ln>
          </p:spPr>
          <p:style>
            <a:lnRef idx="1">
              <a:schemeClr val="accent1"/>
            </a:lnRef>
            <a:fillRef idx="0">
              <a:schemeClr val="accent1"/>
            </a:fillRef>
            <a:effectRef idx="0">
              <a:schemeClr val="accent1"/>
            </a:effectRef>
            <a:fontRef idx="minor">
              <a:schemeClr val="tx1"/>
            </a:fontRef>
          </p:style>
        </p:cxnSp>
        <p:sp>
          <p:nvSpPr>
            <p:cNvPr id="239" name="椭圆 238"/>
            <p:cNvSpPr/>
            <p:nvPr/>
          </p:nvSpPr>
          <p:spPr>
            <a:xfrm>
              <a:off x="5125611" y="4994423"/>
              <a:ext cx="127112" cy="12711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KSO_Shape"/>
            <p:cNvSpPr/>
            <p:nvPr/>
          </p:nvSpPr>
          <p:spPr>
            <a:xfrm flipV="1">
              <a:off x="4832342" y="5016187"/>
              <a:ext cx="713651" cy="101708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grpSp>
      <p:grpSp>
        <p:nvGrpSpPr>
          <p:cNvPr id="1085" name="组合 1084"/>
          <p:cNvGrpSpPr/>
          <p:nvPr/>
        </p:nvGrpSpPr>
        <p:grpSpPr>
          <a:xfrm>
            <a:off x="3009256" y="1839985"/>
            <a:ext cx="713651" cy="2406127"/>
            <a:chOff x="3136256" y="1839985"/>
            <a:chExt cx="713651" cy="2406127"/>
          </a:xfrm>
        </p:grpSpPr>
        <p:sp>
          <p:nvSpPr>
            <p:cNvPr id="248" name="椭圆 247"/>
            <p:cNvSpPr/>
            <p:nvPr/>
          </p:nvSpPr>
          <p:spPr>
            <a:xfrm flipV="1">
              <a:off x="3362322" y="3984594"/>
              <a:ext cx="261518" cy="261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9" name="椭圆 248"/>
            <p:cNvSpPr/>
            <p:nvPr/>
          </p:nvSpPr>
          <p:spPr>
            <a:xfrm flipV="1">
              <a:off x="3429525" y="4051797"/>
              <a:ext cx="127112" cy="127112"/>
            </a:xfrm>
            <a:prstGeom prst="ellips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0" name="直接连接符 249"/>
            <p:cNvCxnSpPr>
              <a:stCxn id="249" idx="4"/>
              <a:endCxn id="252" idx="3"/>
            </p:cNvCxnSpPr>
            <p:nvPr/>
          </p:nvCxnSpPr>
          <p:spPr>
            <a:xfrm flipV="1">
              <a:off x="3493081" y="2857065"/>
              <a:ext cx="1" cy="1194732"/>
            </a:xfrm>
            <a:prstGeom prst="line">
              <a:avLst/>
            </a:prstGeom>
            <a:solidFill>
              <a:srgbClr val="9CB124"/>
            </a:solidFill>
            <a:ln w="25400">
              <a:solidFill>
                <a:srgbClr val="9CB124"/>
              </a:solidFill>
            </a:ln>
          </p:spPr>
          <p:style>
            <a:lnRef idx="1">
              <a:schemeClr val="accent1"/>
            </a:lnRef>
            <a:fillRef idx="0">
              <a:schemeClr val="accent1"/>
            </a:fillRef>
            <a:effectRef idx="0">
              <a:schemeClr val="accent1"/>
            </a:effectRef>
            <a:fontRef idx="minor">
              <a:schemeClr val="tx1"/>
            </a:fontRef>
          </p:style>
        </p:cxnSp>
        <p:sp>
          <p:nvSpPr>
            <p:cNvPr id="251" name="椭圆 250"/>
            <p:cNvSpPr/>
            <p:nvPr/>
          </p:nvSpPr>
          <p:spPr>
            <a:xfrm flipV="1">
              <a:off x="3429525" y="2751717"/>
              <a:ext cx="127112" cy="127112"/>
            </a:xfrm>
            <a:prstGeom prst="ellips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KSO_Shape"/>
            <p:cNvSpPr/>
            <p:nvPr/>
          </p:nvSpPr>
          <p:spPr>
            <a:xfrm>
              <a:off x="3136256" y="1839985"/>
              <a:ext cx="713651" cy="101708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grpSp>
      <p:grpSp>
        <p:nvGrpSpPr>
          <p:cNvPr id="65" name="组合 64"/>
          <p:cNvGrpSpPr/>
          <p:nvPr/>
        </p:nvGrpSpPr>
        <p:grpSpPr>
          <a:xfrm>
            <a:off x="8433660" y="1878897"/>
            <a:ext cx="713651" cy="2406127"/>
            <a:chOff x="8560660" y="1878897"/>
            <a:chExt cx="713651" cy="2406127"/>
          </a:xfrm>
        </p:grpSpPr>
        <p:sp>
          <p:nvSpPr>
            <p:cNvPr id="254" name="椭圆 253"/>
            <p:cNvSpPr/>
            <p:nvPr/>
          </p:nvSpPr>
          <p:spPr>
            <a:xfrm flipV="1">
              <a:off x="8786726" y="4023506"/>
              <a:ext cx="261518" cy="2615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椭圆 254"/>
            <p:cNvSpPr/>
            <p:nvPr/>
          </p:nvSpPr>
          <p:spPr>
            <a:xfrm flipV="1">
              <a:off x="8853929" y="4090709"/>
              <a:ext cx="127112" cy="127112"/>
            </a:xfrm>
            <a:prstGeom prst="ellips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6" name="直接连接符 255"/>
            <p:cNvCxnSpPr>
              <a:stCxn id="255" idx="4"/>
              <a:endCxn id="257" idx="0"/>
            </p:cNvCxnSpPr>
            <p:nvPr/>
          </p:nvCxnSpPr>
          <p:spPr>
            <a:xfrm flipV="1">
              <a:off x="8917485" y="2917741"/>
              <a:ext cx="0" cy="1172968"/>
            </a:xfrm>
            <a:prstGeom prst="line">
              <a:avLst/>
            </a:prstGeom>
            <a:solidFill>
              <a:srgbClr val="9CB124"/>
            </a:solidFill>
            <a:ln w="25400">
              <a:solidFill>
                <a:srgbClr val="9CB124"/>
              </a:solidFill>
            </a:ln>
          </p:spPr>
          <p:style>
            <a:lnRef idx="1">
              <a:schemeClr val="accent1"/>
            </a:lnRef>
            <a:fillRef idx="0">
              <a:schemeClr val="accent1"/>
            </a:fillRef>
            <a:effectRef idx="0">
              <a:schemeClr val="accent1"/>
            </a:effectRef>
            <a:fontRef idx="minor">
              <a:schemeClr val="tx1"/>
            </a:fontRef>
          </p:style>
        </p:cxnSp>
        <p:sp>
          <p:nvSpPr>
            <p:cNvPr id="257" name="椭圆 256"/>
            <p:cNvSpPr/>
            <p:nvPr/>
          </p:nvSpPr>
          <p:spPr>
            <a:xfrm flipV="1">
              <a:off x="8853929" y="2790629"/>
              <a:ext cx="127112" cy="127112"/>
            </a:xfrm>
            <a:prstGeom prst="ellipse">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KSO_Shape"/>
            <p:cNvSpPr/>
            <p:nvPr/>
          </p:nvSpPr>
          <p:spPr>
            <a:xfrm>
              <a:off x="8560660" y="1878897"/>
              <a:ext cx="713651" cy="101708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grpSp>
      <p:grpSp>
        <p:nvGrpSpPr>
          <p:cNvPr id="265" name="组合 264"/>
          <p:cNvGrpSpPr/>
          <p:nvPr/>
        </p:nvGrpSpPr>
        <p:grpSpPr>
          <a:xfrm>
            <a:off x="5118260" y="4705939"/>
            <a:ext cx="2061273" cy="1052348"/>
            <a:chOff x="1543368" y="2159719"/>
            <a:chExt cx="2061273" cy="1052348"/>
          </a:xfrm>
        </p:grpSpPr>
        <p:sp>
          <p:nvSpPr>
            <p:cNvPr id="266" name="文本框 265"/>
            <p:cNvSpPr txBox="1"/>
            <p:nvPr/>
          </p:nvSpPr>
          <p:spPr>
            <a:xfrm>
              <a:off x="1968710" y="2159719"/>
              <a:ext cx="1210588"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267" name="文本框 266"/>
            <p:cNvSpPr txBox="1"/>
            <p:nvPr/>
          </p:nvSpPr>
          <p:spPr>
            <a:xfrm>
              <a:off x="1543368" y="2510721"/>
              <a:ext cx="2061273" cy="701346"/>
            </a:xfrm>
            <a:prstGeom prst="rect">
              <a:avLst/>
            </a:prstGeom>
            <a:noFill/>
          </p:spPr>
          <p:txBody>
            <a:bodyPr wrap="square" rtlCol="0">
              <a:spAutoFit/>
            </a:bodyPr>
            <a:lstStyle/>
            <a:p>
              <a:pPr algn="ct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a:t>
              </a:r>
            </a:p>
          </p:txBody>
        </p:sp>
      </p:grpSp>
      <p:grpSp>
        <p:nvGrpSpPr>
          <p:cNvPr id="268" name="组合 267"/>
          <p:cNvGrpSpPr/>
          <p:nvPr/>
        </p:nvGrpSpPr>
        <p:grpSpPr>
          <a:xfrm>
            <a:off x="7693481" y="4705939"/>
            <a:ext cx="2061273" cy="1052348"/>
            <a:chOff x="1543368" y="2159719"/>
            <a:chExt cx="2061273" cy="1052348"/>
          </a:xfrm>
        </p:grpSpPr>
        <p:sp>
          <p:nvSpPr>
            <p:cNvPr id="269" name="文本框 268"/>
            <p:cNvSpPr txBox="1"/>
            <p:nvPr/>
          </p:nvSpPr>
          <p:spPr>
            <a:xfrm>
              <a:off x="1968710" y="2159719"/>
              <a:ext cx="1210588"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270" name="文本框 269"/>
            <p:cNvSpPr txBox="1"/>
            <p:nvPr/>
          </p:nvSpPr>
          <p:spPr>
            <a:xfrm>
              <a:off x="1543368" y="2510721"/>
              <a:ext cx="2061273" cy="701346"/>
            </a:xfrm>
            <a:prstGeom prst="rect">
              <a:avLst/>
            </a:prstGeom>
            <a:noFill/>
          </p:spPr>
          <p:txBody>
            <a:bodyPr wrap="square" rtlCol="0">
              <a:spAutoFit/>
            </a:bodyPr>
            <a:lstStyle/>
            <a:p>
              <a:pPr algn="ct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a:t>
              </a:r>
            </a:p>
          </p:txBody>
        </p:sp>
      </p:grpSp>
      <p:grpSp>
        <p:nvGrpSpPr>
          <p:cNvPr id="272" name="组合 271"/>
          <p:cNvGrpSpPr/>
          <p:nvPr/>
        </p:nvGrpSpPr>
        <p:grpSpPr>
          <a:xfrm>
            <a:off x="3760438" y="2328204"/>
            <a:ext cx="2061273" cy="1052348"/>
            <a:chOff x="1543368" y="2159719"/>
            <a:chExt cx="2061273" cy="1052348"/>
          </a:xfrm>
        </p:grpSpPr>
        <p:sp>
          <p:nvSpPr>
            <p:cNvPr id="273" name="文本框 272"/>
            <p:cNvSpPr txBox="1"/>
            <p:nvPr/>
          </p:nvSpPr>
          <p:spPr>
            <a:xfrm>
              <a:off x="1968710" y="2159719"/>
              <a:ext cx="1210588"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274" name="文本框 273"/>
            <p:cNvSpPr txBox="1"/>
            <p:nvPr/>
          </p:nvSpPr>
          <p:spPr>
            <a:xfrm>
              <a:off x="1543368" y="2510721"/>
              <a:ext cx="2061273" cy="701346"/>
            </a:xfrm>
            <a:prstGeom prst="rect">
              <a:avLst/>
            </a:prstGeom>
            <a:noFill/>
          </p:spPr>
          <p:txBody>
            <a:bodyPr wrap="square" rtlCol="0">
              <a:spAutoFit/>
            </a:bodyPr>
            <a:lstStyle/>
            <a:p>
              <a:pPr algn="ct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a:t>
              </a:r>
            </a:p>
          </p:txBody>
        </p:sp>
      </p:grpSp>
      <p:grpSp>
        <p:nvGrpSpPr>
          <p:cNvPr id="275" name="组合 274"/>
          <p:cNvGrpSpPr/>
          <p:nvPr/>
        </p:nvGrpSpPr>
        <p:grpSpPr>
          <a:xfrm>
            <a:off x="6428521" y="2328204"/>
            <a:ext cx="2061273" cy="1052348"/>
            <a:chOff x="1543368" y="2159719"/>
            <a:chExt cx="2061273" cy="1052348"/>
          </a:xfrm>
        </p:grpSpPr>
        <p:sp>
          <p:nvSpPr>
            <p:cNvPr id="276" name="文本框 275"/>
            <p:cNvSpPr txBox="1"/>
            <p:nvPr/>
          </p:nvSpPr>
          <p:spPr>
            <a:xfrm>
              <a:off x="1968710" y="2159719"/>
              <a:ext cx="1210588"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277" name="文本框 276"/>
            <p:cNvSpPr txBox="1"/>
            <p:nvPr/>
          </p:nvSpPr>
          <p:spPr>
            <a:xfrm>
              <a:off x="1543368" y="2510721"/>
              <a:ext cx="2061273" cy="701346"/>
            </a:xfrm>
            <a:prstGeom prst="rect">
              <a:avLst/>
            </a:prstGeom>
            <a:noFill/>
          </p:spPr>
          <p:txBody>
            <a:bodyPr wrap="square" rtlCol="0">
              <a:spAutoFit/>
            </a:bodyPr>
            <a:lstStyle/>
            <a:p>
              <a:pPr algn="ct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a:t>
              </a:r>
            </a:p>
          </p:txBody>
        </p:sp>
      </p:grpSp>
      <p:sp>
        <p:nvSpPr>
          <p:cNvPr id="287" name="KSO_Shape"/>
          <p:cNvSpPr>
            <a:spLocks/>
          </p:cNvSpPr>
          <p:nvPr/>
        </p:nvSpPr>
        <p:spPr bwMode="auto">
          <a:xfrm>
            <a:off x="3149481" y="2003534"/>
            <a:ext cx="433200" cy="297461"/>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288" name="KSO_Shape"/>
          <p:cNvSpPr>
            <a:spLocks/>
          </p:cNvSpPr>
          <p:nvPr/>
        </p:nvSpPr>
        <p:spPr bwMode="auto">
          <a:xfrm>
            <a:off x="5886743" y="2032711"/>
            <a:ext cx="382632" cy="325872"/>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289" name="KSO_Shape"/>
          <p:cNvSpPr>
            <a:spLocks/>
          </p:cNvSpPr>
          <p:nvPr/>
        </p:nvSpPr>
        <p:spPr bwMode="auto">
          <a:xfrm>
            <a:off x="4628883" y="5488779"/>
            <a:ext cx="353022" cy="380538"/>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290" name="KSO_Shape"/>
          <p:cNvSpPr>
            <a:spLocks/>
          </p:cNvSpPr>
          <p:nvPr/>
        </p:nvSpPr>
        <p:spPr bwMode="auto">
          <a:xfrm>
            <a:off x="7237476" y="5482692"/>
            <a:ext cx="362129" cy="362732"/>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nvGrpSpPr>
          <p:cNvPr id="291" name="组合 290"/>
          <p:cNvGrpSpPr/>
          <p:nvPr/>
        </p:nvGrpSpPr>
        <p:grpSpPr>
          <a:xfrm>
            <a:off x="8557527" y="2003534"/>
            <a:ext cx="446638" cy="297461"/>
            <a:chOff x="4806414" y="597345"/>
            <a:chExt cx="936362" cy="623618"/>
          </a:xfrm>
          <a:solidFill>
            <a:schemeClr val="bg1"/>
          </a:solidFill>
        </p:grpSpPr>
        <p:sp>
          <p:nvSpPr>
            <p:cNvPr id="292"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3"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4"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5"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6"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7"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298"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Tree>
    <p:extLst>
      <p:ext uri="{BB962C8B-B14F-4D97-AF65-F5344CB8AC3E}">
        <p14:creationId xmlns:p14="http://schemas.microsoft.com/office/powerpoint/2010/main" val="2897350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2" cstate="print">
            <a:extLst>
              <a:ext uri="{28A0092B-C50C-407E-A947-70E740481C1C}">
                <a14:useLocalDpi xmlns:a14="http://schemas.microsoft.com/office/drawing/2010/main" val="0"/>
              </a:ext>
            </a:extLst>
          </a:blip>
          <a:srcRect t="21219" b="5257"/>
          <a:stretch/>
        </p:blipFill>
        <p:spPr>
          <a:xfrm>
            <a:off x="0" y="1698171"/>
            <a:ext cx="12192000" cy="4555672"/>
          </a:xfrm>
          <a:prstGeom prst="rect">
            <a:avLst/>
          </a:prstGeom>
        </p:spPr>
      </p:pic>
      <p:sp>
        <p:nvSpPr>
          <p:cNvPr id="56" name="矩形 55"/>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8" name="椭圆 57"/>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59" name="组合 58"/>
          <p:cNvGrpSpPr/>
          <p:nvPr/>
        </p:nvGrpSpPr>
        <p:grpSpPr>
          <a:xfrm>
            <a:off x="350349" y="533728"/>
            <a:ext cx="370860" cy="246993"/>
            <a:chOff x="4806414" y="597345"/>
            <a:chExt cx="936362" cy="623618"/>
          </a:xfrm>
          <a:solidFill>
            <a:schemeClr val="bg1"/>
          </a:solidFill>
        </p:grpSpPr>
        <p:sp>
          <p:nvSpPr>
            <p:cNvPr id="60"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1"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2"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3"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4"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5"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66"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67" name="文本框 66"/>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论文第四部分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sp>
        <p:nvSpPr>
          <p:cNvPr id="167" name="矩形 166"/>
          <p:cNvSpPr/>
          <p:nvPr/>
        </p:nvSpPr>
        <p:spPr bwMode="auto">
          <a:xfrm>
            <a:off x="0" y="1661061"/>
            <a:ext cx="12192000" cy="4592782"/>
          </a:xfrm>
          <a:prstGeom prst="rect">
            <a:avLst/>
          </a:prstGeom>
          <a:solidFill>
            <a:srgbClr val="22777A">
              <a:alpha val="82000"/>
            </a:srgbClr>
          </a:solidFill>
          <a:ln>
            <a:noFill/>
          </a:ln>
        </p:spPr>
        <p:txBody>
          <a:bodyPr wrap="square" rtlCol="0" anchor="ctr">
            <a:noAutofit/>
          </a:bodyPr>
          <a:lstStyle/>
          <a:p>
            <a:pPr algn="ctr" eaLnBrk="1" hangingPunct="1">
              <a:spcBef>
                <a:spcPct val="0"/>
              </a:spcBef>
              <a:buFontTx/>
              <a:buNone/>
            </a:pPr>
            <a:endParaRPr lang="zh-CN" altLang="en-US">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68" name="矩形 167"/>
          <p:cNvSpPr/>
          <p:nvPr/>
        </p:nvSpPr>
        <p:spPr bwMode="auto">
          <a:xfrm>
            <a:off x="0" y="1701800"/>
            <a:ext cx="12192000" cy="4592782"/>
          </a:xfrm>
          <a:prstGeom prst="rect">
            <a:avLst/>
          </a:prstGeom>
          <a:noFill/>
          <a:ln>
            <a:noFill/>
          </a:ln>
        </p:spPr>
        <p:txBody>
          <a:bodyPr wrap="square" rtlCol="0" anchor="ctr">
            <a:noAutofit/>
          </a:bodyPr>
          <a:lstStyle/>
          <a:p>
            <a:pPr algn="ctr" eaLnBrk="1" hangingPunct="1">
              <a:spcBef>
                <a:spcPct val="0"/>
              </a:spcBef>
              <a:buFontTx/>
              <a:buNone/>
            </a:pPr>
            <a:endParaRPr lang="zh-CN" altLang="en-US">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172" name="弧形 171"/>
          <p:cNvSpPr/>
          <p:nvPr/>
        </p:nvSpPr>
        <p:spPr>
          <a:xfrm rot="18975604">
            <a:off x="4139080" y="2176774"/>
            <a:ext cx="3844078" cy="3777689"/>
          </a:xfrm>
          <a:prstGeom prst="arc">
            <a:avLst/>
          </a:prstGeom>
          <a:ln w="19050">
            <a:solidFill>
              <a:schemeClr val="bg1"/>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173" name="弧形 172"/>
          <p:cNvSpPr/>
          <p:nvPr/>
        </p:nvSpPr>
        <p:spPr>
          <a:xfrm rot="2650454" flipV="1">
            <a:off x="4136346" y="2041919"/>
            <a:ext cx="3849547" cy="3783064"/>
          </a:xfrm>
          <a:prstGeom prst="arc">
            <a:avLst/>
          </a:prstGeom>
          <a:ln w="19050">
            <a:solidFill>
              <a:schemeClr val="bg1"/>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178" name="弧形 34"/>
          <p:cNvSpPr/>
          <p:nvPr/>
        </p:nvSpPr>
        <p:spPr>
          <a:xfrm rot="445066">
            <a:off x="7813967" y="3535337"/>
            <a:ext cx="143940" cy="663948"/>
          </a:xfrm>
          <a:custGeom>
            <a:avLst/>
            <a:gdLst>
              <a:gd name="connsiteX0" fmla="*/ 113943 w 227887"/>
              <a:gd name="connsiteY0" fmla="*/ 0 h 1040868"/>
              <a:gd name="connsiteX1" fmla="*/ 227887 w 227887"/>
              <a:gd name="connsiteY1" fmla="*/ 520434 h 1040868"/>
              <a:gd name="connsiteX2" fmla="*/ 113944 w 227887"/>
              <a:gd name="connsiteY2" fmla="*/ 520434 h 1040868"/>
              <a:gd name="connsiteX3" fmla="*/ 113943 w 227887"/>
              <a:gd name="connsiteY3" fmla="*/ 0 h 1040868"/>
              <a:gd name="connsiteX0" fmla="*/ 113943 w 227887"/>
              <a:gd name="connsiteY0" fmla="*/ 0 h 1040868"/>
              <a:gd name="connsiteX1" fmla="*/ 227887 w 227887"/>
              <a:gd name="connsiteY1" fmla="*/ 520434 h 1040868"/>
              <a:gd name="connsiteX0" fmla="*/ 0 w 113944"/>
              <a:gd name="connsiteY0" fmla="*/ 5152 h 525586"/>
              <a:gd name="connsiteX1" fmla="*/ 113944 w 113944"/>
              <a:gd name="connsiteY1" fmla="*/ 525586 h 525586"/>
              <a:gd name="connsiteX2" fmla="*/ 1 w 113944"/>
              <a:gd name="connsiteY2" fmla="*/ 525586 h 525586"/>
              <a:gd name="connsiteX3" fmla="*/ 0 w 113944"/>
              <a:gd name="connsiteY3" fmla="*/ 5152 h 525586"/>
              <a:gd name="connsiteX0" fmla="*/ 2576 w 113944"/>
              <a:gd name="connsiteY0" fmla="*/ 0 h 525586"/>
              <a:gd name="connsiteX1" fmla="*/ 113944 w 113944"/>
              <a:gd name="connsiteY1" fmla="*/ 525586 h 525586"/>
              <a:gd name="connsiteX0" fmla="*/ 0 w 113944"/>
              <a:gd name="connsiteY0" fmla="*/ 5152 h 525586"/>
              <a:gd name="connsiteX1" fmla="*/ 113944 w 113944"/>
              <a:gd name="connsiteY1" fmla="*/ 525586 h 525586"/>
              <a:gd name="connsiteX2" fmla="*/ 1 w 113944"/>
              <a:gd name="connsiteY2" fmla="*/ 525586 h 525586"/>
              <a:gd name="connsiteX3" fmla="*/ 0 w 113944"/>
              <a:gd name="connsiteY3" fmla="*/ 5152 h 525586"/>
              <a:gd name="connsiteX0" fmla="*/ 2576 w 113944"/>
              <a:gd name="connsiteY0" fmla="*/ 0 h 525586"/>
              <a:gd name="connsiteX1" fmla="*/ 113944 w 113944"/>
              <a:gd name="connsiteY1" fmla="*/ 525586 h 525586"/>
            </a:gdLst>
            <a:ahLst/>
            <a:cxnLst>
              <a:cxn ang="0">
                <a:pos x="connsiteX0" y="connsiteY0"/>
              </a:cxn>
              <a:cxn ang="0">
                <a:pos x="connsiteX1" y="connsiteY1"/>
              </a:cxn>
            </a:cxnLst>
            <a:rect l="l" t="t" r="r" b="b"/>
            <a:pathLst>
              <a:path w="113944" h="525586" stroke="0" extrusionOk="0">
                <a:moveTo>
                  <a:pt x="0" y="5152"/>
                </a:moveTo>
                <a:cubicBezTo>
                  <a:pt x="62930" y="5152"/>
                  <a:pt x="113944" y="238158"/>
                  <a:pt x="113944" y="525586"/>
                </a:cubicBezTo>
                <a:lnTo>
                  <a:pt x="1" y="525586"/>
                </a:lnTo>
                <a:cubicBezTo>
                  <a:pt x="1" y="352108"/>
                  <a:pt x="0" y="178630"/>
                  <a:pt x="0" y="5152"/>
                </a:cubicBezTo>
                <a:close/>
              </a:path>
              <a:path w="113944" h="525586" fill="none">
                <a:moveTo>
                  <a:pt x="2576" y="0"/>
                </a:moveTo>
                <a:cubicBezTo>
                  <a:pt x="78385" y="157122"/>
                  <a:pt x="113944" y="238158"/>
                  <a:pt x="113944" y="525586"/>
                </a:cubicBezTo>
              </a:path>
            </a:pathLst>
          </a:custGeom>
          <a:ln w="19050">
            <a:solidFill>
              <a:schemeClr val="bg1"/>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sp>
        <p:nvSpPr>
          <p:cNvPr id="179" name="弧形 34"/>
          <p:cNvSpPr/>
          <p:nvPr/>
        </p:nvSpPr>
        <p:spPr>
          <a:xfrm rot="21154934" flipH="1">
            <a:off x="4239669" y="3535336"/>
            <a:ext cx="143940" cy="663948"/>
          </a:xfrm>
          <a:custGeom>
            <a:avLst/>
            <a:gdLst>
              <a:gd name="connsiteX0" fmla="*/ 113943 w 227887"/>
              <a:gd name="connsiteY0" fmla="*/ 0 h 1040868"/>
              <a:gd name="connsiteX1" fmla="*/ 227887 w 227887"/>
              <a:gd name="connsiteY1" fmla="*/ 520434 h 1040868"/>
              <a:gd name="connsiteX2" fmla="*/ 113944 w 227887"/>
              <a:gd name="connsiteY2" fmla="*/ 520434 h 1040868"/>
              <a:gd name="connsiteX3" fmla="*/ 113943 w 227887"/>
              <a:gd name="connsiteY3" fmla="*/ 0 h 1040868"/>
              <a:gd name="connsiteX0" fmla="*/ 113943 w 227887"/>
              <a:gd name="connsiteY0" fmla="*/ 0 h 1040868"/>
              <a:gd name="connsiteX1" fmla="*/ 227887 w 227887"/>
              <a:gd name="connsiteY1" fmla="*/ 520434 h 1040868"/>
              <a:gd name="connsiteX0" fmla="*/ 0 w 113944"/>
              <a:gd name="connsiteY0" fmla="*/ 5152 h 525586"/>
              <a:gd name="connsiteX1" fmla="*/ 113944 w 113944"/>
              <a:gd name="connsiteY1" fmla="*/ 525586 h 525586"/>
              <a:gd name="connsiteX2" fmla="*/ 1 w 113944"/>
              <a:gd name="connsiteY2" fmla="*/ 525586 h 525586"/>
              <a:gd name="connsiteX3" fmla="*/ 0 w 113944"/>
              <a:gd name="connsiteY3" fmla="*/ 5152 h 525586"/>
              <a:gd name="connsiteX0" fmla="*/ 2576 w 113944"/>
              <a:gd name="connsiteY0" fmla="*/ 0 h 525586"/>
              <a:gd name="connsiteX1" fmla="*/ 113944 w 113944"/>
              <a:gd name="connsiteY1" fmla="*/ 525586 h 525586"/>
              <a:gd name="connsiteX0" fmla="*/ 0 w 113944"/>
              <a:gd name="connsiteY0" fmla="*/ 5152 h 525586"/>
              <a:gd name="connsiteX1" fmla="*/ 113944 w 113944"/>
              <a:gd name="connsiteY1" fmla="*/ 525586 h 525586"/>
              <a:gd name="connsiteX2" fmla="*/ 1 w 113944"/>
              <a:gd name="connsiteY2" fmla="*/ 525586 h 525586"/>
              <a:gd name="connsiteX3" fmla="*/ 0 w 113944"/>
              <a:gd name="connsiteY3" fmla="*/ 5152 h 525586"/>
              <a:gd name="connsiteX0" fmla="*/ 2576 w 113944"/>
              <a:gd name="connsiteY0" fmla="*/ 0 h 525586"/>
              <a:gd name="connsiteX1" fmla="*/ 113944 w 113944"/>
              <a:gd name="connsiteY1" fmla="*/ 525586 h 525586"/>
            </a:gdLst>
            <a:ahLst/>
            <a:cxnLst>
              <a:cxn ang="0">
                <a:pos x="connsiteX0" y="connsiteY0"/>
              </a:cxn>
              <a:cxn ang="0">
                <a:pos x="connsiteX1" y="connsiteY1"/>
              </a:cxn>
            </a:cxnLst>
            <a:rect l="l" t="t" r="r" b="b"/>
            <a:pathLst>
              <a:path w="113944" h="525586" stroke="0" extrusionOk="0">
                <a:moveTo>
                  <a:pt x="0" y="5152"/>
                </a:moveTo>
                <a:cubicBezTo>
                  <a:pt x="62930" y="5152"/>
                  <a:pt x="113944" y="238158"/>
                  <a:pt x="113944" y="525586"/>
                </a:cubicBezTo>
                <a:lnTo>
                  <a:pt x="1" y="525586"/>
                </a:lnTo>
                <a:cubicBezTo>
                  <a:pt x="1" y="352108"/>
                  <a:pt x="0" y="178630"/>
                  <a:pt x="0" y="5152"/>
                </a:cubicBezTo>
                <a:close/>
              </a:path>
              <a:path w="113944" h="525586" fill="none">
                <a:moveTo>
                  <a:pt x="2576" y="0"/>
                </a:moveTo>
                <a:cubicBezTo>
                  <a:pt x="78385" y="157122"/>
                  <a:pt x="113944" y="238158"/>
                  <a:pt x="113944" y="525586"/>
                </a:cubicBezTo>
              </a:path>
            </a:pathLst>
          </a:custGeom>
          <a:ln w="19050">
            <a:solidFill>
              <a:schemeClr val="bg1"/>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nvGrpSpPr>
          <p:cNvPr id="180" name="组合 179"/>
          <p:cNvGrpSpPr/>
          <p:nvPr/>
        </p:nvGrpSpPr>
        <p:grpSpPr>
          <a:xfrm>
            <a:off x="8708796" y="2478182"/>
            <a:ext cx="2254427" cy="1052348"/>
            <a:chOff x="1543368" y="2159719"/>
            <a:chExt cx="2254427" cy="1052348"/>
          </a:xfrm>
        </p:grpSpPr>
        <p:sp>
          <p:nvSpPr>
            <p:cNvPr id="195" name="文本框 194"/>
            <p:cNvSpPr txBox="1"/>
            <p:nvPr/>
          </p:nvSpPr>
          <p:spPr>
            <a:xfrm>
              <a:off x="1561285" y="2159719"/>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6" name="文本框 195"/>
            <p:cNvSpPr txBox="1"/>
            <p:nvPr/>
          </p:nvSpPr>
          <p:spPr>
            <a:xfrm>
              <a:off x="1543368" y="2510721"/>
              <a:ext cx="2061273" cy="701346"/>
            </a:xfrm>
            <a:prstGeom prst="rect">
              <a:avLst/>
            </a:prstGeom>
            <a:noFill/>
          </p:spPr>
          <p:txBody>
            <a:bodyPr wrap="square" rtlCol="0">
              <a:spAutoFit/>
            </a:bodyPr>
            <a:lstStyle/>
            <a:p>
              <a:pPr>
                <a:lnSpc>
                  <a:spcPct val="130000"/>
                </a:lnSpc>
              </a:pP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请在这里添加相应的文字内容请在这里</a:t>
              </a:r>
              <a:endParaRPr lang="en-US" altLang="zh-CN" sz="16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81" name="组合 180"/>
          <p:cNvGrpSpPr/>
          <p:nvPr/>
        </p:nvGrpSpPr>
        <p:grpSpPr>
          <a:xfrm>
            <a:off x="8708796" y="4197697"/>
            <a:ext cx="2254427" cy="1052348"/>
            <a:chOff x="1543368" y="2159719"/>
            <a:chExt cx="2254427" cy="1052348"/>
          </a:xfrm>
        </p:grpSpPr>
        <p:sp>
          <p:nvSpPr>
            <p:cNvPr id="193" name="文本框 192"/>
            <p:cNvSpPr txBox="1"/>
            <p:nvPr/>
          </p:nvSpPr>
          <p:spPr>
            <a:xfrm>
              <a:off x="1561285" y="2159719"/>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4" name="文本框 193"/>
            <p:cNvSpPr txBox="1"/>
            <p:nvPr/>
          </p:nvSpPr>
          <p:spPr>
            <a:xfrm>
              <a:off x="1543368" y="2510721"/>
              <a:ext cx="2061273" cy="701346"/>
            </a:xfrm>
            <a:prstGeom prst="rect">
              <a:avLst/>
            </a:prstGeom>
            <a:noFill/>
          </p:spPr>
          <p:txBody>
            <a:bodyPr wrap="square" rtlCol="0">
              <a:spAutoFit/>
            </a:bodyPr>
            <a:lstStyle/>
            <a:p>
              <a:pPr>
                <a:lnSpc>
                  <a:spcPct val="130000"/>
                </a:lnSpc>
              </a:pP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请在这里添加相应的文字内容请在这里</a:t>
              </a:r>
              <a:endParaRPr lang="en-US" altLang="zh-CN" sz="16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82" name="组合 181"/>
          <p:cNvGrpSpPr/>
          <p:nvPr/>
        </p:nvGrpSpPr>
        <p:grpSpPr>
          <a:xfrm>
            <a:off x="1228777" y="4197697"/>
            <a:ext cx="2236510" cy="1052348"/>
            <a:chOff x="938583" y="4842269"/>
            <a:chExt cx="2236510" cy="1052348"/>
          </a:xfrm>
        </p:grpSpPr>
        <p:sp>
          <p:nvSpPr>
            <p:cNvPr id="191" name="文本框 190"/>
            <p:cNvSpPr txBox="1"/>
            <p:nvPr/>
          </p:nvSpPr>
          <p:spPr>
            <a:xfrm>
              <a:off x="938583" y="4842269"/>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2" name="文本框 191"/>
            <p:cNvSpPr txBox="1"/>
            <p:nvPr/>
          </p:nvSpPr>
          <p:spPr>
            <a:xfrm>
              <a:off x="1113820" y="5193271"/>
              <a:ext cx="2061273" cy="701346"/>
            </a:xfrm>
            <a:prstGeom prst="rect">
              <a:avLst/>
            </a:prstGeom>
            <a:noFill/>
          </p:spPr>
          <p:txBody>
            <a:bodyPr wrap="square" rtlCol="0">
              <a:spAutoFit/>
            </a:bodyPr>
            <a:lstStyle/>
            <a:p>
              <a:pPr algn="r">
                <a:lnSpc>
                  <a:spcPct val="130000"/>
                </a:lnSpc>
              </a:pP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请在这里添加相应的文字内容请在这里</a:t>
              </a:r>
              <a:endParaRPr lang="en-US" altLang="zh-CN" sz="16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83" name="组合 182"/>
          <p:cNvGrpSpPr/>
          <p:nvPr/>
        </p:nvGrpSpPr>
        <p:grpSpPr>
          <a:xfrm>
            <a:off x="1228777" y="2478182"/>
            <a:ext cx="2236510" cy="1052348"/>
            <a:chOff x="1077816" y="2929413"/>
            <a:chExt cx="2236510" cy="1052348"/>
          </a:xfrm>
        </p:grpSpPr>
        <p:sp>
          <p:nvSpPr>
            <p:cNvPr id="189" name="文本框 188"/>
            <p:cNvSpPr txBox="1"/>
            <p:nvPr/>
          </p:nvSpPr>
          <p:spPr>
            <a:xfrm>
              <a:off x="1077816" y="2929413"/>
              <a:ext cx="2236510" cy="400110"/>
            </a:xfrm>
            <a:prstGeom prst="rect">
              <a:avLst/>
            </a:prstGeom>
            <a:noFill/>
          </p:spPr>
          <p:txBody>
            <a:bodyPr wrap="none" rtlCol="0">
              <a:spAutoFit/>
            </a:bodyPr>
            <a:lstStyle/>
            <a:p>
              <a:r>
                <a:rPr lang="zh-CN" altLang="en-US" sz="2000" b="1" dirty="0" smtClean="0">
                  <a:solidFill>
                    <a:schemeClr val="bg1"/>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90" name="文本框 189"/>
            <p:cNvSpPr txBox="1"/>
            <p:nvPr/>
          </p:nvSpPr>
          <p:spPr>
            <a:xfrm>
              <a:off x="1253053" y="3280415"/>
              <a:ext cx="2061273" cy="701346"/>
            </a:xfrm>
            <a:prstGeom prst="rect">
              <a:avLst/>
            </a:prstGeom>
            <a:noFill/>
          </p:spPr>
          <p:txBody>
            <a:bodyPr wrap="square" rtlCol="0">
              <a:spAutoFit/>
            </a:bodyPr>
            <a:lstStyle/>
            <a:p>
              <a:pPr algn="r">
                <a:lnSpc>
                  <a:spcPct val="130000"/>
                </a:lnSpc>
              </a:pPr>
              <a:r>
                <a:rPr lang="zh-CN" altLang="en-US" sz="1600" dirty="0" smtClean="0">
                  <a:solidFill>
                    <a:schemeClr val="bg1"/>
                  </a:solidFill>
                  <a:latin typeface="微软雅黑" panose="020B0503020204020204" pitchFamily="34" charset="-122"/>
                  <a:ea typeface="微软雅黑" panose="020B0503020204020204" pitchFamily="34" charset="-122"/>
                  <a:cs typeface="+mn-ea"/>
                  <a:sym typeface="+mn-lt"/>
                </a:rPr>
                <a:t>请在这里添加相应的文字内容</a:t>
              </a:r>
              <a:r>
                <a:rPr lang="zh-CN" altLang="en-US" sz="1600" dirty="0">
                  <a:solidFill>
                    <a:schemeClr val="bg1"/>
                  </a:solidFill>
                  <a:latin typeface="微软雅黑" panose="020B0503020204020204" pitchFamily="34" charset="-122"/>
                  <a:ea typeface="微软雅黑" panose="020B0503020204020204" pitchFamily="34" charset="-122"/>
                  <a:cs typeface="+mn-ea"/>
                  <a:sym typeface="+mn-lt"/>
                </a:rPr>
                <a:t>请在</a:t>
              </a:r>
              <a:r>
                <a:rPr lang="zh-CN" altLang="en-US" sz="1600" dirty="0" smtClean="0">
                  <a:solidFill>
                    <a:schemeClr val="bg1"/>
                  </a:solidFill>
                  <a:latin typeface="微软雅黑" panose="020B0503020204020204" pitchFamily="34" charset="-122"/>
                  <a:ea typeface="微软雅黑" panose="020B0503020204020204" pitchFamily="34" charset="-122"/>
                  <a:cs typeface="+mn-ea"/>
                  <a:sym typeface="+mn-lt"/>
                </a:rPr>
                <a:t>这里</a:t>
              </a:r>
              <a:endParaRPr lang="en-US" altLang="zh-CN" sz="1600" dirty="0" smtClean="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184" name="椭圆 183"/>
          <p:cNvSpPr/>
          <p:nvPr/>
        </p:nvSpPr>
        <p:spPr bwMode="auto">
          <a:xfrm>
            <a:off x="5193219" y="3099983"/>
            <a:ext cx="1797804" cy="1797804"/>
          </a:xfrm>
          <a:prstGeom prst="ellipse">
            <a:avLst/>
          </a:prstGeom>
          <a:noFill/>
          <a:ln>
            <a:solidFill>
              <a:schemeClr val="bg1"/>
            </a:solidFill>
          </a:ln>
        </p:spPr>
        <p:txBody>
          <a:bodyPr wrap="square" rtlCol="0" anchor="ctr">
            <a:noAutofit/>
          </a:bodyPr>
          <a:lstStyle/>
          <a:p>
            <a:pPr algn="ctr" eaLnBrk="1" hangingPunct="1">
              <a:spcBef>
                <a:spcPct val="0"/>
              </a:spcBef>
              <a:buFontTx/>
              <a:buNone/>
            </a:pPr>
            <a:endParaRPr lang="zh-CN" altLang="en-US">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216" name="KSO_Shape"/>
          <p:cNvSpPr>
            <a:spLocks noChangeArrowheads="1"/>
          </p:cNvSpPr>
          <p:nvPr/>
        </p:nvSpPr>
        <p:spPr bwMode="auto">
          <a:xfrm>
            <a:off x="5471881" y="3600205"/>
            <a:ext cx="1251508" cy="761838"/>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bg1"/>
          </a:solidFill>
          <a:ln>
            <a:noFill/>
          </a:ln>
        </p:spPr>
        <p:txBody>
          <a:bodyPr anchor="ctr" anchorCtr="1"/>
          <a:lstStyle/>
          <a:p>
            <a:pPr eaLnBrk="0" hangingPunct="0"/>
            <a:endParaRPr lang="zh-CN" altLang="en-US">
              <a:ea typeface="宋体" panose="02010600030101010101" pitchFamily="2" charset="-122"/>
            </a:endParaRPr>
          </a:p>
        </p:txBody>
      </p:sp>
      <p:grpSp>
        <p:nvGrpSpPr>
          <p:cNvPr id="12" name="组合 11"/>
          <p:cNvGrpSpPr/>
          <p:nvPr/>
        </p:nvGrpSpPr>
        <p:grpSpPr>
          <a:xfrm>
            <a:off x="3769362" y="2676252"/>
            <a:ext cx="992608" cy="852570"/>
            <a:chOff x="3767436" y="2676252"/>
            <a:chExt cx="992608" cy="852570"/>
          </a:xfrm>
        </p:grpSpPr>
        <p:grpSp>
          <p:nvGrpSpPr>
            <p:cNvPr id="71" name="组合 70"/>
            <p:cNvGrpSpPr/>
            <p:nvPr/>
          </p:nvGrpSpPr>
          <p:grpSpPr>
            <a:xfrm>
              <a:off x="3767436" y="2676252"/>
              <a:ext cx="992608" cy="852570"/>
              <a:chOff x="6885974" y="401910"/>
              <a:chExt cx="1240062" cy="1065112"/>
            </a:xfrm>
          </p:grpSpPr>
          <p:sp>
            <p:nvSpPr>
              <p:cNvPr id="73" name="KSO_Shape"/>
              <p:cNvSpPr>
                <a:spLocks/>
              </p:cNvSpPr>
              <p:nvPr/>
            </p:nvSpPr>
            <p:spPr bwMode="auto">
              <a:xfrm>
                <a:off x="6885974" y="468772"/>
                <a:ext cx="1240062" cy="9982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9CB124">
                  <a:shade val="30000"/>
                  <a:satMod val="115000"/>
                </a:srgbClr>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74" name="KSO_Shape"/>
              <p:cNvSpPr>
                <a:spLocks/>
              </p:cNvSpPr>
              <p:nvPr/>
            </p:nvSpPr>
            <p:spPr bwMode="auto">
              <a:xfrm>
                <a:off x="6885974" y="401910"/>
                <a:ext cx="1240062" cy="9982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9CB124"/>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75" name="KSO_Shape"/>
            <p:cNvSpPr>
              <a:spLocks/>
            </p:cNvSpPr>
            <p:nvPr/>
          </p:nvSpPr>
          <p:spPr bwMode="auto">
            <a:xfrm>
              <a:off x="4016040" y="2892475"/>
              <a:ext cx="433200" cy="297461"/>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grpSp>
        <p:nvGrpSpPr>
          <p:cNvPr id="11" name="组合 10"/>
          <p:cNvGrpSpPr/>
          <p:nvPr/>
        </p:nvGrpSpPr>
        <p:grpSpPr>
          <a:xfrm>
            <a:off x="7453538" y="2676252"/>
            <a:ext cx="992608" cy="852570"/>
            <a:chOff x="7480019" y="2676252"/>
            <a:chExt cx="992608" cy="852570"/>
          </a:xfrm>
        </p:grpSpPr>
        <p:grpSp>
          <p:nvGrpSpPr>
            <p:cNvPr id="2" name="组合 1"/>
            <p:cNvGrpSpPr/>
            <p:nvPr/>
          </p:nvGrpSpPr>
          <p:grpSpPr>
            <a:xfrm>
              <a:off x="7480019" y="2676252"/>
              <a:ext cx="992608" cy="852570"/>
              <a:chOff x="6885974" y="401910"/>
              <a:chExt cx="1240062" cy="1065112"/>
            </a:xfrm>
          </p:grpSpPr>
          <p:sp>
            <p:nvSpPr>
              <p:cNvPr id="68" name="KSO_Shape"/>
              <p:cNvSpPr>
                <a:spLocks/>
              </p:cNvSpPr>
              <p:nvPr/>
            </p:nvSpPr>
            <p:spPr bwMode="auto">
              <a:xfrm>
                <a:off x="6885974" y="468772"/>
                <a:ext cx="1240062" cy="9982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467E86"/>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69" name="KSO_Shape"/>
              <p:cNvSpPr>
                <a:spLocks/>
              </p:cNvSpPr>
              <p:nvPr/>
            </p:nvSpPr>
            <p:spPr bwMode="auto">
              <a:xfrm>
                <a:off x="6885974" y="401910"/>
                <a:ext cx="1240062" cy="9982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65A6AF"/>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77" name="KSO_Shape"/>
            <p:cNvSpPr>
              <a:spLocks/>
            </p:cNvSpPr>
            <p:nvPr/>
          </p:nvSpPr>
          <p:spPr bwMode="auto">
            <a:xfrm>
              <a:off x="7776769" y="2892475"/>
              <a:ext cx="382632" cy="325872"/>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grpSp>
        <p:nvGrpSpPr>
          <p:cNvPr id="10" name="组合 9"/>
          <p:cNvGrpSpPr/>
          <p:nvPr/>
        </p:nvGrpSpPr>
        <p:grpSpPr>
          <a:xfrm>
            <a:off x="7453538" y="4357354"/>
            <a:ext cx="992608" cy="852570"/>
            <a:chOff x="7427058" y="4357354"/>
            <a:chExt cx="992608" cy="852570"/>
          </a:xfrm>
        </p:grpSpPr>
        <p:grpSp>
          <p:nvGrpSpPr>
            <p:cNvPr id="9" name="组合 8"/>
            <p:cNvGrpSpPr/>
            <p:nvPr/>
          </p:nvGrpSpPr>
          <p:grpSpPr>
            <a:xfrm>
              <a:off x="7427058" y="4357354"/>
              <a:ext cx="992608" cy="852570"/>
              <a:chOff x="7427058" y="4357354"/>
              <a:chExt cx="992608" cy="852570"/>
            </a:xfrm>
          </p:grpSpPr>
          <p:sp>
            <p:nvSpPr>
              <p:cNvPr id="80" name="KSO_Shape"/>
              <p:cNvSpPr>
                <a:spLocks/>
              </p:cNvSpPr>
              <p:nvPr/>
            </p:nvSpPr>
            <p:spPr bwMode="auto">
              <a:xfrm>
                <a:off x="7427058" y="4410874"/>
                <a:ext cx="992608" cy="7990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B95307"/>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81" name="KSO_Shape"/>
              <p:cNvSpPr>
                <a:spLocks/>
              </p:cNvSpPr>
              <p:nvPr/>
            </p:nvSpPr>
            <p:spPr bwMode="auto">
              <a:xfrm>
                <a:off x="7427058" y="4357354"/>
                <a:ext cx="992608" cy="7990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6721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76" name="KSO_Shape"/>
            <p:cNvSpPr>
              <a:spLocks/>
            </p:cNvSpPr>
            <p:nvPr/>
          </p:nvSpPr>
          <p:spPr bwMode="auto">
            <a:xfrm>
              <a:off x="7746851" y="4525714"/>
              <a:ext cx="353022" cy="380538"/>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nvGrpSpPr>
          <p:cNvPr id="13" name="组合 12"/>
          <p:cNvGrpSpPr/>
          <p:nvPr/>
        </p:nvGrpSpPr>
        <p:grpSpPr>
          <a:xfrm>
            <a:off x="3769362" y="4376227"/>
            <a:ext cx="992608" cy="852570"/>
            <a:chOff x="3771288" y="4376227"/>
            <a:chExt cx="992608" cy="852570"/>
          </a:xfrm>
        </p:grpSpPr>
        <p:sp>
          <p:nvSpPr>
            <p:cNvPr id="82" name="KSO_Shape"/>
            <p:cNvSpPr>
              <a:spLocks/>
            </p:cNvSpPr>
            <p:nvPr/>
          </p:nvSpPr>
          <p:spPr bwMode="auto">
            <a:xfrm>
              <a:off x="3771288" y="4429747"/>
              <a:ext cx="992608" cy="7990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9C2828"/>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83" name="KSO_Shape"/>
            <p:cNvSpPr>
              <a:spLocks/>
            </p:cNvSpPr>
            <p:nvPr/>
          </p:nvSpPr>
          <p:spPr bwMode="auto">
            <a:xfrm>
              <a:off x="3771288" y="4376227"/>
              <a:ext cx="992608" cy="799050"/>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CB3737"/>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78" name="KSO_Shape"/>
            <p:cNvSpPr>
              <a:spLocks/>
            </p:cNvSpPr>
            <p:nvPr/>
          </p:nvSpPr>
          <p:spPr bwMode="auto">
            <a:xfrm>
              <a:off x="4052015" y="4574765"/>
              <a:ext cx="362129" cy="362732"/>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Tree>
    <p:extLst>
      <p:ext uri="{BB962C8B-B14F-4D97-AF65-F5344CB8AC3E}">
        <p14:creationId xmlns:p14="http://schemas.microsoft.com/office/powerpoint/2010/main" val="3101594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 y="169333"/>
            <a:ext cx="1071561" cy="982134"/>
          </a:xfrm>
          <a:prstGeom prst="rect">
            <a:avLst/>
          </a:prstGeom>
          <a:solidFill>
            <a:srgbClr val="2277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bwMode="auto">
          <a:xfrm>
            <a:off x="218279" y="342900"/>
            <a:ext cx="635000" cy="635000"/>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35" name="椭圆 34"/>
          <p:cNvSpPr/>
          <p:nvPr/>
        </p:nvSpPr>
        <p:spPr bwMode="auto">
          <a:xfrm>
            <a:off x="277738" y="399184"/>
            <a:ext cx="516082" cy="516082"/>
          </a:xfrm>
          <a:prstGeom prst="ellipse">
            <a:avLst/>
          </a:prstGeom>
          <a:solidFill>
            <a:srgbClr val="22777A"/>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36" name="组合 35"/>
          <p:cNvGrpSpPr/>
          <p:nvPr/>
        </p:nvGrpSpPr>
        <p:grpSpPr>
          <a:xfrm>
            <a:off x="350349" y="533728"/>
            <a:ext cx="370860" cy="246993"/>
            <a:chOff x="4806414" y="597345"/>
            <a:chExt cx="936362" cy="623618"/>
          </a:xfrm>
          <a:solidFill>
            <a:schemeClr val="bg1"/>
          </a:solidFill>
        </p:grpSpPr>
        <p:sp>
          <p:nvSpPr>
            <p:cNvPr id="37" name="Freeform 84"/>
            <p:cNvSpPr/>
            <p:nvPr/>
          </p:nvSpPr>
          <p:spPr bwMode="auto">
            <a:xfrm>
              <a:off x="4841996" y="677872"/>
              <a:ext cx="416681" cy="36237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8" name="Freeform 85"/>
            <p:cNvSpPr/>
            <p:nvPr/>
          </p:nvSpPr>
          <p:spPr bwMode="auto">
            <a:xfrm>
              <a:off x="5285831" y="597345"/>
              <a:ext cx="235963" cy="441027"/>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39" name="Freeform 86"/>
            <p:cNvSpPr/>
            <p:nvPr/>
          </p:nvSpPr>
          <p:spPr bwMode="auto">
            <a:xfrm>
              <a:off x="5332649" y="966272"/>
              <a:ext cx="379227" cy="94573"/>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0" name="Freeform 87"/>
            <p:cNvSpPr/>
            <p:nvPr/>
          </p:nvSpPr>
          <p:spPr bwMode="auto">
            <a:xfrm>
              <a:off x="4826078" y="1109536"/>
              <a:ext cx="897035" cy="91764"/>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1" name="Freeform 88"/>
            <p:cNvSpPr>
              <a:spLocks noEditPoints="1"/>
            </p:cNvSpPr>
            <p:nvPr/>
          </p:nvSpPr>
          <p:spPr bwMode="auto">
            <a:xfrm>
              <a:off x="4806414" y="1087063"/>
              <a:ext cx="936362" cy="133900"/>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2" name="Freeform 89"/>
            <p:cNvSpPr/>
            <p:nvPr/>
          </p:nvSpPr>
          <p:spPr bwMode="auto">
            <a:xfrm>
              <a:off x="4837314" y="964399"/>
              <a:ext cx="395145" cy="96446"/>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sp>
          <p:nvSpPr>
            <p:cNvPr id="43" name="Freeform 90"/>
            <p:cNvSpPr/>
            <p:nvPr/>
          </p:nvSpPr>
          <p:spPr bwMode="auto">
            <a:xfrm>
              <a:off x="5321413" y="691918"/>
              <a:ext cx="385781" cy="33709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p>
          </p:txBody>
        </p:sp>
      </p:grpSp>
      <p:sp>
        <p:nvSpPr>
          <p:cNvPr id="44" name="文本框 43"/>
          <p:cNvSpPr txBox="1">
            <a:spLocks noChangeArrowheads="1"/>
          </p:cNvSpPr>
          <p:nvPr/>
        </p:nvSpPr>
        <p:spPr bwMode="auto">
          <a:xfrm>
            <a:off x="1071559" y="233914"/>
            <a:ext cx="43568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添加</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论文第四部分</a:t>
            </a: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标题</a:t>
            </a:r>
          </a:p>
        </p:txBody>
      </p:sp>
      <p:grpSp>
        <p:nvGrpSpPr>
          <p:cNvPr id="86" name="组合 85"/>
          <p:cNvGrpSpPr/>
          <p:nvPr/>
        </p:nvGrpSpPr>
        <p:grpSpPr>
          <a:xfrm>
            <a:off x="1878059" y="1636919"/>
            <a:ext cx="2802467" cy="4879561"/>
            <a:chOff x="2226732" y="1629305"/>
            <a:chExt cx="2802467" cy="4879561"/>
          </a:xfrm>
        </p:grpSpPr>
        <p:sp>
          <p:nvSpPr>
            <p:cNvPr id="3" name="Freeform 5"/>
            <p:cNvSpPr>
              <a:spLocks/>
            </p:cNvSpPr>
            <p:nvPr/>
          </p:nvSpPr>
          <p:spPr bwMode="auto">
            <a:xfrm>
              <a:off x="2859993" y="5274583"/>
              <a:ext cx="1533642" cy="1234283"/>
            </a:xfrm>
            <a:custGeom>
              <a:avLst/>
              <a:gdLst>
                <a:gd name="T0" fmla="*/ 430 w 430"/>
                <a:gd name="T1" fmla="*/ 50 h 406"/>
                <a:gd name="T2" fmla="*/ 430 w 430"/>
                <a:gd name="T3" fmla="*/ 34 h 406"/>
                <a:gd name="T4" fmla="*/ 419 w 430"/>
                <a:gd name="T5" fmla="*/ 31 h 406"/>
                <a:gd name="T6" fmla="*/ 415 w 430"/>
                <a:gd name="T7" fmla="*/ 5 h 406"/>
                <a:gd name="T8" fmla="*/ 55 w 430"/>
                <a:gd name="T9" fmla="*/ 26 h 406"/>
                <a:gd name="T10" fmla="*/ 17 w 430"/>
                <a:gd name="T11" fmla="*/ 0 h 406"/>
                <a:gd name="T12" fmla="*/ 9 w 430"/>
                <a:gd name="T13" fmla="*/ 1 h 406"/>
                <a:gd name="T14" fmla="*/ 8 w 430"/>
                <a:gd name="T15" fmla="*/ 10 h 406"/>
                <a:gd name="T16" fmla="*/ 12 w 430"/>
                <a:gd name="T17" fmla="*/ 17 h 406"/>
                <a:gd name="T18" fmla="*/ 13 w 430"/>
                <a:gd name="T19" fmla="*/ 33 h 406"/>
                <a:gd name="T20" fmla="*/ 0 w 430"/>
                <a:gd name="T21" fmla="*/ 50 h 406"/>
                <a:gd name="T22" fmla="*/ 3 w 430"/>
                <a:gd name="T23" fmla="*/ 61 h 406"/>
                <a:gd name="T24" fmla="*/ 13 w 430"/>
                <a:gd name="T25" fmla="*/ 74 h 406"/>
                <a:gd name="T26" fmla="*/ 18 w 430"/>
                <a:gd name="T27" fmla="*/ 88 h 406"/>
                <a:gd name="T28" fmla="*/ 2 w 430"/>
                <a:gd name="T29" fmla="*/ 109 h 406"/>
                <a:gd name="T30" fmla="*/ 3 w 430"/>
                <a:gd name="T31" fmla="*/ 113 h 406"/>
                <a:gd name="T32" fmla="*/ 19 w 430"/>
                <a:gd name="T33" fmla="*/ 140 h 406"/>
                <a:gd name="T34" fmla="*/ 1 w 430"/>
                <a:gd name="T35" fmla="*/ 155 h 406"/>
                <a:gd name="T36" fmla="*/ 1 w 430"/>
                <a:gd name="T37" fmla="*/ 164 h 406"/>
                <a:gd name="T38" fmla="*/ 14 w 430"/>
                <a:gd name="T39" fmla="*/ 191 h 406"/>
                <a:gd name="T40" fmla="*/ 20 w 430"/>
                <a:gd name="T41" fmla="*/ 205 h 406"/>
                <a:gd name="T42" fmla="*/ 10 w 430"/>
                <a:gd name="T43" fmla="*/ 205 h 406"/>
                <a:gd name="T44" fmla="*/ 10 w 430"/>
                <a:gd name="T45" fmla="*/ 221 h 406"/>
                <a:gd name="T46" fmla="*/ 68 w 430"/>
                <a:gd name="T47" fmla="*/ 284 h 406"/>
                <a:gd name="T48" fmla="*/ 104 w 430"/>
                <a:gd name="T49" fmla="*/ 309 h 406"/>
                <a:gd name="T50" fmla="*/ 140 w 430"/>
                <a:gd name="T51" fmla="*/ 372 h 406"/>
                <a:gd name="T52" fmla="*/ 281 w 430"/>
                <a:gd name="T53" fmla="*/ 380 h 406"/>
                <a:gd name="T54" fmla="*/ 320 w 430"/>
                <a:gd name="T55" fmla="*/ 322 h 406"/>
                <a:gd name="T56" fmla="*/ 339 w 430"/>
                <a:gd name="T57" fmla="*/ 316 h 406"/>
                <a:gd name="T58" fmla="*/ 354 w 430"/>
                <a:gd name="T59" fmla="*/ 309 h 406"/>
                <a:gd name="T60" fmla="*/ 418 w 430"/>
                <a:gd name="T61" fmla="*/ 222 h 406"/>
                <a:gd name="T62" fmla="*/ 420 w 430"/>
                <a:gd name="T63" fmla="*/ 202 h 406"/>
                <a:gd name="T64" fmla="*/ 414 w 430"/>
                <a:gd name="T65" fmla="*/ 193 h 406"/>
                <a:gd name="T66" fmla="*/ 412 w 430"/>
                <a:gd name="T67" fmla="*/ 182 h 406"/>
                <a:gd name="T68" fmla="*/ 416 w 430"/>
                <a:gd name="T69" fmla="*/ 173 h 406"/>
                <a:gd name="T70" fmla="*/ 419 w 430"/>
                <a:gd name="T71" fmla="*/ 167 h 406"/>
                <a:gd name="T72" fmla="*/ 428 w 430"/>
                <a:gd name="T73" fmla="*/ 158 h 406"/>
                <a:gd name="T74" fmla="*/ 429 w 430"/>
                <a:gd name="T75" fmla="*/ 146 h 406"/>
                <a:gd name="T76" fmla="*/ 416 w 430"/>
                <a:gd name="T77" fmla="*/ 133 h 406"/>
                <a:gd name="T78" fmla="*/ 414 w 430"/>
                <a:gd name="T79" fmla="*/ 121 h 406"/>
                <a:gd name="T80" fmla="*/ 423 w 430"/>
                <a:gd name="T81" fmla="*/ 111 h 406"/>
                <a:gd name="T82" fmla="*/ 424 w 430"/>
                <a:gd name="T83" fmla="*/ 87 h 406"/>
                <a:gd name="T84" fmla="*/ 416 w 430"/>
                <a:gd name="T85" fmla="*/ 85 h 406"/>
                <a:gd name="T86" fmla="*/ 419 w 430"/>
                <a:gd name="T87" fmla="*/ 55 h 406"/>
                <a:gd name="T88" fmla="*/ 430 w 430"/>
                <a:gd name="T89" fmla="*/ 50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0" h="406">
                  <a:moveTo>
                    <a:pt x="430" y="50"/>
                  </a:moveTo>
                  <a:cubicBezTo>
                    <a:pt x="430" y="45"/>
                    <a:pt x="430" y="40"/>
                    <a:pt x="430" y="34"/>
                  </a:cubicBezTo>
                  <a:cubicBezTo>
                    <a:pt x="426" y="33"/>
                    <a:pt x="423" y="32"/>
                    <a:pt x="419" y="31"/>
                  </a:cubicBezTo>
                  <a:cubicBezTo>
                    <a:pt x="418" y="22"/>
                    <a:pt x="417" y="13"/>
                    <a:pt x="415" y="5"/>
                  </a:cubicBezTo>
                  <a:cubicBezTo>
                    <a:pt x="303" y="73"/>
                    <a:pt x="127" y="56"/>
                    <a:pt x="55" y="26"/>
                  </a:cubicBezTo>
                  <a:cubicBezTo>
                    <a:pt x="42" y="17"/>
                    <a:pt x="30" y="9"/>
                    <a:pt x="17" y="0"/>
                  </a:cubicBezTo>
                  <a:cubicBezTo>
                    <a:pt x="14" y="0"/>
                    <a:pt x="11" y="1"/>
                    <a:pt x="9" y="1"/>
                  </a:cubicBezTo>
                  <a:cubicBezTo>
                    <a:pt x="8" y="4"/>
                    <a:pt x="8" y="7"/>
                    <a:pt x="8" y="10"/>
                  </a:cubicBezTo>
                  <a:cubicBezTo>
                    <a:pt x="9" y="12"/>
                    <a:pt x="11" y="15"/>
                    <a:pt x="12" y="17"/>
                  </a:cubicBezTo>
                  <a:cubicBezTo>
                    <a:pt x="13" y="23"/>
                    <a:pt x="13" y="28"/>
                    <a:pt x="13" y="33"/>
                  </a:cubicBezTo>
                  <a:cubicBezTo>
                    <a:pt x="9" y="39"/>
                    <a:pt x="4" y="45"/>
                    <a:pt x="0" y="50"/>
                  </a:cubicBezTo>
                  <a:cubicBezTo>
                    <a:pt x="1" y="54"/>
                    <a:pt x="2" y="57"/>
                    <a:pt x="3" y="61"/>
                  </a:cubicBezTo>
                  <a:cubicBezTo>
                    <a:pt x="6" y="65"/>
                    <a:pt x="10" y="70"/>
                    <a:pt x="13" y="74"/>
                  </a:cubicBezTo>
                  <a:cubicBezTo>
                    <a:pt x="15" y="79"/>
                    <a:pt x="17" y="83"/>
                    <a:pt x="18" y="88"/>
                  </a:cubicBezTo>
                  <a:cubicBezTo>
                    <a:pt x="13" y="95"/>
                    <a:pt x="7" y="102"/>
                    <a:pt x="2" y="109"/>
                  </a:cubicBezTo>
                  <a:cubicBezTo>
                    <a:pt x="2" y="111"/>
                    <a:pt x="3" y="112"/>
                    <a:pt x="3" y="113"/>
                  </a:cubicBezTo>
                  <a:cubicBezTo>
                    <a:pt x="8" y="122"/>
                    <a:pt x="14" y="131"/>
                    <a:pt x="19" y="140"/>
                  </a:cubicBezTo>
                  <a:cubicBezTo>
                    <a:pt x="13" y="145"/>
                    <a:pt x="7" y="150"/>
                    <a:pt x="1" y="155"/>
                  </a:cubicBezTo>
                  <a:cubicBezTo>
                    <a:pt x="1" y="158"/>
                    <a:pt x="1" y="161"/>
                    <a:pt x="1" y="164"/>
                  </a:cubicBezTo>
                  <a:cubicBezTo>
                    <a:pt x="5" y="173"/>
                    <a:pt x="10" y="182"/>
                    <a:pt x="14" y="191"/>
                  </a:cubicBezTo>
                  <a:cubicBezTo>
                    <a:pt x="16" y="196"/>
                    <a:pt x="18" y="201"/>
                    <a:pt x="20" y="205"/>
                  </a:cubicBezTo>
                  <a:cubicBezTo>
                    <a:pt x="17" y="205"/>
                    <a:pt x="13" y="205"/>
                    <a:pt x="10" y="205"/>
                  </a:cubicBezTo>
                  <a:cubicBezTo>
                    <a:pt x="10" y="210"/>
                    <a:pt x="10" y="215"/>
                    <a:pt x="10" y="221"/>
                  </a:cubicBezTo>
                  <a:cubicBezTo>
                    <a:pt x="29" y="242"/>
                    <a:pt x="49" y="263"/>
                    <a:pt x="68" y="284"/>
                  </a:cubicBezTo>
                  <a:cubicBezTo>
                    <a:pt x="80" y="292"/>
                    <a:pt x="92" y="301"/>
                    <a:pt x="104" y="309"/>
                  </a:cubicBezTo>
                  <a:cubicBezTo>
                    <a:pt x="116" y="330"/>
                    <a:pt x="128" y="351"/>
                    <a:pt x="140" y="372"/>
                  </a:cubicBezTo>
                  <a:cubicBezTo>
                    <a:pt x="194" y="406"/>
                    <a:pt x="262" y="386"/>
                    <a:pt x="281" y="380"/>
                  </a:cubicBezTo>
                  <a:cubicBezTo>
                    <a:pt x="294" y="361"/>
                    <a:pt x="307" y="341"/>
                    <a:pt x="320" y="322"/>
                  </a:cubicBezTo>
                  <a:cubicBezTo>
                    <a:pt x="326" y="320"/>
                    <a:pt x="333" y="318"/>
                    <a:pt x="339" y="316"/>
                  </a:cubicBezTo>
                  <a:cubicBezTo>
                    <a:pt x="344" y="313"/>
                    <a:pt x="349" y="311"/>
                    <a:pt x="354" y="309"/>
                  </a:cubicBezTo>
                  <a:cubicBezTo>
                    <a:pt x="375" y="280"/>
                    <a:pt x="397" y="251"/>
                    <a:pt x="418" y="222"/>
                  </a:cubicBezTo>
                  <a:cubicBezTo>
                    <a:pt x="419" y="215"/>
                    <a:pt x="419" y="208"/>
                    <a:pt x="420" y="202"/>
                  </a:cubicBezTo>
                  <a:cubicBezTo>
                    <a:pt x="418" y="199"/>
                    <a:pt x="416" y="196"/>
                    <a:pt x="414" y="193"/>
                  </a:cubicBezTo>
                  <a:cubicBezTo>
                    <a:pt x="414" y="189"/>
                    <a:pt x="413" y="185"/>
                    <a:pt x="412" y="182"/>
                  </a:cubicBezTo>
                  <a:cubicBezTo>
                    <a:pt x="414" y="179"/>
                    <a:pt x="415" y="176"/>
                    <a:pt x="416" y="173"/>
                  </a:cubicBezTo>
                  <a:cubicBezTo>
                    <a:pt x="417" y="171"/>
                    <a:pt x="418" y="169"/>
                    <a:pt x="419" y="167"/>
                  </a:cubicBezTo>
                  <a:cubicBezTo>
                    <a:pt x="422" y="164"/>
                    <a:pt x="425" y="161"/>
                    <a:pt x="428" y="158"/>
                  </a:cubicBezTo>
                  <a:cubicBezTo>
                    <a:pt x="428" y="154"/>
                    <a:pt x="428" y="150"/>
                    <a:pt x="429" y="146"/>
                  </a:cubicBezTo>
                  <a:cubicBezTo>
                    <a:pt x="425" y="141"/>
                    <a:pt x="420" y="137"/>
                    <a:pt x="416" y="133"/>
                  </a:cubicBezTo>
                  <a:cubicBezTo>
                    <a:pt x="416" y="129"/>
                    <a:pt x="415" y="125"/>
                    <a:pt x="414" y="121"/>
                  </a:cubicBezTo>
                  <a:cubicBezTo>
                    <a:pt x="417" y="118"/>
                    <a:pt x="420" y="114"/>
                    <a:pt x="423" y="111"/>
                  </a:cubicBezTo>
                  <a:cubicBezTo>
                    <a:pt x="423" y="103"/>
                    <a:pt x="424" y="95"/>
                    <a:pt x="424" y="87"/>
                  </a:cubicBezTo>
                  <a:cubicBezTo>
                    <a:pt x="421" y="86"/>
                    <a:pt x="419" y="85"/>
                    <a:pt x="416" y="85"/>
                  </a:cubicBezTo>
                  <a:cubicBezTo>
                    <a:pt x="417" y="75"/>
                    <a:pt x="418" y="65"/>
                    <a:pt x="419" y="55"/>
                  </a:cubicBezTo>
                  <a:cubicBezTo>
                    <a:pt x="423" y="54"/>
                    <a:pt x="426" y="52"/>
                    <a:pt x="430" y="50"/>
                  </a:cubicBezTo>
                  <a:close/>
                </a:path>
              </a:pathLst>
            </a:custGeom>
            <a:solidFill>
              <a:schemeClr val="tx2">
                <a:lumMod val="75000"/>
              </a:schemeClr>
            </a:solidFill>
            <a:ln>
              <a:noFill/>
            </a:ln>
          </p:spPr>
          <p:txBody>
            <a:bodyPr/>
            <a:lstStyle/>
            <a:p>
              <a:pPr fontAlgn="auto">
                <a:spcBef>
                  <a:spcPts val="0"/>
                </a:spcBef>
                <a:spcAft>
                  <a:spcPts val="0"/>
                </a:spcAft>
                <a:defRPr/>
              </a:pPr>
              <a:endParaRPr lang="en-US">
                <a:latin typeface="+mn-lt"/>
                <a:cs typeface="+mn-cs"/>
              </a:endParaRPr>
            </a:p>
          </p:txBody>
        </p:sp>
        <p:sp>
          <p:nvSpPr>
            <p:cNvPr id="5" name="Freeform 5"/>
            <p:cNvSpPr>
              <a:spLocks/>
            </p:cNvSpPr>
            <p:nvPr/>
          </p:nvSpPr>
          <p:spPr bwMode="auto">
            <a:xfrm>
              <a:off x="4057432" y="2474419"/>
              <a:ext cx="971767" cy="997099"/>
            </a:xfrm>
            <a:custGeom>
              <a:avLst/>
              <a:gdLst>
                <a:gd name="T0" fmla="*/ 0 w 291"/>
                <a:gd name="T1" fmla="*/ 0 h 298"/>
                <a:gd name="T2" fmla="*/ 596256 w 291"/>
                <a:gd name="T3" fmla="*/ 0 h 298"/>
                <a:gd name="T4" fmla="*/ 669925 w 291"/>
                <a:gd name="T5" fmla="*/ 279107 h 298"/>
                <a:gd name="T6" fmla="*/ 623882 w 291"/>
                <a:gd name="T7" fmla="*/ 687387 h 298"/>
                <a:gd name="T8" fmla="*/ 0 w 291"/>
                <a:gd name="T9" fmla="*/ 687387 h 298"/>
                <a:gd name="T10" fmla="*/ 0 w 291"/>
                <a:gd name="T11" fmla="*/ 0 h 2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298">
                  <a:moveTo>
                    <a:pt x="0" y="0"/>
                  </a:moveTo>
                  <a:cubicBezTo>
                    <a:pt x="259" y="0"/>
                    <a:pt x="259" y="0"/>
                    <a:pt x="259" y="0"/>
                  </a:cubicBezTo>
                  <a:cubicBezTo>
                    <a:pt x="275" y="37"/>
                    <a:pt x="285" y="77"/>
                    <a:pt x="291" y="121"/>
                  </a:cubicBezTo>
                  <a:cubicBezTo>
                    <a:pt x="291" y="190"/>
                    <a:pt x="284" y="247"/>
                    <a:pt x="271" y="298"/>
                  </a:cubicBezTo>
                  <a:cubicBezTo>
                    <a:pt x="0" y="298"/>
                    <a:pt x="0" y="298"/>
                    <a:pt x="0" y="298"/>
                  </a:cubicBezTo>
                  <a:lnTo>
                    <a:pt x="0" y="0"/>
                  </a:lnTo>
                  <a:close/>
                </a:path>
              </a:pathLst>
            </a:custGeom>
            <a:solidFill>
              <a:srgbClr val="65A6AF">
                <a:alpha val="76077"/>
              </a:srgbClr>
            </a:solidFill>
            <a:ln>
              <a:noFill/>
            </a:ln>
          </p:spPr>
          <p:txBody>
            <a:bodyPr/>
            <a:lstStyle/>
            <a:p>
              <a:endParaRPr lang="zh-CN" altLang="en-US"/>
            </a:p>
          </p:txBody>
        </p:sp>
        <p:sp>
          <p:nvSpPr>
            <p:cNvPr id="6" name="Freeform 6"/>
            <p:cNvSpPr>
              <a:spLocks/>
            </p:cNvSpPr>
            <p:nvPr/>
          </p:nvSpPr>
          <p:spPr bwMode="auto">
            <a:xfrm>
              <a:off x="2226732" y="2474419"/>
              <a:ext cx="974071" cy="997099"/>
            </a:xfrm>
            <a:custGeom>
              <a:avLst/>
              <a:gdLst>
                <a:gd name="T0" fmla="*/ 46152 w 291"/>
                <a:gd name="T1" fmla="*/ 687387 h 298"/>
                <a:gd name="T2" fmla="*/ 0 w 291"/>
                <a:gd name="T3" fmla="*/ 279107 h 298"/>
                <a:gd name="T4" fmla="*/ 73843 w 291"/>
                <a:gd name="T5" fmla="*/ 0 h 298"/>
                <a:gd name="T6" fmla="*/ 671513 w 291"/>
                <a:gd name="T7" fmla="*/ 0 h 298"/>
                <a:gd name="T8" fmla="*/ 671513 w 291"/>
                <a:gd name="T9" fmla="*/ 687387 h 298"/>
                <a:gd name="T10" fmla="*/ 46152 w 291"/>
                <a:gd name="T11" fmla="*/ 687387 h 2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298">
                  <a:moveTo>
                    <a:pt x="20" y="298"/>
                  </a:moveTo>
                  <a:cubicBezTo>
                    <a:pt x="7" y="247"/>
                    <a:pt x="0" y="190"/>
                    <a:pt x="0" y="121"/>
                  </a:cubicBezTo>
                  <a:cubicBezTo>
                    <a:pt x="6" y="77"/>
                    <a:pt x="16" y="37"/>
                    <a:pt x="32" y="0"/>
                  </a:cubicBezTo>
                  <a:cubicBezTo>
                    <a:pt x="291" y="0"/>
                    <a:pt x="291" y="0"/>
                    <a:pt x="291" y="0"/>
                  </a:cubicBezTo>
                  <a:cubicBezTo>
                    <a:pt x="291" y="298"/>
                    <a:pt x="291" y="298"/>
                    <a:pt x="291" y="298"/>
                  </a:cubicBezTo>
                  <a:lnTo>
                    <a:pt x="20" y="298"/>
                  </a:lnTo>
                  <a:close/>
                </a:path>
              </a:pathLst>
            </a:custGeom>
            <a:solidFill>
              <a:srgbClr val="65A6AF"/>
            </a:solidFill>
            <a:ln>
              <a:noFill/>
            </a:ln>
          </p:spPr>
          <p:txBody>
            <a:bodyPr/>
            <a:lstStyle/>
            <a:p>
              <a:endParaRPr lang="zh-CN" altLang="en-US"/>
            </a:p>
          </p:txBody>
        </p:sp>
        <p:sp>
          <p:nvSpPr>
            <p:cNvPr id="7" name="Freeform 7"/>
            <p:cNvSpPr>
              <a:spLocks/>
            </p:cNvSpPr>
            <p:nvPr/>
          </p:nvSpPr>
          <p:spPr bwMode="auto">
            <a:xfrm>
              <a:off x="4057432" y="3480729"/>
              <a:ext cx="904986" cy="997097"/>
            </a:xfrm>
            <a:custGeom>
              <a:avLst/>
              <a:gdLst>
                <a:gd name="T0" fmla="*/ 0 w 271"/>
                <a:gd name="T1" fmla="*/ 0 h 298"/>
                <a:gd name="T2" fmla="*/ 623888 w 271"/>
                <a:gd name="T3" fmla="*/ 0 h 298"/>
                <a:gd name="T4" fmla="*/ 322304 w 271"/>
                <a:gd name="T5" fmla="*/ 687387 h 298"/>
                <a:gd name="T6" fmla="*/ 0 w 271"/>
                <a:gd name="T7" fmla="*/ 687387 h 298"/>
                <a:gd name="T8" fmla="*/ 0 w 271"/>
                <a:gd name="T9" fmla="*/ 0 h 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98">
                  <a:moveTo>
                    <a:pt x="0" y="0"/>
                  </a:moveTo>
                  <a:cubicBezTo>
                    <a:pt x="271" y="0"/>
                    <a:pt x="271" y="0"/>
                    <a:pt x="271" y="0"/>
                  </a:cubicBezTo>
                  <a:cubicBezTo>
                    <a:pt x="239" y="131"/>
                    <a:pt x="176" y="212"/>
                    <a:pt x="140" y="298"/>
                  </a:cubicBezTo>
                  <a:cubicBezTo>
                    <a:pt x="0" y="298"/>
                    <a:pt x="0" y="298"/>
                    <a:pt x="0" y="298"/>
                  </a:cubicBezTo>
                  <a:lnTo>
                    <a:pt x="0" y="0"/>
                  </a:lnTo>
                  <a:close/>
                </a:path>
              </a:pathLst>
            </a:custGeom>
            <a:solidFill>
              <a:srgbClr val="F67210">
                <a:alpha val="76077"/>
              </a:srgbClr>
            </a:solidFill>
            <a:ln>
              <a:noFill/>
            </a:ln>
          </p:spPr>
          <p:txBody>
            <a:bodyPr/>
            <a:lstStyle/>
            <a:p>
              <a:endParaRPr lang="zh-CN" altLang="en-US"/>
            </a:p>
          </p:txBody>
        </p:sp>
        <p:sp>
          <p:nvSpPr>
            <p:cNvPr id="8" name="Freeform 8"/>
            <p:cNvSpPr>
              <a:spLocks/>
            </p:cNvSpPr>
            <p:nvPr/>
          </p:nvSpPr>
          <p:spPr bwMode="auto">
            <a:xfrm>
              <a:off x="2293513" y="3480729"/>
              <a:ext cx="907290" cy="997097"/>
            </a:xfrm>
            <a:custGeom>
              <a:avLst/>
              <a:gdLst>
                <a:gd name="T0" fmla="*/ 302351 w 271"/>
                <a:gd name="T1" fmla="*/ 687387 h 298"/>
                <a:gd name="T2" fmla="*/ 0 w 271"/>
                <a:gd name="T3" fmla="*/ 0 h 298"/>
                <a:gd name="T4" fmla="*/ 625475 w 271"/>
                <a:gd name="T5" fmla="*/ 0 h 298"/>
                <a:gd name="T6" fmla="*/ 625475 w 271"/>
                <a:gd name="T7" fmla="*/ 687387 h 298"/>
                <a:gd name="T8" fmla="*/ 302351 w 271"/>
                <a:gd name="T9" fmla="*/ 687387 h 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98">
                  <a:moveTo>
                    <a:pt x="131" y="298"/>
                  </a:moveTo>
                  <a:cubicBezTo>
                    <a:pt x="95" y="212"/>
                    <a:pt x="32" y="131"/>
                    <a:pt x="0" y="0"/>
                  </a:cubicBezTo>
                  <a:cubicBezTo>
                    <a:pt x="271" y="0"/>
                    <a:pt x="271" y="0"/>
                    <a:pt x="271" y="0"/>
                  </a:cubicBezTo>
                  <a:cubicBezTo>
                    <a:pt x="271" y="298"/>
                    <a:pt x="271" y="298"/>
                    <a:pt x="271" y="298"/>
                  </a:cubicBezTo>
                  <a:lnTo>
                    <a:pt x="131" y="298"/>
                  </a:lnTo>
                  <a:close/>
                </a:path>
              </a:pathLst>
            </a:custGeom>
            <a:solidFill>
              <a:srgbClr val="F67210"/>
            </a:solidFill>
            <a:ln>
              <a:noFill/>
            </a:ln>
          </p:spPr>
          <p:txBody>
            <a:bodyPr/>
            <a:lstStyle/>
            <a:p>
              <a:endParaRPr lang="zh-CN" altLang="en-US"/>
            </a:p>
          </p:txBody>
        </p:sp>
        <p:sp>
          <p:nvSpPr>
            <p:cNvPr id="9" name="Freeform 9"/>
            <p:cNvSpPr>
              <a:spLocks/>
            </p:cNvSpPr>
            <p:nvPr/>
          </p:nvSpPr>
          <p:spPr bwMode="auto">
            <a:xfrm>
              <a:off x="4057432" y="4487037"/>
              <a:ext cx="467461" cy="842812"/>
            </a:xfrm>
            <a:custGeom>
              <a:avLst/>
              <a:gdLst>
                <a:gd name="T0" fmla="*/ 0 w 140"/>
                <a:gd name="T1" fmla="*/ 0 h 252"/>
                <a:gd name="T2" fmla="*/ 322263 w 140"/>
                <a:gd name="T3" fmla="*/ 0 h 252"/>
                <a:gd name="T4" fmla="*/ 269320 w 140"/>
                <a:gd name="T5" fmla="*/ 159090 h 252"/>
                <a:gd name="T6" fmla="*/ 239395 w 140"/>
                <a:gd name="T7" fmla="*/ 405795 h 252"/>
                <a:gd name="T8" fmla="*/ 0 w 140"/>
                <a:gd name="T9" fmla="*/ 581025 h 252"/>
                <a:gd name="T10" fmla="*/ 0 w 140"/>
                <a:gd name="T11" fmla="*/ 0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0" h="252">
                  <a:moveTo>
                    <a:pt x="0" y="0"/>
                  </a:moveTo>
                  <a:cubicBezTo>
                    <a:pt x="140" y="0"/>
                    <a:pt x="140" y="0"/>
                    <a:pt x="140" y="0"/>
                  </a:cubicBezTo>
                  <a:cubicBezTo>
                    <a:pt x="130" y="23"/>
                    <a:pt x="122" y="45"/>
                    <a:pt x="117" y="69"/>
                  </a:cubicBezTo>
                  <a:cubicBezTo>
                    <a:pt x="101" y="100"/>
                    <a:pt x="112" y="141"/>
                    <a:pt x="104" y="176"/>
                  </a:cubicBezTo>
                  <a:cubicBezTo>
                    <a:pt x="96" y="212"/>
                    <a:pt x="55" y="237"/>
                    <a:pt x="0" y="252"/>
                  </a:cubicBezTo>
                  <a:lnTo>
                    <a:pt x="0" y="0"/>
                  </a:lnTo>
                  <a:close/>
                </a:path>
              </a:pathLst>
            </a:custGeom>
            <a:solidFill>
              <a:srgbClr val="CB3737">
                <a:alpha val="76077"/>
              </a:srgbClr>
            </a:solidFill>
            <a:ln>
              <a:noFill/>
            </a:ln>
          </p:spPr>
          <p:txBody>
            <a:bodyPr/>
            <a:lstStyle/>
            <a:p>
              <a:endParaRPr lang="zh-CN" altLang="en-US"/>
            </a:p>
          </p:txBody>
        </p:sp>
        <p:sp>
          <p:nvSpPr>
            <p:cNvPr id="10" name="Freeform 10"/>
            <p:cNvSpPr>
              <a:spLocks/>
            </p:cNvSpPr>
            <p:nvPr/>
          </p:nvSpPr>
          <p:spPr bwMode="auto">
            <a:xfrm>
              <a:off x="2731038" y="4487037"/>
              <a:ext cx="469764" cy="842812"/>
            </a:xfrm>
            <a:custGeom>
              <a:avLst/>
              <a:gdLst>
                <a:gd name="T0" fmla="*/ 83276 w 140"/>
                <a:gd name="T1" fmla="*/ 405795 h 252"/>
                <a:gd name="T2" fmla="*/ 53204 w 140"/>
                <a:gd name="T3" fmla="*/ 159090 h 252"/>
                <a:gd name="T4" fmla="*/ 0 w 140"/>
                <a:gd name="T5" fmla="*/ 0 h 252"/>
                <a:gd name="T6" fmla="*/ 323850 w 140"/>
                <a:gd name="T7" fmla="*/ 0 h 252"/>
                <a:gd name="T8" fmla="*/ 323850 w 140"/>
                <a:gd name="T9" fmla="*/ 581025 h 252"/>
                <a:gd name="T10" fmla="*/ 83276 w 140"/>
                <a:gd name="T11" fmla="*/ 405795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0" h="252">
                  <a:moveTo>
                    <a:pt x="36" y="176"/>
                  </a:moveTo>
                  <a:cubicBezTo>
                    <a:pt x="28" y="141"/>
                    <a:pt x="39" y="100"/>
                    <a:pt x="23" y="69"/>
                  </a:cubicBezTo>
                  <a:cubicBezTo>
                    <a:pt x="18" y="45"/>
                    <a:pt x="10" y="23"/>
                    <a:pt x="0" y="0"/>
                  </a:cubicBezTo>
                  <a:cubicBezTo>
                    <a:pt x="140" y="0"/>
                    <a:pt x="140" y="0"/>
                    <a:pt x="140" y="0"/>
                  </a:cubicBezTo>
                  <a:cubicBezTo>
                    <a:pt x="140" y="252"/>
                    <a:pt x="140" y="252"/>
                    <a:pt x="140" y="252"/>
                  </a:cubicBezTo>
                  <a:cubicBezTo>
                    <a:pt x="85" y="238"/>
                    <a:pt x="44" y="212"/>
                    <a:pt x="36" y="176"/>
                  </a:cubicBezTo>
                  <a:close/>
                </a:path>
              </a:pathLst>
            </a:custGeom>
            <a:solidFill>
              <a:srgbClr val="CB3737"/>
            </a:solidFill>
            <a:ln>
              <a:noFill/>
            </a:ln>
          </p:spPr>
          <p:txBody>
            <a:bodyPr/>
            <a:lstStyle/>
            <a:p>
              <a:endParaRPr lang="zh-CN" altLang="en-US"/>
            </a:p>
          </p:txBody>
        </p:sp>
        <p:sp>
          <p:nvSpPr>
            <p:cNvPr id="11" name="Freeform 11"/>
            <p:cNvSpPr>
              <a:spLocks/>
            </p:cNvSpPr>
            <p:nvPr/>
          </p:nvSpPr>
          <p:spPr bwMode="auto">
            <a:xfrm>
              <a:off x="4057432" y="1700690"/>
              <a:ext cx="865840" cy="766822"/>
            </a:xfrm>
            <a:custGeom>
              <a:avLst/>
              <a:gdLst>
                <a:gd name="T0" fmla="*/ 0 w 259"/>
                <a:gd name="T1" fmla="*/ 0 h 230"/>
                <a:gd name="T2" fmla="*/ 596900 w 259"/>
                <a:gd name="T3" fmla="*/ 528637 h 230"/>
                <a:gd name="T4" fmla="*/ 0 w 259"/>
                <a:gd name="T5" fmla="*/ 528637 h 230"/>
                <a:gd name="T6" fmla="*/ 0 w 259"/>
                <a:gd name="T7" fmla="*/ 0 h 2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9" h="230">
                  <a:moveTo>
                    <a:pt x="0" y="0"/>
                  </a:moveTo>
                  <a:cubicBezTo>
                    <a:pt x="117" y="35"/>
                    <a:pt x="211" y="115"/>
                    <a:pt x="259" y="230"/>
                  </a:cubicBezTo>
                  <a:cubicBezTo>
                    <a:pt x="0" y="230"/>
                    <a:pt x="0" y="230"/>
                    <a:pt x="0" y="230"/>
                  </a:cubicBezTo>
                  <a:lnTo>
                    <a:pt x="0" y="0"/>
                  </a:lnTo>
                  <a:close/>
                </a:path>
              </a:pathLst>
            </a:custGeom>
            <a:solidFill>
              <a:srgbClr val="9CB124">
                <a:alpha val="76077"/>
              </a:srgbClr>
            </a:solidFill>
            <a:ln>
              <a:noFill/>
            </a:ln>
          </p:spPr>
          <p:txBody>
            <a:bodyPr/>
            <a:lstStyle/>
            <a:p>
              <a:endParaRPr lang="zh-CN" altLang="en-US"/>
            </a:p>
          </p:txBody>
        </p:sp>
        <p:sp>
          <p:nvSpPr>
            <p:cNvPr id="12" name="Freeform 12"/>
            <p:cNvSpPr>
              <a:spLocks/>
            </p:cNvSpPr>
            <p:nvPr/>
          </p:nvSpPr>
          <p:spPr bwMode="auto">
            <a:xfrm>
              <a:off x="2334963" y="1702994"/>
              <a:ext cx="865840" cy="764518"/>
            </a:xfrm>
            <a:custGeom>
              <a:avLst/>
              <a:gdLst>
                <a:gd name="T0" fmla="*/ 0 w 259"/>
                <a:gd name="T1" fmla="*/ 527050 h 229"/>
                <a:gd name="T2" fmla="*/ 596900 w 259"/>
                <a:gd name="T3" fmla="*/ 0 h 229"/>
                <a:gd name="T4" fmla="*/ 596900 w 259"/>
                <a:gd name="T5" fmla="*/ 527050 h 229"/>
                <a:gd name="T6" fmla="*/ 0 w 259"/>
                <a:gd name="T7" fmla="*/ 527050 h 2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9" h="229">
                  <a:moveTo>
                    <a:pt x="0" y="229"/>
                  </a:moveTo>
                  <a:cubicBezTo>
                    <a:pt x="47" y="114"/>
                    <a:pt x="140" y="36"/>
                    <a:pt x="259" y="0"/>
                  </a:cubicBezTo>
                  <a:cubicBezTo>
                    <a:pt x="259" y="229"/>
                    <a:pt x="259" y="229"/>
                    <a:pt x="259" y="229"/>
                  </a:cubicBezTo>
                  <a:lnTo>
                    <a:pt x="0" y="229"/>
                  </a:lnTo>
                  <a:close/>
                </a:path>
              </a:pathLst>
            </a:custGeom>
            <a:solidFill>
              <a:srgbClr val="9CB124"/>
            </a:solidFill>
            <a:ln>
              <a:noFill/>
            </a:ln>
          </p:spPr>
          <p:txBody>
            <a:bodyPr/>
            <a:lstStyle/>
            <a:p>
              <a:endParaRPr lang="zh-CN" altLang="en-US"/>
            </a:p>
          </p:txBody>
        </p:sp>
        <p:sp>
          <p:nvSpPr>
            <p:cNvPr id="13" name="Rectangle 13"/>
            <p:cNvSpPr>
              <a:spLocks noChangeArrowheads="1"/>
            </p:cNvSpPr>
            <p:nvPr/>
          </p:nvSpPr>
          <p:spPr bwMode="auto">
            <a:xfrm>
              <a:off x="3196197" y="2474419"/>
              <a:ext cx="863537" cy="997099"/>
            </a:xfrm>
            <a:prstGeom prst="rect">
              <a:avLst/>
            </a:prstGeom>
            <a:solidFill>
              <a:srgbClr val="65A6AF">
                <a:alpha val="87842"/>
              </a:srgbClr>
            </a:solid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zh-CN" altLang="zh-CN"/>
            </a:p>
          </p:txBody>
        </p:sp>
        <p:sp>
          <p:nvSpPr>
            <p:cNvPr id="14" name="Rectangle 14"/>
            <p:cNvSpPr>
              <a:spLocks noChangeArrowheads="1"/>
            </p:cNvSpPr>
            <p:nvPr/>
          </p:nvSpPr>
          <p:spPr bwMode="auto">
            <a:xfrm>
              <a:off x="3196197" y="3480729"/>
              <a:ext cx="863537" cy="997097"/>
            </a:xfrm>
            <a:prstGeom prst="rect">
              <a:avLst/>
            </a:prstGeom>
            <a:solidFill>
              <a:srgbClr val="F67210">
                <a:alpha val="87842"/>
              </a:srgbClr>
            </a:solid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zh-CN" altLang="zh-CN"/>
            </a:p>
          </p:txBody>
        </p:sp>
        <p:sp>
          <p:nvSpPr>
            <p:cNvPr id="15" name="Freeform 15"/>
            <p:cNvSpPr>
              <a:spLocks/>
            </p:cNvSpPr>
            <p:nvPr/>
          </p:nvSpPr>
          <p:spPr bwMode="auto">
            <a:xfrm>
              <a:off x="3196197" y="4487037"/>
              <a:ext cx="863537" cy="916501"/>
            </a:xfrm>
            <a:custGeom>
              <a:avLst/>
              <a:gdLst>
                <a:gd name="T0" fmla="*/ 0 w 258"/>
                <a:gd name="T1" fmla="*/ 0 h 274"/>
                <a:gd name="T2" fmla="*/ 595313 w 258"/>
                <a:gd name="T3" fmla="*/ 0 h 274"/>
                <a:gd name="T4" fmla="*/ 595313 w 258"/>
                <a:gd name="T5" fmla="*/ 581095 h 274"/>
                <a:gd name="T6" fmla="*/ 0 w 258"/>
                <a:gd name="T7" fmla="*/ 581095 h 274"/>
                <a:gd name="T8" fmla="*/ 0 w 258"/>
                <a:gd name="T9" fmla="*/ 0 h 2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274">
                  <a:moveTo>
                    <a:pt x="0" y="0"/>
                  </a:moveTo>
                  <a:cubicBezTo>
                    <a:pt x="258" y="0"/>
                    <a:pt x="258" y="0"/>
                    <a:pt x="258" y="0"/>
                  </a:cubicBezTo>
                  <a:cubicBezTo>
                    <a:pt x="258" y="252"/>
                    <a:pt x="258" y="252"/>
                    <a:pt x="258" y="252"/>
                  </a:cubicBezTo>
                  <a:cubicBezTo>
                    <a:pt x="181" y="274"/>
                    <a:pt x="77" y="274"/>
                    <a:pt x="0" y="252"/>
                  </a:cubicBezTo>
                  <a:lnTo>
                    <a:pt x="0" y="0"/>
                  </a:lnTo>
                  <a:close/>
                </a:path>
              </a:pathLst>
            </a:custGeom>
            <a:solidFill>
              <a:srgbClr val="CB3737">
                <a:alpha val="87842"/>
              </a:srgbClr>
            </a:solidFill>
            <a:ln>
              <a:noFill/>
            </a:ln>
          </p:spPr>
          <p:txBody>
            <a:bodyPr/>
            <a:lstStyle/>
            <a:p>
              <a:endParaRPr lang="zh-CN" altLang="en-US"/>
            </a:p>
          </p:txBody>
        </p:sp>
        <p:sp>
          <p:nvSpPr>
            <p:cNvPr id="16" name="Freeform 16"/>
            <p:cNvSpPr>
              <a:spLocks/>
            </p:cNvSpPr>
            <p:nvPr/>
          </p:nvSpPr>
          <p:spPr bwMode="auto">
            <a:xfrm>
              <a:off x="3196197" y="1629305"/>
              <a:ext cx="863537" cy="838207"/>
            </a:xfrm>
            <a:custGeom>
              <a:avLst/>
              <a:gdLst>
                <a:gd name="T0" fmla="*/ 0 w 258"/>
                <a:gd name="T1" fmla="*/ 50648 h 251"/>
                <a:gd name="T2" fmla="*/ 297657 w 258"/>
                <a:gd name="T3" fmla="*/ 0 h 251"/>
                <a:gd name="T4" fmla="*/ 595313 w 258"/>
                <a:gd name="T5" fmla="*/ 48346 h 251"/>
                <a:gd name="T6" fmla="*/ 595313 w 258"/>
                <a:gd name="T7" fmla="*/ 577850 h 251"/>
                <a:gd name="T8" fmla="*/ 0 w 258"/>
                <a:gd name="T9" fmla="*/ 577850 h 251"/>
                <a:gd name="T10" fmla="*/ 0 w 258"/>
                <a:gd name="T11" fmla="*/ 50648 h 2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8" h="251">
                  <a:moveTo>
                    <a:pt x="0" y="22"/>
                  </a:moveTo>
                  <a:cubicBezTo>
                    <a:pt x="40" y="10"/>
                    <a:pt x="84" y="2"/>
                    <a:pt x="129" y="0"/>
                  </a:cubicBezTo>
                  <a:cubicBezTo>
                    <a:pt x="174" y="2"/>
                    <a:pt x="218" y="8"/>
                    <a:pt x="258" y="21"/>
                  </a:cubicBezTo>
                  <a:cubicBezTo>
                    <a:pt x="258" y="251"/>
                    <a:pt x="258" y="251"/>
                    <a:pt x="258" y="251"/>
                  </a:cubicBezTo>
                  <a:cubicBezTo>
                    <a:pt x="0" y="251"/>
                    <a:pt x="0" y="251"/>
                    <a:pt x="0" y="251"/>
                  </a:cubicBezTo>
                  <a:lnTo>
                    <a:pt x="0" y="22"/>
                  </a:lnTo>
                  <a:close/>
                </a:path>
              </a:pathLst>
            </a:custGeom>
            <a:solidFill>
              <a:srgbClr val="9CB124">
                <a:alpha val="87842"/>
              </a:srgbClr>
            </a:solidFill>
            <a:ln>
              <a:noFill/>
            </a:ln>
          </p:spPr>
          <p:txBody>
            <a:bodyPr/>
            <a:lstStyle/>
            <a:p>
              <a:endParaRPr lang="zh-CN" altLang="en-US"/>
            </a:p>
          </p:txBody>
        </p:sp>
        <p:sp>
          <p:nvSpPr>
            <p:cNvPr id="65" name="KSO_Shape"/>
            <p:cNvSpPr>
              <a:spLocks/>
            </p:cNvSpPr>
            <p:nvPr/>
          </p:nvSpPr>
          <p:spPr bwMode="auto">
            <a:xfrm>
              <a:off x="3385364" y="1958281"/>
              <a:ext cx="433200" cy="297461"/>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66" name="KSO_Shape"/>
            <p:cNvSpPr>
              <a:spLocks/>
            </p:cNvSpPr>
            <p:nvPr/>
          </p:nvSpPr>
          <p:spPr bwMode="auto">
            <a:xfrm>
              <a:off x="3410648" y="2880352"/>
              <a:ext cx="382632" cy="325872"/>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75" name="KSO_Shape"/>
            <p:cNvSpPr>
              <a:spLocks/>
            </p:cNvSpPr>
            <p:nvPr/>
          </p:nvSpPr>
          <p:spPr bwMode="auto">
            <a:xfrm>
              <a:off x="3465542" y="3803501"/>
              <a:ext cx="353022" cy="380538"/>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6" name="KSO_Shape"/>
            <p:cNvSpPr>
              <a:spLocks/>
            </p:cNvSpPr>
            <p:nvPr/>
          </p:nvSpPr>
          <p:spPr bwMode="auto">
            <a:xfrm>
              <a:off x="3448052" y="4790219"/>
              <a:ext cx="362129" cy="362732"/>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sp>
        <p:nvSpPr>
          <p:cNvPr id="46" name="圆角矩形 45"/>
          <p:cNvSpPr/>
          <p:nvPr/>
        </p:nvSpPr>
        <p:spPr>
          <a:xfrm>
            <a:off x="5707765" y="2054907"/>
            <a:ext cx="817289" cy="817418"/>
          </a:xfrm>
          <a:prstGeom prst="roundRect">
            <a:avLst/>
          </a:prstGeom>
          <a:solidFill>
            <a:srgbClr val="9CB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6" name="组合 55"/>
          <p:cNvGrpSpPr/>
          <p:nvPr/>
        </p:nvGrpSpPr>
        <p:grpSpPr>
          <a:xfrm>
            <a:off x="6561255" y="1913718"/>
            <a:ext cx="3840645" cy="1052348"/>
            <a:chOff x="1543368" y="2159719"/>
            <a:chExt cx="3840645" cy="1052348"/>
          </a:xfrm>
        </p:grpSpPr>
        <p:sp>
          <p:nvSpPr>
            <p:cNvPr id="57" name="文本框 56"/>
            <p:cNvSpPr txBox="1"/>
            <p:nvPr/>
          </p:nvSpPr>
          <p:spPr>
            <a:xfrm>
              <a:off x="1561285" y="2159719"/>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58" name="文本框 57"/>
            <p:cNvSpPr txBox="1"/>
            <p:nvPr/>
          </p:nvSpPr>
          <p:spPr>
            <a:xfrm>
              <a:off x="1543368" y="2510721"/>
              <a:ext cx="3840645" cy="701346"/>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rPr>
                <a:t>内容</a:t>
              </a: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a:t>
              </a:r>
              <a:r>
                <a:rPr lang="zh-CN" altLang="en-US" sz="1600" dirty="0" smtClean="0">
                  <a:solidFill>
                    <a:schemeClr val="bg1">
                      <a:lumMod val="50000"/>
                    </a:schemeClr>
                  </a:solidFill>
                  <a:latin typeface="微软雅黑" panose="020B0503020204020204" pitchFamily="34" charset="-122"/>
                  <a:ea typeface="微软雅黑" panose="020B0503020204020204" pitchFamily="34" charset="-122"/>
                  <a:cs typeface="+mn-ea"/>
                  <a:sym typeface="+mn-lt"/>
                </a:rPr>
                <a:t>添加</a:t>
              </a:r>
              <a:endPar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grpSp>
      <p:sp>
        <p:nvSpPr>
          <p:cNvPr id="77" name="KSO_Shape"/>
          <p:cNvSpPr>
            <a:spLocks/>
          </p:cNvSpPr>
          <p:nvPr/>
        </p:nvSpPr>
        <p:spPr bwMode="auto">
          <a:xfrm>
            <a:off x="5899809" y="2314886"/>
            <a:ext cx="433200" cy="297461"/>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49" name="圆角矩形 48"/>
          <p:cNvSpPr/>
          <p:nvPr/>
        </p:nvSpPr>
        <p:spPr>
          <a:xfrm>
            <a:off x="5707765" y="4228526"/>
            <a:ext cx="817289" cy="817418"/>
          </a:xfrm>
          <a:prstGeom prst="roundRect">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2" name="组合 61"/>
          <p:cNvGrpSpPr/>
          <p:nvPr/>
        </p:nvGrpSpPr>
        <p:grpSpPr>
          <a:xfrm>
            <a:off x="6561255" y="4106514"/>
            <a:ext cx="3840645" cy="1052348"/>
            <a:chOff x="1548087" y="4890741"/>
            <a:chExt cx="3840645" cy="1052348"/>
          </a:xfrm>
        </p:grpSpPr>
        <p:sp>
          <p:nvSpPr>
            <p:cNvPr id="63" name="文本框 62"/>
            <p:cNvSpPr txBox="1"/>
            <p:nvPr/>
          </p:nvSpPr>
          <p:spPr>
            <a:xfrm>
              <a:off x="1548087" y="4890741"/>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64" name="文本框 63"/>
            <p:cNvSpPr txBox="1"/>
            <p:nvPr/>
          </p:nvSpPr>
          <p:spPr>
            <a:xfrm>
              <a:off x="1548087" y="5241743"/>
              <a:ext cx="3840645" cy="701346"/>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a:t>
              </a:r>
            </a:p>
          </p:txBody>
        </p:sp>
      </p:grpSp>
      <p:sp>
        <p:nvSpPr>
          <p:cNvPr id="78" name="KSO_Shape"/>
          <p:cNvSpPr>
            <a:spLocks/>
          </p:cNvSpPr>
          <p:nvPr/>
        </p:nvSpPr>
        <p:spPr bwMode="auto">
          <a:xfrm>
            <a:off x="5939898" y="4446966"/>
            <a:ext cx="353022" cy="380538"/>
          </a:xfrm>
          <a:custGeom>
            <a:avLst/>
            <a:gdLst>
              <a:gd name="T0" fmla="*/ 1234903 w 2578"/>
              <a:gd name="T1" fmla="*/ 1800397 h 2775"/>
              <a:gd name="T2" fmla="*/ 1186284 w 2578"/>
              <a:gd name="T3" fmla="*/ 928421 h 2775"/>
              <a:gd name="T4" fmla="*/ 1119515 w 2578"/>
              <a:gd name="T5" fmla="*/ 829156 h 2775"/>
              <a:gd name="T6" fmla="*/ 1329546 w 2578"/>
              <a:gd name="T7" fmla="*/ 753896 h 2775"/>
              <a:gd name="T8" fmla="*/ 1265370 w 2578"/>
              <a:gd name="T9" fmla="*/ 829156 h 2775"/>
              <a:gd name="T10" fmla="*/ 1498089 w 2578"/>
              <a:gd name="T11" fmla="*/ 1015359 h 2775"/>
              <a:gd name="T12" fmla="*/ 1669225 w 2578"/>
              <a:gd name="T13" fmla="*/ 1012764 h 2775"/>
              <a:gd name="T14" fmla="*/ 1671170 w 2578"/>
              <a:gd name="T15" fmla="*/ 1363111 h 2775"/>
              <a:gd name="T16" fmla="*/ 877721 w 2578"/>
              <a:gd name="T17" fmla="*/ 1363111 h 2775"/>
              <a:gd name="T18" fmla="*/ 1592084 w 2578"/>
              <a:gd name="T19" fmla="*/ 1363111 h 2775"/>
              <a:gd name="T20" fmla="*/ 1265370 w 2578"/>
              <a:gd name="T21" fmla="*/ 1431883 h 2775"/>
              <a:gd name="T22" fmla="*/ 1195360 w 2578"/>
              <a:gd name="T23" fmla="*/ 1479245 h 2775"/>
              <a:gd name="T24" fmla="*/ 1155817 w 2578"/>
              <a:gd name="T25" fmla="*/ 1363111 h 2775"/>
              <a:gd name="T26" fmla="*/ 1197953 w 2578"/>
              <a:gd name="T27" fmla="*/ 1118517 h 2775"/>
              <a:gd name="T28" fmla="*/ 1265370 w 2578"/>
              <a:gd name="T29" fmla="*/ 1294988 h 2775"/>
              <a:gd name="T30" fmla="*/ 1265370 w 2578"/>
              <a:gd name="T31" fmla="*/ 1431883 h 2775"/>
              <a:gd name="T32" fmla="*/ 726032 w 2578"/>
              <a:gd name="T33" fmla="*/ 1115922 h 2775"/>
              <a:gd name="T34" fmla="*/ 269669 w 2578"/>
              <a:gd name="T35" fmla="*/ 1223621 h 2775"/>
              <a:gd name="T36" fmla="*/ 269669 w 2578"/>
              <a:gd name="T37" fmla="*/ 1115922 h 2775"/>
              <a:gd name="T38" fmla="*/ 269669 w 2578"/>
              <a:gd name="T39" fmla="*/ 1043906 h 2775"/>
              <a:gd name="T40" fmla="*/ 269669 w 2578"/>
              <a:gd name="T41" fmla="*/ 935558 h 2775"/>
              <a:gd name="T42" fmla="*/ 768168 w 2578"/>
              <a:gd name="T43" fmla="*/ 1043906 h 2775"/>
              <a:gd name="T44" fmla="*/ 215865 w 2578"/>
              <a:gd name="T45" fmla="*/ 629977 h 2775"/>
              <a:gd name="T46" fmla="*/ 989219 w 2578"/>
              <a:gd name="T47" fmla="*/ 576127 h 2775"/>
              <a:gd name="T48" fmla="*/ 989219 w 2578"/>
              <a:gd name="T49" fmla="*/ 683826 h 2775"/>
              <a:gd name="T50" fmla="*/ 269669 w 2578"/>
              <a:gd name="T51" fmla="*/ 864191 h 2775"/>
              <a:gd name="T52" fmla="*/ 269669 w 2578"/>
              <a:gd name="T53" fmla="*/ 755842 h 2775"/>
              <a:gd name="T54" fmla="*/ 1007369 w 2578"/>
              <a:gd name="T55" fmla="*/ 759086 h 2775"/>
              <a:gd name="T56" fmla="*/ 978847 w 2578"/>
              <a:gd name="T57" fmla="*/ 864191 h 2775"/>
              <a:gd name="T58" fmla="*/ 1151279 w 2578"/>
              <a:gd name="T59" fmla="*/ 467779 h 2775"/>
              <a:gd name="T60" fmla="*/ 969123 w 2578"/>
              <a:gd name="T61" fmla="*/ 288064 h 2775"/>
              <a:gd name="T62" fmla="*/ 845309 w 2578"/>
              <a:gd name="T63" fmla="*/ 432095 h 2775"/>
              <a:gd name="T64" fmla="*/ 287820 w 2578"/>
              <a:gd name="T65" fmla="*/ 305581 h 2775"/>
              <a:gd name="T66" fmla="*/ 287820 w 2578"/>
              <a:gd name="T67" fmla="*/ 288064 h 2775"/>
              <a:gd name="T68" fmla="*/ 107608 w 2578"/>
              <a:gd name="T69" fmla="*/ 1511685 h 2775"/>
              <a:gd name="T70" fmla="*/ 790856 w 2578"/>
              <a:gd name="T71" fmla="*/ 1692049 h 2775"/>
              <a:gd name="T72" fmla="*/ 215865 w 2578"/>
              <a:gd name="T73" fmla="*/ 1799748 h 2775"/>
              <a:gd name="T74" fmla="*/ 0 w 2578"/>
              <a:gd name="T75" fmla="*/ 395763 h 2775"/>
              <a:gd name="T76" fmla="*/ 325418 w 2578"/>
              <a:gd name="T77" fmla="*/ 216048 h 2775"/>
              <a:gd name="T78" fmla="*/ 429137 w 2578"/>
              <a:gd name="T79" fmla="*/ 179715 h 2775"/>
              <a:gd name="T80" fmla="*/ 825213 w 2578"/>
              <a:gd name="T81" fmla="*/ 179715 h 2775"/>
              <a:gd name="T82" fmla="*/ 933470 w 2578"/>
              <a:gd name="T83" fmla="*/ 216048 h 2775"/>
              <a:gd name="T84" fmla="*/ 1258888 w 2578"/>
              <a:gd name="T85" fmla="*/ 395763 h 2775"/>
              <a:gd name="T86" fmla="*/ 1151279 w 2578"/>
              <a:gd name="T87" fmla="*/ 719510 h 2775"/>
              <a:gd name="T88" fmla="*/ 627499 w 2578"/>
              <a:gd name="T89" fmla="*/ 97968 h 2775"/>
              <a:gd name="T90" fmla="*/ 627499 w 2578"/>
              <a:gd name="T91" fmla="*/ 302337 h 2775"/>
              <a:gd name="T92" fmla="*/ 627499 w 2578"/>
              <a:gd name="T93" fmla="*/ 97968 h 27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578" h="2775">
                <a:moveTo>
                  <a:pt x="2578" y="2101"/>
                </a:moveTo>
                <a:cubicBezTo>
                  <a:pt x="2578" y="2473"/>
                  <a:pt x="2277" y="2775"/>
                  <a:pt x="1905" y="2775"/>
                </a:cubicBezTo>
                <a:cubicBezTo>
                  <a:pt x="1533" y="2775"/>
                  <a:pt x="1232" y="2473"/>
                  <a:pt x="1232" y="2101"/>
                </a:cubicBezTo>
                <a:cubicBezTo>
                  <a:pt x="1232" y="1750"/>
                  <a:pt x="1487" y="1462"/>
                  <a:pt x="1830" y="1431"/>
                </a:cubicBezTo>
                <a:cubicBezTo>
                  <a:pt x="1830" y="1278"/>
                  <a:pt x="1830" y="1278"/>
                  <a:pt x="1830" y="1278"/>
                </a:cubicBezTo>
                <a:cubicBezTo>
                  <a:pt x="1727" y="1278"/>
                  <a:pt x="1727" y="1278"/>
                  <a:pt x="1727" y="1278"/>
                </a:cubicBezTo>
                <a:cubicBezTo>
                  <a:pt x="1727" y="1162"/>
                  <a:pt x="1727" y="1162"/>
                  <a:pt x="1727" y="1162"/>
                </a:cubicBezTo>
                <a:cubicBezTo>
                  <a:pt x="2051" y="1162"/>
                  <a:pt x="2051" y="1162"/>
                  <a:pt x="2051" y="1162"/>
                </a:cubicBezTo>
                <a:cubicBezTo>
                  <a:pt x="2051" y="1278"/>
                  <a:pt x="2051" y="1278"/>
                  <a:pt x="2051" y="1278"/>
                </a:cubicBezTo>
                <a:cubicBezTo>
                  <a:pt x="1952" y="1278"/>
                  <a:pt x="1952" y="1278"/>
                  <a:pt x="1952" y="1278"/>
                </a:cubicBezTo>
                <a:cubicBezTo>
                  <a:pt x="1952" y="1431"/>
                  <a:pt x="1952" y="1431"/>
                  <a:pt x="1952" y="1431"/>
                </a:cubicBezTo>
                <a:cubicBezTo>
                  <a:pt x="2081" y="1443"/>
                  <a:pt x="2214" y="1491"/>
                  <a:pt x="2311" y="1565"/>
                </a:cubicBezTo>
                <a:cubicBezTo>
                  <a:pt x="2445" y="1431"/>
                  <a:pt x="2445" y="1431"/>
                  <a:pt x="2445" y="1431"/>
                </a:cubicBezTo>
                <a:cubicBezTo>
                  <a:pt x="2575" y="1561"/>
                  <a:pt x="2575" y="1561"/>
                  <a:pt x="2575" y="1561"/>
                </a:cubicBezTo>
                <a:cubicBezTo>
                  <a:pt x="2441" y="1695"/>
                  <a:pt x="2441" y="1695"/>
                  <a:pt x="2441" y="1695"/>
                </a:cubicBezTo>
                <a:cubicBezTo>
                  <a:pt x="2527" y="1808"/>
                  <a:pt x="2578" y="1949"/>
                  <a:pt x="2578" y="2101"/>
                </a:cubicBezTo>
                <a:close/>
                <a:moveTo>
                  <a:pt x="1905" y="1550"/>
                </a:moveTo>
                <a:cubicBezTo>
                  <a:pt x="1601" y="1550"/>
                  <a:pt x="1354" y="1798"/>
                  <a:pt x="1354" y="2101"/>
                </a:cubicBezTo>
                <a:cubicBezTo>
                  <a:pt x="1354" y="2405"/>
                  <a:pt x="1601" y="2652"/>
                  <a:pt x="1905" y="2652"/>
                </a:cubicBezTo>
                <a:cubicBezTo>
                  <a:pt x="2209" y="2652"/>
                  <a:pt x="2456" y="2405"/>
                  <a:pt x="2456" y="2101"/>
                </a:cubicBezTo>
                <a:cubicBezTo>
                  <a:pt x="2456" y="1798"/>
                  <a:pt x="2209" y="1550"/>
                  <a:pt x="1905" y="1550"/>
                </a:cubicBezTo>
                <a:close/>
                <a:moveTo>
                  <a:pt x="1952" y="2207"/>
                </a:moveTo>
                <a:cubicBezTo>
                  <a:pt x="1952" y="2280"/>
                  <a:pt x="1952" y="2280"/>
                  <a:pt x="1952" y="2280"/>
                </a:cubicBezTo>
                <a:cubicBezTo>
                  <a:pt x="1844" y="2280"/>
                  <a:pt x="1844" y="2280"/>
                  <a:pt x="1844" y="2280"/>
                </a:cubicBezTo>
                <a:cubicBezTo>
                  <a:pt x="1844" y="2207"/>
                  <a:pt x="1844" y="2207"/>
                  <a:pt x="1844" y="2207"/>
                </a:cubicBezTo>
                <a:cubicBezTo>
                  <a:pt x="1807" y="2186"/>
                  <a:pt x="1783" y="2147"/>
                  <a:pt x="1783" y="2101"/>
                </a:cubicBezTo>
                <a:cubicBezTo>
                  <a:pt x="1783" y="2056"/>
                  <a:pt x="1812" y="2017"/>
                  <a:pt x="1848" y="1996"/>
                </a:cubicBezTo>
                <a:cubicBezTo>
                  <a:pt x="1848" y="1724"/>
                  <a:pt x="1848" y="1724"/>
                  <a:pt x="1848" y="1724"/>
                </a:cubicBezTo>
                <a:cubicBezTo>
                  <a:pt x="1952" y="1724"/>
                  <a:pt x="1952" y="1724"/>
                  <a:pt x="1952" y="1724"/>
                </a:cubicBezTo>
                <a:cubicBezTo>
                  <a:pt x="1952" y="1996"/>
                  <a:pt x="1952" y="1996"/>
                  <a:pt x="1952" y="1996"/>
                </a:cubicBezTo>
                <a:cubicBezTo>
                  <a:pt x="1989" y="2017"/>
                  <a:pt x="2027" y="2056"/>
                  <a:pt x="2027" y="2101"/>
                </a:cubicBezTo>
                <a:cubicBezTo>
                  <a:pt x="2027" y="2147"/>
                  <a:pt x="1989" y="2186"/>
                  <a:pt x="1952" y="2207"/>
                </a:cubicBezTo>
                <a:close/>
                <a:moveTo>
                  <a:pt x="416" y="1720"/>
                </a:moveTo>
                <a:cubicBezTo>
                  <a:pt x="1120" y="1720"/>
                  <a:pt x="1120" y="1720"/>
                  <a:pt x="1120" y="1720"/>
                </a:cubicBezTo>
                <a:cubicBezTo>
                  <a:pt x="1094" y="1773"/>
                  <a:pt x="1074" y="1828"/>
                  <a:pt x="1060" y="1886"/>
                </a:cubicBezTo>
                <a:cubicBezTo>
                  <a:pt x="416" y="1886"/>
                  <a:pt x="416" y="1886"/>
                  <a:pt x="416" y="1886"/>
                </a:cubicBezTo>
                <a:cubicBezTo>
                  <a:pt x="370" y="1886"/>
                  <a:pt x="333" y="1849"/>
                  <a:pt x="333" y="1803"/>
                </a:cubicBezTo>
                <a:cubicBezTo>
                  <a:pt x="333" y="1757"/>
                  <a:pt x="370" y="1720"/>
                  <a:pt x="416" y="1720"/>
                </a:cubicBezTo>
                <a:close/>
                <a:moveTo>
                  <a:pt x="1185" y="1609"/>
                </a:moveTo>
                <a:cubicBezTo>
                  <a:pt x="416" y="1609"/>
                  <a:pt x="416" y="1609"/>
                  <a:pt x="416" y="1609"/>
                </a:cubicBezTo>
                <a:cubicBezTo>
                  <a:pt x="370" y="1609"/>
                  <a:pt x="333" y="1572"/>
                  <a:pt x="333" y="1526"/>
                </a:cubicBezTo>
                <a:cubicBezTo>
                  <a:pt x="333" y="1480"/>
                  <a:pt x="370" y="1442"/>
                  <a:pt x="416" y="1442"/>
                </a:cubicBezTo>
                <a:cubicBezTo>
                  <a:pt x="1338" y="1442"/>
                  <a:pt x="1338" y="1442"/>
                  <a:pt x="1338" y="1442"/>
                </a:cubicBezTo>
                <a:cubicBezTo>
                  <a:pt x="1279" y="1491"/>
                  <a:pt x="1228" y="1547"/>
                  <a:pt x="1185" y="1609"/>
                </a:cubicBezTo>
                <a:close/>
                <a:moveTo>
                  <a:pt x="416" y="1054"/>
                </a:moveTo>
                <a:cubicBezTo>
                  <a:pt x="370" y="1054"/>
                  <a:pt x="333" y="1017"/>
                  <a:pt x="333" y="971"/>
                </a:cubicBezTo>
                <a:cubicBezTo>
                  <a:pt x="333" y="925"/>
                  <a:pt x="370" y="888"/>
                  <a:pt x="416" y="888"/>
                </a:cubicBezTo>
                <a:cubicBezTo>
                  <a:pt x="1526" y="888"/>
                  <a:pt x="1526" y="888"/>
                  <a:pt x="1526" y="888"/>
                </a:cubicBezTo>
                <a:cubicBezTo>
                  <a:pt x="1572" y="888"/>
                  <a:pt x="1609" y="925"/>
                  <a:pt x="1609" y="971"/>
                </a:cubicBezTo>
                <a:cubicBezTo>
                  <a:pt x="1609" y="1017"/>
                  <a:pt x="1572" y="1054"/>
                  <a:pt x="1526" y="1054"/>
                </a:cubicBezTo>
                <a:lnTo>
                  <a:pt x="416" y="1054"/>
                </a:lnTo>
                <a:close/>
                <a:moveTo>
                  <a:pt x="416" y="1332"/>
                </a:moveTo>
                <a:cubicBezTo>
                  <a:pt x="370" y="1332"/>
                  <a:pt x="333" y="1294"/>
                  <a:pt x="333" y="1248"/>
                </a:cubicBezTo>
                <a:cubicBezTo>
                  <a:pt x="333" y="1202"/>
                  <a:pt x="370" y="1165"/>
                  <a:pt x="416" y="1165"/>
                </a:cubicBezTo>
                <a:cubicBezTo>
                  <a:pt x="1526" y="1165"/>
                  <a:pt x="1526" y="1165"/>
                  <a:pt x="1526" y="1165"/>
                </a:cubicBezTo>
                <a:cubicBezTo>
                  <a:pt x="1536" y="1165"/>
                  <a:pt x="1545" y="1168"/>
                  <a:pt x="1554" y="1170"/>
                </a:cubicBezTo>
                <a:cubicBezTo>
                  <a:pt x="1554" y="1311"/>
                  <a:pt x="1554" y="1311"/>
                  <a:pt x="1554" y="1311"/>
                </a:cubicBezTo>
                <a:cubicBezTo>
                  <a:pt x="1539" y="1318"/>
                  <a:pt x="1525" y="1324"/>
                  <a:pt x="1510" y="1332"/>
                </a:cubicBezTo>
                <a:lnTo>
                  <a:pt x="416" y="1332"/>
                </a:lnTo>
                <a:close/>
                <a:moveTo>
                  <a:pt x="1776" y="721"/>
                </a:moveTo>
                <a:cubicBezTo>
                  <a:pt x="1776" y="568"/>
                  <a:pt x="1651" y="444"/>
                  <a:pt x="1498" y="444"/>
                </a:cubicBezTo>
                <a:cubicBezTo>
                  <a:pt x="1495" y="444"/>
                  <a:pt x="1495" y="444"/>
                  <a:pt x="1495" y="444"/>
                </a:cubicBezTo>
                <a:cubicBezTo>
                  <a:pt x="1497" y="453"/>
                  <a:pt x="1498" y="462"/>
                  <a:pt x="1498" y="471"/>
                </a:cubicBezTo>
                <a:cubicBezTo>
                  <a:pt x="1498" y="579"/>
                  <a:pt x="1411" y="666"/>
                  <a:pt x="1304" y="666"/>
                </a:cubicBezTo>
                <a:cubicBezTo>
                  <a:pt x="638" y="666"/>
                  <a:pt x="638" y="666"/>
                  <a:pt x="638" y="666"/>
                </a:cubicBezTo>
                <a:cubicBezTo>
                  <a:pt x="531" y="666"/>
                  <a:pt x="444" y="579"/>
                  <a:pt x="444" y="471"/>
                </a:cubicBezTo>
                <a:cubicBezTo>
                  <a:pt x="444" y="462"/>
                  <a:pt x="445" y="453"/>
                  <a:pt x="447" y="444"/>
                </a:cubicBezTo>
                <a:cubicBezTo>
                  <a:pt x="444" y="444"/>
                  <a:pt x="444" y="444"/>
                  <a:pt x="444" y="444"/>
                </a:cubicBezTo>
                <a:cubicBezTo>
                  <a:pt x="291" y="444"/>
                  <a:pt x="166" y="568"/>
                  <a:pt x="166" y="721"/>
                </a:cubicBezTo>
                <a:cubicBezTo>
                  <a:pt x="166" y="2330"/>
                  <a:pt x="166" y="2330"/>
                  <a:pt x="166" y="2330"/>
                </a:cubicBezTo>
                <a:cubicBezTo>
                  <a:pt x="166" y="2483"/>
                  <a:pt x="291" y="2608"/>
                  <a:pt x="444" y="2608"/>
                </a:cubicBezTo>
                <a:cubicBezTo>
                  <a:pt x="1220" y="2608"/>
                  <a:pt x="1220" y="2608"/>
                  <a:pt x="1220" y="2608"/>
                </a:cubicBezTo>
                <a:cubicBezTo>
                  <a:pt x="1271" y="2672"/>
                  <a:pt x="1331" y="2728"/>
                  <a:pt x="1398" y="2774"/>
                </a:cubicBezTo>
                <a:cubicBezTo>
                  <a:pt x="333" y="2774"/>
                  <a:pt x="333" y="2774"/>
                  <a:pt x="333" y="2774"/>
                </a:cubicBezTo>
                <a:cubicBezTo>
                  <a:pt x="180" y="2774"/>
                  <a:pt x="0" y="2650"/>
                  <a:pt x="0" y="2497"/>
                </a:cubicBezTo>
                <a:cubicBezTo>
                  <a:pt x="0" y="610"/>
                  <a:pt x="0" y="610"/>
                  <a:pt x="0" y="610"/>
                </a:cubicBezTo>
                <a:cubicBezTo>
                  <a:pt x="0" y="457"/>
                  <a:pt x="180" y="333"/>
                  <a:pt x="333" y="333"/>
                </a:cubicBezTo>
                <a:cubicBezTo>
                  <a:pt x="502" y="333"/>
                  <a:pt x="502" y="333"/>
                  <a:pt x="502" y="333"/>
                </a:cubicBezTo>
                <a:cubicBezTo>
                  <a:pt x="537" y="298"/>
                  <a:pt x="585" y="277"/>
                  <a:pt x="638" y="277"/>
                </a:cubicBezTo>
                <a:cubicBezTo>
                  <a:pt x="662" y="277"/>
                  <a:pt x="662" y="277"/>
                  <a:pt x="662" y="277"/>
                </a:cubicBezTo>
                <a:cubicBezTo>
                  <a:pt x="678" y="122"/>
                  <a:pt x="808" y="0"/>
                  <a:pt x="968" y="0"/>
                </a:cubicBezTo>
                <a:cubicBezTo>
                  <a:pt x="1127" y="0"/>
                  <a:pt x="1257" y="122"/>
                  <a:pt x="1273" y="277"/>
                </a:cubicBezTo>
                <a:cubicBezTo>
                  <a:pt x="1304" y="277"/>
                  <a:pt x="1304" y="277"/>
                  <a:pt x="1304" y="277"/>
                </a:cubicBezTo>
                <a:cubicBezTo>
                  <a:pt x="1357" y="277"/>
                  <a:pt x="1405" y="298"/>
                  <a:pt x="1440" y="333"/>
                </a:cubicBezTo>
                <a:cubicBezTo>
                  <a:pt x="1609" y="333"/>
                  <a:pt x="1609" y="333"/>
                  <a:pt x="1609" y="333"/>
                </a:cubicBezTo>
                <a:cubicBezTo>
                  <a:pt x="1763" y="333"/>
                  <a:pt x="1942" y="457"/>
                  <a:pt x="1942" y="610"/>
                </a:cubicBezTo>
                <a:cubicBezTo>
                  <a:pt x="1942" y="1109"/>
                  <a:pt x="1942" y="1109"/>
                  <a:pt x="1942" y="1109"/>
                </a:cubicBezTo>
                <a:cubicBezTo>
                  <a:pt x="1776" y="1109"/>
                  <a:pt x="1776" y="1109"/>
                  <a:pt x="1776" y="1109"/>
                </a:cubicBezTo>
                <a:lnTo>
                  <a:pt x="1776" y="721"/>
                </a:lnTo>
                <a:close/>
                <a:moveTo>
                  <a:pt x="968" y="151"/>
                </a:moveTo>
                <a:cubicBezTo>
                  <a:pt x="881" y="151"/>
                  <a:pt x="810" y="222"/>
                  <a:pt x="810" y="308"/>
                </a:cubicBezTo>
                <a:cubicBezTo>
                  <a:pt x="810" y="395"/>
                  <a:pt x="881" y="466"/>
                  <a:pt x="968" y="466"/>
                </a:cubicBezTo>
                <a:cubicBezTo>
                  <a:pt x="1055" y="466"/>
                  <a:pt x="1125" y="395"/>
                  <a:pt x="1125" y="308"/>
                </a:cubicBezTo>
                <a:cubicBezTo>
                  <a:pt x="1125" y="222"/>
                  <a:pt x="1055" y="151"/>
                  <a:pt x="968" y="151"/>
                </a:cubicBezTo>
                <a:close/>
              </a:path>
            </a:pathLst>
          </a:custGeom>
          <a:solidFill>
            <a:schemeClr val="bg1"/>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52" name="圆角矩形 51"/>
          <p:cNvSpPr/>
          <p:nvPr/>
        </p:nvSpPr>
        <p:spPr>
          <a:xfrm>
            <a:off x="5707765" y="3126136"/>
            <a:ext cx="817289" cy="817418"/>
          </a:xfrm>
          <a:prstGeom prst="roundRect">
            <a:avLst/>
          </a:prstGeom>
          <a:solidFill>
            <a:srgbClr val="65A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9" name="组合 58"/>
          <p:cNvGrpSpPr/>
          <p:nvPr/>
        </p:nvGrpSpPr>
        <p:grpSpPr>
          <a:xfrm>
            <a:off x="6561255" y="2994535"/>
            <a:ext cx="3840645" cy="1083510"/>
            <a:chOff x="1597995" y="3531439"/>
            <a:chExt cx="3840645" cy="1083510"/>
          </a:xfrm>
        </p:grpSpPr>
        <p:sp>
          <p:nvSpPr>
            <p:cNvPr id="60" name="文本框 59"/>
            <p:cNvSpPr txBox="1"/>
            <p:nvPr/>
          </p:nvSpPr>
          <p:spPr>
            <a:xfrm>
              <a:off x="1597995" y="3531439"/>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61" name="文本框 60"/>
            <p:cNvSpPr txBox="1"/>
            <p:nvPr/>
          </p:nvSpPr>
          <p:spPr>
            <a:xfrm>
              <a:off x="1597995" y="3882441"/>
              <a:ext cx="3840645" cy="732508"/>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a:t>
              </a:r>
            </a:p>
          </p:txBody>
        </p:sp>
      </p:grpSp>
      <p:sp>
        <p:nvSpPr>
          <p:cNvPr id="79" name="KSO_Shape"/>
          <p:cNvSpPr>
            <a:spLocks/>
          </p:cNvSpPr>
          <p:nvPr/>
        </p:nvSpPr>
        <p:spPr bwMode="auto">
          <a:xfrm>
            <a:off x="5925093" y="3371909"/>
            <a:ext cx="382632" cy="325872"/>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a:extLst/>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sp>
        <p:nvSpPr>
          <p:cNvPr id="80" name="圆角矩形 79"/>
          <p:cNvSpPr/>
          <p:nvPr/>
        </p:nvSpPr>
        <p:spPr>
          <a:xfrm>
            <a:off x="5707765" y="5309344"/>
            <a:ext cx="817289" cy="817418"/>
          </a:xfrm>
          <a:prstGeom prst="roundRect">
            <a:avLst/>
          </a:prstGeom>
          <a:solidFill>
            <a:srgbClr val="F672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1" name="组合 80"/>
          <p:cNvGrpSpPr/>
          <p:nvPr/>
        </p:nvGrpSpPr>
        <p:grpSpPr>
          <a:xfrm>
            <a:off x="6561255" y="5187332"/>
            <a:ext cx="3822728" cy="1052348"/>
            <a:chOff x="1548087" y="4890741"/>
            <a:chExt cx="3822728" cy="1052348"/>
          </a:xfrm>
        </p:grpSpPr>
        <p:sp>
          <p:nvSpPr>
            <p:cNvPr id="82" name="文本框 81"/>
            <p:cNvSpPr txBox="1"/>
            <p:nvPr/>
          </p:nvSpPr>
          <p:spPr>
            <a:xfrm>
              <a:off x="1548087" y="4890741"/>
              <a:ext cx="2236510" cy="400110"/>
            </a:xfrm>
            <a:prstGeom prst="rect">
              <a:avLst/>
            </a:prstGeom>
            <a:noFill/>
          </p:spPr>
          <p:txBody>
            <a:bodyPr wrap="none" rtlCol="0">
              <a:spAutoFit/>
            </a:bodyPr>
            <a:lstStyle/>
            <a:p>
              <a:r>
                <a:rPr lang="zh-CN" altLang="en-US" sz="2000" b="1" dirty="0" smtClean="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单击此处添加标题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
          <p:nvSpPr>
            <p:cNvPr id="83" name="文本框 82"/>
            <p:cNvSpPr txBox="1"/>
            <p:nvPr/>
          </p:nvSpPr>
          <p:spPr>
            <a:xfrm>
              <a:off x="1548087" y="5241743"/>
              <a:ext cx="3822728" cy="701346"/>
            </a:xfrm>
            <a:prstGeom prst="rect">
              <a:avLst/>
            </a:prstGeom>
            <a:noFill/>
          </p:spPr>
          <p:txBody>
            <a:bodyPr wrap="square" rtlCol="0">
              <a:spAutoFit/>
            </a:bodyPr>
            <a:lstStyle/>
            <a:p>
              <a:pPr>
                <a:lnSpc>
                  <a:spcPct val="130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mn-ea"/>
                  <a:sym typeface="+mn-lt"/>
                </a:rPr>
                <a:t>请在这里添加相应的文字内容请在这里添加相应的文字内容请在这里添加</a:t>
              </a:r>
            </a:p>
          </p:txBody>
        </p:sp>
      </p:grpSp>
      <p:sp>
        <p:nvSpPr>
          <p:cNvPr id="85" name="KSO_Shape"/>
          <p:cNvSpPr>
            <a:spLocks/>
          </p:cNvSpPr>
          <p:nvPr/>
        </p:nvSpPr>
        <p:spPr bwMode="auto">
          <a:xfrm>
            <a:off x="5935345" y="5536687"/>
            <a:ext cx="362129" cy="362732"/>
          </a:xfrm>
          <a:custGeom>
            <a:avLst/>
            <a:gdLst>
              <a:gd name="T0" fmla="*/ 2147483646 w 4409"/>
              <a:gd name="T1" fmla="*/ 2147483646 h 4408"/>
              <a:gd name="T2" fmla="*/ 2147483646 w 4409"/>
              <a:gd name="T3" fmla="*/ 2147483646 h 4408"/>
              <a:gd name="T4" fmla="*/ 2147483646 w 4409"/>
              <a:gd name="T5" fmla="*/ 2147483646 h 4408"/>
              <a:gd name="T6" fmla="*/ 2147483646 w 4409"/>
              <a:gd name="T7" fmla="*/ 2147483646 h 4408"/>
              <a:gd name="T8" fmla="*/ 2147483646 w 4409"/>
              <a:gd name="T9" fmla="*/ 2147483646 h 4408"/>
              <a:gd name="T10" fmla="*/ 2147483646 w 4409"/>
              <a:gd name="T11" fmla="*/ 2147483646 h 4408"/>
              <a:gd name="T12" fmla="*/ 2147483646 w 4409"/>
              <a:gd name="T13" fmla="*/ 2147483646 h 4408"/>
              <a:gd name="T14" fmla="*/ 2147483646 w 4409"/>
              <a:gd name="T15" fmla="*/ 2147483646 h 4408"/>
              <a:gd name="T16" fmla="*/ 481718167 w 4409"/>
              <a:gd name="T17" fmla="*/ 2147483646 h 4408"/>
              <a:gd name="T18" fmla="*/ 321145301 w 4409"/>
              <a:gd name="T19" fmla="*/ 2147483646 h 4408"/>
              <a:gd name="T20" fmla="*/ 2147483646 w 4409"/>
              <a:gd name="T21" fmla="*/ 2147483646 h 4408"/>
              <a:gd name="T22" fmla="*/ 2147483646 w 4409"/>
              <a:gd name="T23" fmla="*/ 2147483646 h 4408"/>
              <a:gd name="T24" fmla="*/ 2147483646 w 4409"/>
              <a:gd name="T25" fmla="*/ 2147483646 h 4408"/>
              <a:gd name="T26" fmla="*/ 2147483646 w 4409"/>
              <a:gd name="T27" fmla="*/ 2147483646 h 4408"/>
              <a:gd name="T28" fmla="*/ 2147483646 w 4409"/>
              <a:gd name="T29" fmla="*/ 2147483646 h 4408"/>
              <a:gd name="T30" fmla="*/ 2147483646 w 4409"/>
              <a:gd name="T31" fmla="*/ 2147483646 h 4408"/>
              <a:gd name="T32" fmla="*/ 2147483646 w 4409"/>
              <a:gd name="T33" fmla="*/ 2147483646 h 4408"/>
              <a:gd name="T34" fmla="*/ 2147483646 w 4409"/>
              <a:gd name="T35" fmla="*/ 2147483646 h 4408"/>
              <a:gd name="T36" fmla="*/ 2147483646 w 4409"/>
              <a:gd name="T37" fmla="*/ 2147483646 h 4408"/>
              <a:gd name="T38" fmla="*/ 2147483646 w 4409"/>
              <a:gd name="T39" fmla="*/ 2147483646 h 4408"/>
              <a:gd name="T40" fmla="*/ 2147483646 w 4409"/>
              <a:gd name="T41" fmla="*/ 2147483646 h 4408"/>
              <a:gd name="T42" fmla="*/ 2147483646 w 4409"/>
              <a:gd name="T43" fmla="*/ 2147483646 h 4408"/>
              <a:gd name="T44" fmla="*/ 2147483646 w 4409"/>
              <a:gd name="T45" fmla="*/ 2147483646 h 4408"/>
              <a:gd name="T46" fmla="*/ 2147483646 w 4409"/>
              <a:gd name="T47" fmla="*/ 2147483646 h 4408"/>
              <a:gd name="T48" fmla="*/ 2147483646 w 4409"/>
              <a:gd name="T49" fmla="*/ 2147483646 h 4408"/>
              <a:gd name="T50" fmla="*/ 2147483646 w 4409"/>
              <a:gd name="T51" fmla="*/ 2147483646 h 4408"/>
              <a:gd name="T52" fmla="*/ 2147483646 w 4409"/>
              <a:gd name="T53" fmla="*/ 2147483646 h 4408"/>
              <a:gd name="T54" fmla="*/ 2147483646 w 4409"/>
              <a:gd name="T55" fmla="*/ 2147483646 h 4408"/>
              <a:gd name="T56" fmla="*/ 2147483646 w 4409"/>
              <a:gd name="T57" fmla="*/ 2147483646 h 4408"/>
              <a:gd name="T58" fmla="*/ 2147483646 w 4409"/>
              <a:gd name="T59" fmla="*/ 2147483646 h 4408"/>
              <a:gd name="T60" fmla="*/ 2147483646 w 4409"/>
              <a:gd name="T61" fmla="*/ 2147483646 h 4408"/>
              <a:gd name="T62" fmla="*/ 2147483646 w 4409"/>
              <a:gd name="T63" fmla="*/ 2147483646 h 4408"/>
              <a:gd name="T64" fmla="*/ 2147483646 w 4409"/>
              <a:gd name="T65" fmla="*/ 2147483646 h 4408"/>
              <a:gd name="T66" fmla="*/ 2147483646 w 4409"/>
              <a:gd name="T67" fmla="*/ 2147483646 h 4408"/>
              <a:gd name="T68" fmla="*/ 2147483646 w 4409"/>
              <a:gd name="T69" fmla="*/ 2147483646 h 4408"/>
              <a:gd name="T70" fmla="*/ 2147483646 w 4409"/>
              <a:gd name="T71" fmla="*/ 2147483646 h 4408"/>
              <a:gd name="T72" fmla="*/ 2147483646 w 4409"/>
              <a:gd name="T73" fmla="*/ 2147483646 h 4408"/>
              <a:gd name="T74" fmla="*/ 2147483646 w 4409"/>
              <a:gd name="T75" fmla="*/ 2147483646 h 4408"/>
              <a:gd name="T76" fmla="*/ 2147483646 w 4409"/>
              <a:gd name="T77" fmla="*/ 2147483646 h 4408"/>
              <a:gd name="T78" fmla="*/ 2147483646 w 4409"/>
              <a:gd name="T79" fmla="*/ 2147483646 h 4408"/>
              <a:gd name="T80" fmla="*/ 2147483646 w 4409"/>
              <a:gd name="T81" fmla="*/ 2147483646 h 4408"/>
              <a:gd name="T82" fmla="*/ 2147483646 w 4409"/>
              <a:gd name="T83" fmla="*/ 2147483646 h 4408"/>
              <a:gd name="T84" fmla="*/ 2147483646 w 4409"/>
              <a:gd name="T85" fmla="*/ 2147483646 h 4408"/>
              <a:gd name="T86" fmla="*/ 2147483646 w 4409"/>
              <a:gd name="T87" fmla="*/ 2147483646 h 4408"/>
              <a:gd name="T88" fmla="*/ 2147483646 w 4409"/>
              <a:gd name="T89" fmla="*/ 2147483646 h 4408"/>
              <a:gd name="T90" fmla="*/ 2147483646 w 4409"/>
              <a:gd name="T91" fmla="*/ 2147483646 h 4408"/>
              <a:gd name="T92" fmla="*/ 2147483646 w 4409"/>
              <a:gd name="T93" fmla="*/ 2147483646 h 4408"/>
              <a:gd name="T94" fmla="*/ 2147483646 w 4409"/>
              <a:gd name="T95" fmla="*/ 2147483646 h 4408"/>
              <a:gd name="T96" fmla="*/ 2147483646 w 4409"/>
              <a:gd name="T97" fmla="*/ 2147483646 h 4408"/>
              <a:gd name="T98" fmla="*/ 2147483646 w 4409"/>
              <a:gd name="T99" fmla="*/ 2147483646 h 4408"/>
              <a:gd name="T100" fmla="*/ 2147483646 w 4409"/>
              <a:gd name="T101" fmla="*/ 2147483646 h 4408"/>
              <a:gd name="T102" fmla="*/ 2147483646 w 4409"/>
              <a:gd name="T103" fmla="*/ 2147483646 h 4408"/>
              <a:gd name="T104" fmla="*/ 2147483646 w 4409"/>
              <a:gd name="T105" fmla="*/ 2147483646 h 4408"/>
              <a:gd name="T106" fmla="*/ 2147483646 w 4409"/>
              <a:gd name="T107" fmla="*/ 2147483646 h 4408"/>
              <a:gd name="T108" fmla="*/ 2147483646 w 4409"/>
              <a:gd name="T109" fmla="*/ 2147483646 h 4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09" h="4408">
                <a:moveTo>
                  <a:pt x="3025" y="2127"/>
                </a:moveTo>
                <a:lnTo>
                  <a:pt x="3025" y="2127"/>
                </a:lnTo>
                <a:lnTo>
                  <a:pt x="3097" y="2107"/>
                </a:lnTo>
                <a:lnTo>
                  <a:pt x="3179" y="2081"/>
                </a:lnTo>
                <a:lnTo>
                  <a:pt x="3271" y="2053"/>
                </a:lnTo>
                <a:lnTo>
                  <a:pt x="3375" y="2020"/>
                </a:lnTo>
                <a:lnTo>
                  <a:pt x="3429" y="2002"/>
                </a:lnTo>
                <a:lnTo>
                  <a:pt x="3481" y="1982"/>
                </a:lnTo>
                <a:lnTo>
                  <a:pt x="3532" y="1961"/>
                </a:lnTo>
                <a:lnTo>
                  <a:pt x="3580" y="1938"/>
                </a:lnTo>
                <a:lnTo>
                  <a:pt x="3626" y="1914"/>
                </a:lnTo>
                <a:lnTo>
                  <a:pt x="3672" y="1889"/>
                </a:lnTo>
                <a:lnTo>
                  <a:pt x="3715" y="1861"/>
                </a:lnTo>
                <a:lnTo>
                  <a:pt x="3756" y="1834"/>
                </a:lnTo>
                <a:lnTo>
                  <a:pt x="3797" y="1804"/>
                </a:lnTo>
                <a:lnTo>
                  <a:pt x="3834" y="1774"/>
                </a:lnTo>
                <a:lnTo>
                  <a:pt x="3871" y="1744"/>
                </a:lnTo>
                <a:lnTo>
                  <a:pt x="3906" y="1711"/>
                </a:lnTo>
                <a:lnTo>
                  <a:pt x="3940" y="1679"/>
                </a:lnTo>
                <a:lnTo>
                  <a:pt x="3971" y="1644"/>
                </a:lnTo>
                <a:lnTo>
                  <a:pt x="4002" y="1610"/>
                </a:lnTo>
                <a:lnTo>
                  <a:pt x="4031" y="1575"/>
                </a:lnTo>
                <a:lnTo>
                  <a:pt x="4059" y="1539"/>
                </a:lnTo>
                <a:lnTo>
                  <a:pt x="4085" y="1502"/>
                </a:lnTo>
                <a:lnTo>
                  <a:pt x="4110" y="1466"/>
                </a:lnTo>
                <a:lnTo>
                  <a:pt x="4134" y="1428"/>
                </a:lnTo>
                <a:lnTo>
                  <a:pt x="4157" y="1390"/>
                </a:lnTo>
                <a:lnTo>
                  <a:pt x="4177" y="1351"/>
                </a:lnTo>
                <a:lnTo>
                  <a:pt x="4198" y="1312"/>
                </a:lnTo>
                <a:lnTo>
                  <a:pt x="4217" y="1274"/>
                </a:lnTo>
                <a:lnTo>
                  <a:pt x="4234" y="1235"/>
                </a:lnTo>
                <a:lnTo>
                  <a:pt x="4251" y="1196"/>
                </a:lnTo>
                <a:lnTo>
                  <a:pt x="4267" y="1156"/>
                </a:lnTo>
                <a:lnTo>
                  <a:pt x="4281" y="1117"/>
                </a:lnTo>
                <a:lnTo>
                  <a:pt x="4295" y="1078"/>
                </a:lnTo>
                <a:lnTo>
                  <a:pt x="4307" y="1039"/>
                </a:lnTo>
                <a:lnTo>
                  <a:pt x="4319" y="1000"/>
                </a:lnTo>
                <a:lnTo>
                  <a:pt x="4329" y="961"/>
                </a:lnTo>
                <a:lnTo>
                  <a:pt x="4340" y="923"/>
                </a:lnTo>
                <a:lnTo>
                  <a:pt x="4349" y="884"/>
                </a:lnTo>
                <a:lnTo>
                  <a:pt x="4357" y="847"/>
                </a:lnTo>
                <a:lnTo>
                  <a:pt x="4365" y="809"/>
                </a:lnTo>
                <a:lnTo>
                  <a:pt x="4377" y="736"/>
                </a:lnTo>
                <a:lnTo>
                  <a:pt x="4387" y="665"/>
                </a:lnTo>
                <a:lnTo>
                  <a:pt x="4395" y="598"/>
                </a:lnTo>
                <a:lnTo>
                  <a:pt x="4401" y="534"/>
                </a:lnTo>
                <a:lnTo>
                  <a:pt x="4405" y="474"/>
                </a:lnTo>
                <a:lnTo>
                  <a:pt x="4407" y="418"/>
                </a:lnTo>
                <a:lnTo>
                  <a:pt x="4409" y="367"/>
                </a:lnTo>
                <a:lnTo>
                  <a:pt x="4409" y="321"/>
                </a:lnTo>
                <a:lnTo>
                  <a:pt x="4409" y="281"/>
                </a:lnTo>
                <a:lnTo>
                  <a:pt x="4407" y="247"/>
                </a:lnTo>
                <a:lnTo>
                  <a:pt x="4404" y="201"/>
                </a:lnTo>
                <a:lnTo>
                  <a:pt x="4403" y="183"/>
                </a:lnTo>
                <a:lnTo>
                  <a:pt x="3786" y="183"/>
                </a:lnTo>
                <a:lnTo>
                  <a:pt x="3491" y="183"/>
                </a:lnTo>
                <a:lnTo>
                  <a:pt x="3491" y="0"/>
                </a:lnTo>
                <a:lnTo>
                  <a:pt x="919" y="0"/>
                </a:lnTo>
                <a:lnTo>
                  <a:pt x="919" y="183"/>
                </a:lnTo>
                <a:lnTo>
                  <a:pt x="624" y="183"/>
                </a:lnTo>
                <a:lnTo>
                  <a:pt x="6" y="183"/>
                </a:lnTo>
                <a:lnTo>
                  <a:pt x="5" y="201"/>
                </a:lnTo>
                <a:lnTo>
                  <a:pt x="2" y="247"/>
                </a:lnTo>
                <a:lnTo>
                  <a:pt x="1" y="282"/>
                </a:lnTo>
                <a:lnTo>
                  <a:pt x="0" y="321"/>
                </a:lnTo>
                <a:lnTo>
                  <a:pt x="1" y="367"/>
                </a:lnTo>
                <a:lnTo>
                  <a:pt x="2" y="419"/>
                </a:lnTo>
                <a:lnTo>
                  <a:pt x="4" y="475"/>
                </a:lnTo>
                <a:lnTo>
                  <a:pt x="8" y="535"/>
                </a:lnTo>
                <a:lnTo>
                  <a:pt x="14" y="599"/>
                </a:lnTo>
                <a:lnTo>
                  <a:pt x="22" y="667"/>
                </a:lnTo>
                <a:lnTo>
                  <a:pt x="32" y="737"/>
                </a:lnTo>
                <a:lnTo>
                  <a:pt x="45" y="811"/>
                </a:lnTo>
                <a:lnTo>
                  <a:pt x="52" y="848"/>
                </a:lnTo>
                <a:lnTo>
                  <a:pt x="61" y="886"/>
                </a:lnTo>
                <a:lnTo>
                  <a:pt x="69" y="924"/>
                </a:lnTo>
                <a:lnTo>
                  <a:pt x="79" y="962"/>
                </a:lnTo>
                <a:lnTo>
                  <a:pt x="91" y="1002"/>
                </a:lnTo>
                <a:lnTo>
                  <a:pt x="102" y="1041"/>
                </a:lnTo>
                <a:lnTo>
                  <a:pt x="115" y="1080"/>
                </a:lnTo>
                <a:lnTo>
                  <a:pt x="128" y="1120"/>
                </a:lnTo>
                <a:lnTo>
                  <a:pt x="142" y="1158"/>
                </a:lnTo>
                <a:lnTo>
                  <a:pt x="159" y="1198"/>
                </a:lnTo>
                <a:lnTo>
                  <a:pt x="175" y="1237"/>
                </a:lnTo>
                <a:lnTo>
                  <a:pt x="193" y="1276"/>
                </a:lnTo>
                <a:lnTo>
                  <a:pt x="211" y="1315"/>
                </a:lnTo>
                <a:lnTo>
                  <a:pt x="232" y="1354"/>
                </a:lnTo>
                <a:lnTo>
                  <a:pt x="253" y="1392"/>
                </a:lnTo>
                <a:lnTo>
                  <a:pt x="275" y="1430"/>
                </a:lnTo>
                <a:lnTo>
                  <a:pt x="299" y="1468"/>
                </a:lnTo>
                <a:lnTo>
                  <a:pt x="324" y="1504"/>
                </a:lnTo>
                <a:lnTo>
                  <a:pt x="350" y="1541"/>
                </a:lnTo>
                <a:lnTo>
                  <a:pt x="378" y="1577"/>
                </a:lnTo>
                <a:lnTo>
                  <a:pt x="407" y="1612"/>
                </a:lnTo>
                <a:lnTo>
                  <a:pt x="438" y="1646"/>
                </a:lnTo>
                <a:lnTo>
                  <a:pt x="470" y="1681"/>
                </a:lnTo>
                <a:lnTo>
                  <a:pt x="503" y="1713"/>
                </a:lnTo>
                <a:lnTo>
                  <a:pt x="538" y="1746"/>
                </a:lnTo>
                <a:lnTo>
                  <a:pt x="574" y="1776"/>
                </a:lnTo>
                <a:lnTo>
                  <a:pt x="613" y="1806"/>
                </a:lnTo>
                <a:lnTo>
                  <a:pt x="653" y="1835"/>
                </a:lnTo>
                <a:lnTo>
                  <a:pt x="694" y="1863"/>
                </a:lnTo>
                <a:lnTo>
                  <a:pt x="738" y="1890"/>
                </a:lnTo>
                <a:lnTo>
                  <a:pt x="782" y="1915"/>
                </a:lnTo>
                <a:lnTo>
                  <a:pt x="829" y="1939"/>
                </a:lnTo>
                <a:lnTo>
                  <a:pt x="878" y="1962"/>
                </a:lnTo>
                <a:lnTo>
                  <a:pt x="928" y="1983"/>
                </a:lnTo>
                <a:lnTo>
                  <a:pt x="981" y="2002"/>
                </a:lnTo>
                <a:lnTo>
                  <a:pt x="1035" y="2020"/>
                </a:lnTo>
                <a:lnTo>
                  <a:pt x="1137" y="2053"/>
                </a:lnTo>
                <a:lnTo>
                  <a:pt x="1230" y="2080"/>
                </a:lnTo>
                <a:lnTo>
                  <a:pt x="1311" y="2105"/>
                </a:lnTo>
                <a:lnTo>
                  <a:pt x="1384" y="2125"/>
                </a:lnTo>
                <a:lnTo>
                  <a:pt x="1417" y="2164"/>
                </a:lnTo>
                <a:lnTo>
                  <a:pt x="1452" y="2203"/>
                </a:lnTo>
                <a:lnTo>
                  <a:pt x="1488" y="2241"/>
                </a:lnTo>
                <a:lnTo>
                  <a:pt x="1525" y="2275"/>
                </a:lnTo>
                <a:lnTo>
                  <a:pt x="1562" y="2309"/>
                </a:lnTo>
                <a:lnTo>
                  <a:pt x="1600" y="2340"/>
                </a:lnTo>
                <a:lnTo>
                  <a:pt x="1639" y="2370"/>
                </a:lnTo>
                <a:lnTo>
                  <a:pt x="1679" y="2398"/>
                </a:lnTo>
                <a:lnTo>
                  <a:pt x="1720" y="2424"/>
                </a:lnTo>
                <a:lnTo>
                  <a:pt x="1761" y="2449"/>
                </a:lnTo>
                <a:lnTo>
                  <a:pt x="1803" y="2471"/>
                </a:lnTo>
                <a:lnTo>
                  <a:pt x="1845" y="2490"/>
                </a:lnTo>
                <a:lnTo>
                  <a:pt x="1888" y="2508"/>
                </a:lnTo>
                <a:lnTo>
                  <a:pt x="1933" y="2525"/>
                </a:lnTo>
                <a:lnTo>
                  <a:pt x="1976" y="2538"/>
                </a:lnTo>
                <a:lnTo>
                  <a:pt x="2021" y="2549"/>
                </a:lnTo>
                <a:lnTo>
                  <a:pt x="2021" y="3864"/>
                </a:lnTo>
                <a:lnTo>
                  <a:pt x="1963" y="3868"/>
                </a:lnTo>
                <a:lnTo>
                  <a:pt x="1906" y="3873"/>
                </a:lnTo>
                <a:lnTo>
                  <a:pt x="1850" y="3880"/>
                </a:lnTo>
                <a:lnTo>
                  <a:pt x="1795" y="3887"/>
                </a:lnTo>
                <a:lnTo>
                  <a:pt x="1741" y="3895"/>
                </a:lnTo>
                <a:lnTo>
                  <a:pt x="1688" y="3904"/>
                </a:lnTo>
                <a:lnTo>
                  <a:pt x="1636" y="3915"/>
                </a:lnTo>
                <a:lnTo>
                  <a:pt x="1587" y="3926"/>
                </a:lnTo>
                <a:lnTo>
                  <a:pt x="1537" y="3939"/>
                </a:lnTo>
                <a:lnTo>
                  <a:pt x="1489" y="3951"/>
                </a:lnTo>
                <a:lnTo>
                  <a:pt x="1444" y="3965"/>
                </a:lnTo>
                <a:lnTo>
                  <a:pt x="1399" y="3980"/>
                </a:lnTo>
                <a:lnTo>
                  <a:pt x="1355" y="3995"/>
                </a:lnTo>
                <a:lnTo>
                  <a:pt x="1314" y="4012"/>
                </a:lnTo>
                <a:lnTo>
                  <a:pt x="1274" y="4029"/>
                </a:lnTo>
                <a:lnTo>
                  <a:pt x="1237" y="4046"/>
                </a:lnTo>
                <a:lnTo>
                  <a:pt x="1200" y="4065"/>
                </a:lnTo>
                <a:lnTo>
                  <a:pt x="1166" y="4085"/>
                </a:lnTo>
                <a:lnTo>
                  <a:pt x="1134" y="4104"/>
                </a:lnTo>
                <a:lnTo>
                  <a:pt x="1104" y="4124"/>
                </a:lnTo>
                <a:lnTo>
                  <a:pt x="1076" y="4146"/>
                </a:lnTo>
                <a:lnTo>
                  <a:pt x="1049" y="4167"/>
                </a:lnTo>
                <a:lnTo>
                  <a:pt x="1026" y="4189"/>
                </a:lnTo>
                <a:lnTo>
                  <a:pt x="1004" y="4211"/>
                </a:lnTo>
                <a:lnTo>
                  <a:pt x="984" y="4235"/>
                </a:lnTo>
                <a:lnTo>
                  <a:pt x="968" y="4259"/>
                </a:lnTo>
                <a:lnTo>
                  <a:pt x="953" y="4282"/>
                </a:lnTo>
                <a:lnTo>
                  <a:pt x="947" y="4295"/>
                </a:lnTo>
                <a:lnTo>
                  <a:pt x="941" y="4307"/>
                </a:lnTo>
                <a:lnTo>
                  <a:pt x="936" y="4320"/>
                </a:lnTo>
                <a:lnTo>
                  <a:pt x="931" y="4332"/>
                </a:lnTo>
                <a:lnTo>
                  <a:pt x="927" y="4344"/>
                </a:lnTo>
                <a:lnTo>
                  <a:pt x="924" y="4358"/>
                </a:lnTo>
                <a:lnTo>
                  <a:pt x="922" y="4370"/>
                </a:lnTo>
                <a:lnTo>
                  <a:pt x="920" y="4383"/>
                </a:lnTo>
                <a:lnTo>
                  <a:pt x="919" y="4396"/>
                </a:lnTo>
                <a:lnTo>
                  <a:pt x="919" y="4408"/>
                </a:lnTo>
                <a:lnTo>
                  <a:pt x="3491" y="4408"/>
                </a:lnTo>
                <a:lnTo>
                  <a:pt x="3491" y="4396"/>
                </a:lnTo>
                <a:lnTo>
                  <a:pt x="3490" y="4383"/>
                </a:lnTo>
                <a:lnTo>
                  <a:pt x="3488" y="4370"/>
                </a:lnTo>
                <a:lnTo>
                  <a:pt x="3486" y="4358"/>
                </a:lnTo>
                <a:lnTo>
                  <a:pt x="3482" y="4344"/>
                </a:lnTo>
                <a:lnTo>
                  <a:pt x="3478" y="4332"/>
                </a:lnTo>
                <a:lnTo>
                  <a:pt x="3474" y="4320"/>
                </a:lnTo>
                <a:lnTo>
                  <a:pt x="3469" y="4307"/>
                </a:lnTo>
                <a:lnTo>
                  <a:pt x="3463" y="4295"/>
                </a:lnTo>
                <a:lnTo>
                  <a:pt x="3457" y="4282"/>
                </a:lnTo>
                <a:lnTo>
                  <a:pt x="3443" y="4259"/>
                </a:lnTo>
                <a:lnTo>
                  <a:pt x="3426" y="4235"/>
                </a:lnTo>
                <a:lnTo>
                  <a:pt x="3406" y="4211"/>
                </a:lnTo>
                <a:lnTo>
                  <a:pt x="3384" y="4189"/>
                </a:lnTo>
                <a:lnTo>
                  <a:pt x="3361" y="4167"/>
                </a:lnTo>
                <a:lnTo>
                  <a:pt x="3334" y="4146"/>
                </a:lnTo>
                <a:lnTo>
                  <a:pt x="3306" y="4124"/>
                </a:lnTo>
                <a:lnTo>
                  <a:pt x="3276" y="4104"/>
                </a:lnTo>
                <a:lnTo>
                  <a:pt x="3244" y="4085"/>
                </a:lnTo>
                <a:lnTo>
                  <a:pt x="3210" y="4065"/>
                </a:lnTo>
                <a:lnTo>
                  <a:pt x="3173" y="4046"/>
                </a:lnTo>
                <a:lnTo>
                  <a:pt x="3136" y="4029"/>
                </a:lnTo>
                <a:lnTo>
                  <a:pt x="3096" y="4012"/>
                </a:lnTo>
                <a:lnTo>
                  <a:pt x="3054" y="3995"/>
                </a:lnTo>
                <a:lnTo>
                  <a:pt x="3011" y="3980"/>
                </a:lnTo>
                <a:lnTo>
                  <a:pt x="2966" y="3965"/>
                </a:lnTo>
                <a:lnTo>
                  <a:pt x="2921" y="3951"/>
                </a:lnTo>
                <a:lnTo>
                  <a:pt x="2873" y="3939"/>
                </a:lnTo>
                <a:lnTo>
                  <a:pt x="2823" y="3926"/>
                </a:lnTo>
                <a:lnTo>
                  <a:pt x="2773" y="3915"/>
                </a:lnTo>
                <a:lnTo>
                  <a:pt x="2722" y="3904"/>
                </a:lnTo>
                <a:lnTo>
                  <a:pt x="2669" y="3895"/>
                </a:lnTo>
                <a:lnTo>
                  <a:pt x="2615" y="3887"/>
                </a:lnTo>
                <a:lnTo>
                  <a:pt x="2559" y="3880"/>
                </a:lnTo>
                <a:lnTo>
                  <a:pt x="2504" y="3873"/>
                </a:lnTo>
                <a:lnTo>
                  <a:pt x="2447" y="3868"/>
                </a:lnTo>
                <a:lnTo>
                  <a:pt x="2389" y="3864"/>
                </a:lnTo>
                <a:lnTo>
                  <a:pt x="2389" y="2549"/>
                </a:lnTo>
                <a:lnTo>
                  <a:pt x="2434" y="2538"/>
                </a:lnTo>
                <a:lnTo>
                  <a:pt x="2477" y="2525"/>
                </a:lnTo>
                <a:lnTo>
                  <a:pt x="2521" y="2508"/>
                </a:lnTo>
                <a:lnTo>
                  <a:pt x="2565" y="2491"/>
                </a:lnTo>
                <a:lnTo>
                  <a:pt x="2607" y="2471"/>
                </a:lnTo>
                <a:lnTo>
                  <a:pt x="2649" y="2449"/>
                </a:lnTo>
                <a:lnTo>
                  <a:pt x="2689" y="2425"/>
                </a:lnTo>
                <a:lnTo>
                  <a:pt x="2730" y="2399"/>
                </a:lnTo>
                <a:lnTo>
                  <a:pt x="2769" y="2370"/>
                </a:lnTo>
                <a:lnTo>
                  <a:pt x="2809" y="2341"/>
                </a:lnTo>
                <a:lnTo>
                  <a:pt x="2846" y="2310"/>
                </a:lnTo>
                <a:lnTo>
                  <a:pt x="2884" y="2276"/>
                </a:lnTo>
                <a:lnTo>
                  <a:pt x="2921" y="2242"/>
                </a:lnTo>
                <a:lnTo>
                  <a:pt x="2956" y="2205"/>
                </a:lnTo>
                <a:lnTo>
                  <a:pt x="2992" y="2167"/>
                </a:lnTo>
                <a:lnTo>
                  <a:pt x="3025" y="2127"/>
                </a:lnTo>
                <a:close/>
                <a:moveTo>
                  <a:pt x="3491" y="791"/>
                </a:moveTo>
                <a:lnTo>
                  <a:pt x="3491" y="367"/>
                </a:lnTo>
                <a:lnTo>
                  <a:pt x="3786" y="367"/>
                </a:lnTo>
                <a:lnTo>
                  <a:pt x="4226" y="367"/>
                </a:lnTo>
                <a:lnTo>
                  <a:pt x="4226" y="403"/>
                </a:lnTo>
                <a:lnTo>
                  <a:pt x="4225" y="441"/>
                </a:lnTo>
                <a:lnTo>
                  <a:pt x="4223" y="482"/>
                </a:lnTo>
                <a:lnTo>
                  <a:pt x="4220" y="525"/>
                </a:lnTo>
                <a:lnTo>
                  <a:pt x="4216" y="570"/>
                </a:lnTo>
                <a:lnTo>
                  <a:pt x="4211" y="617"/>
                </a:lnTo>
                <a:lnTo>
                  <a:pt x="4205" y="665"/>
                </a:lnTo>
                <a:lnTo>
                  <a:pt x="4198" y="716"/>
                </a:lnTo>
                <a:lnTo>
                  <a:pt x="4188" y="767"/>
                </a:lnTo>
                <a:lnTo>
                  <a:pt x="4177" y="819"/>
                </a:lnTo>
                <a:lnTo>
                  <a:pt x="4165" y="873"/>
                </a:lnTo>
                <a:lnTo>
                  <a:pt x="4152" y="927"/>
                </a:lnTo>
                <a:lnTo>
                  <a:pt x="4136" y="982"/>
                </a:lnTo>
                <a:lnTo>
                  <a:pt x="4117" y="1037"/>
                </a:lnTo>
                <a:lnTo>
                  <a:pt x="4097" y="1091"/>
                </a:lnTo>
                <a:lnTo>
                  <a:pt x="4075" y="1146"/>
                </a:lnTo>
                <a:lnTo>
                  <a:pt x="4050" y="1201"/>
                </a:lnTo>
                <a:lnTo>
                  <a:pt x="4037" y="1227"/>
                </a:lnTo>
                <a:lnTo>
                  <a:pt x="4023" y="1255"/>
                </a:lnTo>
                <a:lnTo>
                  <a:pt x="4009" y="1281"/>
                </a:lnTo>
                <a:lnTo>
                  <a:pt x="3994" y="1307"/>
                </a:lnTo>
                <a:lnTo>
                  <a:pt x="3977" y="1334"/>
                </a:lnTo>
                <a:lnTo>
                  <a:pt x="3961" y="1360"/>
                </a:lnTo>
                <a:lnTo>
                  <a:pt x="3944" y="1385"/>
                </a:lnTo>
                <a:lnTo>
                  <a:pt x="3926" y="1412"/>
                </a:lnTo>
                <a:lnTo>
                  <a:pt x="3907" y="1436"/>
                </a:lnTo>
                <a:lnTo>
                  <a:pt x="3887" y="1462"/>
                </a:lnTo>
                <a:lnTo>
                  <a:pt x="3867" y="1486"/>
                </a:lnTo>
                <a:lnTo>
                  <a:pt x="3847" y="1510"/>
                </a:lnTo>
                <a:lnTo>
                  <a:pt x="3824" y="1534"/>
                </a:lnTo>
                <a:lnTo>
                  <a:pt x="3802" y="1557"/>
                </a:lnTo>
                <a:lnTo>
                  <a:pt x="3779" y="1579"/>
                </a:lnTo>
                <a:lnTo>
                  <a:pt x="3754" y="1602"/>
                </a:lnTo>
                <a:lnTo>
                  <a:pt x="3729" y="1623"/>
                </a:lnTo>
                <a:lnTo>
                  <a:pt x="3703" y="1644"/>
                </a:lnTo>
                <a:lnTo>
                  <a:pt x="3676" y="1664"/>
                </a:lnTo>
                <a:lnTo>
                  <a:pt x="3649" y="1685"/>
                </a:lnTo>
                <a:lnTo>
                  <a:pt x="3619" y="1704"/>
                </a:lnTo>
                <a:lnTo>
                  <a:pt x="3590" y="1722"/>
                </a:lnTo>
                <a:lnTo>
                  <a:pt x="3560" y="1740"/>
                </a:lnTo>
                <a:lnTo>
                  <a:pt x="3528" y="1758"/>
                </a:lnTo>
                <a:lnTo>
                  <a:pt x="3496" y="1775"/>
                </a:lnTo>
                <a:lnTo>
                  <a:pt x="3462" y="1790"/>
                </a:lnTo>
                <a:lnTo>
                  <a:pt x="3428" y="1805"/>
                </a:lnTo>
                <a:lnTo>
                  <a:pt x="3392" y="1820"/>
                </a:lnTo>
                <a:lnTo>
                  <a:pt x="3357" y="1833"/>
                </a:lnTo>
                <a:lnTo>
                  <a:pt x="3319" y="1846"/>
                </a:lnTo>
                <a:lnTo>
                  <a:pt x="3192" y="1886"/>
                </a:lnTo>
                <a:lnTo>
                  <a:pt x="3227" y="1825"/>
                </a:lnTo>
                <a:lnTo>
                  <a:pt x="3258" y="1763"/>
                </a:lnTo>
                <a:lnTo>
                  <a:pt x="3289" y="1700"/>
                </a:lnTo>
                <a:lnTo>
                  <a:pt x="3317" y="1635"/>
                </a:lnTo>
                <a:lnTo>
                  <a:pt x="3345" y="1569"/>
                </a:lnTo>
                <a:lnTo>
                  <a:pt x="3369" y="1501"/>
                </a:lnTo>
                <a:lnTo>
                  <a:pt x="3391" y="1433"/>
                </a:lnTo>
                <a:lnTo>
                  <a:pt x="3411" y="1364"/>
                </a:lnTo>
                <a:lnTo>
                  <a:pt x="3430" y="1294"/>
                </a:lnTo>
                <a:lnTo>
                  <a:pt x="3446" y="1223"/>
                </a:lnTo>
                <a:lnTo>
                  <a:pt x="3459" y="1152"/>
                </a:lnTo>
                <a:lnTo>
                  <a:pt x="3470" y="1080"/>
                </a:lnTo>
                <a:lnTo>
                  <a:pt x="3475" y="1044"/>
                </a:lnTo>
                <a:lnTo>
                  <a:pt x="3479" y="1008"/>
                </a:lnTo>
                <a:lnTo>
                  <a:pt x="3482" y="972"/>
                </a:lnTo>
                <a:lnTo>
                  <a:pt x="3486" y="936"/>
                </a:lnTo>
                <a:lnTo>
                  <a:pt x="3488" y="900"/>
                </a:lnTo>
                <a:lnTo>
                  <a:pt x="3490" y="863"/>
                </a:lnTo>
                <a:lnTo>
                  <a:pt x="3491" y="828"/>
                </a:lnTo>
                <a:lnTo>
                  <a:pt x="3491" y="791"/>
                </a:lnTo>
                <a:close/>
                <a:moveTo>
                  <a:pt x="1091" y="1846"/>
                </a:moveTo>
                <a:lnTo>
                  <a:pt x="1091" y="1846"/>
                </a:lnTo>
                <a:lnTo>
                  <a:pt x="1053" y="1833"/>
                </a:lnTo>
                <a:lnTo>
                  <a:pt x="1017" y="1820"/>
                </a:lnTo>
                <a:lnTo>
                  <a:pt x="981" y="1805"/>
                </a:lnTo>
                <a:lnTo>
                  <a:pt x="947" y="1791"/>
                </a:lnTo>
                <a:lnTo>
                  <a:pt x="913" y="1775"/>
                </a:lnTo>
                <a:lnTo>
                  <a:pt x="881" y="1759"/>
                </a:lnTo>
                <a:lnTo>
                  <a:pt x="849" y="1741"/>
                </a:lnTo>
                <a:lnTo>
                  <a:pt x="819" y="1723"/>
                </a:lnTo>
                <a:lnTo>
                  <a:pt x="789" y="1705"/>
                </a:lnTo>
                <a:lnTo>
                  <a:pt x="760" y="1686"/>
                </a:lnTo>
                <a:lnTo>
                  <a:pt x="733" y="1665"/>
                </a:lnTo>
                <a:lnTo>
                  <a:pt x="705" y="1645"/>
                </a:lnTo>
                <a:lnTo>
                  <a:pt x="680" y="1624"/>
                </a:lnTo>
                <a:lnTo>
                  <a:pt x="655" y="1603"/>
                </a:lnTo>
                <a:lnTo>
                  <a:pt x="630" y="1580"/>
                </a:lnTo>
                <a:lnTo>
                  <a:pt x="607" y="1558"/>
                </a:lnTo>
                <a:lnTo>
                  <a:pt x="585" y="1535"/>
                </a:lnTo>
                <a:lnTo>
                  <a:pt x="562" y="1511"/>
                </a:lnTo>
                <a:lnTo>
                  <a:pt x="541" y="1487"/>
                </a:lnTo>
                <a:lnTo>
                  <a:pt x="521" y="1463"/>
                </a:lnTo>
                <a:lnTo>
                  <a:pt x="501" y="1438"/>
                </a:lnTo>
                <a:lnTo>
                  <a:pt x="483" y="1413"/>
                </a:lnTo>
                <a:lnTo>
                  <a:pt x="465" y="1387"/>
                </a:lnTo>
                <a:lnTo>
                  <a:pt x="448" y="1361"/>
                </a:lnTo>
                <a:lnTo>
                  <a:pt x="431" y="1336"/>
                </a:lnTo>
                <a:lnTo>
                  <a:pt x="415" y="1309"/>
                </a:lnTo>
                <a:lnTo>
                  <a:pt x="400" y="1283"/>
                </a:lnTo>
                <a:lnTo>
                  <a:pt x="386" y="1256"/>
                </a:lnTo>
                <a:lnTo>
                  <a:pt x="372" y="1229"/>
                </a:lnTo>
                <a:lnTo>
                  <a:pt x="358" y="1202"/>
                </a:lnTo>
                <a:lnTo>
                  <a:pt x="334" y="1147"/>
                </a:lnTo>
                <a:lnTo>
                  <a:pt x="312" y="1092"/>
                </a:lnTo>
                <a:lnTo>
                  <a:pt x="291" y="1038"/>
                </a:lnTo>
                <a:lnTo>
                  <a:pt x="273" y="983"/>
                </a:lnTo>
                <a:lnTo>
                  <a:pt x="258" y="928"/>
                </a:lnTo>
                <a:lnTo>
                  <a:pt x="244" y="874"/>
                </a:lnTo>
                <a:lnTo>
                  <a:pt x="232" y="820"/>
                </a:lnTo>
                <a:lnTo>
                  <a:pt x="221" y="768"/>
                </a:lnTo>
                <a:lnTo>
                  <a:pt x="212" y="716"/>
                </a:lnTo>
                <a:lnTo>
                  <a:pt x="204" y="666"/>
                </a:lnTo>
                <a:lnTo>
                  <a:pt x="198" y="618"/>
                </a:lnTo>
                <a:lnTo>
                  <a:pt x="194" y="570"/>
                </a:lnTo>
                <a:lnTo>
                  <a:pt x="190" y="525"/>
                </a:lnTo>
                <a:lnTo>
                  <a:pt x="187" y="482"/>
                </a:lnTo>
                <a:lnTo>
                  <a:pt x="185" y="441"/>
                </a:lnTo>
                <a:lnTo>
                  <a:pt x="184" y="404"/>
                </a:lnTo>
                <a:lnTo>
                  <a:pt x="184" y="367"/>
                </a:lnTo>
                <a:lnTo>
                  <a:pt x="624" y="367"/>
                </a:lnTo>
                <a:lnTo>
                  <a:pt x="919" y="367"/>
                </a:lnTo>
                <a:lnTo>
                  <a:pt x="919" y="791"/>
                </a:lnTo>
                <a:lnTo>
                  <a:pt x="919" y="828"/>
                </a:lnTo>
                <a:lnTo>
                  <a:pt x="920" y="863"/>
                </a:lnTo>
                <a:lnTo>
                  <a:pt x="922" y="900"/>
                </a:lnTo>
                <a:lnTo>
                  <a:pt x="924" y="936"/>
                </a:lnTo>
                <a:lnTo>
                  <a:pt x="927" y="972"/>
                </a:lnTo>
                <a:lnTo>
                  <a:pt x="930" y="1008"/>
                </a:lnTo>
                <a:lnTo>
                  <a:pt x="935" y="1044"/>
                </a:lnTo>
                <a:lnTo>
                  <a:pt x="940" y="1080"/>
                </a:lnTo>
                <a:lnTo>
                  <a:pt x="951" y="1151"/>
                </a:lnTo>
                <a:lnTo>
                  <a:pt x="964" y="1223"/>
                </a:lnTo>
                <a:lnTo>
                  <a:pt x="980" y="1293"/>
                </a:lnTo>
                <a:lnTo>
                  <a:pt x="998" y="1363"/>
                </a:lnTo>
                <a:lnTo>
                  <a:pt x="1019" y="1432"/>
                </a:lnTo>
                <a:lnTo>
                  <a:pt x="1041" y="1501"/>
                </a:lnTo>
                <a:lnTo>
                  <a:pt x="1065" y="1568"/>
                </a:lnTo>
                <a:lnTo>
                  <a:pt x="1092" y="1634"/>
                </a:lnTo>
                <a:lnTo>
                  <a:pt x="1120" y="1699"/>
                </a:lnTo>
                <a:lnTo>
                  <a:pt x="1151" y="1763"/>
                </a:lnTo>
                <a:lnTo>
                  <a:pt x="1183" y="1825"/>
                </a:lnTo>
                <a:lnTo>
                  <a:pt x="1217" y="1885"/>
                </a:lnTo>
                <a:lnTo>
                  <a:pt x="1091" y="1846"/>
                </a:lnTo>
                <a:close/>
                <a:moveTo>
                  <a:pt x="2205" y="1626"/>
                </a:moveTo>
                <a:lnTo>
                  <a:pt x="1637" y="2020"/>
                </a:lnTo>
                <a:lnTo>
                  <a:pt x="1837" y="1359"/>
                </a:lnTo>
                <a:lnTo>
                  <a:pt x="1287" y="940"/>
                </a:lnTo>
                <a:lnTo>
                  <a:pt x="1978" y="927"/>
                </a:lnTo>
                <a:lnTo>
                  <a:pt x="2205" y="274"/>
                </a:lnTo>
                <a:lnTo>
                  <a:pt x="2433" y="927"/>
                </a:lnTo>
                <a:lnTo>
                  <a:pt x="3123" y="940"/>
                </a:lnTo>
                <a:lnTo>
                  <a:pt x="2573" y="1359"/>
                </a:lnTo>
                <a:lnTo>
                  <a:pt x="2772" y="2020"/>
                </a:lnTo>
                <a:lnTo>
                  <a:pt x="2205" y="1626"/>
                </a:lnTo>
                <a:close/>
              </a:path>
            </a:pathLst>
          </a:custGeom>
          <a:solidFill>
            <a:schemeClr val="bg1"/>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12283398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7137" r="2513"/>
          <a:stretch/>
        </p:blipFill>
        <p:spPr>
          <a:xfrm>
            <a:off x="0" y="0"/>
            <a:ext cx="12192000" cy="6858000"/>
          </a:xfrm>
          <a:prstGeom prst="rect">
            <a:avLst/>
          </a:prstGeom>
        </p:spPr>
      </p:pic>
      <p:sp>
        <p:nvSpPr>
          <p:cNvPr id="4" name="矩形 3"/>
          <p:cNvSpPr/>
          <p:nvPr/>
        </p:nvSpPr>
        <p:spPr>
          <a:xfrm>
            <a:off x="0" y="0"/>
            <a:ext cx="12192000" cy="6858000"/>
          </a:xfrm>
          <a:prstGeom prst="rect">
            <a:avLst/>
          </a:prstGeom>
          <a:solidFill>
            <a:srgbClr val="277578">
              <a:alpha val="8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944471" y="5398807"/>
            <a:ext cx="4303059" cy="375397"/>
            <a:chOff x="3944471" y="5398807"/>
            <a:chExt cx="4303059" cy="375397"/>
          </a:xfrm>
        </p:grpSpPr>
        <p:cxnSp>
          <p:nvCxnSpPr>
            <p:cNvPr id="8" name="直接连接符 7"/>
            <p:cNvCxnSpPr/>
            <p:nvPr/>
          </p:nvCxnSpPr>
          <p:spPr>
            <a:xfrm>
              <a:off x="3944471" y="5586505"/>
              <a:ext cx="181535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32177" y="5586505"/>
              <a:ext cx="181535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KSO_Shape"/>
            <p:cNvSpPr/>
            <p:nvPr/>
          </p:nvSpPr>
          <p:spPr>
            <a:xfrm flipH="1">
              <a:off x="5908302" y="5398807"/>
              <a:ext cx="375397" cy="375397"/>
            </a:xfrm>
            <a:prstGeom prst="diamon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sp>
        <p:nvSpPr>
          <p:cNvPr id="13" name="任意多边形 12"/>
          <p:cNvSpPr/>
          <p:nvPr/>
        </p:nvSpPr>
        <p:spPr>
          <a:xfrm flipH="1" flipV="1">
            <a:off x="4577555" y="0"/>
            <a:ext cx="3036888" cy="3955036"/>
          </a:xfrm>
          <a:custGeom>
            <a:avLst/>
            <a:gdLst>
              <a:gd name="connsiteX0" fmla="*/ 3036888 w 3036888"/>
              <a:gd name="connsiteY0" fmla="*/ 3955036 h 3955036"/>
              <a:gd name="connsiteX1" fmla="*/ 0 w 3036888"/>
              <a:gd name="connsiteY1" fmla="*/ 3955036 h 3955036"/>
              <a:gd name="connsiteX2" fmla="*/ 0 w 3036888"/>
              <a:gd name="connsiteY2" fmla="*/ 1537301 h 3955036"/>
              <a:gd name="connsiteX3" fmla="*/ 0 w 3036888"/>
              <a:gd name="connsiteY3" fmla="*/ 1537300 h 3955036"/>
              <a:gd name="connsiteX4" fmla="*/ 1 w 3036888"/>
              <a:gd name="connsiteY4" fmla="*/ 1537300 h 3955036"/>
              <a:gd name="connsiteX5" fmla="*/ 1518444 w 3036888"/>
              <a:gd name="connsiteY5" fmla="*/ 0 h 3955036"/>
              <a:gd name="connsiteX6" fmla="*/ 3036887 w 3036888"/>
              <a:gd name="connsiteY6" fmla="*/ 1537300 h 3955036"/>
              <a:gd name="connsiteX7" fmla="*/ 3036888 w 3036888"/>
              <a:gd name="connsiteY7" fmla="*/ 1537300 h 3955036"/>
              <a:gd name="connsiteX8" fmla="*/ 3036888 w 3036888"/>
              <a:gd name="connsiteY8" fmla="*/ 1537301 h 395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888" h="3955036">
                <a:moveTo>
                  <a:pt x="3036888" y="3955036"/>
                </a:moveTo>
                <a:lnTo>
                  <a:pt x="0" y="3955036"/>
                </a:lnTo>
                <a:lnTo>
                  <a:pt x="0" y="1537301"/>
                </a:lnTo>
                <a:lnTo>
                  <a:pt x="0" y="1537300"/>
                </a:lnTo>
                <a:lnTo>
                  <a:pt x="1" y="1537300"/>
                </a:lnTo>
                <a:lnTo>
                  <a:pt x="1518444" y="0"/>
                </a:lnTo>
                <a:lnTo>
                  <a:pt x="3036887" y="1537300"/>
                </a:lnTo>
                <a:lnTo>
                  <a:pt x="3036888" y="1537300"/>
                </a:lnTo>
                <a:lnTo>
                  <a:pt x="3036888" y="153730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KSO_Shape"/>
          <p:cNvSpPr>
            <a:spLocks noChangeArrowheads="1"/>
          </p:cNvSpPr>
          <p:nvPr/>
        </p:nvSpPr>
        <p:spPr bwMode="auto">
          <a:xfrm>
            <a:off x="4961917" y="1334531"/>
            <a:ext cx="2268166" cy="1380712"/>
          </a:xfrm>
          <a:custGeom>
            <a:avLst/>
            <a:gdLst>
              <a:gd name="T0" fmla="*/ 3046 w 3931"/>
              <a:gd name="T1" fmla="*/ 1287 h 2392"/>
              <a:gd name="T2" fmla="*/ 2027 w 3931"/>
              <a:gd name="T3" fmla="*/ 850 h 2392"/>
              <a:gd name="T4" fmla="*/ 880 w 3931"/>
              <a:gd name="T5" fmla="*/ 1287 h 2392"/>
              <a:gd name="T6" fmla="*/ 560 w 3931"/>
              <a:gd name="T7" fmla="*/ 1154 h 2392"/>
              <a:gd name="T8" fmla="*/ 560 w 3931"/>
              <a:gd name="T9" fmla="*/ 1546 h 2392"/>
              <a:gd name="T10" fmla="*/ 647 w 3931"/>
              <a:gd name="T11" fmla="*/ 1666 h 2392"/>
              <a:gd name="T12" fmla="*/ 558 w 3931"/>
              <a:gd name="T13" fmla="*/ 1786 h 2392"/>
              <a:gd name="T14" fmla="*/ 653 w 3931"/>
              <a:gd name="T15" fmla="*/ 2208 h 2392"/>
              <a:gd name="T16" fmla="*/ 373 w 3931"/>
              <a:gd name="T17" fmla="*/ 2208 h 2392"/>
              <a:gd name="T18" fmla="*/ 469 w 3931"/>
              <a:gd name="T19" fmla="*/ 1784 h 2392"/>
              <a:gd name="T20" fmla="*/ 391 w 3931"/>
              <a:gd name="T21" fmla="*/ 1666 h 2392"/>
              <a:gd name="T22" fmla="*/ 466 w 3931"/>
              <a:gd name="T23" fmla="*/ 1549 h 2392"/>
              <a:gd name="T24" fmla="*/ 466 w 3931"/>
              <a:gd name="T25" fmla="*/ 1115 h 2392"/>
              <a:gd name="T26" fmla="*/ 0 w 3931"/>
              <a:gd name="T27" fmla="*/ 920 h 2392"/>
              <a:gd name="T28" fmla="*/ 2050 w 3931"/>
              <a:gd name="T29" fmla="*/ 0 h 2392"/>
              <a:gd name="T30" fmla="*/ 3931 w 3931"/>
              <a:gd name="T31" fmla="*/ 932 h 2392"/>
              <a:gd name="T32" fmla="*/ 3046 w 3931"/>
              <a:gd name="T33" fmla="*/ 1287 h 2392"/>
              <a:gd name="T34" fmla="*/ 2004 w 3931"/>
              <a:gd name="T35" fmla="*/ 1072 h 2392"/>
              <a:gd name="T36" fmla="*/ 2929 w 3931"/>
              <a:gd name="T37" fmla="*/ 1386 h 2392"/>
              <a:gd name="T38" fmla="*/ 2929 w 3931"/>
              <a:gd name="T39" fmla="*/ 2147 h 2392"/>
              <a:gd name="T40" fmla="*/ 1957 w 3931"/>
              <a:gd name="T41" fmla="*/ 2392 h 2392"/>
              <a:gd name="T42" fmla="*/ 1099 w 3931"/>
              <a:gd name="T43" fmla="*/ 2147 h 2392"/>
              <a:gd name="T44" fmla="*/ 1099 w 3931"/>
              <a:gd name="T45" fmla="*/ 1386 h 2392"/>
              <a:gd name="T46" fmla="*/ 2004 w 3931"/>
              <a:gd name="T47" fmla="*/ 1072 h 2392"/>
              <a:gd name="T48" fmla="*/ 1992 w 3931"/>
              <a:gd name="T49" fmla="*/ 2252 h 2392"/>
              <a:gd name="T50" fmla="*/ 2738 w 3931"/>
              <a:gd name="T51" fmla="*/ 2066 h 2392"/>
              <a:gd name="T52" fmla="*/ 1992 w 3931"/>
              <a:gd name="T53" fmla="*/ 1879 h 2392"/>
              <a:gd name="T54" fmla="*/ 1247 w 3931"/>
              <a:gd name="T55" fmla="*/ 2066 h 2392"/>
              <a:gd name="T56" fmla="*/ 1992 w 3931"/>
              <a:gd name="T57" fmla="*/ 2252 h 2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277578"/>
          </a:solidFill>
          <a:ln>
            <a:noFill/>
          </a:ln>
        </p:spPr>
        <p:txBody>
          <a:bodyPr anchor="ctr" anchorCtr="1"/>
          <a:lstStyle/>
          <a:p>
            <a:pPr eaLnBrk="0" hangingPunct="0"/>
            <a:endParaRPr lang="zh-CN" altLang="en-US">
              <a:ea typeface="宋体" panose="02010600030101010101" pitchFamily="2" charset="-122"/>
            </a:endParaRPr>
          </a:p>
        </p:txBody>
      </p:sp>
      <p:grpSp>
        <p:nvGrpSpPr>
          <p:cNvPr id="17" name="组合 16"/>
          <p:cNvGrpSpPr/>
          <p:nvPr/>
        </p:nvGrpSpPr>
        <p:grpSpPr>
          <a:xfrm>
            <a:off x="4131359" y="3867396"/>
            <a:ext cx="3929281" cy="1539122"/>
            <a:chOff x="7841710" y="2147814"/>
            <a:chExt cx="3929281" cy="1539122"/>
          </a:xfrm>
        </p:grpSpPr>
        <p:sp>
          <p:nvSpPr>
            <p:cNvPr id="15" name="KSO_CT1"/>
            <p:cNvSpPr txBox="1">
              <a:spLocks/>
            </p:cNvSpPr>
            <p:nvPr/>
          </p:nvSpPr>
          <p:spPr>
            <a:xfrm>
              <a:off x="7841710" y="2922382"/>
              <a:ext cx="3929281" cy="764554"/>
            </a:xfrm>
            <a:prstGeom prst="rect">
              <a:avLst/>
            </a:prstGeom>
          </p:spPr>
          <p:txBody>
            <a:bodyPr anchor="b" anchorCtr="0">
              <a:noAutofit/>
            </a:bodyPr>
            <a:lstStyle>
              <a:lvl1pPr algn="ctr" defTabSz="914400" rtl="0" eaLnBrk="1" latinLnBrk="0" hangingPunct="1">
                <a:lnSpc>
                  <a:spcPct val="90000"/>
                </a:lnSpc>
                <a:spcBef>
                  <a:spcPct val="0"/>
                </a:spcBef>
                <a:buNone/>
                <a:defRPr sz="3600" kern="1200" baseline="0">
                  <a:solidFill>
                    <a:schemeClr val="tx1"/>
                  </a:solidFill>
                  <a:effectLst/>
                  <a:latin typeface="+mj-lt"/>
                  <a:ea typeface="+mj-ea"/>
                  <a:cs typeface="+mj-cs"/>
                </a:defRPr>
              </a:lvl1pPr>
            </a:lstStyle>
            <a:p>
              <a:pPr>
                <a:lnSpc>
                  <a:spcPct val="100000"/>
                </a:lnSpc>
              </a:pPr>
              <a:r>
                <a:rPr lang="zh-CN" altLang="en-US" sz="4800" spc="600" dirty="0" smtClean="0">
                  <a:solidFill>
                    <a:schemeClr val="bg1"/>
                  </a:solidFill>
                  <a:latin typeface="微软雅黑" panose="020B0503020204020204" pitchFamily="34" charset="-122"/>
                  <a:ea typeface="微软雅黑" panose="020B0503020204020204" pitchFamily="34" charset="-122"/>
                  <a:cs typeface="+mn-ea"/>
                  <a:sym typeface="+mn-lt"/>
                </a:rPr>
                <a:t>谢谢观赏</a:t>
              </a:r>
              <a:endParaRPr lang="zh-CN" altLang="en-US" sz="4800" spc="6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6" name="TextBox 8"/>
            <p:cNvSpPr txBox="1"/>
            <p:nvPr/>
          </p:nvSpPr>
          <p:spPr>
            <a:xfrm>
              <a:off x="8303375" y="2147814"/>
              <a:ext cx="3005951" cy="923330"/>
            </a:xfrm>
            <a:prstGeom prst="rect">
              <a:avLst/>
            </a:prstGeom>
            <a:noFill/>
            <a:ln>
              <a:noFill/>
            </a:ln>
          </p:spPr>
          <p:txBody>
            <a:bodyPr wrap="none">
              <a:spAutoFit/>
            </a:bodyPr>
            <a:lstStyle>
              <a:defPPr>
                <a:defRPr lang="en-US"/>
              </a:defPPr>
              <a:lvl1pPr fontAlgn="auto">
                <a:spcBef>
                  <a:spcPts val="0"/>
                </a:spcBef>
                <a:spcAft>
                  <a:spcPts val="0"/>
                </a:spcAft>
                <a:defRPr sz="11500">
                  <a:solidFill>
                    <a:schemeClr val="bg1"/>
                  </a:solidFill>
                  <a:effectLst>
                    <a:outerShdw blurRad="25400" dist="25400" algn="l" rotWithShape="0">
                      <a:prstClr val="black">
                        <a:alpha val="61000"/>
                      </a:prstClr>
                    </a:outerShdw>
                  </a:effectLst>
                  <a:latin typeface="Edwardian Script ITC" pitchFamily="66" charset="0"/>
                  <a:ea typeface="叶根友刀锋黑草" pitchFamily="2" charset="-122"/>
                </a:defRPr>
              </a:lvl1pPr>
              <a:lvl2pPr marL="742950" indent="-285750" eaLnBrk="0" fontAlgn="base" hangingPunct="0">
                <a:spcBef>
                  <a:spcPct val="0"/>
                </a:spcBef>
                <a:spcAft>
                  <a:spcPct val="0"/>
                </a:spcAft>
                <a:defRPr>
                  <a:latin typeface="Calibri" pitchFamily="34" charset="0"/>
                  <a:ea typeface="宋体" charset="-122"/>
                </a:defRPr>
              </a:lvl2pPr>
              <a:lvl3pPr marL="1143000" indent="-228600" eaLnBrk="0" fontAlgn="base" hangingPunct="0">
                <a:spcBef>
                  <a:spcPct val="0"/>
                </a:spcBef>
                <a:spcAft>
                  <a:spcPct val="0"/>
                </a:spcAft>
                <a:defRPr>
                  <a:latin typeface="Calibri" pitchFamily="34" charset="0"/>
                  <a:ea typeface="宋体" charset="-122"/>
                </a:defRPr>
              </a:lvl3pPr>
              <a:lvl4pPr marL="1600200" indent="-228600" eaLnBrk="0" fontAlgn="base" hangingPunct="0">
                <a:spcBef>
                  <a:spcPct val="0"/>
                </a:spcBef>
                <a:spcAft>
                  <a:spcPct val="0"/>
                </a:spcAft>
                <a:defRPr>
                  <a:latin typeface="Calibri" pitchFamily="34" charset="0"/>
                  <a:ea typeface="宋体" charset="-122"/>
                </a:defRPr>
              </a:lvl4pPr>
              <a:lvl5pPr marL="2057400" indent="-228600" eaLnBrk="0" fontAlgn="base" hangingPunct="0">
                <a:spcBef>
                  <a:spcPct val="0"/>
                </a:spcBef>
                <a:spcAft>
                  <a:spcPct val="0"/>
                </a:spcAft>
                <a:defRPr>
                  <a:latin typeface="Calibri" pitchFamily="34" charset="0"/>
                  <a:ea typeface="宋体" charset="-122"/>
                </a:defRPr>
              </a:lvl5pPr>
              <a:lvl6pPr marL="2514600" indent="-228600" eaLnBrk="0" fontAlgn="base" hangingPunct="0">
                <a:spcBef>
                  <a:spcPct val="0"/>
                </a:spcBef>
                <a:spcAft>
                  <a:spcPct val="0"/>
                </a:spcAft>
                <a:defRPr>
                  <a:latin typeface="Calibri" pitchFamily="34" charset="0"/>
                  <a:ea typeface="宋体" charset="-122"/>
                </a:defRPr>
              </a:lvl6pPr>
              <a:lvl7pPr marL="2971800" indent="-228600" eaLnBrk="0" fontAlgn="base" hangingPunct="0">
                <a:spcBef>
                  <a:spcPct val="0"/>
                </a:spcBef>
                <a:spcAft>
                  <a:spcPct val="0"/>
                </a:spcAft>
                <a:defRPr>
                  <a:latin typeface="Calibri" pitchFamily="34" charset="0"/>
                  <a:ea typeface="宋体" charset="-122"/>
                </a:defRPr>
              </a:lvl7pPr>
              <a:lvl8pPr marL="3429000" indent="-228600" eaLnBrk="0" fontAlgn="base" hangingPunct="0">
                <a:spcBef>
                  <a:spcPct val="0"/>
                </a:spcBef>
                <a:spcAft>
                  <a:spcPct val="0"/>
                </a:spcAft>
                <a:defRPr>
                  <a:latin typeface="Calibri" pitchFamily="34" charset="0"/>
                  <a:ea typeface="宋体" charset="-122"/>
                </a:defRPr>
              </a:lvl8pPr>
              <a:lvl9pPr marL="3886200" indent="-228600" eaLnBrk="0" fontAlgn="base" hangingPunct="0">
                <a:spcBef>
                  <a:spcPct val="0"/>
                </a:spcBef>
                <a:spcAft>
                  <a:spcPct val="0"/>
                </a:spcAft>
                <a:defRPr>
                  <a:latin typeface="Calibri" pitchFamily="34" charset="0"/>
                  <a:ea typeface="宋体" charset="-122"/>
                </a:defRPr>
              </a:lvl9pPr>
            </a:lstStyle>
            <a:p>
              <a:r>
                <a:rPr lang="en-US" altLang="zh-CN" sz="5400" b="0" dirty="0" smtClean="0">
                  <a:ln w="12700">
                    <a:noFill/>
                  </a:ln>
                  <a:effectLst/>
                  <a:latin typeface="微软雅黑" panose="020B0503020204020204" pitchFamily="34" charset="-122"/>
                  <a:ea typeface="微软雅黑" panose="020B0503020204020204" pitchFamily="34" charset="-122"/>
                  <a:cs typeface="+mn-ea"/>
                  <a:sym typeface="+mn-lt"/>
                </a:rPr>
                <a:t>THANKS</a:t>
              </a:r>
              <a:endParaRPr lang="zh-CN" altLang="en-US" sz="5400" b="0" dirty="0">
                <a:ln w="12700">
                  <a:noFill/>
                </a:ln>
                <a:effectLst/>
                <a:latin typeface="微软雅黑" panose="020B0503020204020204" pitchFamily="34" charset="-122"/>
                <a:ea typeface="微软雅黑" panose="020B0503020204020204" pitchFamily="34" charset="-122"/>
                <a:cs typeface="+mn-ea"/>
                <a:sym typeface="+mn-lt"/>
              </a:endParaRPr>
            </a:p>
          </p:txBody>
        </p:sp>
      </p:grpSp>
    </p:spTree>
    <p:extLst>
      <p:ext uri="{BB962C8B-B14F-4D97-AF65-F5344CB8AC3E}">
        <p14:creationId xmlns:p14="http://schemas.microsoft.com/office/powerpoint/2010/main" val="26530543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67"/>
  <p:tag name="MH_SECTIONID" val="268,269,"/>
</p:tagLst>
</file>

<file path=ppt/tags/tag2.xml><?xml version="1.0" encoding="utf-8"?>
<p:tagLst xmlns:a="http://schemas.openxmlformats.org/drawingml/2006/main" xmlns:r="http://schemas.openxmlformats.org/officeDocument/2006/relationships" xmlns:p="http://schemas.openxmlformats.org/presentationml/2006/main">
  <p:tag name="MH" val="20160510162336"/>
  <p:tag name="MH_LIBRARY" val="CONTENTS"/>
  <p:tag name="MH_TYPE" val="ENTRY"/>
  <p:tag name="ID" val="626775"/>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510162336"/>
  <p:tag name="MH_LIBRARY" val="CONTENTS"/>
  <p:tag name="MH_TYPE" val="ENTRY"/>
  <p:tag name="ID" val="626775"/>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_TYPE" val="#NeiR#"/>
  <p:tag name="MH_NUMBER" val="大于六"/>
  <p:tag name="MH_CATEGORY" val="#ShuJTB#"/>
  <p:tag name="MH_LAYOUT" val="SubTitleTextDesc"/>
  <p:tag name="MH" val="20160512090121"/>
  <p:tag name="MH_LIBRARY" val="GRAPHIC"/>
</p:tagLst>
</file>

<file path=ppt/tags/tag5.xml><?xml version="1.0" encoding="utf-8"?>
<p:tagLst xmlns:a="http://schemas.openxmlformats.org/drawingml/2006/main" xmlns:r="http://schemas.openxmlformats.org/officeDocument/2006/relationships" xmlns:p="http://schemas.openxmlformats.org/presentationml/2006/main">
  <p:tag name="MH" val="20160510162336"/>
  <p:tag name="MH_LIBRARY" val="CONTENTS"/>
  <p:tag name="MH_TYPE" val="ENTRY"/>
  <p:tag name="ID" val="626775"/>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0510162336"/>
  <p:tag name="MH_LIBRARY" val="CONTENTS"/>
  <p:tag name="MH_TYPE" val="ENTRY"/>
  <p:tag name="ID" val="626775"/>
  <p:tag name="MH_ORDER"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TotalTime>
  <Words>1271</Words>
  <Application>Microsoft Office PowerPoint</Application>
  <PresentationFormat>宽屏</PresentationFormat>
  <Paragraphs>151</Paragraphs>
  <Slides>19</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Open Sans</vt:lpstr>
      <vt:lpstr>宋体</vt:lpstr>
      <vt:lpstr>微软雅黑</vt:lpstr>
      <vt:lpstr>Arial</vt:lpstr>
      <vt:lpstr>Calibri</vt:lpstr>
      <vt:lpstr>Calibri Light</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102</cp:revision>
  <dcterms:created xsi:type="dcterms:W3CDTF">2016-05-10T05:50:19Z</dcterms:created>
  <dcterms:modified xsi:type="dcterms:W3CDTF">2016-05-12T09:19:26Z</dcterms:modified>
</cp:coreProperties>
</file>