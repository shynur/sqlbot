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sldIdLst>
    <p:sldId id="303" r:id="rId4"/>
    <p:sldId id="309" r:id="rId5"/>
    <p:sldId id="307" r:id="rId6"/>
    <p:sldId id="256" r:id="rId7"/>
    <p:sldId id="257" r:id="rId8"/>
    <p:sldId id="258" r:id="rId9"/>
    <p:sldId id="260" r:id="rId10"/>
    <p:sldId id="261" r:id="rId11"/>
    <p:sldId id="262" r:id="rId12"/>
    <p:sldId id="308" r:id="rId13"/>
    <p:sldId id="263" r:id="rId14"/>
    <p:sldId id="264" r:id="rId15"/>
    <p:sldId id="266" r:id="rId16"/>
    <p:sldId id="304" r:id="rId17"/>
    <p:sldId id="267" r:id="rId18"/>
    <p:sldId id="268" r:id="rId19"/>
    <p:sldId id="269" r:id="rId20"/>
    <p:sldId id="270" r:id="rId21"/>
    <p:sldId id="275" r:id="rId22"/>
    <p:sldId id="272" r:id="rId23"/>
    <p:sldId id="273" r:id="rId24"/>
    <p:sldId id="280" r:id="rId25"/>
    <p:sldId id="282" r:id="rId26"/>
    <p:sldId id="281" r:id="rId27"/>
    <p:sldId id="274" r:id="rId28"/>
    <p:sldId id="277" r:id="rId29"/>
    <p:sldId id="279" r:id="rId30"/>
    <p:sldId id="305" r:id="rId31"/>
    <p:sldId id="283" r:id="rId32"/>
    <p:sldId id="284" r:id="rId33"/>
    <p:sldId id="286" r:id="rId34"/>
    <p:sldId id="285" r:id="rId35"/>
    <p:sldId id="287" r:id="rId36"/>
    <p:sldId id="288" r:id="rId37"/>
    <p:sldId id="289" r:id="rId38"/>
    <p:sldId id="294" r:id="rId39"/>
    <p:sldId id="295" r:id="rId40"/>
    <p:sldId id="296" r:id="rId41"/>
    <p:sldId id="290" r:id="rId42"/>
    <p:sldId id="291" r:id="rId43"/>
    <p:sldId id="292" r:id="rId44"/>
    <p:sldId id="293" r:id="rId45"/>
    <p:sldId id="306" r:id="rId46"/>
    <p:sldId id="297" r:id="rId47"/>
    <p:sldId id="298" r:id="rId48"/>
    <p:sldId id="299" r:id="rId49"/>
    <p:sldId id="300" r:id="rId50"/>
    <p:sldId id="301" r:id="rId51"/>
    <p:sldId id="302" r:id="rId5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56A0"/>
    <a:srgbClr val="124C8A"/>
    <a:srgbClr val="01428C"/>
    <a:srgbClr val="03418B"/>
    <a:srgbClr val="114B8A"/>
    <a:srgbClr val="124C8B"/>
    <a:srgbClr val="2E75B6"/>
    <a:srgbClr val="164E8E"/>
    <a:srgbClr val="E9E3D0"/>
    <a:srgbClr val="0143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084" autoAdjust="0"/>
  </p:normalViewPr>
  <p:slideViewPr>
    <p:cSldViewPr snapToGrid="0" showGuides="1">
      <p:cViewPr varScale="1">
        <p:scale>
          <a:sx n="65" d="100"/>
          <a:sy n="65" d="100"/>
        </p:scale>
        <p:origin x="936" y="60"/>
      </p:cViewPr>
      <p:guideLst>
        <p:guide orient="horz" pos="220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41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30DFF-07C3-45F8-A332-A5D51A0D9098}" type="datetimeFigureOut">
              <a:rPr lang="zh-CN" altLang="en-US" smtClean="0"/>
              <a:t>2016/6/8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956E1-E43A-4488-A671-0AB4F9BBB6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6160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30DFF-07C3-45F8-A332-A5D51A0D9098}" type="datetimeFigureOut">
              <a:rPr lang="zh-CN" altLang="en-US" smtClean="0"/>
              <a:t>2016/6/8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956E1-E43A-4488-A671-0AB4F9BBB6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4412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30DFF-07C3-45F8-A332-A5D51A0D9098}" type="datetimeFigureOut">
              <a:rPr lang="zh-CN" altLang="en-US" smtClean="0"/>
              <a:t>2016/6/8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956E1-E43A-4488-A671-0AB4F9BBB6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413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30DFF-07C3-45F8-A332-A5D51A0D9098}" type="datetimeFigureOut">
              <a:rPr lang="zh-CN" altLang="en-US" smtClean="0"/>
              <a:t>2016/6/8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956E1-E43A-4488-A671-0AB4F9BBB6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5274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30DFF-07C3-45F8-A332-A5D51A0D9098}" type="datetimeFigureOut">
              <a:rPr lang="zh-CN" altLang="en-US" smtClean="0"/>
              <a:t>2016/6/8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956E1-E43A-4488-A671-0AB4F9BBB6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4734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30DFF-07C3-45F8-A332-A5D51A0D9098}" type="datetimeFigureOut">
              <a:rPr lang="zh-CN" altLang="en-US" smtClean="0"/>
              <a:t>2016/6/8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956E1-E43A-4488-A671-0AB4F9BBB6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551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30DFF-07C3-45F8-A332-A5D51A0D9098}" type="datetimeFigureOut">
              <a:rPr lang="zh-CN" altLang="en-US" smtClean="0"/>
              <a:t>2016/6/8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956E1-E43A-4488-A671-0AB4F9BBB6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7851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30DFF-07C3-45F8-A332-A5D51A0D9098}" type="datetimeFigureOut">
              <a:rPr lang="zh-CN" altLang="en-US" smtClean="0"/>
              <a:t>2016/6/8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956E1-E43A-4488-A671-0AB4F9BBB6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174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30DFF-07C3-45F8-A332-A5D51A0D9098}" type="datetimeFigureOut">
              <a:rPr lang="zh-CN" altLang="en-US" smtClean="0"/>
              <a:t>2016/6/8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956E1-E43A-4488-A671-0AB4F9BBB6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2101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30DFF-07C3-45F8-A332-A5D51A0D9098}" type="datetimeFigureOut">
              <a:rPr lang="zh-CN" altLang="en-US" smtClean="0"/>
              <a:t>2016/6/8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956E1-E43A-4488-A671-0AB4F9BBB6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140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30DFF-07C3-45F8-A332-A5D51A0D9098}" type="datetimeFigureOut">
              <a:rPr lang="zh-CN" altLang="en-US" smtClean="0"/>
              <a:t>2016/6/8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956E1-E43A-4488-A671-0AB4F9BBB6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85731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9F309-6269-43D1-9AB6-002FD46F75FC}" type="datetimeFigureOut">
              <a:rPr lang="zh-CN" altLang="en-US" smtClean="0"/>
              <a:t>2016/6/8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A7266-80AB-4112-BBF0-7C5EE9974C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51095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9F309-6269-43D1-9AB6-002FD46F75FC}" type="datetimeFigureOut">
              <a:rPr lang="zh-CN" altLang="en-US" smtClean="0"/>
              <a:t>2016/6/8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A7266-80AB-4112-BBF0-7C5EE9974C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87312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9F309-6269-43D1-9AB6-002FD46F75FC}" type="datetimeFigureOut">
              <a:rPr lang="zh-CN" altLang="en-US" smtClean="0"/>
              <a:t>2016/6/8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A7266-80AB-4112-BBF0-7C5EE9974C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98167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9F309-6269-43D1-9AB6-002FD46F75FC}" type="datetimeFigureOut">
              <a:rPr lang="zh-CN" altLang="en-US" smtClean="0"/>
              <a:t>2016/6/8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A7266-80AB-4112-BBF0-7C5EE9974C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07708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9F309-6269-43D1-9AB6-002FD46F75FC}" type="datetimeFigureOut">
              <a:rPr lang="zh-CN" altLang="en-US" smtClean="0"/>
              <a:t>2016/6/8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A7266-80AB-4112-BBF0-7C5EE9974C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18035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9F309-6269-43D1-9AB6-002FD46F75FC}" type="datetimeFigureOut">
              <a:rPr lang="zh-CN" altLang="en-US" smtClean="0"/>
              <a:t>2016/6/8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A7266-80AB-4112-BBF0-7C5EE9974C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52779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9F309-6269-43D1-9AB6-002FD46F75FC}" type="datetimeFigureOut">
              <a:rPr lang="zh-CN" altLang="en-US" smtClean="0"/>
              <a:t>2016/6/8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A7266-80AB-4112-BBF0-7C5EE9974C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95981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9F309-6269-43D1-9AB6-002FD46F75FC}" type="datetimeFigureOut">
              <a:rPr lang="zh-CN" altLang="en-US" smtClean="0"/>
              <a:t>2016/6/8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A7266-80AB-4112-BBF0-7C5EE9974C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7817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9F309-6269-43D1-9AB6-002FD46F75FC}" type="datetimeFigureOut">
              <a:rPr lang="zh-CN" altLang="en-US" smtClean="0"/>
              <a:t>2016/6/8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A7266-80AB-4112-BBF0-7C5EE9974C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1642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9F309-6269-43D1-9AB6-002FD46F75FC}" type="datetimeFigureOut">
              <a:rPr lang="zh-CN" altLang="en-US" smtClean="0"/>
              <a:t>2016/6/8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A7266-80AB-4112-BBF0-7C5EE9974C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56072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9F309-6269-43D1-9AB6-002FD46F75FC}" type="datetimeFigureOut">
              <a:rPr lang="zh-CN" altLang="en-US" smtClean="0"/>
              <a:t>2016/6/8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A7266-80AB-4112-BBF0-7C5EE9974C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2441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E402B-9921-40FA-8360-13107767672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76471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E402B-9921-40FA-8360-13107767672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80778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E402B-9921-40FA-8360-13107767672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59007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E402B-9921-40FA-8360-13107767672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77623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E402B-9921-40FA-8360-13107767672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99141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E402B-9921-40FA-8360-13107767672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29720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24"/>
          <p:cNvSpPr/>
          <p:nvPr userDrawn="1"/>
        </p:nvSpPr>
        <p:spPr>
          <a:xfrm>
            <a:off x="829345" y="6548700"/>
            <a:ext cx="485546" cy="201864"/>
          </a:xfrm>
          <a:prstGeom prst="roundRect">
            <a:avLst>
              <a:gd name="adj" fmla="val 50000"/>
            </a:avLst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713232">
              <a:defRPr/>
            </a:pPr>
            <a:endParaRPr lang="bg-BG" sz="1404" kern="0">
              <a:solidFill>
                <a:srgbClr val="297F9D"/>
              </a:solidFill>
            </a:endParaRPr>
          </a:p>
        </p:txBody>
      </p: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758180" y="6511047"/>
            <a:ext cx="635855" cy="2781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100" b="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13232">
              <a:defRPr/>
            </a:pPr>
            <a:fld id="{48F63A3B-78C7-47BE-AE5E-E10140E04643}" type="slidenum">
              <a:rPr lang="en-US" smtClean="0">
                <a:solidFill>
                  <a:srgbClr val="FAFAFA"/>
                </a:solidFill>
              </a:rPr>
              <a:pPr defTabSz="713232">
                <a:defRPr/>
              </a:pPr>
              <a:t>‹#›</a:t>
            </a:fld>
            <a:endParaRPr lang="en-US" dirty="0">
              <a:solidFill>
                <a:srgbClr val="FAFAFA"/>
              </a:solidFill>
            </a:endParaRPr>
          </a:p>
        </p:txBody>
      </p:sp>
      <p:sp>
        <p:nvSpPr>
          <p:cNvPr id="14" name="Rounded Rectangle 14"/>
          <p:cNvSpPr/>
          <p:nvPr userDrawn="1"/>
        </p:nvSpPr>
        <p:spPr>
          <a:xfrm flipV="1">
            <a:off x="830591" y="6410911"/>
            <a:ext cx="10603230" cy="55320"/>
          </a:xfrm>
          <a:prstGeom prst="roundRect">
            <a:avLst>
              <a:gd name="adj" fmla="val 50000"/>
            </a:avLst>
          </a:prstGeom>
          <a:solidFill>
            <a:srgbClr val="FAFAFA">
              <a:lumMod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713232">
              <a:defRPr/>
            </a:pPr>
            <a:endParaRPr lang="bg-BG" sz="1404" kern="0">
              <a:solidFill>
                <a:srgbClr val="9BBC57"/>
              </a:solidFill>
            </a:endParaRPr>
          </a:p>
        </p:txBody>
      </p:sp>
      <p:sp>
        <p:nvSpPr>
          <p:cNvPr id="15" name="Freeform 539">
            <a:hlinkClick r:id="" action="ppaction://hlinkshowjump?jump=nextslide"/>
          </p:cNvPr>
          <p:cNvSpPr>
            <a:spLocks noEditPoints="1"/>
          </p:cNvSpPr>
          <p:nvPr userDrawn="1"/>
        </p:nvSpPr>
        <p:spPr bwMode="auto">
          <a:xfrm>
            <a:off x="11218987" y="6551903"/>
            <a:ext cx="213298" cy="214054"/>
          </a:xfrm>
          <a:custGeom>
            <a:avLst/>
            <a:gdLst>
              <a:gd name="T0" fmla="*/ 256 w 512"/>
              <a:gd name="T1" fmla="*/ 0 h 512"/>
              <a:gd name="T2" fmla="*/ 0 w 512"/>
              <a:gd name="T3" fmla="*/ 256 h 512"/>
              <a:gd name="T4" fmla="*/ 256 w 512"/>
              <a:gd name="T5" fmla="*/ 512 h 512"/>
              <a:gd name="T6" fmla="*/ 512 w 512"/>
              <a:gd name="T7" fmla="*/ 256 h 512"/>
              <a:gd name="T8" fmla="*/ 256 w 512"/>
              <a:gd name="T9" fmla="*/ 0 h 512"/>
              <a:gd name="T10" fmla="*/ 256 w 512"/>
              <a:gd name="T11" fmla="*/ 464 h 512"/>
              <a:gd name="T12" fmla="*/ 48 w 512"/>
              <a:gd name="T13" fmla="*/ 256 h 512"/>
              <a:gd name="T14" fmla="*/ 256 w 512"/>
              <a:gd name="T15" fmla="*/ 48 h 512"/>
              <a:gd name="T16" fmla="*/ 464 w 512"/>
              <a:gd name="T17" fmla="*/ 256 h 512"/>
              <a:gd name="T18" fmla="*/ 256 w 512"/>
              <a:gd name="T19" fmla="*/ 464 h 512"/>
              <a:gd name="T20" fmla="*/ 192 w 512"/>
              <a:gd name="T21" fmla="*/ 144 h 512"/>
              <a:gd name="T22" fmla="*/ 384 w 512"/>
              <a:gd name="T23" fmla="*/ 256 h 512"/>
              <a:gd name="T24" fmla="*/ 192 w 512"/>
              <a:gd name="T25" fmla="*/ 368 h 512"/>
              <a:gd name="T26" fmla="*/ 192 w 512"/>
              <a:gd name="T27" fmla="*/ 144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12" h="512">
                <a:moveTo>
                  <a:pt x="256" y="0"/>
                </a:moveTo>
                <a:cubicBezTo>
                  <a:pt x="115" y="0"/>
                  <a:pt x="0" y="115"/>
                  <a:pt x="0" y="256"/>
                </a:cubicBezTo>
                <a:cubicBezTo>
                  <a:pt x="0" y="397"/>
                  <a:pt x="115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5"/>
                  <a:pt x="397" y="0"/>
                  <a:pt x="256" y="0"/>
                </a:cubicBezTo>
                <a:close/>
                <a:moveTo>
                  <a:pt x="256" y="464"/>
                </a:moveTo>
                <a:cubicBezTo>
                  <a:pt x="141" y="464"/>
                  <a:pt x="48" y="371"/>
                  <a:pt x="48" y="256"/>
                </a:cubicBezTo>
                <a:cubicBezTo>
                  <a:pt x="48" y="141"/>
                  <a:pt x="141" y="48"/>
                  <a:pt x="256" y="48"/>
                </a:cubicBezTo>
                <a:cubicBezTo>
                  <a:pt x="371" y="48"/>
                  <a:pt x="464" y="141"/>
                  <a:pt x="464" y="256"/>
                </a:cubicBezTo>
                <a:cubicBezTo>
                  <a:pt x="464" y="371"/>
                  <a:pt x="371" y="464"/>
                  <a:pt x="256" y="464"/>
                </a:cubicBezTo>
                <a:close/>
                <a:moveTo>
                  <a:pt x="192" y="144"/>
                </a:moveTo>
                <a:cubicBezTo>
                  <a:pt x="384" y="256"/>
                  <a:pt x="384" y="256"/>
                  <a:pt x="384" y="256"/>
                </a:cubicBezTo>
                <a:cubicBezTo>
                  <a:pt x="192" y="368"/>
                  <a:pt x="192" y="368"/>
                  <a:pt x="192" y="368"/>
                </a:cubicBezTo>
                <a:lnTo>
                  <a:pt x="192" y="144"/>
                </a:lnTo>
                <a:close/>
              </a:path>
            </a:pathLst>
          </a:custGeom>
          <a:solidFill>
            <a:srgbClr val="FAFAFA">
              <a:lumMod val="9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713232">
              <a:defRPr/>
            </a:pPr>
            <a:endParaRPr lang="en-US" sz="1404" kern="0">
              <a:solidFill>
                <a:srgbClr val="297F9D">
                  <a:lumMod val="85000"/>
                </a:srgbClr>
              </a:solidFill>
            </a:endParaRPr>
          </a:p>
        </p:txBody>
      </p:sp>
      <p:sp>
        <p:nvSpPr>
          <p:cNvPr id="16" name="Freeform 539">
            <a:hlinkClick r:id="" action="ppaction://hlinkshowjump?jump=previousslide"/>
          </p:cNvPr>
          <p:cNvSpPr>
            <a:spLocks noEditPoints="1"/>
          </p:cNvSpPr>
          <p:nvPr userDrawn="1"/>
        </p:nvSpPr>
        <p:spPr bwMode="auto">
          <a:xfrm flipH="1">
            <a:off x="10975697" y="6551903"/>
            <a:ext cx="213298" cy="214054"/>
          </a:xfrm>
          <a:custGeom>
            <a:avLst/>
            <a:gdLst>
              <a:gd name="T0" fmla="*/ 256 w 512"/>
              <a:gd name="T1" fmla="*/ 0 h 512"/>
              <a:gd name="T2" fmla="*/ 0 w 512"/>
              <a:gd name="T3" fmla="*/ 256 h 512"/>
              <a:gd name="T4" fmla="*/ 256 w 512"/>
              <a:gd name="T5" fmla="*/ 512 h 512"/>
              <a:gd name="T6" fmla="*/ 512 w 512"/>
              <a:gd name="T7" fmla="*/ 256 h 512"/>
              <a:gd name="T8" fmla="*/ 256 w 512"/>
              <a:gd name="T9" fmla="*/ 0 h 512"/>
              <a:gd name="T10" fmla="*/ 256 w 512"/>
              <a:gd name="T11" fmla="*/ 464 h 512"/>
              <a:gd name="T12" fmla="*/ 48 w 512"/>
              <a:gd name="T13" fmla="*/ 256 h 512"/>
              <a:gd name="T14" fmla="*/ 256 w 512"/>
              <a:gd name="T15" fmla="*/ 48 h 512"/>
              <a:gd name="T16" fmla="*/ 464 w 512"/>
              <a:gd name="T17" fmla="*/ 256 h 512"/>
              <a:gd name="T18" fmla="*/ 256 w 512"/>
              <a:gd name="T19" fmla="*/ 464 h 512"/>
              <a:gd name="T20" fmla="*/ 192 w 512"/>
              <a:gd name="T21" fmla="*/ 144 h 512"/>
              <a:gd name="T22" fmla="*/ 384 w 512"/>
              <a:gd name="T23" fmla="*/ 256 h 512"/>
              <a:gd name="T24" fmla="*/ 192 w 512"/>
              <a:gd name="T25" fmla="*/ 368 h 512"/>
              <a:gd name="T26" fmla="*/ 192 w 512"/>
              <a:gd name="T27" fmla="*/ 144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12" h="512">
                <a:moveTo>
                  <a:pt x="256" y="0"/>
                </a:moveTo>
                <a:cubicBezTo>
                  <a:pt x="115" y="0"/>
                  <a:pt x="0" y="115"/>
                  <a:pt x="0" y="256"/>
                </a:cubicBezTo>
                <a:cubicBezTo>
                  <a:pt x="0" y="397"/>
                  <a:pt x="115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5"/>
                  <a:pt x="397" y="0"/>
                  <a:pt x="256" y="0"/>
                </a:cubicBezTo>
                <a:close/>
                <a:moveTo>
                  <a:pt x="256" y="464"/>
                </a:moveTo>
                <a:cubicBezTo>
                  <a:pt x="141" y="464"/>
                  <a:pt x="48" y="371"/>
                  <a:pt x="48" y="256"/>
                </a:cubicBezTo>
                <a:cubicBezTo>
                  <a:pt x="48" y="141"/>
                  <a:pt x="141" y="48"/>
                  <a:pt x="256" y="48"/>
                </a:cubicBezTo>
                <a:cubicBezTo>
                  <a:pt x="371" y="48"/>
                  <a:pt x="464" y="141"/>
                  <a:pt x="464" y="256"/>
                </a:cubicBezTo>
                <a:cubicBezTo>
                  <a:pt x="464" y="371"/>
                  <a:pt x="371" y="464"/>
                  <a:pt x="256" y="464"/>
                </a:cubicBezTo>
                <a:close/>
                <a:moveTo>
                  <a:pt x="192" y="144"/>
                </a:moveTo>
                <a:cubicBezTo>
                  <a:pt x="384" y="256"/>
                  <a:pt x="384" y="256"/>
                  <a:pt x="384" y="256"/>
                </a:cubicBezTo>
                <a:cubicBezTo>
                  <a:pt x="192" y="368"/>
                  <a:pt x="192" y="368"/>
                  <a:pt x="192" y="368"/>
                </a:cubicBezTo>
                <a:lnTo>
                  <a:pt x="192" y="144"/>
                </a:lnTo>
                <a:close/>
              </a:path>
            </a:pathLst>
          </a:custGeom>
          <a:solidFill>
            <a:srgbClr val="FAFAFA">
              <a:lumMod val="9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713232">
              <a:defRPr/>
            </a:pPr>
            <a:endParaRPr lang="en-US" sz="1404" kern="0">
              <a:solidFill>
                <a:srgbClr val="297F9D">
                  <a:lumMod val="85000"/>
                </a:srgbClr>
              </a:solidFill>
            </a:endParaRPr>
          </a:p>
        </p:txBody>
      </p:sp>
      <p:grpSp>
        <p:nvGrpSpPr>
          <p:cNvPr id="21" name="组合 20"/>
          <p:cNvGrpSpPr/>
          <p:nvPr userDrawn="1"/>
        </p:nvGrpSpPr>
        <p:grpSpPr>
          <a:xfrm>
            <a:off x="4846357" y="6463732"/>
            <a:ext cx="3866153" cy="297133"/>
            <a:chOff x="3983439" y="6435154"/>
            <a:chExt cx="3866153" cy="297133"/>
          </a:xfrm>
        </p:grpSpPr>
        <p:sp>
          <p:nvSpPr>
            <p:cNvPr id="17" name="TextBox 19"/>
            <p:cNvSpPr txBox="1"/>
            <p:nvPr userDrawn="1"/>
          </p:nvSpPr>
          <p:spPr>
            <a:xfrm>
              <a:off x="4342408" y="6435154"/>
              <a:ext cx="3507184" cy="2971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713232">
                <a:lnSpc>
                  <a:spcPct val="150000"/>
                </a:lnSpc>
              </a:pPr>
              <a:r>
                <a:rPr lang="en-US" sz="1000" dirty="0">
                  <a:solidFill>
                    <a:srgbClr val="565656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http://xiaoer.yanj.cn/</a:t>
              </a:r>
              <a:endParaRPr lang="bg-BG" sz="1000" dirty="0">
                <a:solidFill>
                  <a:srgbClr val="56565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18" name="Oval 25"/>
            <p:cNvSpPr/>
            <p:nvPr userDrawn="1"/>
          </p:nvSpPr>
          <p:spPr>
            <a:xfrm>
              <a:off x="5438102" y="6587736"/>
              <a:ext cx="55320" cy="55320"/>
            </a:xfrm>
            <a:prstGeom prst="ellipse">
              <a:avLst/>
            </a:prstGeom>
            <a:solidFill>
              <a:srgbClr val="56565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13232">
                <a:defRPr/>
              </a:pPr>
              <a:endParaRPr lang="bg-BG" sz="1404" kern="0">
                <a:solidFill>
                  <a:srgbClr val="565656"/>
                </a:solidFill>
              </a:endParaRPr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3983439" y="6500260"/>
              <a:ext cx="1526380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900" dirty="0">
                  <a:solidFill>
                    <a:srgbClr val="565656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杜小二</a:t>
              </a:r>
              <a:r>
                <a:rPr lang="en-US" altLang="zh-CN" sz="900" dirty="0">
                  <a:solidFill>
                    <a:srgbClr val="565656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PPT</a:t>
              </a:r>
              <a:r>
                <a:rPr lang="zh-CN" altLang="en-US" sz="900" dirty="0">
                  <a:solidFill>
                    <a:srgbClr val="565656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工作室荣誉出品</a:t>
              </a:r>
              <a:r>
                <a:rPr lang="en-US" altLang="zh-CN" sz="900" dirty="0">
                  <a:solidFill>
                    <a:srgbClr val="565656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 </a:t>
              </a:r>
              <a:endParaRPr lang="zh-CN" altLang="en-US" sz="900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69723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E402B-9921-40FA-8360-13107767672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5476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E402B-9921-40FA-8360-13107767672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95776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E402B-9921-40FA-8360-13107767672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592881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E402B-9921-40FA-8360-13107767672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11784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E402B-9921-40FA-8360-13107767672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4897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030DFF-07C3-45F8-A332-A5D51A0D9098}" type="datetimeFigureOut">
              <a:rPr lang="zh-CN" altLang="en-US" smtClean="0"/>
              <a:t>2016/6/8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8956E1-E43A-4488-A671-0AB4F9BBB6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52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6C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89F309-6269-43D1-9AB6-002FD46F75FC}" type="datetimeFigureOut">
              <a:rPr lang="zh-CN" altLang="en-US" smtClean="0"/>
              <a:t>2016/6/8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A7266-80AB-4112-BBF0-7C5EE9974C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1088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E402B-9921-40FA-8360-13107767672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7861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60" t="12398" r="560" b="102"/>
          <a:stretch/>
        </p:blipFill>
        <p:spPr>
          <a:xfrm>
            <a:off x="-108156" y="-1"/>
            <a:ext cx="12300155" cy="6918837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303638" y="1386347"/>
            <a:ext cx="5576575" cy="3779597"/>
          </a:xfrm>
          <a:prstGeom prst="rect">
            <a:avLst/>
          </a:pr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                                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454400" y="1541307"/>
            <a:ext cx="5267797" cy="3401869"/>
          </a:xfrm>
          <a:prstGeom prst="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866958" y="1665464"/>
            <a:ext cx="46734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毕业答辩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3677365" y="2973657"/>
            <a:ext cx="4832702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等腰三角形 9"/>
          <p:cNvSpPr/>
          <p:nvPr/>
        </p:nvSpPr>
        <p:spPr>
          <a:xfrm flipV="1">
            <a:off x="5847485" y="5741131"/>
            <a:ext cx="497030" cy="356455"/>
          </a:xfrm>
          <a:prstGeom prst="triangl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3644033" y="4270399"/>
            <a:ext cx="4896388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3823565" y="4297096"/>
            <a:ext cx="504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124C8B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HAINAN UNIVERSITY HAINAN UNIVERSITY </a:t>
            </a:r>
            <a:endParaRPr lang="zh-CN" altLang="en-US" dirty="0">
              <a:solidFill>
                <a:srgbClr val="124C8B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862980" y="3115795"/>
            <a:ext cx="445063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b="1" dirty="0">
                <a:solidFill>
                  <a:srgbClr val="03418B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学术风模板</a:t>
            </a:r>
          </a:p>
        </p:txBody>
      </p:sp>
    </p:spTree>
    <p:extLst>
      <p:ext uri="{BB962C8B-B14F-4D97-AF65-F5344CB8AC3E}">
        <p14:creationId xmlns:p14="http://schemas.microsoft.com/office/powerpoint/2010/main" val="1990185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14"/>
          <p:cNvSpPr/>
          <p:nvPr/>
        </p:nvSpPr>
        <p:spPr bwMode="auto">
          <a:xfrm>
            <a:off x="670435" y="4328731"/>
            <a:ext cx="316423" cy="404541"/>
          </a:xfrm>
          <a:custGeom>
            <a:avLst/>
            <a:gdLst/>
            <a:ahLst/>
            <a:cxnLst/>
            <a:rect l="l" t="t" r="r" b="b"/>
            <a:pathLst>
              <a:path w="683568" h="864094">
                <a:moveTo>
                  <a:pt x="341785" y="75471"/>
                </a:moveTo>
                <a:cubicBezTo>
                  <a:pt x="218037" y="75471"/>
                  <a:pt x="117720" y="175788"/>
                  <a:pt x="117720" y="299536"/>
                </a:cubicBezTo>
                <a:cubicBezTo>
                  <a:pt x="117720" y="423284"/>
                  <a:pt x="218037" y="523601"/>
                  <a:pt x="341785" y="523601"/>
                </a:cubicBezTo>
                <a:cubicBezTo>
                  <a:pt x="465533" y="523601"/>
                  <a:pt x="565850" y="423284"/>
                  <a:pt x="565850" y="299536"/>
                </a:cubicBezTo>
                <a:cubicBezTo>
                  <a:pt x="565850" y="175788"/>
                  <a:pt x="465533" y="75471"/>
                  <a:pt x="341785" y="75471"/>
                </a:cubicBezTo>
                <a:close/>
                <a:moveTo>
                  <a:pt x="341784" y="0"/>
                </a:moveTo>
                <a:cubicBezTo>
                  <a:pt x="530546" y="0"/>
                  <a:pt x="683568" y="153022"/>
                  <a:pt x="683568" y="341784"/>
                </a:cubicBezTo>
                <a:cubicBezTo>
                  <a:pt x="683568" y="439085"/>
                  <a:pt x="642909" y="526890"/>
                  <a:pt x="577183" y="588642"/>
                </a:cubicBezTo>
                <a:lnTo>
                  <a:pt x="341597" y="864094"/>
                </a:lnTo>
                <a:lnTo>
                  <a:pt x="105111" y="587591"/>
                </a:lnTo>
                <a:cubicBezTo>
                  <a:pt x="87976" y="571864"/>
                  <a:pt x="72869" y="554041"/>
                  <a:pt x="59857" y="534679"/>
                </a:cubicBezTo>
                <a:lnTo>
                  <a:pt x="59306" y="534035"/>
                </a:lnTo>
                <a:lnTo>
                  <a:pt x="59325" y="534035"/>
                </a:lnTo>
                <a:cubicBezTo>
                  <a:pt x="21845" y="479324"/>
                  <a:pt x="0" y="413105"/>
                  <a:pt x="0" y="341784"/>
                </a:cubicBezTo>
                <a:cubicBezTo>
                  <a:pt x="0" y="153022"/>
                  <a:pt x="153022" y="0"/>
                  <a:pt x="341784" y="0"/>
                </a:cubicBezTo>
                <a:close/>
              </a:path>
            </a:pathLst>
          </a:custGeom>
          <a:solidFill>
            <a:srgbClr val="114B8A"/>
          </a:solidFill>
          <a:ln w="3175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042492" y="4345890"/>
            <a:ext cx="10931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3418B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字体：方正清刻本悦宋、造字工房言宋、微软雅黑</a:t>
            </a:r>
            <a:r>
              <a:rPr lang="en-US" altLang="zh-CN" sz="2400" dirty="0">
                <a:solidFill>
                  <a:srgbClr val="03418B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light</a:t>
            </a:r>
            <a:r>
              <a:rPr lang="zh-CN" altLang="en-US" sz="2400" dirty="0">
                <a:solidFill>
                  <a:srgbClr val="03418B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</a:t>
            </a:r>
            <a:r>
              <a:rPr lang="zh-CN" altLang="en-US" sz="2400" dirty="0">
                <a:solidFill>
                  <a:srgbClr val="03418B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请先自行安装相关字体</a:t>
            </a:r>
          </a:p>
        </p:txBody>
      </p:sp>
      <p:sp>
        <p:nvSpPr>
          <p:cNvPr id="8" name="椭圆 14"/>
          <p:cNvSpPr/>
          <p:nvPr/>
        </p:nvSpPr>
        <p:spPr bwMode="auto">
          <a:xfrm>
            <a:off x="670435" y="5030976"/>
            <a:ext cx="316423" cy="404541"/>
          </a:xfrm>
          <a:custGeom>
            <a:avLst/>
            <a:gdLst/>
            <a:ahLst/>
            <a:cxnLst/>
            <a:rect l="l" t="t" r="r" b="b"/>
            <a:pathLst>
              <a:path w="683568" h="864094">
                <a:moveTo>
                  <a:pt x="341785" y="75471"/>
                </a:moveTo>
                <a:cubicBezTo>
                  <a:pt x="218037" y="75471"/>
                  <a:pt x="117720" y="175788"/>
                  <a:pt x="117720" y="299536"/>
                </a:cubicBezTo>
                <a:cubicBezTo>
                  <a:pt x="117720" y="423284"/>
                  <a:pt x="218037" y="523601"/>
                  <a:pt x="341785" y="523601"/>
                </a:cubicBezTo>
                <a:cubicBezTo>
                  <a:pt x="465533" y="523601"/>
                  <a:pt x="565850" y="423284"/>
                  <a:pt x="565850" y="299536"/>
                </a:cubicBezTo>
                <a:cubicBezTo>
                  <a:pt x="565850" y="175788"/>
                  <a:pt x="465533" y="75471"/>
                  <a:pt x="341785" y="75471"/>
                </a:cubicBezTo>
                <a:close/>
                <a:moveTo>
                  <a:pt x="341784" y="0"/>
                </a:moveTo>
                <a:cubicBezTo>
                  <a:pt x="530546" y="0"/>
                  <a:pt x="683568" y="153022"/>
                  <a:pt x="683568" y="341784"/>
                </a:cubicBezTo>
                <a:cubicBezTo>
                  <a:pt x="683568" y="439085"/>
                  <a:pt x="642909" y="526890"/>
                  <a:pt x="577183" y="588642"/>
                </a:cubicBezTo>
                <a:lnTo>
                  <a:pt x="341597" y="864094"/>
                </a:lnTo>
                <a:lnTo>
                  <a:pt x="105111" y="587591"/>
                </a:lnTo>
                <a:cubicBezTo>
                  <a:pt x="87976" y="571864"/>
                  <a:pt x="72869" y="554041"/>
                  <a:pt x="59857" y="534679"/>
                </a:cubicBezTo>
                <a:lnTo>
                  <a:pt x="59306" y="534035"/>
                </a:lnTo>
                <a:lnTo>
                  <a:pt x="59325" y="534035"/>
                </a:lnTo>
                <a:cubicBezTo>
                  <a:pt x="21845" y="479324"/>
                  <a:pt x="0" y="413105"/>
                  <a:pt x="0" y="341784"/>
                </a:cubicBezTo>
                <a:cubicBezTo>
                  <a:pt x="0" y="153022"/>
                  <a:pt x="153022" y="0"/>
                  <a:pt x="341784" y="0"/>
                </a:cubicBezTo>
                <a:close/>
              </a:path>
            </a:pathLst>
          </a:custGeom>
          <a:solidFill>
            <a:srgbClr val="114B8A"/>
          </a:solidFill>
          <a:ln w="3175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042491" y="5033621"/>
            <a:ext cx="10152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3418B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风格收敛：受众多为年长者，设计感要趋于保守，体现学术的稳重、严谨</a:t>
            </a:r>
          </a:p>
        </p:txBody>
      </p:sp>
      <p:sp>
        <p:nvSpPr>
          <p:cNvPr id="10" name="椭圆 14"/>
          <p:cNvSpPr/>
          <p:nvPr/>
        </p:nvSpPr>
        <p:spPr bwMode="auto">
          <a:xfrm>
            <a:off x="670435" y="3608623"/>
            <a:ext cx="316423" cy="404541"/>
          </a:xfrm>
          <a:custGeom>
            <a:avLst/>
            <a:gdLst/>
            <a:ahLst/>
            <a:cxnLst/>
            <a:rect l="l" t="t" r="r" b="b"/>
            <a:pathLst>
              <a:path w="683568" h="864094">
                <a:moveTo>
                  <a:pt x="341785" y="75471"/>
                </a:moveTo>
                <a:cubicBezTo>
                  <a:pt x="218037" y="75471"/>
                  <a:pt x="117720" y="175788"/>
                  <a:pt x="117720" y="299536"/>
                </a:cubicBezTo>
                <a:cubicBezTo>
                  <a:pt x="117720" y="423284"/>
                  <a:pt x="218037" y="523601"/>
                  <a:pt x="341785" y="523601"/>
                </a:cubicBezTo>
                <a:cubicBezTo>
                  <a:pt x="465533" y="523601"/>
                  <a:pt x="565850" y="423284"/>
                  <a:pt x="565850" y="299536"/>
                </a:cubicBezTo>
                <a:cubicBezTo>
                  <a:pt x="565850" y="175788"/>
                  <a:pt x="465533" y="75471"/>
                  <a:pt x="341785" y="75471"/>
                </a:cubicBezTo>
                <a:close/>
                <a:moveTo>
                  <a:pt x="341784" y="0"/>
                </a:moveTo>
                <a:cubicBezTo>
                  <a:pt x="530546" y="0"/>
                  <a:pt x="683568" y="153022"/>
                  <a:pt x="683568" y="341784"/>
                </a:cubicBezTo>
                <a:cubicBezTo>
                  <a:pt x="683568" y="439085"/>
                  <a:pt x="642909" y="526890"/>
                  <a:pt x="577183" y="588642"/>
                </a:cubicBezTo>
                <a:lnTo>
                  <a:pt x="341597" y="864094"/>
                </a:lnTo>
                <a:lnTo>
                  <a:pt x="105111" y="587591"/>
                </a:lnTo>
                <a:cubicBezTo>
                  <a:pt x="87976" y="571864"/>
                  <a:pt x="72869" y="554041"/>
                  <a:pt x="59857" y="534679"/>
                </a:cubicBezTo>
                <a:lnTo>
                  <a:pt x="59306" y="534035"/>
                </a:lnTo>
                <a:lnTo>
                  <a:pt x="59325" y="534035"/>
                </a:lnTo>
                <a:cubicBezTo>
                  <a:pt x="21845" y="479324"/>
                  <a:pt x="0" y="413105"/>
                  <a:pt x="0" y="341784"/>
                </a:cubicBezTo>
                <a:cubicBezTo>
                  <a:pt x="0" y="153022"/>
                  <a:pt x="153022" y="0"/>
                  <a:pt x="341784" y="0"/>
                </a:cubicBezTo>
                <a:close/>
              </a:path>
            </a:pathLst>
          </a:custGeom>
          <a:solidFill>
            <a:srgbClr val="114B8A"/>
          </a:solidFill>
          <a:ln w="3175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1042491" y="3567725"/>
            <a:ext cx="1078665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rgbClr val="03418B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单色系，主体色为学术蓝，可自行替换校徽和颜色</a:t>
            </a:r>
          </a:p>
        </p:txBody>
      </p:sp>
      <p:sp>
        <p:nvSpPr>
          <p:cNvPr id="13" name="文本框 12"/>
          <p:cNvSpPr txBox="1"/>
          <p:nvPr/>
        </p:nvSpPr>
        <p:spPr>
          <a:xfrm rot="21001583">
            <a:off x="7487520" y="651556"/>
            <a:ext cx="1755239" cy="186204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500" b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明</a:t>
            </a:r>
          </a:p>
        </p:txBody>
      </p:sp>
      <p:sp>
        <p:nvSpPr>
          <p:cNvPr id="14" name="文本框 13"/>
          <p:cNvSpPr txBox="1"/>
          <p:nvPr/>
        </p:nvSpPr>
        <p:spPr>
          <a:xfrm rot="380455">
            <a:off x="5903673" y="656793"/>
            <a:ext cx="1755239" cy="186204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500" b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说</a:t>
            </a:r>
          </a:p>
        </p:txBody>
      </p:sp>
      <p:sp>
        <p:nvSpPr>
          <p:cNvPr id="16" name="文本框 15"/>
          <p:cNvSpPr txBox="1"/>
          <p:nvPr/>
        </p:nvSpPr>
        <p:spPr>
          <a:xfrm rot="323347">
            <a:off x="2650109" y="633120"/>
            <a:ext cx="1755239" cy="186204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9600" b="1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1500" dirty="0">
                <a:solidFill>
                  <a:schemeClr val="bg1"/>
                </a:solidFill>
              </a:rPr>
              <a:t>模</a:t>
            </a:r>
          </a:p>
        </p:txBody>
      </p:sp>
      <p:sp>
        <p:nvSpPr>
          <p:cNvPr id="15" name="文本框 14"/>
          <p:cNvSpPr txBox="1"/>
          <p:nvPr/>
        </p:nvSpPr>
        <p:spPr>
          <a:xfrm rot="20999442">
            <a:off x="4276891" y="670489"/>
            <a:ext cx="1755239" cy="186204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500" b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板</a:t>
            </a:r>
          </a:p>
        </p:txBody>
      </p:sp>
      <p:sp>
        <p:nvSpPr>
          <p:cNvPr id="17" name="梯形 16"/>
          <p:cNvSpPr/>
          <p:nvPr/>
        </p:nvSpPr>
        <p:spPr>
          <a:xfrm rot="13500000">
            <a:off x="10241843" y="293902"/>
            <a:ext cx="615688" cy="983820"/>
          </a:xfrm>
          <a:prstGeom prst="trapezoid">
            <a:avLst/>
          </a:prstGeom>
          <a:solidFill>
            <a:srgbClr val="0341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梯形 17"/>
          <p:cNvSpPr/>
          <p:nvPr/>
        </p:nvSpPr>
        <p:spPr>
          <a:xfrm rot="14909640">
            <a:off x="10493873" y="1320146"/>
            <a:ext cx="372468" cy="495382"/>
          </a:xfrm>
          <a:prstGeom prst="trapezoid">
            <a:avLst/>
          </a:prstGeom>
          <a:solidFill>
            <a:srgbClr val="0341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梯形 18"/>
          <p:cNvSpPr/>
          <p:nvPr/>
        </p:nvSpPr>
        <p:spPr>
          <a:xfrm rot="8100000" flipH="1">
            <a:off x="1034538" y="651304"/>
            <a:ext cx="615688" cy="983820"/>
          </a:xfrm>
          <a:prstGeom prst="trapezoid">
            <a:avLst/>
          </a:prstGeom>
          <a:solidFill>
            <a:srgbClr val="0341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梯形 19"/>
          <p:cNvSpPr/>
          <p:nvPr/>
        </p:nvSpPr>
        <p:spPr>
          <a:xfrm rot="6690360" flipH="1">
            <a:off x="1039481" y="1507630"/>
            <a:ext cx="372468" cy="495382"/>
          </a:xfrm>
          <a:prstGeom prst="trapezoid">
            <a:avLst/>
          </a:prstGeom>
          <a:solidFill>
            <a:srgbClr val="0341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626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002971"/>
            <a:ext cx="12192000" cy="2540000"/>
          </a:xfrm>
          <a:prstGeom prst="rect">
            <a:avLst/>
          </a:prstGeom>
          <a:solidFill>
            <a:srgbClr val="114B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900077" y="2738890"/>
            <a:ext cx="83090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chemeClr val="bg1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一分钟快速做出学术风</a:t>
            </a:r>
          </a:p>
        </p:txBody>
      </p:sp>
      <p:sp>
        <p:nvSpPr>
          <p:cNvPr id="11" name="矩形 10"/>
          <p:cNvSpPr/>
          <p:nvPr/>
        </p:nvSpPr>
        <p:spPr>
          <a:xfrm>
            <a:off x="116114" y="2128350"/>
            <a:ext cx="11974285" cy="2289241"/>
          </a:xfrm>
          <a:prstGeom prst="rect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282312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698875" y="3357223"/>
            <a:ext cx="4794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rgbClr val="01438A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海南大学简介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803650" y="4277636"/>
            <a:ext cx="504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HAINAN UNIVERSITY HAINAN UNIVERSITY 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5191226"/>
            <a:ext cx="12192000" cy="254000"/>
          </a:xfrm>
          <a:prstGeom prst="rect">
            <a:avLst/>
          </a:prstGeom>
          <a:solidFill>
            <a:srgbClr val="0341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34" t="9950" r="15308" b="10134"/>
          <a:stretch/>
        </p:blipFill>
        <p:spPr>
          <a:xfrm>
            <a:off x="5008651" y="529568"/>
            <a:ext cx="2174698" cy="255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551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7681088" y="750690"/>
            <a:ext cx="1585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rgbClr val="01438A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目录</a:t>
            </a:r>
          </a:p>
        </p:txBody>
      </p:sp>
      <p:sp>
        <p:nvSpPr>
          <p:cNvPr id="6" name="矩形 5"/>
          <p:cNvSpPr/>
          <p:nvPr/>
        </p:nvSpPr>
        <p:spPr>
          <a:xfrm>
            <a:off x="9274628" y="767019"/>
            <a:ext cx="2917371" cy="710718"/>
          </a:xfrm>
          <a:prstGeom prst="rect">
            <a:avLst/>
          </a:prstGeom>
          <a:solidFill>
            <a:srgbClr val="0341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1438A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388929" y="753522"/>
            <a:ext cx="27202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zh-CN" altLang="en-US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96000" y="1983921"/>
            <a:ext cx="6640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>
                <a:solidFill>
                  <a:srgbClr val="03418B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endParaRPr lang="zh-CN" altLang="en-US" sz="4400" b="1" dirty="0">
              <a:solidFill>
                <a:srgbClr val="03418B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 flipH="1">
            <a:off x="6154361" y="2220313"/>
            <a:ext cx="752625" cy="759651"/>
          </a:xfrm>
          <a:prstGeom prst="line">
            <a:avLst/>
          </a:prstGeom>
          <a:ln>
            <a:solidFill>
              <a:srgbClr val="0341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6096000" y="3322864"/>
            <a:ext cx="6640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4400" b="1">
                <a:solidFill>
                  <a:srgbClr val="03418B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altLang="zh-CN" dirty="0"/>
              <a:t>2</a:t>
            </a:r>
            <a:endParaRPr lang="zh-CN" altLang="en-US" dirty="0"/>
          </a:p>
        </p:txBody>
      </p:sp>
      <p:cxnSp>
        <p:nvCxnSpPr>
          <p:cNvPr id="16" name="直接连接符 15"/>
          <p:cNvCxnSpPr/>
          <p:nvPr/>
        </p:nvCxnSpPr>
        <p:spPr>
          <a:xfrm flipH="1">
            <a:off x="6154361" y="3559256"/>
            <a:ext cx="752625" cy="759651"/>
          </a:xfrm>
          <a:prstGeom prst="line">
            <a:avLst/>
          </a:prstGeom>
          <a:ln>
            <a:solidFill>
              <a:srgbClr val="0341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6096000" y="4734915"/>
            <a:ext cx="6640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4400" b="1">
                <a:solidFill>
                  <a:srgbClr val="03418B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altLang="zh-CN" dirty="0"/>
              <a:t>3</a:t>
            </a:r>
            <a:endParaRPr lang="zh-CN" altLang="en-US" dirty="0"/>
          </a:p>
        </p:txBody>
      </p:sp>
      <p:cxnSp>
        <p:nvCxnSpPr>
          <p:cNvPr id="18" name="直接连接符 17"/>
          <p:cNvCxnSpPr/>
          <p:nvPr/>
        </p:nvCxnSpPr>
        <p:spPr>
          <a:xfrm flipH="1">
            <a:off x="6154361" y="4971307"/>
            <a:ext cx="752625" cy="759651"/>
          </a:xfrm>
          <a:prstGeom prst="line">
            <a:avLst/>
          </a:prstGeom>
          <a:ln>
            <a:solidFill>
              <a:srgbClr val="0341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6760028" y="2470566"/>
            <a:ext cx="3869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3418B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第一章标题第一章标题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6760028" y="3895285"/>
            <a:ext cx="3869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03418B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defRPr>
            </a:lvl1pPr>
          </a:lstStyle>
          <a:p>
            <a:r>
              <a:rPr lang="zh-CN" altLang="en-US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第二章标题第二章标题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6760028" y="5242746"/>
            <a:ext cx="3869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03418B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defRPr>
            </a:lvl1pPr>
          </a:lstStyle>
          <a:p>
            <a:r>
              <a:rPr lang="zh-CN" altLang="en-US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第三章标题第三章标题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34" t="9950" r="15308" b="10134"/>
          <a:stretch/>
        </p:blipFill>
        <p:spPr>
          <a:xfrm>
            <a:off x="-1715781" y="150465"/>
            <a:ext cx="5584193" cy="6557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57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178776" y="873579"/>
            <a:ext cx="11013224" cy="0"/>
          </a:xfrm>
          <a:prstGeom prst="line">
            <a:avLst/>
          </a:prstGeom>
          <a:ln w="19050">
            <a:solidFill>
              <a:srgbClr val="0341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178776" y="337736"/>
            <a:ext cx="3869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3418B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第一章标题第一章标题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34" t="9950" r="15308" b="10134"/>
          <a:stretch/>
        </p:blipFill>
        <p:spPr>
          <a:xfrm>
            <a:off x="206552" y="209550"/>
            <a:ext cx="768142" cy="901968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1137363" y="4136572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3</a:t>
            </a:r>
            <a:endParaRPr lang="zh-CN" altLang="en-US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137363" y="5917583"/>
            <a:ext cx="479425" cy="696912"/>
            <a:chOff x="791772" y="334308"/>
            <a:chExt cx="479425" cy="696912"/>
          </a:xfrm>
        </p:grpSpPr>
        <p:sp>
          <p:nvSpPr>
            <p:cNvPr id="8" name="Oval 40"/>
            <p:cNvSpPr>
              <a:spLocks noChangeArrowheads="1"/>
            </p:cNvSpPr>
            <p:nvPr/>
          </p:nvSpPr>
          <p:spPr bwMode="auto">
            <a:xfrm>
              <a:off x="833047" y="964545"/>
              <a:ext cx="396875" cy="6667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41"/>
            <p:cNvSpPr>
              <a:spLocks/>
            </p:cNvSpPr>
            <p:nvPr/>
          </p:nvSpPr>
          <p:spPr bwMode="auto">
            <a:xfrm>
              <a:off x="791772" y="334308"/>
              <a:ext cx="479425" cy="663575"/>
            </a:xfrm>
            <a:custGeom>
              <a:avLst/>
              <a:gdLst>
                <a:gd name="T0" fmla="*/ 128 w 128"/>
                <a:gd name="T1" fmla="*/ 68 h 177"/>
                <a:gd name="T2" fmla="*/ 128 w 128"/>
                <a:gd name="T3" fmla="*/ 64 h 177"/>
                <a:gd name="T4" fmla="*/ 64 w 128"/>
                <a:gd name="T5" fmla="*/ 0 h 177"/>
                <a:gd name="T6" fmla="*/ 0 w 128"/>
                <a:gd name="T7" fmla="*/ 64 h 177"/>
                <a:gd name="T8" fmla="*/ 0 w 128"/>
                <a:gd name="T9" fmla="*/ 70 h 177"/>
                <a:gd name="T10" fmla="*/ 0 w 128"/>
                <a:gd name="T11" fmla="*/ 71 h 177"/>
                <a:gd name="T12" fmla="*/ 64 w 128"/>
                <a:gd name="T13" fmla="*/ 177 h 177"/>
                <a:gd name="T14" fmla="*/ 125 w 128"/>
                <a:gd name="T15" fmla="*/ 83 h 177"/>
                <a:gd name="T16" fmla="*/ 128 w 128"/>
                <a:gd name="T17" fmla="*/ 68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8" h="177">
                  <a:moveTo>
                    <a:pt x="128" y="68"/>
                  </a:moveTo>
                  <a:cubicBezTo>
                    <a:pt x="128" y="65"/>
                    <a:pt x="128" y="64"/>
                    <a:pt x="128" y="64"/>
                  </a:cubicBezTo>
                  <a:cubicBezTo>
                    <a:pt x="128" y="28"/>
                    <a:pt x="99" y="0"/>
                    <a:pt x="64" y="0"/>
                  </a:cubicBezTo>
                  <a:cubicBezTo>
                    <a:pt x="29" y="0"/>
                    <a:pt x="0" y="28"/>
                    <a:pt x="0" y="64"/>
                  </a:cubicBezTo>
                  <a:cubicBezTo>
                    <a:pt x="0" y="66"/>
                    <a:pt x="0" y="68"/>
                    <a:pt x="0" y="70"/>
                  </a:cubicBezTo>
                  <a:cubicBezTo>
                    <a:pt x="0" y="70"/>
                    <a:pt x="0" y="70"/>
                    <a:pt x="0" y="71"/>
                  </a:cubicBezTo>
                  <a:cubicBezTo>
                    <a:pt x="5" y="122"/>
                    <a:pt x="64" y="177"/>
                    <a:pt x="64" y="177"/>
                  </a:cubicBezTo>
                  <a:cubicBezTo>
                    <a:pt x="105" y="138"/>
                    <a:pt x="120" y="103"/>
                    <a:pt x="125" y="83"/>
                  </a:cubicBezTo>
                  <a:cubicBezTo>
                    <a:pt x="127" y="78"/>
                    <a:pt x="127" y="73"/>
                    <a:pt x="128" y="68"/>
                  </a:cubicBezTo>
                  <a:close/>
                </a:path>
              </a:pathLst>
            </a:custGeom>
            <a:solidFill>
              <a:srgbClr val="114B8A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Oval 42"/>
            <p:cNvSpPr>
              <a:spLocks noChangeArrowheads="1"/>
            </p:cNvSpPr>
            <p:nvPr/>
          </p:nvSpPr>
          <p:spPr bwMode="auto">
            <a:xfrm>
              <a:off x="851484" y="403078"/>
              <a:ext cx="360000" cy="360000"/>
            </a:xfrm>
            <a:prstGeom prst="ellipse">
              <a:avLst/>
            </a:prstGeom>
            <a:solidFill>
              <a:schemeClr val="bg1">
                <a:alpha val="32157"/>
              </a:schemeClr>
            </a:solidFill>
            <a:ln w="57150"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11213184" y="5977021"/>
            <a:ext cx="343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3</a:t>
            </a:r>
            <a:endParaRPr lang="zh-CN" altLang="en-US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2239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3508585"/>
            <a:ext cx="12192000" cy="2320715"/>
          </a:xfrm>
          <a:prstGeom prst="rect">
            <a:avLst/>
          </a:prstGeom>
          <a:solidFill>
            <a:srgbClr val="0341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34" t="9950" r="15308" b="10134"/>
          <a:stretch/>
        </p:blipFill>
        <p:spPr>
          <a:xfrm>
            <a:off x="5008651" y="596295"/>
            <a:ext cx="2174698" cy="2553573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698875" y="3985873"/>
            <a:ext cx="4794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chemeClr val="bg1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海南大学简介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803650" y="4906286"/>
            <a:ext cx="504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HAINAN UNIVERSITY HAINAN UNIVERSITY </a:t>
            </a:r>
            <a:endParaRPr lang="zh-CN" altLang="en-US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3602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5388429" cy="6858000"/>
          </a:xfrm>
          <a:prstGeom prst="rect">
            <a:avLst/>
          </a:prstGeom>
          <a:solidFill>
            <a:srgbClr val="0341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0014857" y="1073612"/>
            <a:ext cx="2177142" cy="630672"/>
          </a:xfrm>
          <a:prstGeom prst="rect">
            <a:avLst/>
          </a:prstGeom>
          <a:solidFill>
            <a:srgbClr val="0341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1438A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014857" y="1073612"/>
            <a:ext cx="8487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目录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9977047" y="1442195"/>
            <a:ext cx="27202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zh-CN" altLang="en-US" sz="1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064992" y="2201432"/>
            <a:ext cx="6640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4400" b="1">
                <a:solidFill>
                  <a:srgbClr val="03418B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altLang="zh-CN" dirty="0"/>
              <a:t>1</a:t>
            </a:r>
            <a:endParaRPr lang="zh-CN" altLang="en-US" dirty="0"/>
          </a:p>
        </p:txBody>
      </p:sp>
      <p:cxnSp>
        <p:nvCxnSpPr>
          <p:cNvPr id="12" name="直接连接符 11"/>
          <p:cNvCxnSpPr/>
          <p:nvPr/>
        </p:nvCxnSpPr>
        <p:spPr>
          <a:xfrm flipH="1">
            <a:off x="7123353" y="2437824"/>
            <a:ext cx="752625" cy="759651"/>
          </a:xfrm>
          <a:prstGeom prst="line">
            <a:avLst/>
          </a:prstGeom>
          <a:ln>
            <a:solidFill>
              <a:srgbClr val="0341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7064992" y="3540375"/>
            <a:ext cx="6640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4400" b="1">
                <a:solidFill>
                  <a:srgbClr val="03418B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altLang="zh-CN" dirty="0"/>
              <a:t>2</a:t>
            </a:r>
            <a:endParaRPr lang="zh-CN" altLang="en-US" dirty="0"/>
          </a:p>
        </p:txBody>
      </p:sp>
      <p:cxnSp>
        <p:nvCxnSpPr>
          <p:cNvPr id="14" name="直接连接符 13"/>
          <p:cNvCxnSpPr/>
          <p:nvPr/>
        </p:nvCxnSpPr>
        <p:spPr>
          <a:xfrm flipH="1">
            <a:off x="7123353" y="3776767"/>
            <a:ext cx="752625" cy="759651"/>
          </a:xfrm>
          <a:prstGeom prst="line">
            <a:avLst/>
          </a:prstGeom>
          <a:ln>
            <a:solidFill>
              <a:srgbClr val="0341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7064992" y="4952426"/>
            <a:ext cx="6640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4400" b="1">
                <a:solidFill>
                  <a:srgbClr val="03418B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altLang="zh-CN" dirty="0"/>
              <a:t>3</a:t>
            </a:r>
            <a:endParaRPr lang="zh-CN" altLang="en-US" dirty="0"/>
          </a:p>
        </p:txBody>
      </p:sp>
      <p:cxnSp>
        <p:nvCxnSpPr>
          <p:cNvPr id="16" name="直接连接符 15"/>
          <p:cNvCxnSpPr/>
          <p:nvPr/>
        </p:nvCxnSpPr>
        <p:spPr>
          <a:xfrm flipH="1">
            <a:off x="7123353" y="5188818"/>
            <a:ext cx="752625" cy="759651"/>
          </a:xfrm>
          <a:prstGeom prst="line">
            <a:avLst/>
          </a:prstGeom>
          <a:ln>
            <a:solidFill>
              <a:srgbClr val="0341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7729020" y="2688077"/>
            <a:ext cx="3869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3418B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第一章标题第一章标题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7729020" y="4112796"/>
            <a:ext cx="3869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03418B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defRPr>
            </a:lvl1pPr>
          </a:lstStyle>
          <a:p>
            <a:r>
              <a:rPr lang="zh-CN" altLang="en-US" dirty="0"/>
              <a:t>第二章标题第二章标题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729020" y="5460257"/>
            <a:ext cx="3869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03418B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defRPr>
            </a:lvl1pPr>
          </a:lstStyle>
          <a:p>
            <a:r>
              <a:rPr lang="zh-CN" altLang="en-US" dirty="0"/>
              <a:t>第三章标题第三章标题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669" y="1031386"/>
            <a:ext cx="1937182" cy="67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548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300251"/>
            <a:ext cx="7792871" cy="368490"/>
          </a:xfrm>
          <a:prstGeom prst="rect">
            <a:avLst/>
          </a:prstGeom>
          <a:solidFill>
            <a:srgbClr val="0341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0167582" y="300252"/>
            <a:ext cx="2024418" cy="368490"/>
          </a:xfrm>
          <a:prstGeom prst="rect">
            <a:avLst/>
          </a:prstGeom>
          <a:solidFill>
            <a:srgbClr val="0341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11137363" y="5917583"/>
            <a:ext cx="479425" cy="696912"/>
            <a:chOff x="791772" y="334308"/>
            <a:chExt cx="479425" cy="696912"/>
          </a:xfrm>
        </p:grpSpPr>
        <p:sp>
          <p:nvSpPr>
            <p:cNvPr id="9" name="Oval 40"/>
            <p:cNvSpPr>
              <a:spLocks noChangeArrowheads="1"/>
            </p:cNvSpPr>
            <p:nvPr/>
          </p:nvSpPr>
          <p:spPr bwMode="auto">
            <a:xfrm>
              <a:off x="833047" y="964545"/>
              <a:ext cx="396875" cy="6667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41"/>
            <p:cNvSpPr>
              <a:spLocks/>
            </p:cNvSpPr>
            <p:nvPr/>
          </p:nvSpPr>
          <p:spPr bwMode="auto">
            <a:xfrm>
              <a:off x="791772" y="334308"/>
              <a:ext cx="479425" cy="663575"/>
            </a:xfrm>
            <a:custGeom>
              <a:avLst/>
              <a:gdLst>
                <a:gd name="T0" fmla="*/ 128 w 128"/>
                <a:gd name="T1" fmla="*/ 68 h 177"/>
                <a:gd name="T2" fmla="*/ 128 w 128"/>
                <a:gd name="T3" fmla="*/ 64 h 177"/>
                <a:gd name="T4" fmla="*/ 64 w 128"/>
                <a:gd name="T5" fmla="*/ 0 h 177"/>
                <a:gd name="T6" fmla="*/ 0 w 128"/>
                <a:gd name="T7" fmla="*/ 64 h 177"/>
                <a:gd name="T8" fmla="*/ 0 w 128"/>
                <a:gd name="T9" fmla="*/ 70 h 177"/>
                <a:gd name="T10" fmla="*/ 0 w 128"/>
                <a:gd name="T11" fmla="*/ 71 h 177"/>
                <a:gd name="T12" fmla="*/ 64 w 128"/>
                <a:gd name="T13" fmla="*/ 177 h 177"/>
                <a:gd name="T14" fmla="*/ 125 w 128"/>
                <a:gd name="T15" fmla="*/ 83 h 177"/>
                <a:gd name="T16" fmla="*/ 128 w 128"/>
                <a:gd name="T17" fmla="*/ 68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8" h="177">
                  <a:moveTo>
                    <a:pt x="128" y="68"/>
                  </a:moveTo>
                  <a:cubicBezTo>
                    <a:pt x="128" y="65"/>
                    <a:pt x="128" y="64"/>
                    <a:pt x="128" y="64"/>
                  </a:cubicBezTo>
                  <a:cubicBezTo>
                    <a:pt x="128" y="28"/>
                    <a:pt x="99" y="0"/>
                    <a:pt x="64" y="0"/>
                  </a:cubicBezTo>
                  <a:cubicBezTo>
                    <a:pt x="29" y="0"/>
                    <a:pt x="0" y="28"/>
                    <a:pt x="0" y="64"/>
                  </a:cubicBezTo>
                  <a:cubicBezTo>
                    <a:pt x="0" y="66"/>
                    <a:pt x="0" y="68"/>
                    <a:pt x="0" y="70"/>
                  </a:cubicBezTo>
                  <a:cubicBezTo>
                    <a:pt x="0" y="70"/>
                    <a:pt x="0" y="70"/>
                    <a:pt x="0" y="71"/>
                  </a:cubicBezTo>
                  <a:cubicBezTo>
                    <a:pt x="5" y="122"/>
                    <a:pt x="64" y="177"/>
                    <a:pt x="64" y="177"/>
                  </a:cubicBezTo>
                  <a:cubicBezTo>
                    <a:pt x="105" y="138"/>
                    <a:pt x="120" y="103"/>
                    <a:pt x="125" y="83"/>
                  </a:cubicBezTo>
                  <a:cubicBezTo>
                    <a:pt x="127" y="78"/>
                    <a:pt x="127" y="73"/>
                    <a:pt x="128" y="68"/>
                  </a:cubicBezTo>
                  <a:close/>
                </a:path>
              </a:pathLst>
            </a:custGeom>
            <a:solidFill>
              <a:srgbClr val="114B8A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Oval 42"/>
            <p:cNvSpPr>
              <a:spLocks noChangeArrowheads="1"/>
            </p:cNvSpPr>
            <p:nvPr/>
          </p:nvSpPr>
          <p:spPr bwMode="auto">
            <a:xfrm>
              <a:off x="851484" y="403078"/>
              <a:ext cx="360000" cy="360000"/>
            </a:xfrm>
            <a:prstGeom prst="ellipse">
              <a:avLst/>
            </a:prstGeom>
            <a:solidFill>
              <a:schemeClr val="bg1">
                <a:alpha val="32157"/>
              </a:schemeClr>
            </a:solidFill>
            <a:ln w="57150"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11213184" y="5977021"/>
            <a:ext cx="343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3</a:t>
            </a:r>
            <a:endParaRPr lang="zh-CN" altLang="en-US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EBFFFF"/>
              </a:clrFrom>
              <a:clrTo>
                <a:srgbClr val="EB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8200"/>
          <a:stretch/>
        </p:blipFill>
        <p:spPr>
          <a:xfrm>
            <a:off x="5029200" y="1878866"/>
            <a:ext cx="3799763" cy="134058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4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34" t="9950" r="15308" b="10134"/>
          <a:stretch/>
        </p:blipFill>
        <p:spPr>
          <a:xfrm>
            <a:off x="3651112" y="2020373"/>
            <a:ext cx="1378088" cy="161817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192976" y="3032201"/>
            <a:ext cx="3635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2E56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HAINU</a:t>
            </a:r>
            <a:r>
              <a:rPr lang="zh-CN" altLang="en-US" sz="2800" dirty="0">
                <a:solidFill>
                  <a:srgbClr val="2E56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2E56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</a:t>
            </a:r>
            <a:endParaRPr lang="zh-CN" altLang="en-US" sz="2800" dirty="0">
              <a:solidFill>
                <a:srgbClr val="2E56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7869" y="174136"/>
            <a:ext cx="1937182" cy="679476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5256" y="3810000"/>
            <a:ext cx="5421968" cy="1838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301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3508585"/>
            <a:ext cx="12192000" cy="2320715"/>
          </a:xfrm>
          <a:prstGeom prst="rect">
            <a:avLst/>
          </a:prstGeom>
          <a:solidFill>
            <a:srgbClr val="0341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34" t="9950" r="15308" b="10134"/>
          <a:stretch/>
        </p:blipFill>
        <p:spPr>
          <a:xfrm>
            <a:off x="5008651" y="596295"/>
            <a:ext cx="2174698" cy="2553573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497161" y="3985873"/>
            <a:ext cx="32389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6000" kern="0" dirty="0">
                <a:solidFill>
                  <a:schemeClr val="bg1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感谢聆听</a:t>
            </a:r>
            <a:endParaRPr kumimoji="0" lang="zh-CN" altLang="en-US" sz="6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造字工房言宋（非商用）常规体" pitchFamily="50" charset="-122"/>
              <a:ea typeface="造字工房言宋（非商用）常规体" pitchFamily="50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631870" y="4990921"/>
            <a:ext cx="32058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HAINAN UNIVERSITY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382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49" b="7377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gradFill>
            <a:gsLst>
              <a:gs pos="45000">
                <a:srgbClr val="FFFFFF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717925" y="2880973"/>
            <a:ext cx="4794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rgbClr val="124C8B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海南大学简介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822700" y="3801386"/>
            <a:ext cx="504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124C8B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HAINAN UNIVERSITY HAINAN UNIVERSITY </a:t>
            </a:r>
            <a:endParaRPr lang="zh-CN" altLang="en-US" dirty="0">
              <a:solidFill>
                <a:srgbClr val="124C8B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339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03" b="7924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矩形 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gradFill>
            <a:gsLst>
              <a:gs pos="0">
                <a:schemeClr val="bg1">
                  <a:lumMod val="100000"/>
                </a:schemeClr>
              </a:gs>
              <a:gs pos="51000">
                <a:schemeClr val="bg1">
                  <a:lumMod val="10000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188618" y="1388983"/>
            <a:ext cx="11037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目录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9367306" y="1429571"/>
            <a:ext cx="20259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zh-CN" altLang="en-US" sz="4000" b="1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9367306" y="1471508"/>
            <a:ext cx="0" cy="481283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5883892" y="2201432"/>
            <a:ext cx="6640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4400" b="1">
                <a:solidFill>
                  <a:srgbClr val="03418B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altLang="zh-CN" dirty="0"/>
              <a:t>1</a:t>
            </a:r>
            <a:endParaRPr lang="zh-CN" altLang="en-US" dirty="0"/>
          </a:p>
        </p:txBody>
      </p:sp>
      <p:cxnSp>
        <p:nvCxnSpPr>
          <p:cNvPr id="25" name="直接连接符 24"/>
          <p:cNvCxnSpPr/>
          <p:nvPr/>
        </p:nvCxnSpPr>
        <p:spPr>
          <a:xfrm flipH="1">
            <a:off x="5942253" y="2437824"/>
            <a:ext cx="752625" cy="759651"/>
          </a:xfrm>
          <a:prstGeom prst="line">
            <a:avLst/>
          </a:prstGeom>
          <a:ln>
            <a:solidFill>
              <a:srgbClr val="0341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5883892" y="3540375"/>
            <a:ext cx="6640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4400" b="1">
                <a:solidFill>
                  <a:srgbClr val="03418B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altLang="zh-CN" dirty="0"/>
              <a:t>2</a:t>
            </a:r>
            <a:endParaRPr lang="zh-CN" altLang="en-US" dirty="0"/>
          </a:p>
        </p:txBody>
      </p:sp>
      <p:cxnSp>
        <p:nvCxnSpPr>
          <p:cNvPr id="27" name="直接连接符 26"/>
          <p:cNvCxnSpPr/>
          <p:nvPr/>
        </p:nvCxnSpPr>
        <p:spPr>
          <a:xfrm flipH="1">
            <a:off x="5942253" y="3776767"/>
            <a:ext cx="752625" cy="759651"/>
          </a:xfrm>
          <a:prstGeom prst="line">
            <a:avLst/>
          </a:prstGeom>
          <a:ln>
            <a:solidFill>
              <a:srgbClr val="0341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5883892" y="4952426"/>
            <a:ext cx="6640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4400" b="1">
                <a:solidFill>
                  <a:srgbClr val="03418B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altLang="zh-CN" dirty="0"/>
              <a:t>3</a:t>
            </a:r>
            <a:endParaRPr lang="zh-CN" altLang="en-US" dirty="0"/>
          </a:p>
        </p:txBody>
      </p:sp>
      <p:cxnSp>
        <p:nvCxnSpPr>
          <p:cNvPr id="29" name="直接连接符 28"/>
          <p:cNvCxnSpPr/>
          <p:nvPr/>
        </p:nvCxnSpPr>
        <p:spPr>
          <a:xfrm flipH="1">
            <a:off x="5942253" y="5188818"/>
            <a:ext cx="752625" cy="759651"/>
          </a:xfrm>
          <a:prstGeom prst="line">
            <a:avLst/>
          </a:prstGeom>
          <a:ln>
            <a:solidFill>
              <a:srgbClr val="0341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6547920" y="2688077"/>
            <a:ext cx="3869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3418B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第一章标题第一章标题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6547920" y="4112796"/>
            <a:ext cx="3869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03418B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defRPr>
            </a:lvl1pPr>
          </a:lstStyle>
          <a:p>
            <a:r>
              <a:rPr lang="zh-CN" altLang="en-US" dirty="0"/>
              <a:t>第二章标题第二章标题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6547920" y="5460257"/>
            <a:ext cx="3869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03418B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defRPr>
            </a:lvl1pPr>
          </a:lstStyle>
          <a:p>
            <a:r>
              <a:rPr lang="zh-CN" altLang="en-US" dirty="0"/>
              <a:t>第三章标题第三章标题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8618" y="337351"/>
            <a:ext cx="3106819" cy="108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260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49" b="7377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gradFill>
            <a:gsLst>
              <a:gs pos="0">
                <a:schemeClr val="bg1"/>
              </a:gs>
              <a:gs pos="82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0" y="319314"/>
            <a:ext cx="493486" cy="420914"/>
          </a:xfrm>
          <a:prstGeom prst="rect">
            <a:avLst/>
          </a:prstGeom>
          <a:solidFill>
            <a:srgbClr val="0341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93486" y="275065"/>
            <a:ext cx="19880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03418B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第一章标题</a:t>
            </a:r>
            <a:endParaRPr lang="zh-CN" altLang="en-US" sz="2800" dirty="0">
              <a:latin typeface="造字工房言宋（非商用）常规体" pitchFamily="50" charset="-122"/>
              <a:ea typeface="造字工房言宋（非商用）常规体" pitchFamily="50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1224449" y="101373"/>
            <a:ext cx="479425" cy="696912"/>
            <a:chOff x="791772" y="334308"/>
            <a:chExt cx="479425" cy="696912"/>
          </a:xfrm>
        </p:grpSpPr>
        <p:sp>
          <p:nvSpPr>
            <p:cNvPr id="12" name="Oval 40"/>
            <p:cNvSpPr>
              <a:spLocks noChangeArrowheads="1"/>
            </p:cNvSpPr>
            <p:nvPr/>
          </p:nvSpPr>
          <p:spPr bwMode="auto">
            <a:xfrm>
              <a:off x="833047" y="964545"/>
              <a:ext cx="396875" cy="6667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41"/>
            <p:cNvSpPr>
              <a:spLocks/>
            </p:cNvSpPr>
            <p:nvPr/>
          </p:nvSpPr>
          <p:spPr bwMode="auto">
            <a:xfrm>
              <a:off x="791772" y="334308"/>
              <a:ext cx="479425" cy="663575"/>
            </a:xfrm>
            <a:custGeom>
              <a:avLst/>
              <a:gdLst>
                <a:gd name="T0" fmla="*/ 128 w 128"/>
                <a:gd name="T1" fmla="*/ 68 h 177"/>
                <a:gd name="T2" fmla="*/ 128 w 128"/>
                <a:gd name="T3" fmla="*/ 64 h 177"/>
                <a:gd name="T4" fmla="*/ 64 w 128"/>
                <a:gd name="T5" fmla="*/ 0 h 177"/>
                <a:gd name="T6" fmla="*/ 0 w 128"/>
                <a:gd name="T7" fmla="*/ 64 h 177"/>
                <a:gd name="T8" fmla="*/ 0 w 128"/>
                <a:gd name="T9" fmla="*/ 70 h 177"/>
                <a:gd name="T10" fmla="*/ 0 w 128"/>
                <a:gd name="T11" fmla="*/ 71 h 177"/>
                <a:gd name="T12" fmla="*/ 64 w 128"/>
                <a:gd name="T13" fmla="*/ 177 h 177"/>
                <a:gd name="T14" fmla="*/ 125 w 128"/>
                <a:gd name="T15" fmla="*/ 83 h 177"/>
                <a:gd name="T16" fmla="*/ 128 w 128"/>
                <a:gd name="T17" fmla="*/ 68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8" h="177">
                  <a:moveTo>
                    <a:pt x="128" y="68"/>
                  </a:moveTo>
                  <a:cubicBezTo>
                    <a:pt x="128" y="65"/>
                    <a:pt x="128" y="64"/>
                    <a:pt x="128" y="64"/>
                  </a:cubicBezTo>
                  <a:cubicBezTo>
                    <a:pt x="128" y="28"/>
                    <a:pt x="99" y="0"/>
                    <a:pt x="64" y="0"/>
                  </a:cubicBezTo>
                  <a:cubicBezTo>
                    <a:pt x="29" y="0"/>
                    <a:pt x="0" y="28"/>
                    <a:pt x="0" y="64"/>
                  </a:cubicBezTo>
                  <a:cubicBezTo>
                    <a:pt x="0" y="66"/>
                    <a:pt x="0" y="68"/>
                    <a:pt x="0" y="70"/>
                  </a:cubicBezTo>
                  <a:cubicBezTo>
                    <a:pt x="0" y="70"/>
                    <a:pt x="0" y="70"/>
                    <a:pt x="0" y="71"/>
                  </a:cubicBezTo>
                  <a:cubicBezTo>
                    <a:pt x="5" y="122"/>
                    <a:pt x="64" y="177"/>
                    <a:pt x="64" y="177"/>
                  </a:cubicBezTo>
                  <a:cubicBezTo>
                    <a:pt x="105" y="138"/>
                    <a:pt x="120" y="103"/>
                    <a:pt x="125" y="83"/>
                  </a:cubicBezTo>
                  <a:cubicBezTo>
                    <a:pt x="127" y="78"/>
                    <a:pt x="127" y="73"/>
                    <a:pt x="128" y="68"/>
                  </a:cubicBezTo>
                  <a:close/>
                </a:path>
              </a:pathLst>
            </a:custGeom>
            <a:solidFill>
              <a:srgbClr val="114B8A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Oval 42"/>
            <p:cNvSpPr>
              <a:spLocks noChangeArrowheads="1"/>
            </p:cNvSpPr>
            <p:nvPr/>
          </p:nvSpPr>
          <p:spPr bwMode="auto">
            <a:xfrm>
              <a:off x="851484" y="403078"/>
              <a:ext cx="360000" cy="360000"/>
            </a:xfrm>
            <a:prstGeom prst="ellipse">
              <a:avLst/>
            </a:prstGeom>
            <a:solidFill>
              <a:schemeClr val="bg1">
                <a:alpha val="32157"/>
              </a:schemeClr>
            </a:solidFill>
            <a:ln w="57150"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11300270" y="160811"/>
            <a:ext cx="343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3</a:t>
            </a:r>
            <a:endParaRPr lang="zh-CN" altLang="en-US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5881472"/>
            <a:ext cx="2102674" cy="737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776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002971"/>
            <a:ext cx="12192000" cy="2540000"/>
          </a:xfrm>
          <a:prstGeom prst="rect">
            <a:avLst/>
          </a:prstGeom>
          <a:solidFill>
            <a:srgbClr val="114B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888940" y="2311217"/>
            <a:ext cx="483325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500" dirty="0">
                <a:solidFill>
                  <a:schemeClr val="bg1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封面页</a:t>
            </a:r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2888342" y="1132114"/>
            <a:ext cx="1843315" cy="184331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H="1">
            <a:off x="1132930" y="2873829"/>
            <a:ext cx="2211726" cy="221172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H="1">
            <a:off x="9375411" y="1132114"/>
            <a:ext cx="1843315" cy="184331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7619999" y="2873829"/>
            <a:ext cx="2211726" cy="221172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0601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3903260"/>
            <a:ext cx="12192000" cy="2954740"/>
          </a:xfrm>
          <a:prstGeom prst="rect">
            <a:avLst/>
          </a:prstGeom>
          <a:solidFill>
            <a:srgbClr val="124C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854256" y="2175768"/>
            <a:ext cx="4794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rgbClr val="124C8B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海南大学简介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959031" y="3096181"/>
            <a:ext cx="504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124C8B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HAINAN UNIVERSITY HAINAN UNIVERSITY </a:t>
            </a:r>
            <a:endParaRPr lang="zh-CN" altLang="en-US" dirty="0">
              <a:solidFill>
                <a:srgbClr val="124C8B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474" y="457200"/>
            <a:ext cx="2596577" cy="91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167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40" b="12500"/>
          <a:stretch/>
        </p:blipFill>
        <p:spPr>
          <a:xfrm>
            <a:off x="0" y="0"/>
            <a:ext cx="12192000" cy="584855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4000499"/>
            <a:ext cx="12192000" cy="2857501"/>
          </a:xfrm>
          <a:prstGeom prst="rect">
            <a:avLst/>
          </a:prstGeom>
          <a:solidFill>
            <a:srgbClr val="124C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679488" y="4928137"/>
            <a:ext cx="49344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chemeClr val="bg1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海南大学简介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784263" y="5848550"/>
            <a:ext cx="4570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HAINAN UNIVERSITY HAINAN UNIVERSITY </a:t>
            </a:r>
            <a:endParaRPr lang="zh-CN" altLang="en-US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769" y="326536"/>
            <a:ext cx="1937182" cy="67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961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25" b="25871"/>
          <a:stretch/>
        </p:blipFill>
        <p:spPr>
          <a:xfrm>
            <a:off x="0" y="72572"/>
            <a:ext cx="12192000" cy="371859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3862316"/>
            <a:ext cx="12192000" cy="2930370"/>
          </a:xfrm>
          <a:prstGeom prst="rect">
            <a:avLst/>
          </a:prstGeom>
          <a:solidFill>
            <a:srgbClr val="124C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751591" y="4222340"/>
            <a:ext cx="49344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chemeClr val="bg1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海南大学简介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856366" y="5142753"/>
            <a:ext cx="4570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HAINAN UNIVERSITY HAINAN UNIVERSITY </a:t>
            </a:r>
            <a:endParaRPr lang="zh-CN" altLang="en-US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96369" y="5844367"/>
            <a:ext cx="2094982" cy="73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1698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37" b="7377"/>
          <a:stretch/>
        </p:blipFill>
        <p:spPr>
          <a:xfrm>
            <a:off x="0" y="0"/>
            <a:ext cx="12192000" cy="62574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矩形 1"/>
          <p:cNvSpPr/>
          <p:nvPr/>
        </p:nvSpPr>
        <p:spPr>
          <a:xfrm>
            <a:off x="0" y="5063319"/>
            <a:ext cx="12192000" cy="1794682"/>
          </a:xfrm>
          <a:prstGeom prst="rect">
            <a:avLst/>
          </a:prstGeom>
          <a:solidFill>
            <a:srgbClr val="124C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2101755"/>
          </a:xfrm>
          <a:prstGeom prst="rect">
            <a:avLst/>
          </a:prstGeom>
          <a:solidFill>
            <a:srgbClr val="124C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849632" y="5144660"/>
            <a:ext cx="49344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chemeClr val="bg1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海南大学简介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954407" y="6065073"/>
            <a:ext cx="4570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HAINAN UNIVERSITY HAINAN UNIVERSITY </a:t>
            </a:r>
            <a:endParaRPr lang="zh-CN" altLang="en-US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2469" y="316052"/>
            <a:ext cx="2411936" cy="845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8900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51" r="237" b="435"/>
          <a:stretch/>
        </p:blipFill>
        <p:spPr>
          <a:xfrm>
            <a:off x="0" y="-145143"/>
            <a:ext cx="12162971" cy="696685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矩形 3"/>
          <p:cNvSpPr/>
          <p:nvPr/>
        </p:nvSpPr>
        <p:spPr>
          <a:xfrm>
            <a:off x="0" y="3465512"/>
            <a:ext cx="12192000" cy="3392487"/>
          </a:xfrm>
          <a:custGeom>
            <a:avLst/>
            <a:gdLst>
              <a:gd name="connsiteX0" fmla="*/ 0 w 12192000"/>
              <a:gd name="connsiteY0" fmla="*/ 0 h 3392487"/>
              <a:gd name="connsiteX1" fmla="*/ 12192000 w 12192000"/>
              <a:gd name="connsiteY1" fmla="*/ 0 h 3392487"/>
              <a:gd name="connsiteX2" fmla="*/ 12192000 w 12192000"/>
              <a:gd name="connsiteY2" fmla="*/ 3392487 h 3392487"/>
              <a:gd name="connsiteX3" fmla="*/ 0 w 12192000"/>
              <a:gd name="connsiteY3" fmla="*/ 3392487 h 3392487"/>
              <a:gd name="connsiteX4" fmla="*/ 0 w 12192000"/>
              <a:gd name="connsiteY4" fmla="*/ 0 h 3392487"/>
              <a:gd name="connsiteX0" fmla="*/ 0 w 12192000"/>
              <a:gd name="connsiteY0" fmla="*/ 0 h 3392487"/>
              <a:gd name="connsiteX1" fmla="*/ 12192000 w 12192000"/>
              <a:gd name="connsiteY1" fmla="*/ 0 h 3392487"/>
              <a:gd name="connsiteX2" fmla="*/ 12192000 w 12192000"/>
              <a:gd name="connsiteY2" fmla="*/ 3392487 h 3392487"/>
              <a:gd name="connsiteX3" fmla="*/ 0 w 12192000"/>
              <a:gd name="connsiteY3" fmla="*/ 3392487 h 3392487"/>
              <a:gd name="connsiteX4" fmla="*/ 0 w 12192000"/>
              <a:gd name="connsiteY4" fmla="*/ 0 h 3392487"/>
              <a:gd name="connsiteX0" fmla="*/ 0 w 12192000"/>
              <a:gd name="connsiteY0" fmla="*/ 0 h 3392487"/>
              <a:gd name="connsiteX1" fmla="*/ 12192000 w 12192000"/>
              <a:gd name="connsiteY1" fmla="*/ 0 h 3392487"/>
              <a:gd name="connsiteX2" fmla="*/ 12192000 w 12192000"/>
              <a:gd name="connsiteY2" fmla="*/ 3392487 h 3392487"/>
              <a:gd name="connsiteX3" fmla="*/ 0 w 12192000"/>
              <a:gd name="connsiteY3" fmla="*/ 3392487 h 3392487"/>
              <a:gd name="connsiteX4" fmla="*/ 0 w 12192000"/>
              <a:gd name="connsiteY4" fmla="*/ 0 h 3392487"/>
              <a:gd name="connsiteX0" fmla="*/ 0 w 12192000"/>
              <a:gd name="connsiteY0" fmla="*/ 0 h 3392487"/>
              <a:gd name="connsiteX1" fmla="*/ 12192000 w 12192000"/>
              <a:gd name="connsiteY1" fmla="*/ 0 h 3392487"/>
              <a:gd name="connsiteX2" fmla="*/ 12192000 w 12192000"/>
              <a:gd name="connsiteY2" fmla="*/ 3392487 h 3392487"/>
              <a:gd name="connsiteX3" fmla="*/ 0 w 12192000"/>
              <a:gd name="connsiteY3" fmla="*/ 3392487 h 3392487"/>
              <a:gd name="connsiteX4" fmla="*/ 0 w 12192000"/>
              <a:gd name="connsiteY4" fmla="*/ 0 h 3392487"/>
              <a:gd name="connsiteX0" fmla="*/ 0 w 12192000"/>
              <a:gd name="connsiteY0" fmla="*/ 0 h 3392487"/>
              <a:gd name="connsiteX1" fmla="*/ 12192000 w 12192000"/>
              <a:gd name="connsiteY1" fmla="*/ 0 h 3392487"/>
              <a:gd name="connsiteX2" fmla="*/ 12192000 w 12192000"/>
              <a:gd name="connsiteY2" fmla="*/ 3392487 h 3392487"/>
              <a:gd name="connsiteX3" fmla="*/ 0 w 12192000"/>
              <a:gd name="connsiteY3" fmla="*/ 3392487 h 3392487"/>
              <a:gd name="connsiteX4" fmla="*/ 0 w 12192000"/>
              <a:gd name="connsiteY4" fmla="*/ 0 h 3392487"/>
              <a:gd name="connsiteX0" fmla="*/ 0 w 12192000"/>
              <a:gd name="connsiteY0" fmla="*/ 0 h 3392487"/>
              <a:gd name="connsiteX1" fmla="*/ 12192000 w 12192000"/>
              <a:gd name="connsiteY1" fmla="*/ 0 h 3392487"/>
              <a:gd name="connsiteX2" fmla="*/ 12192000 w 12192000"/>
              <a:gd name="connsiteY2" fmla="*/ 3392487 h 3392487"/>
              <a:gd name="connsiteX3" fmla="*/ 0 w 12192000"/>
              <a:gd name="connsiteY3" fmla="*/ 3392487 h 3392487"/>
              <a:gd name="connsiteX4" fmla="*/ 0 w 12192000"/>
              <a:gd name="connsiteY4" fmla="*/ 0 h 3392487"/>
              <a:gd name="connsiteX0" fmla="*/ 0 w 12192000"/>
              <a:gd name="connsiteY0" fmla="*/ 0 h 3392487"/>
              <a:gd name="connsiteX1" fmla="*/ 12192000 w 12192000"/>
              <a:gd name="connsiteY1" fmla="*/ 0 h 3392487"/>
              <a:gd name="connsiteX2" fmla="*/ 12192000 w 12192000"/>
              <a:gd name="connsiteY2" fmla="*/ 3392487 h 3392487"/>
              <a:gd name="connsiteX3" fmla="*/ 0 w 12192000"/>
              <a:gd name="connsiteY3" fmla="*/ 3392487 h 3392487"/>
              <a:gd name="connsiteX4" fmla="*/ 0 w 12192000"/>
              <a:gd name="connsiteY4" fmla="*/ 0 h 3392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3392487">
                <a:moveTo>
                  <a:pt x="0" y="0"/>
                </a:moveTo>
                <a:cubicBezTo>
                  <a:pt x="4572001" y="972456"/>
                  <a:pt x="7445828" y="1262743"/>
                  <a:pt x="12192000" y="0"/>
                </a:cubicBezTo>
                <a:lnTo>
                  <a:pt x="12192000" y="3392487"/>
                </a:lnTo>
                <a:lnTo>
                  <a:pt x="0" y="3392487"/>
                </a:lnTo>
                <a:lnTo>
                  <a:pt x="0" y="0"/>
                </a:lnTo>
                <a:close/>
              </a:path>
            </a:pathLst>
          </a:custGeom>
          <a:solidFill>
            <a:srgbClr val="124C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791145" y="4710423"/>
            <a:ext cx="49344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chemeClr val="bg1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海南大学简介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895920" y="5630836"/>
            <a:ext cx="4570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HAINAN UNIVERSITY HAINAN UNIVERSITY </a:t>
            </a:r>
            <a:endParaRPr lang="zh-CN" altLang="en-US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918" y="114300"/>
            <a:ext cx="2457283" cy="861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2622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661" b="766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1428C"/>
              </a:gs>
              <a:gs pos="100000">
                <a:srgbClr val="01428C">
                  <a:alpha val="23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628761" y="2822375"/>
            <a:ext cx="49344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chemeClr val="bg1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海南大学简介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733536" y="3742788"/>
            <a:ext cx="4570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HAINAN UNIVERSITY HAINAN UNIVERSITY </a:t>
            </a:r>
            <a:endParaRPr lang="zh-CN" altLang="en-US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biLevel thresh="2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29539" y="404366"/>
            <a:ext cx="3378665" cy="118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2603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277251" y="1117599"/>
            <a:ext cx="9652000" cy="0"/>
          </a:xfrm>
          <a:prstGeom prst="line">
            <a:avLst/>
          </a:prstGeom>
          <a:ln w="101600" cmpd="thickThin">
            <a:solidFill>
              <a:srgbClr val="124C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451423" y="3149599"/>
            <a:ext cx="3309263" cy="0"/>
          </a:xfrm>
          <a:prstGeom prst="line">
            <a:avLst/>
          </a:prstGeom>
          <a:ln w="19050">
            <a:solidFill>
              <a:srgbClr val="124C8B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>
            <a:endCxn id="13" idx="3"/>
          </p:cNvCxnSpPr>
          <p:nvPr/>
        </p:nvCxnSpPr>
        <p:spPr>
          <a:xfrm flipH="1">
            <a:off x="7574920" y="3149599"/>
            <a:ext cx="3354331" cy="0"/>
          </a:xfrm>
          <a:prstGeom prst="line">
            <a:avLst/>
          </a:prstGeom>
          <a:ln w="19050">
            <a:solidFill>
              <a:srgbClr val="124C8B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833" y="2725104"/>
            <a:ext cx="2504087" cy="848989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1277251" y="1465942"/>
            <a:ext cx="9652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>
                <a:latin typeface="造字工房言宋（非商用）常规体" pitchFamily="50" charset="-122"/>
                <a:ea typeface="造字工房言宋（非商用）常规体" pitchFamily="50" charset="-122"/>
              </a:rPr>
              <a:t>海南大学</a:t>
            </a:r>
            <a:r>
              <a:rPr lang="en-US" altLang="zh-CN" sz="6600" dirty="0">
                <a:latin typeface="造字工房言宋（非商用）常规体" pitchFamily="50" charset="-122"/>
                <a:ea typeface="造字工房言宋（非商用）常规体" pitchFamily="50" charset="-122"/>
              </a:rPr>
              <a:t>2016</a:t>
            </a:r>
            <a:r>
              <a:rPr lang="zh-CN" altLang="en-US" sz="6600" dirty="0">
                <a:latin typeface="造字工房言宋（非商用）常规体" pitchFamily="50" charset="-122"/>
                <a:ea typeface="造字工房言宋（非商用）常规体" pitchFamily="50" charset="-122"/>
              </a:rPr>
              <a:t>年毕业论文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463" b="12287"/>
          <a:stretch/>
        </p:blipFill>
        <p:spPr>
          <a:xfrm>
            <a:off x="0" y="4317999"/>
            <a:ext cx="12192000" cy="25400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768423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平行四边形 4"/>
          <p:cNvSpPr/>
          <p:nvPr/>
        </p:nvSpPr>
        <p:spPr>
          <a:xfrm>
            <a:off x="1428751" y="0"/>
            <a:ext cx="9563100" cy="6858000"/>
          </a:xfrm>
          <a:prstGeom prst="parallelogram">
            <a:avLst/>
          </a:prstGeom>
          <a:solidFill>
            <a:srgbClr val="164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86" r="16786"/>
          <a:stretch/>
        </p:blipFill>
        <p:spPr>
          <a:xfrm>
            <a:off x="4867275" y="742951"/>
            <a:ext cx="2686049" cy="2686049"/>
          </a:xfrm>
          <a:prstGeom prst="ellipse">
            <a:avLst/>
          </a:prstGeom>
          <a:ln w="57150">
            <a:solidFill>
              <a:schemeClr val="bg1"/>
            </a:solidFill>
          </a:ln>
        </p:spPr>
      </p:pic>
      <p:sp>
        <p:nvSpPr>
          <p:cNvPr id="17" name="文本框 16"/>
          <p:cNvSpPr txBox="1"/>
          <p:nvPr/>
        </p:nvSpPr>
        <p:spPr>
          <a:xfrm>
            <a:off x="2972701" y="3637642"/>
            <a:ext cx="965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海南大学</a:t>
            </a:r>
            <a:r>
              <a:rPr lang="en-US" altLang="zh-CN" sz="4400" dirty="0">
                <a:solidFill>
                  <a:schemeClr val="bg1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2016</a:t>
            </a:r>
            <a:r>
              <a:rPr lang="zh-CN" altLang="en-US" sz="4400" dirty="0">
                <a:solidFill>
                  <a:schemeClr val="bg1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年毕业论文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3057976" y="4273733"/>
            <a:ext cx="6304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0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HAINAN UNIVERSITY HAINAN UNIVERSITY </a:t>
            </a:r>
            <a:endParaRPr lang="zh-CN" altLang="en-US" sz="20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3057976" y="4813757"/>
            <a:ext cx="6124124" cy="496178"/>
          </a:xfrm>
          <a:prstGeom prst="roundRect">
            <a:avLst>
              <a:gd name="adj" fmla="val 13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4959349" y="4861791"/>
            <a:ext cx="22397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164E8E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汇报人：海大学酥</a:t>
            </a:r>
          </a:p>
        </p:txBody>
      </p:sp>
    </p:spTree>
    <p:extLst>
      <p:ext uri="{BB962C8B-B14F-4D97-AF65-F5344CB8AC3E}">
        <p14:creationId xmlns:p14="http://schemas.microsoft.com/office/powerpoint/2010/main" val="35336424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-704850" y="-7480302"/>
            <a:ext cx="13601700" cy="13601700"/>
          </a:xfrm>
          <a:prstGeom prst="ellipse">
            <a:avLst/>
          </a:prstGeom>
          <a:solidFill>
            <a:srgbClr val="164E8E"/>
          </a:solidFill>
          <a:ln w="762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86" r="16786"/>
          <a:stretch/>
        </p:blipFill>
        <p:spPr>
          <a:xfrm>
            <a:off x="4794704" y="408699"/>
            <a:ext cx="2288267" cy="2277350"/>
          </a:xfrm>
          <a:prstGeom prst="ellipse">
            <a:avLst/>
          </a:prstGeom>
          <a:ln w="57150">
            <a:solidFill>
              <a:schemeClr val="bg1"/>
            </a:solidFill>
          </a:ln>
        </p:spPr>
      </p:pic>
      <p:sp>
        <p:nvSpPr>
          <p:cNvPr id="5" name="文本框 4"/>
          <p:cNvSpPr txBox="1"/>
          <p:nvPr/>
        </p:nvSpPr>
        <p:spPr>
          <a:xfrm>
            <a:off x="2900130" y="2894691"/>
            <a:ext cx="66212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海南大学</a:t>
            </a:r>
            <a:r>
              <a:rPr lang="en-US" altLang="zh-CN" sz="4400" dirty="0">
                <a:solidFill>
                  <a:schemeClr val="bg1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2016</a:t>
            </a:r>
            <a:r>
              <a:rPr lang="zh-CN" altLang="en-US" sz="4400" dirty="0">
                <a:solidFill>
                  <a:schemeClr val="bg1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年毕业论文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985405" y="3530782"/>
            <a:ext cx="6334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0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HAINAN UNIVERSITY HAINAN UNIVERSITY </a:t>
            </a:r>
            <a:endParaRPr lang="zh-CN" altLang="en-US" sz="20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985405" y="4070806"/>
            <a:ext cx="6153482" cy="496178"/>
          </a:xfrm>
          <a:prstGeom prst="roundRect">
            <a:avLst>
              <a:gd name="adj" fmla="val 13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843234" y="4118840"/>
            <a:ext cx="22397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164E8E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汇报人：海大学酥</a:t>
            </a:r>
          </a:p>
        </p:txBody>
      </p:sp>
    </p:spTree>
    <p:extLst>
      <p:ext uri="{BB962C8B-B14F-4D97-AF65-F5344CB8AC3E}">
        <p14:creationId xmlns:p14="http://schemas.microsoft.com/office/powerpoint/2010/main" val="5969303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286742"/>
              </p:ext>
            </p:extLst>
          </p:nvPr>
        </p:nvGraphicFramePr>
        <p:xfrm>
          <a:off x="0" y="0"/>
          <a:ext cx="12192000" cy="33921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130709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/>
                      <a:srcRect/>
                      <a:tile tx="0" ty="-316865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/>
                      <a:srcRect/>
                      <a:tile tx="0" ty="-316865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/>
                      <a:srcRect/>
                      <a:tile tx="0" ty="-316865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/>
                      <a:srcRect/>
                      <a:tile tx="0" ty="-316865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dpi="0" rotWithShape="1">
                      <a:blip r:embed="rId2"/>
                      <a:srcRect/>
                      <a:tile tx="0" ty="-316865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/>
                      <a:srcRect/>
                      <a:tile tx="0" ty="-316865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/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/>
                      <a:srcRect/>
                      <a:tile tx="0" ty="-316865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/>
                      <a:srcRect/>
                      <a:tile tx="0" ty="-316865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709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/>
                      <a:srcRect/>
                      <a:tile tx="0" ty="-316865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/>
                      <a:srcRect/>
                      <a:tile tx="0" ty="-3168650" sx="100000" sy="100000" flip="none" algn="tl"/>
                    </a:blip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4000" dirty="0">
                          <a:solidFill>
                            <a:schemeClr val="bg1"/>
                          </a:solidFill>
                          <a:latin typeface="草檀斋毛泽东字体" panose="02010601030101010101" pitchFamily="2" charset="-122"/>
                          <a:ea typeface="草檀斋毛泽东字体" panose="02010601030101010101" pitchFamily="2" charset="-122"/>
                        </a:rPr>
                        <a:t>海纳百川</a:t>
                      </a:r>
                      <a:r>
                        <a:rPr lang="zh-CN" altLang="en-US" sz="4000" baseline="0" dirty="0">
                          <a:solidFill>
                            <a:schemeClr val="bg1"/>
                          </a:solidFill>
                          <a:latin typeface="草檀斋毛泽东字体" panose="02010601030101010101" pitchFamily="2" charset="-122"/>
                          <a:ea typeface="草檀斋毛泽东字体" panose="02010601030101010101" pitchFamily="2" charset="-122"/>
                        </a:rPr>
                        <a:t> 大道致远</a:t>
                      </a:r>
                      <a:endParaRPr lang="zh-CN" altLang="en-US" sz="4000" dirty="0">
                        <a:solidFill>
                          <a:schemeClr val="bg1"/>
                        </a:solidFill>
                        <a:latin typeface="草檀斋毛泽东字体" panose="02010601030101010101" pitchFamily="2" charset="-122"/>
                        <a:ea typeface="草檀斋毛泽东字体" panose="02010601030101010101" pitchFamily="2" charset="-122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E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/>
                      <a:srcRect/>
                      <a:tile tx="0" ty="-316865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/>
                      <a:srcRect/>
                      <a:tile tx="0" ty="-316865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/>
                      <a:srcRect/>
                      <a:tile tx="0" ty="-316865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/>
                      <a:srcRect/>
                      <a:tile tx="0" ty="-316865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/>
                      <a:srcRect/>
                      <a:tile tx="0" ty="-316865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/>
                      <a:srcRect/>
                      <a:tile tx="0" ty="-316865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709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/>
                      <a:srcRect/>
                      <a:tile tx="0" ty="-316865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/>
                      <a:srcRect/>
                      <a:tile tx="0" ty="-316865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/>
                      <a:srcRect/>
                      <a:tile tx="0" ty="-316865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/>
                      <a:srcRect/>
                      <a:tile tx="0" ty="-316865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/>
                      <a:srcRect/>
                      <a:tile tx="0" ty="-316865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/>
                      <a:srcRect/>
                      <a:tile tx="0" ty="-316865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/>
                      <a:srcRect/>
                      <a:tile tx="0" ty="-316865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/>
                      <a:srcRect/>
                      <a:tile tx="0" ty="-316865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/>
                      <a:srcRect/>
                      <a:tile tx="0" ty="-316865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5570759" y="3692977"/>
            <a:ext cx="66212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rgbClr val="164E8E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海南大学</a:t>
            </a:r>
            <a:r>
              <a:rPr lang="en-US" altLang="zh-CN" sz="4400" dirty="0">
                <a:solidFill>
                  <a:srgbClr val="164E8E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2016</a:t>
            </a:r>
            <a:r>
              <a:rPr lang="zh-CN" altLang="en-US" sz="4400" dirty="0">
                <a:solidFill>
                  <a:srgbClr val="164E8E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年毕业论文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548791" y="4454436"/>
            <a:ext cx="4643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关于财务管理的研究与分析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347201" y="5685078"/>
            <a:ext cx="2772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164E8E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汇报人：海大学酥</a:t>
            </a:r>
          </a:p>
        </p:txBody>
      </p:sp>
      <p:sp>
        <p:nvSpPr>
          <p:cNvPr id="6" name="矩形 5"/>
          <p:cNvSpPr/>
          <p:nvPr/>
        </p:nvSpPr>
        <p:spPr>
          <a:xfrm>
            <a:off x="0" y="3465513"/>
            <a:ext cx="4107542" cy="11951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107542" y="3465513"/>
            <a:ext cx="8084457" cy="119516"/>
          </a:xfrm>
          <a:prstGeom prst="rect">
            <a:avLst/>
          </a:prstGeom>
          <a:solidFill>
            <a:srgbClr val="164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69779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2426" y="1158453"/>
            <a:ext cx="2504087" cy="848989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>
            <a:off x="1504674" y="2800851"/>
            <a:ext cx="9220959" cy="0"/>
          </a:xfrm>
          <a:prstGeom prst="line">
            <a:avLst/>
          </a:prstGeom>
          <a:ln>
            <a:solidFill>
              <a:srgbClr val="124C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1504674" y="3904342"/>
            <a:ext cx="9166784" cy="0"/>
          </a:xfrm>
          <a:prstGeom prst="line">
            <a:avLst/>
          </a:prstGeom>
          <a:ln>
            <a:solidFill>
              <a:srgbClr val="124C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1504675" y="2983681"/>
            <a:ext cx="91376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8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海南大学</a:t>
            </a:r>
            <a:r>
              <a:rPr lang="en-US" altLang="zh-CN" sz="48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2016</a:t>
            </a:r>
            <a:r>
              <a:rPr lang="zh-CN" altLang="en-US" sz="48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年论文答辩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865724" y="4328838"/>
            <a:ext cx="22898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汇报人：海大学酥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0" y="-862"/>
            <a:ext cx="12193778" cy="6858862"/>
            <a:chOff x="0" y="-862"/>
            <a:chExt cx="11522076" cy="6481037"/>
          </a:xfrm>
          <a:solidFill>
            <a:srgbClr val="03418B"/>
          </a:solidFill>
        </p:grpSpPr>
        <p:sp>
          <p:nvSpPr>
            <p:cNvPr id="166" name="平行四边形 165"/>
            <p:cNvSpPr/>
            <p:nvPr/>
          </p:nvSpPr>
          <p:spPr>
            <a:xfrm flipH="1">
              <a:off x="6131" y="0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7" name="平行四边形 166"/>
            <p:cNvSpPr/>
            <p:nvPr/>
          </p:nvSpPr>
          <p:spPr>
            <a:xfrm flipH="1">
              <a:off x="701788" y="0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8" name="平行四边形 167"/>
            <p:cNvSpPr/>
            <p:nvPr/>
          </p:nvSpPr>
          <p:spPr>
            <a:xfrm flipH="1">
              <a:off x="1397445" y="0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9" name="平行四边形 168"/>
            <p:cNvSpPr/>
            <p:nvPr/>
          </p:nvSpPr>
          <p:spPr>
            <a:xfrm flipH="1">
              <a:off x="2093102" y="0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0" name="平行四边形 169"/>
            <p:cNvSpPr/>
            <p:nvPr/>
          </p:nvSpPr>
          <p:spPr>
            <a:xfrm flipH="1">
              <a:off x="2788759" y="0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1" name="平行四边形 170"/>
            <p:cNvSpPr/>
            <p:nvPr/>
          </p:nvSpPr>
          <p:spPr>
            <a:xfrm flipH="1">
              <a:off x="3484416" y="0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2" name="平行四边形 171"/>
            <p:cNvSpPr/>
            <p:nvPr/>
          </p:nvSpPr>
          <p:spPr>
            <a:xfrm flipH="1">
              <a:off x="4180073" y="0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3" name="平行四边形 172"/>
            <p:cNvSpPr/>
            <p:nvPr/>
          </p:nvSpPr>
          <p:spPr>
            <a:xfrm flipH="1">
              <a:off x="4875730" y="0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平行四边形 173"/>
            <p:cNvSpPr/>
            <p:nvPr/>
          </p:nvSpPr>
          <p:spPr>
            <a:xfrm flipH="1">
              <a:off x="5571387" y="0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" name="平行四边形 174"/>
            <p:cNvSpPr/>
            <p:nvPr/>
          </p:nvSpPr>
          <p:spPr>
            <a:xfrm flipH="1">
              <a:off x="6267044" y="0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平行四边形 175"/>
            <p:cNvSpPr/>
            <p:nvPr/>
          </p:nvSpPr>
          <p:spPr>
            <a:xfrm flipH="1">
              <a:off x="6962701" y="0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平行四边形 176"/>
            <p:cNvSpPr/>
            <p:nvPr/>
          </p:nvSpPr>
          <p:spPr>
            <a:xfrm flipH="1">
              <a:off x="7658358" y="0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平行四边形 177"/>
            <p:cNvSpPr/>
            <p:nvPr/>
          </p:nvSpPr>
          <p:spPr>
            <a:xfrm flipH="1">
              <a:off x="8354015" y="0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9" name="平行四边形 178"/>
            <p:cNvSpPr/>
            <p:nvPr/>
          </p:nvSpPr>
          <p:spPr>
            <a:xfrm flipH="1">
              <a:off x="9049672" y="0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0" name="平行四边形 179"/>
            <p:cNvSpPr/>
            <p:nvPr/>
          </p:nvSpPr>
          <p:spPr>
            <a:xfrm flipH="1">
              <a:off x="9745329" y="0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1" name="平行四边形 180"/>
            <p:cNvSpPr/>
            <p:nvPr/>
          </p:nvSpPr>
          <p:spPr>
            <a:xfrm flipH="1">
              <a:off x="1053590" y="6119813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2" name="平行四边形 181"/>
            <p:cNvSpPr/>
            <p:nvPr/>
          </p:nvSpPr>
          <p:spPr>
            <a:xfrm flipH="1">
              <a:off x="1746092" y="6119813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3" name="平行四边形 182"/>
            <p:cNvSpPr/>
            <p:nvPr/>
          </p:nvSpPr>
          <p:spPr>
            <a:xfrm flipH="1">
              <a:off x="2438594" y="6119813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4" name="平行四边形 183"/>
            <p:cNvSpPr/>
            <p:nvPr/>
          </p:nvSpPr>
          <p:spPr>
            <a:xfrm flipH="1">
              <a:off x="3131096" y="6119813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5" name="平行四边形 184"/>
            <p:cNvSpPr/>
            <p:nvPr/>
          </p:nvSpPr>
          <p:spPr>
            <a:xfrm flipH="1">
              <a:off x="3823598" y="6119813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" name="平行四边形 185"/>
            <p:cNvSpPr/>
            <p:nvPr/>
          </p:nvSpPr>
          <p:spPr>
            <a:xfrm flipH="1">
              <a:off x="4516100" y="6119813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7" name="平行四边形 186"/>
            <p:cNvSpPr/>
            <p:nvPr/>
          </p:nvSpPr>
          <p:spPr>
            <a:xfrm flipH="1">
              <a:off x="5208602" y="6119813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8" name="平行四边形 187"/>
            <p:cNvSpPr/>
            <p:nvPr/>
          </p:nvSpPr>
          <p:spPr>
            <a:xfrm flipH="1">
              <a:off x="5901104" y="6119813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平行四边形 188"/>
            <p:cNvSpPr/>
            <p:nvPr/>
          </p:nvSpPr>
          <p:spPr>
            <a:xfrm flipH="1">
              <a:off x="6593606" y="6119813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0" name="平行四边形 189"/>
            <p:cNvSpPr/>
            <p:nvPr/>
          </p:nvSpPr>
          <p:spPr>
            <a:xfrm flipH="1">
              <a:off x="7286108" y="6119813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1" name="平行四边形 190"/>
            <p:cNvSpPr/>
            <p:nvPr/>
          </p:nvSpPr>
          <p:spPr>
            <a:xfrm flipH="1">
              <a:off x="7978610" y="6119813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2" name="平行四边形 191"/>
            <p:cNvSpPr/>
            <p:nvPr/>
          </p:nvSpPr>
          <p:spPr>
            <a:xfrm flipH="1">
              <a:off x="8671112" y="6119813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3" name="平行四边形 192"/>
            <p:cNvSpPr/>
            <p:nvPr/>
          </p:nvSpPr>
          <p:spPr>
            <a:xfrm flipH="1">
              <a:off x="9363614" y="6119813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4" name="平行四边形 193"/>
            <p:cNvSpPr/>
            <p:nvPr/>
          </p:nvSpPr>
          <p:spPr>
            <a:xfrm flipH="1">
              <a:off x="10056116" y="6119813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5" name="平行四边形 194"/>
            <p:cNvSpPr/>
            <p:nvPr/>
          </p:nvSpPr>
          <p:spPr>
            <a:xfrm flipH="1">
              <a:off x="10748612" y="6119813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6" name="平行四边形 195"/>
            <p:cNvSpPr/>
            <p:nvPr/>
          </p:nvSpPr>
          <p:spPr>
            <a:xfrm rot="16200000" flipH="1">
              <a:off x="-180000" y="5264880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7" name="平行四边形 196"/>
            <p:cNvSpPr/>
            <p:nvPr/>
          </p:nvSpPr>
          <p:spPr>
            <a:xfrm rot="16200000" flipH="1">
              <a:off x="-180000" y="4589949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8" name="平行四边形 197"/>
            <p:cNvSpPr/>
            <p:nvPr/>
          </p:nvSpPr>
          <p:spPr>
            <a:xfrm rot="16200000" flipH="1">
              <a:off x="-180000" y="3915018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9" name="平行四边形 198"/>
            <p:cNvSpPr/>
            <p:nvPr/>
          </p:nvSpPr>
          <p:spPr>
            <a:xfrm rot="16200000" flipH="1">
              <a:off x="-180000" y="3240087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0" name="平行四边形 199"/>
            <p:cNvSpPr/>
            <p:nvPr/>
          </p:nvSpPr>
          <p:spPr>
            <a:xfrm rot="16200000" flipH="1">
              <a:off x="-180000" y="2565156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1" name="平行四边形 200"/>
            <p:cNvSpPr/>
            <p:nvPr/>
          </p:nvSpPr>
          <p:spPr>
            <a:xfrm rot="16200000" flipH="1">
              <a:off x="-180000" y="1890225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2" name="平行四边形 201"/>
            <p:cNvSpPr/>
            <p:nvPr/>
          </p:nvSpPr>
          <p:spPr>
            <a:xfrm rot="16200000" flipH="1">
              <a:off x="-180000" y="1215294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3" name="平行四边形 202"/>
            <p:cNvSpPr/>
            <p:nvPr/>
          </p:nvSpPr>
          <p:spPr>
            <a:xfrm rot="16200000" flipH="1">
              <a:off x="-180000" y="540363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" name="平行四边形 203"/>
            <p:cNvSpPr/>
            <p:nvPr/>
          </p:nvSpPr>
          <p:spPr>
            <a:xfrm rot="16200000" flipH="1">
              <a:off x="10982076" y="5575271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5" name="平行四边形 204"/>
            <p:cNvSpPr/>
            <p:nvPr/>
          </p:nvSpPr>
          <p:spPr>
            <a:xfrm rot="16200000" flipH="1">
              <a:off x="10982076" y="4900757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6" name="平行四边形 205"/>
            <p:cNvSpPr/>
            <p:nvPr/>
          </p:nvSpPr>
          <p:spPr>
            <a:xfrm rot="16200000" flipH="1">
              <a:off x="10982076" y="4226240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7" name="平行四边形 206"/>
            <p:cNvSpPr/>
            <p:nvPr/>
          </p:nvSpPr>
          <p:spPr>
            <a:xfrm rot="16200000" flipH="1">
              <a:off x="10982076" y="3551723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8" name="平行四边形 207"/>
            <p:cNvSpPr/>
            <p:nvPr/>
          </p:nvSpPr>
          <p:spPr>
            <a:xfrm rot="16200000" flipH="1">
              <a:off x="10982076" y="2877206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9" name="平行四边形 208"/>
            <p:cNvSpPr/>
            <p:nvPr/>
          </p:nvSpPr>
          <p:spPr>
            <a:xfrm rot="16200000" flipH="1">
              <a:off x="10982075" y="2202689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0" name="平行四边形 209"/>
            <p:cNvSpPr/>
            <p:nvPr/>
          </p:nvSpPr>
          <p:spPr>
            <a:xfrm rot="16200000" flipH="1">
              <a:off x="10982075" y="1528172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1" name="平行四边形 210"/>
            <p:cNvSpPr/>
            <p:nvPr/>
          </p:nvSpPr>
          <p:spPr>
            <a:xfrm flipH="1">
              <a:off x="10440988" y="0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2" name="平行四边形 211"/>
            <p:cNvSpPr/>
            <p:nvPr/>
          </p:nvSpPr>
          <p:spPr>
            <a:xfrm rot="16200000" flipH="1">
              <a:off x="10981713" y="179138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3" name="平行四边形 212"/>
            <p:cNvSpPr/>
            <p:nvPr/>
          </p:nvSpPr>
          <p:spPr>
            <a:xfrm rot="16200000" flipH="1">
              <a:off x="10982075" y="853655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4" name="平行四边形 213"/>
            <p:cNvSpPr/>
            <p:nvPr/>
          </p:nvSpPr>
          <p:spPr>
            <a:xfrm flipH="1">
              <a:off x="361088" y="6120175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5" name="平行四边形 214"/>
            <p:cNvSpPr/>
            <p:nvPr/>
          </p:nvSpPr>
          <p:spPr>
            <a:xfrm rot="16200000" flipH="1">
              <a:off x="-180000" y="5939813"/>
              <a:ext cx="720000" cy="360000"/>
            </a:xfrm>
            <a:prstGeom prst="parallelogram">
              <a:avLst>
                <a:gd name="adj" fmla="val 940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6" name="矩形 3"/>
          <p:cNvSpPr/>
          <p:nvPr/>
        </p:nvSpPr>
        <p:spPr>
          <a:xfrm>
            <a:off x="8314497" y="919822"/>
            <a:ext cx="2525485" cy="1440137"/>
          </a:xfrm>
          <a:custGeom>
            <a:avLst/>
            <a:gdLst/>
            <a:ahLst/>
            <a:cxnLst/>
            <a:rect l="l" t="t" r="r" b="b"/>
            <a:pathLst>
              <a:path w="2880000" h="2880000">
                <a:moveTo>
                  <a:pt x="144725" y="144137"/>
                </a:moveTo>
                <a:lnTo>
                  <a:pt x="144725" y="2736137"/>
                </a:lnTo>
                <a:lnTo>
                  <a:pt x="2736725" y="2736137"/>
                </a:lnTo>
                <a:lnTo>
                  <a:pt x="2736725" y="144137"/>
                </a:lnTo>
                <a:close/>
                <a:moveTo>
                  <a:pt x="55819" y="0"/>
                </a:moveTo>
                <a:lnTo>
                  <a:pt x="104186" y="0"/>
                </a:lnTo>
                <a:lnTo>
                  <a:pt x="104186" y="0"/>
                </a:lnTo>
                <a:cubicBezTo>
                  <a:pt x="104186" y="30828"/>
                  <a:pt x="129177" y="55818"/>
                  <a:pt x="160005" y="55818"/>
                </a:cubicBezTo>
                <a:cubicBezTo>
                  <a:pt x="190833" y="55818"/>
                  <a:pt x="215824" y="30828"/>
                  <a:pt x="215824" y="0"/>
                </a:cubicBezTo>
                <a:lnTo>
                  <a:pt x="264190" y="0"/>
                </a:lnTo>
                <a:lnTo>
                  <a:pt x="264190" y="0"/>
                </a:lnTo>
                <a:cubicBezTo>
                  <a:pt x="264190" y="30828"/>
                  <a:pt x="289181" y="55818"/>
                  <a:pt x="320009" y="55818"/>
                </a:cubicBezTo>
                <a:cubicBezTo>
                  <a:pt x="350837" y="55818"/>
                  <a:pt x="375828" y="30828"/>
                  <a:pt x="375828" y="0"/>
                </a:cubicBezTo>
                <a:lnTo>
                  <a:pt x="424194" y="0"/>
                </a:lnTo>
                <a:lnTo>
                  <a:pt x="424194" y="0"/>
                </a:lnTo>
                <a:cubicBezTo>
                  <a:pt x="424194" y="30828"/>
                  <a:pt x="449186" y="55818"/>
                  <a:pt x="480014" y="55818"/>
                </a:cubicBezTo>
                <a:cubicBezTo>
                  <a:pt x="510842" y="55818"/>
                  <a:pt x="535833" y="30828"/>
                  <a:pt x="535833" y="0"/>
                </a:cubicBezTo>
                <a:lnTo>
                  <a:pt x="584199" y="0"/>
                </a:lnTo>
                <a:lnTo>
                  <a:pt x="584199" y="0"/>
                </a:lnTo>
                <a:cubicBezTo>
                  <a:pt x="584199" y="30828"/>
                  <a:pt x="609190" y="55818"/>
                  <a:pt x="640018" y="55818"/>
                </a:cubicBezTo>
                <a:cubicBezTo>
                  <a:pt x="670846" y="55818"/>
                  <a:pt x="695837" y="30828"/>
                  <a:pt x="695837" y="0"/>
                </a:cubicBezTo>
                <a:lnTo>
                  <a:pt x="744203" y="0"/>
                </a:lnTo>
                <a:lnTo>
                  <a:pt x="744203" y="0"/>
                </a:lnTo>
                <a:cubicBezTo>
                  <a:pt x="744203" y="30828"/>
                  <a:pt x="769194" y="55818"/>
                  <a:pt x="800022" y="55818"/>
                </a:cubicBezTo>
                <a:cubicBezTo>
                  <a:pt x="830850" y="55818"/>
                  <a:pt x="855842" y="30828"/>
                  <a:pt x="855842" y="0"/>
                </a:cubicBezTo>
                <a:lnTo>
                  <a:pt x="904208" y="0"/>
                </a:lnTo>
                <a:lnTo>
                  <a:pt x="904208" y="0"/>
                </a:lnTo>
                <a:cubicBezTo>
                  <a:pt x="904208" y="30828"/>
                  <a:pt x="929199" y="55818"/>
                  <a:pt x="960027" y="55818"/>
                </a:cubicBezTo>
                <a:cubicBezTo>
                  <a:pt x="990855" y="55818"/>
                  <a:pt x="1015846" y="30828"/>
                  <a:pt x="1015846" y="0"/>
                </a:cubicBezTo>
                <a:lnTo>
                  <a:pt x="1064212" y="0"/>
                </a:lnTo>
                <a:lnTo>
                  <a:pt x="1064212" y="0"/>
                </a:lnTo>
                <a:cubicBezTo>
                  <a:pt x="1064212" y="30828"/>
                  <a:pt x="1089203" y="55818"/>
                  <a:pt x="1120031" y="55818"/>
                </a:cubicBezTo>
                <a:cubicBezTo>
                  <a:pt x="1150859" y="55818"/>
                  <a:pt x="1175850" y="30828"/>
                  <a:pt x="1175850" y="0"/>
                </a:cubicBezTo>
                <a:lnTo>
                  <a:pt x="1224217" y="0"/>
                </a:lnTo>
                <a:lnTo>
                  <a:pt x="1224217" y="0"/>
                </a:lnTo>
                <a:cubicBezTo>
                  <a:pt x="1224217" y="30828"/>
                  <a:pt x="1249208" y="55818"/>
                  <a:pt x="1280036" y="55818"/>
                </a:cubicBezTo>
                <a:cubicBezTo>
                  <a:pt x="1310864" y="55818"/>
                  <a:pt x="1335855" y="30828"/>
                  <a:pt x="1335855" y="0"/>
                </a:cubicBezTo>
                <a:lnTo>
                  <a:pt x="1384221" y="0"/>
                </a:lnTo>
                <a:lnTo>
                  <a:pt x="1384221" y="0"/>
                </a:lnTo>
                <a:cubicBezTo>
                  <a:pt x="1384221" y="30828"/>
                  <a:pt x="1409212" y="55818"/>
                  <a:pt x="1440040" y="55818"/>
                </a:cubicBezTo>
                <a:cubicBezTo>
                  <a:pt x="1470868" y="55818"/>
                  <a:pt x="1495859" y="30828"/>
                  <a:pt x="1495859" y="0"/>
                </a:cubicBezTo>
                <a:lnTo>
                  <a:pt x="1544226" y="0"/>
                </a:lnTo>
                <a:lnTo>
                  <a:pt x="1544226" y="0"/>
                </a:lnTo>
                <a:cubicBezTo>
                  <a:pt x="1544226" y="30828"/>
                  <a:pt x="1569217" y="55818"/>
                  <a:pt x="1600045" y="55818"/>
                </a:cubicBezTo>
                <a:cubicBezTo>
                  <a:pt x="1630873" y="55818"/>
                  <a:pt x="1655864" y="30828"/>
                  <a:pt x="1655864" y="0"/>
                </a:cubicBezTo>
                <a:lnTo>
                  <a:pt x="1704230" y="0"/>
                </a:lnTo>
                <a:lnTo>
                  <a:pt x="1704230" y="0"/>
                </a:lnTo>
                <a:cubicBezTo>
                  <a:pt x="1704230" y="30828"/>
                  <a:pt x="1729221" y="55818"/>
                  <a:pt x="1760049" y="55818"/>
                </a:cubicBezTo>
                <a:cubicBezTo>
                  <a:pt x="1790877" y="55818"/>
                  <a:pt x="1815868" y="30828"/>
                  <a:pt x="1815868" y="0"/>
                </a:cubicBezTo>
                <a:lnTo>
                  <a:pt x="1864234" y="0"/>
                </a:lnTo>
                <a:lnTo>
                  <a:pt x="1864234" y="0"/>
                </a:lnTo>
                <a:cubicBezTo>
                  <a:pt x="1864234" y="30828"/>
                  <a:pt x="1889226" y="55818"/>
                  <a:pt x="1920054" y="55818"/>
                </a:cubicBezTo>
                <a:cubicBezTo>
                  <a:pt x="1950882" y="55818"/>
                  <a:pt x="1975873" y="30828"/>
                  <a:pt x="1975873" y="0"/>
                </a:cubicBezTo>
                <a:lnTo>
                  <a:pt x="2024239" y="0"/>
                </a:lnTo>
                <a:lnTo>
                  <a:pt x="2024239" y="0"/>
                </a:lnTo>
                <a:cubicBezTo>
                  <a:pt x="2024239" y="30828"/>
                  <a:pt x="2049230" y="55818"/>
                  <a:pt x="2080058" y="55818"/>
                </a:cubicBezTo>
                <a:cubicBezTo>
                  <a:pt x="2110886" y="55818"/>
                  <a:pt x="2135877" y="30828"/>
                  <a:pt x="2135877" y="0"/>
                </a:cubicBezTo>
                <a:lnTo>
                  <a:pt x="2184243" y="0"/>
                </a:lnTo>
                <a:lnTo>
                  <a:pt x="2184243" y="0"/>
                </a:lnTo>
                <a:cubicBezTo>
                  <a:pt x="2184243" y="30828"/>
                  <a:pt x="2209234" y="55818"/>
                  <a:pt x="2240062" y="55818"/>
                </a:cubicBezTo>
                <a:cubicBezTo>
                  <a:pt x="2270890" y="55818"/>
                  <a:pt x="2295881" y="30828"/>
                  <a:pt x="2295881" y="0"/>
                </a:cubicBezTo>
                <a:lnTo>
                  <a:pt x="2344248" y="0"/>
                </a:lnTo>
                <a:lnTo>
                  <a:pt x="2344248" y="0"/>
                </a:lnTo>
                <a:cubicBezTo>
                  <a:pt x="2344248" y="30828"/>
                  <a:pt x="2369239" y="55818"/>
                  <a:pt x="2400067" y="55818"/>
                </a:cubicBezTo>
                <a:cubicBezTo>
                  <a:pt x="2430895" y="55818"/>
                  <a:pt x="2455886" y="30828"/>
                  <a:pt x="2455886" y="0"/>
                </a:cubicBezTo>
                <a:lnTo>
                  <a:pt x="2504252" y="0"/>
                </a:lnTo>
                <a:lnTo>
                  <a:pt x="2504252" y="0"/>
                </a:lnTo>
                <a:cubicBezTo>
                  <a:pt x="2504252" y="30828"/>
                  <a:pt x="2529243" y="55818"/>
                  <a:pt x="2560071" y="55818"/>
                </a:cubicBezTo>
                <a:cubicBezTo>
                  <a:pt x="2590899" y="55818"/>
                  <a:pt x="2615890" y="30828"/>
                  <a:pt x="2615890" y="0"/>
                </a:cubicBezTo>
                <a:lnTo>
                  <a:pt x="2664257" y="0"/>
                </a:lnTo>
                <a:lnTo>
                  <a:pt x="2664257" y="0"/>
                </a:lnTo>
                <a:cubicBezTo>
                  <a:pt x="2664257" y="30828"/>
                  <a:pt x="2689248" y="55818"/>
                  <a:pt x="2720076" y="55818"/>
                </a:cubicBezTo>
                <a:cubicBezTo>
                  <a:pt x="2750904" y="55818"/>
                  <a:pt x="2775895" y="30828"/>
                  <a:pt x="2775895" y="0"/>
                </a:cubicBezTo>
                <a:lnTo>
                  <a:pt x="2824261" y="0"/>
                </a:lnTo>
                <a:lnTo>
                  <a:pt x="2824261" y="0"/>
                </a:lnTo>
                <a:cubicBezTo>
                  <a:pt x="2824261" y="30801"/>
                  <a:pt x="2849209" y="55775"/>
                  <a:pt x="2880000" y="55802"/>
                </a:cubicBezTo>
                <a:lnTo>
                  <a:pt x="2880000" y="103963"/>
                </a:lnTo>
                <a:cubicBezTo>
                  <a:pt x="2849208" y="103989"/>
                  <a:pt x="2824258" y="128964"/>
                  <a:pt x="2824258" y="159765"/>
                </a:cubicBezTo>
                <a:cubicBezTo>
                  <a:pt x="2824258" y="190566"/>
                  <a:pt x="2849208" y="215541"/>
                  <a:pt x="2880000" y="215567"/>
                </a:cubicBezTo>
                <a:lnTo>
                  <a:pt x="2880000" y="263963"/>
                </a:lnTo>
                <a:cubicBezTo>
                  <a:pt x="2849208" y="263989"/>
                  <a:pt x="2824258" y="288964"/>
                  <a:pt x="2824258" y="319765"/>
                </a:cubicBezTo>
                <a:cubicBezTo>
                  <a:pt x="2824258" y="350567"/>
                  <a:pt x="2849208" y="375541"/>
                  <a:pt x="2880000" y="375567"/>
                </a:cubicBezTo>
                <a:lnTo>
                  <a:pt x="2880000" y="423963"/>
                </a:lnTo>
                <a:cubicBezTo>
                  <a:pt x="2849208" y="423990"/>
                  <a:pt x="2824258" y="448964"/>
                  <a:pt x="2824258" y="479765"/>
                </a:cubicBezTo>
                <a:cubicBezTo>
                  <a:pt x="2824258" y="510567"/>
                  <a:pt x="2849208" y="535541"/>
                  <a:pt x="2880000" y="535567"/>
                </a:cubicBezTo>
                <a:lnTo>
                  <a:pt x="2880000" y="583963"/>
                </a:lnTo>
                <a:cubicBezTo>
                  <a:pt x="2849208" y="583990"/>
                  <a:pt x="2824258" y="608964"/>
                  <a:pt x="2824258" y="639765"/>
                </a:cubicBezTo>
                <a:cubicBezTo>
                  <a:pt x="2824258" y="670567"/>
                  <a:pt x="2849208" y="695541"/>
                  <a:pt x="2880000" y="695568"/>
                </a:cubicBezTo>
                <a:lnTo>
                  <a:pt x="2880000" y="743964"/>
                </a:lnTo>
                <a:cubicBezTo>
                  <a:pt x="2849208" y="743990"/>
                  <a:pt x="2824258" y="768964"/>
                  <a:pt x="2824258" y="799766"/>
                </a:cubicBezTo>
                <a:cubicBezTo>
                  <a:pt x="2824258" y="830567"/>
                  <a:pt x="2849208" y="855541"/>
                  <a:pt x="2880000" y="855568"/>
                </a:cubicBezTo>
                <a:lnTo>
                  <a:pt x="2880000" y="903964"/>
                </a:lnTo>
                <a:cubicBezTo>
                  <a:pt x="2849208" y="903990"/>
                  <a:pt x="2824258" y="928964"/>
                  <a:pt x="2824258" y="959766"/>
                </a:cubicBezTo>
                <a:cubicBezTo>
                  <a:pt x="2824258" y="990567"/>
                  <a:pt x="2849208" y="1015542"/>
                  <a:pt x="2880000" y="1015568"/>
                </a:cubicBezTo>
                <a:lnTo>
                  <a:pt x="2880000" y="1063964"/>
                </a:lnTo>
                <a:cubicBezTo>
                  <a:pt x="2849208" y="1063990"/>
                  <a:pt x="2824258" y="1088964"/>
                  <a:pt x="2824258" y="1119766"/>
                </a:cubicBezTo>
                <a:cubicBezTo>
                  <a:pt x="2824258" y="1150567"/>
                  <a:pt x="2849208" y="1175542"/>
                  <a:pt x="2880000" y="1175568"/>
                </a:cubicBezTo>
                <a:lnTo>
                  <a:pt x="2880000" y="1223964"/>
                </a:lnTo>
                <a:cubicBezTo>
                  <a:pt x="2849208" y="1223990"/>
                  <a:pt x="2824258" y="1248965"/>
                  <a:pt x="2824258" y="1279766"/>
                </a:cubicBezTo>
                <a:cubicBezTo>
                  <a:pt x="2824258" y="1310567"/>
                  <a:pt x="2849208" y="1335542"/>
                  <a:pt x="2880000" y="1335568"/>
                </a:cubicBezTo>
                <a:lnTo>
                  <a:pt x="2880000" y="1383964"/>
                </a:lnTo>
                <a:cubicBezTo>
                  <a:pt x="2849208" y="1383990"/>
                  <a:pt x="2824258" y="1408965"/>
                  <a:pt x="2824258" y="1439766"/>
                </a:cubicBezTo>
                <a:cubicBezTo>
                  <a:pt x="2824258" y="1470568"/>
                  <a:pt x="2849208" y="1495542"/>
                  <a:pt x="2880000" y="1495568"/>
                </a:cubicBezTo>
                <a:lnTo>
                  <a:pt x="2880000" y="1543964"/>
                </a:lnTo>
                <a:cubicBezTo>
                  <a:pt x="2849208" y="1543990"/>
                  <a:pt x="2824258" y="1568965"/>
                  <a:pt x="2824258" y="1599766"/>
                </a:cubicBezTo>
                <a:cubicBezTo>
                  <a:pt x="2824258" y="1630568"/>
                  <a:pt x="2849208" y="1655542"/>
                  <a:pt x="2880000" y="1655568"/>
                </a:cubicBezTo>
                <a:lnTo>
                  <a:pt x="2880000" y="1703964"/>
                </a:lnTo>
                <a:cubicBezTo>
                  <a:pt x="2849208" y="1703991"/>
                  <a:pt x="2824258" y="1728965"/>
                  <a:pt x="2824258" y="1759766"/>
                </a:cubicBezTo>
                <a:cubicBezTo>
                  <a:pt x="2824258" y="1790568"/>
                  <a:pt x="2849208" y="1815542"/>
                  <a:pt x="2880000" y="1815568"/>
                </a:cubicBezTo>
                <a:lnTo>
                  <a:pt x="2880000" y="1863964"/>
                </a:lnTo>
                <a:cubicBezTo>
                  <a:pt x="2849208" y="1863991"/>
                  <a:pt x="2824258" y="1888965"/>
                  <a:pt x="2824258" y="1919767"/>
                </a:cubicBezTo>
                <a:cubicBezTo>
                  <a:pt x="2824258" y="1950568"/>
                  <a:pt x="2849208" y="1975542"/>
                  <a:pt x="2880000" y="1975569"/>
                </a:cubicBezTo>
                <a:lnTo>
                  <a:pt x="2880000" y="2023965"/>
                </a:lnTo>
                <a:cubicBezTo>
                  <a:pt x="2849208" y="2023991"/>
                  <a:pt x="2824258" y="2048965"/>
                  <a:pt x="2824258" y="2079767"/>
                </a:cubicBezTo>
                <a:cubicBezTo>
                  <a:pt x="2824258" y="2110568"/>
                  <a:pt x="2849208" y="2135542"/>
                  <a:pt x="2880000" y="2135569"/>
                </a:cubicBezTo>
                <a:lnTo>
                  <a:pt x="2880000" y="2183965"/>
                </a:lnTo>
                <a:cubicBezTo>
                  <a:pt x="2849208" y="2183991"/>
                  <a:pt x="2824258" y="2208965"/>
                  <a:pt x="2824258" y="2239767"/>
                </a:cubicBezTo>
                <a:cubicBezTo>
                  <a:pt x="2824258" y="2270568"/>
                  <a:pt x="2849208" y="2295543"/>
                  <a:pt x="2880000" y="2295569"/>
                </a:cubicBezTo>
                <a:lnTo>
                  <a:pt x="2880000" y="2343965"/>
                </a:lnTo>
                <a:cubicBezTo>
                  <a:pt x="2849208" y="2343991"/>
                  <a:pt x="2824258" y="2368965"/>
                  <a:pt x="2824258" y="2399767"/>
                </a:cubicBezTo>
                <a:cubicBezTo>
                  <a:pt x="2824258" y="2430568"/>
                  <a:pt x="2849208" y="2455543"/>
                  <a:pt x="2880000" y="2455569"/>
                </a:cubicBezTo>
                <a:lnTo>
                  <a:pt x="2880000" y="2503965"/>
                </a:lnTo>
                <a:cubicBezTo>
                  <a:pt x="2849208" y="2503991"/>
                  <a:pt x="2824258" y="2528966"/>
                  <a:pt x="2824258" y="2559767"/>
                </a:cubicBezTo>
                <a:cubicBezTo>
                  <a:pt x="2824258" y="2590568"/>
                  <a:pt x="2849208" y="2615543"/>
                  <a:pt x="2880000" y="2615569"/>
                </a:cubicBezTo>
                <a:lnTo>
                  <a:pt x="2880000" y="2663965"/>
                </a:lnTo>
                <a:cubicBezTo>
                  <a:pt x="2849208" y="2663991"/>
                  <a:pt x="2824258" y="2688966"/>
                  <a:pt x="2824258" y="2719767"/>
                </a:cubicBezTo>
                <a:cubicBezTo>
                  <a:pt x="2824258" y="2750568"/>
                  <a:pt x="2849208" y="2775543"/>
                  <a:pt x="2880000" y="2775569"/>
                </a:cubicBezTo>
                <a:lnTo>
                  <a:pt x="2880000" y="2824199"/>
                </a:lnTo>
                <a:cubicBezTo>
                  <a:pt x="2849209" y="2824226"/>
                  <a:pt x="2824261" y="2849200"/>
                  <a:pt x="2824261" y="2880000"/>
                </a:cubicBezTo>
                <a:lnTo>
                  <a:pt x="2775895" y="2880000"/>
                </a:lnTo>
                <a:cubicBezTo>
                  <a:pt x="2775895" y="2849173"/>
                  <a:pt x="2750904" y="2824183"/>
                  <a:pt x="2720076" y="2824183"/>
                </a:cubicBezTo>
                <a:cubicBezTo>
                  <a:pt x="2689248" y="2824183"/>
                  <a:pt x="2664257" y="2849173"/>
                  <a:pt x="2664257" y="2880000"/>
                </a:cubicBezTo>
                <a:lnTo>
                  <a:pt x="2615890" y="2880000"/>
                </a:lnTo>
                <a:cubicBezTo>
                  <a:pt x="2615890" y="2849173"/>
                  <a:pt x="2590899" y="2824183"/>
                  <a:pt x="2560071" y="2824183"/>
                </a:cubicBezTo>
                <a:cubicBezTo>
                  <a:pt x="2529244" y="2824183"/>
                  <a:pt x="2504253" y="2849173"/>
                  <a:pt x="2504252" y="2880000"/>
                </a:cubicBezTo>
                <a:lnTo>
                  <a:pt x="2455886" y="2880000"/>
                </a:lnTo>
                <a:cubicBezTo>
                  <a:pt x="2455886" y="2849173"/>
                  <a:pt x="2430895" y="2824183"/>
                  <a:pt x="2400067" y="2824183"/>
                </a:cubicBezTo>
                <a:cubicBezTo>
                  <a:pt x="2369239" y="2824183"/>
                  <a:pt x="2344248" y="2849173"/>
                  <a:pt x="2344248" y="2880000"/>
                </a:cubicBezTo>
                <a:lnTo>
                  <a:pt x="2295881" y="2880000"/>
                </a:lnTo>
                <a:cubicBezTo>
                  <a:pt x="2295881" y="2849173"/>
                  <a:pt x="2270890" y="2824183"/>
                  <a:pt x="2240062" y="2824183"/>
                </a:cubicBezTo>
                <a:cubicBezTo>
                  <a:pt x="2209235" y="2824183"/>
                  <a:pt x="2184244" y="2849173"/>
                  <a:pt x="2184243" y="2880000"/>
                </a:cubicBezTo>
                <a:lnTo>
                  <a:pt x="2135877" y="2880000"/>
                </a:lnTo>
                <a:cubicBezTo>
                  <a:pt x="2135877" y="2849173"/>
                  <a:pt x="2110886" y="2824183"/>
                  <a:pt x="2080058" y="2824183"/>
                </a:cubicBezTo>
                <a:cubicBezTo>
                  <a:pt x="2049230" y="2824183"/>
                  <a:pt x="2024239" y="2849173"/>
                  <a:pt x="2024239" y="2880000"/>
                </a:cubicBezTo>
                <a:lnTo>
                  <a:pt x="1975873" y="2880000"/>
                </a:lnTo>
                <a:cubicBezTo>
                  <a:pt x="1975873" y="2849173"/>
                  <a:pt x="1950882" y="2824183"/>
                  <a:pt x="1920054" y="2824183"/>
                </a:cubicBezTo>
                <a:cubicBezTo>
                  <a:pt x="1889226" y="2824183"/>
                  <a:pt x="1864235" y="2849173"/>
                  <a:pt x="1864234" y="2880000"/>
                </a:cubicBezTo>
                <a:lnTo>
                  <a:pt x="1815868" y="2880000"/>
                </a:lnTo>
                <a:cubicBezTo>
                  <a:pt x="1815868" y="2849173"/>
                  <a:pt x="1790877" y="2824183"/>
                  <a:pt x="1760049" y="2824183"/>
                </a:cubicBezTo>
                <a:cubicBezTo>
                  <a:pt x="1729222" y="2824183"/>
                  <a:pt x="1704230" y="2849173"/>
                  <a:pt x="1704230" y="2880000"/>
                </a:cubicBezTo>
                <a:lnTo>
                  <a:pt x="1655864" y="2880000"/>
                </a:lnTo>
                <a:cubicBezTo>
                  <a:pt x="1655864" y="2849173"/>
                  <a:pt x="1630873" y="2824183"/>
                  <a:pt x="1600045" y="2824183"/>
                </a:cubicBezTo>
                <a:cubicBezTo>
                  <a:pt x="1569217" y="2824183"/>
                  <a:pt x="1544226" y="2849173"/>
                  <a:pt x="1544226" y="2880000"/>
                </a:cubicBezTo>
                <a:lnTo>
                  <a:pt x="1495859" y="2880000"/>
                </a:lnTo>
                <a:cubicBezTo>
                  <a:pt x="1495859" y="2849173"/>
                  <a:pt x="1470868" y="2824183"/>
                  <a:pt x="1440040" y="2824183"/>
                </a:cubicBezTo>
                <a:cubicBezTo>
                  <a:pt x="1409212" y="2824183"/>
                  <a:pt x="1384222" y="2849173"/>
                  <a:pt x="1384221" y="2880000"/>
                </a:cubicBezTo>
                <a:lnTo>
                  <a:pt x="1335855" y="2880000"/>
                </a:lnTo>
                <a:cubicBezTo>
                  <a:pt x="1335855" y="2849173"/>
                  <a:pt x="1310864" y="2824183"/>
                  <a:pt x="1280036" y="2824183"/>
                </a:cubicBezTo>
                <a:cubicBezTo>
                  <a:pt x="1249208" y="2824183"/>
                  <a:pt x="1224217" y="2849173"/>
                  <a:pt x="1224217" y="2880000"/>
                </a:cubicBezTo>
                <a:lnTo>
                  <a:pt x="1175850" y="2880000"/>
                </a:lnTo>
                <a:cubicBezTo>
                  <a:pt x="1175850" y="2849173"/>
                  <a:pt x="1150859" y="2824183"/>
                  <a:pt x="1120031" y="2824183"/>
                </a:cubicBezTo>
                <a:cubicBezTo>
                  <a:pt x="1089203" y="2824183"/>
                  <a:pt x="1064213" y="2849173"/>
                  <a:pt x="1064212" y="2880000"/>
                </a:cubicBezTo>
                <a:lnTo>
                  <a:pt x="1015846" y="2880000"/>
                </a:lnTo>
                <a:cubicBezTo>
                  <a:pt x="1015846" y="2849173"/>
                  <a:pt x="990855" y="2824183"/>
                  <a:pt x="960027" y="2824183"/>
                </a:cubicBezTo>
                <a:cubicBezTo>
                  <a:pt x="929199" y="2824183"/>
                  <a:pt x="904208" y="2849173"/>
                  <a:pt x="904208" y="2880000"/>
                </a:cubicBezTo>
                <a:lnTo>
                  <a:pt x="855842" y="2880000"/>
                </a:lnTo>
                <a:cubicBezTo>
                  <a:pt x="855842" y="2849173"/>
                  <a:pt x="830850" y="2824183"/>
                  <a:pt x="800022" y="2824183"/>
                </a:cubicBezTo>
                <a:cubicBezTo>
                  <a:pt x="769194" y="2824183"/>
                  <a:pt x="744204" y="2849173"/>
                  <a:pt x="744203" y="2880000"/>
                </a:cubicBezTo>
                <a:lnTo>
                  <a:pt x="695837" y="2880000"/>
                </a:lnTo>
                <a:cubicBezTo>
                  <a:pt x="695837" y="2849173"/>
                  <a:pt x="670846" y="2824183"/>
                  <a:pt x="640018" y="2824183"/>
                </a:cubicBezTo>
                <a:cubicBezTo>
                  <a:pt x="609190" y="2824183"/>
                  <a:pt x="584199" y="2849173"/>
                  <a:pt x="584199" y="2880000"/>
                </a:cubicBezTo>
                <a:lnTo>
                  <a:pt x="535833" y="2880000"/>
                </a:lnTo>
                <a:cubicBezTo>
                  <a:pt x="535833" y="2849173"/>
                  <a:pt x="510842" y="2824183"/>
                  <a:pt x="480014" y="2824183"/>
                </a:cubicBezTo>
                <a:cubicBezTo>
                  <a:pt x="449186" y="2824183"/>
                  <a:pt x="424195" y="2849173"/>
                  <a:pt x="424194" y="2880000"/>
                </a:cubicBezTo>
                <a:lnTo>
                  <a:pt x="375828" y="2880000"/>
                </a:lnTo>
                <a:cubicBezTo>
                  <a:pt x="375828" y="2849173"/>
                  <a:pt x="350837" y="2824183"/>
                  <a:pt x="320009" y="2824183"/>
                </a:cubicBezTo>
                <a:cubicBezTo>
                  <a:pt x="289181" y="2824183"/>
                  <a:pt x="264190" y="2849173"/>
                  <a:pt x="264190" y="2880000"/>
                </a:cubicBezTo>
                <a:lnTo>
                  <a:pt x="215824" y="2880000"/>
                </a:lnTo>
                <a:cubicBezTo>
                  <a:pt x="215824" y="2849173"/>
                  <a:pt x="190833" y="2824183"/>
                  <a:pt x="160005" y="2824183"/>
                </a:cubicBezTo>
                <a:cubicBezTo>
                  <a:pt x="129177" y="2824183"/>
                  <a:pt x="104186" y="2849173"/>
                  <a:pt x="104186" y="2880000"/>
                </a:cubicBezTo>
                <a:lnTo>
                  <a:pt x="55819" y="2880000"/>
                </a:lnTo>
                <a:cubicBezTo>
                  <a:pt x="55819" y="2849173"/>
                  <a:pt x="30828" y="2824183"/>
                  <a:pt x="0" y="2824183"/>
                </a:cubicBezTo>
                <a:lnTo>
                  <a:pt x="0" y="2775585"/>
                </a:lnTo>
                <a:cubicBezTo>
                  <a:pt x="30828" y="2775585"/>
                  <a:pt x="55819" y="2750594"/>
                  <a:pt x="55819" y="2719767"/>
                </a:cubicBezTo>
                <a:cubicBezTo>
                  <a:pt x="55819" y="2688940"/>
                  <a:pt x="30828" y="2663950"/>
                  <a:pt x="0" y="2663949"/>
                </a:cubicBezTo>
                <a:lnTo>
                  <a:pt x="0" y="2615585"/>
                </a:lnTo>
                <a:cubicBezTo>
                  <a:pt x="30828" y="2615585"/>
                  <a:pt x="55819" y="2590594"/>
                  <a:pt x="55819" y="2559767"/>
                </a:cubicBezTo>
                <a:cubicBezTo>
                  <a:pt x="55819" y="2528940"/>
                  <a:pt x="30828" y="2503950"/>
                  <a:pt x="0" y="2503949"/>
                </a:cubicBezTo>
                <a:lnTo>
                  <a:pt x="0" y="2455584"/>
                </a:lnTo>
                <a:cubicBezTo>
                  <a:pt x="30828" y="2455584"/>
                  <a:pt x="55819" y="2430594"/>
                  <a:pt x="55819" y="2399767"/>
                </a:cubicBezTo>
                <a:cubicBezTo>
                  <a:pt x="55819" y="2368940"/>
                  <a:pt x="30828" y="2343950"/>
                  <a:pt x="0" y="2343949"/>
                </a:cubicBezTo>
                <a:lnTo>
                  <a:pt x="0" y="2295584"/>
                </a:lnTo>
                <a:cubicBezTo>
                  <a:pt x="30828" y="2295584"/>
                  <a:pt x="55819" y="2270594"/>
                  <a:pt x="55819" y="2239767"/>
                </a:cubicBezTo>
                <a:cubicBezTo>
                  <a:pt x="55819" y="2208940"/>
                  <a:pt x="30828" y="2183950"/>
                  <a:pt x="0" y="2183949"/>
                </a:cubicBezTo>
                <a:lnTo>
                  <a:pt x="0" y="2135584"/>
                </a:lnTo>
                <a:cubicBezTo>
                  <a:pt x="30828" y="2135584"/>
                  <a:pt x="55819" y="2110594"/>
                  <a:pt x="55819" y="2079767"/>
                </a:cubicBezTo>
                <a:cubicBezTo>
                  <a:pt x="55819" y="2048940"/>
                  <a:pt x="30828" y="2023950"/>
                  <a:pt x="0" y="2023949"/>
                </a:cubicBezTo>
                <a:lnTo>
                  <a:pt x="0" y="1975584"/>
                </a:lnTo>
                <a:cubicBezTo>
                  <a:pt x="30828" y="1975584"/>
                  <a:pt x="55819" y="1950594"/>
                  <a:pt x="55819" y="1919767"/>
                </a:cubicBezTo>
                <a:cubicBezTo>
                  <a:pt x="55819" y="1888940"/>
                  <a:pt x="30828" y="1863949"/>
                  <a:pt x="0" y="1863949"/>
                </a:cubicBezTo>
                <a:lnTo>
                  <a:pt x="0" y="1815584"/>
                </a:lnTo>
                <a:cubicBezTo>
                  <a:pt x="30828" y="1815584"/>
                  <a:pt x="55819" y="1790594"/>
                  <a:pt x="55819" y="1759766"/>
                </a:cubicBezTo>
                <a:cubicBezTo>
                  <a:pt x="55819" y="1728940"/>
                  <a:pt x="30828" y="1703949"/>
                  <a:pt x="0" y="1703949"/>
                </a:cubicBezTo>
                <a:lnTo>
                  <a:pt x="0" y="1655584"/>
                </a:lnTo>
                <a:cubicBezTo>
                  <a:pt x="30828" y="1655584"/>
                  <a:pt x="55819" y="1630593"/>
                  <a:pt x="55819" y="1599766"/>
                </a:cubicBezTo>
                <a:cubicBezTo>
                  <a:pt x="55819" y="1568940"/>
                  <a:pt x="30828" y="1543949"/>
                  <a:pt x="0" y="1543949"/>
                </a:cubicBezTo>
                <a:lnTo>
                  <a:pt x="0" y="1495584"/>
                </a:lnTo>
                <a:cubicBezTo>
                  <a:pt x="30828" y="1495584"/>
                  <a:pt x="55819" y="1470593"/>
                  <a:pt x="55819" y="1439766"/>
                </a:cubicBezTo>
                <a:cubicBezTo>
                  <a:pt x="55819" y="1408939"/>
                  <a:pt x="30828" y="1383949"/>
                  <a:pt x="0" y="1383949"/>
                </a:cubicBezTo>
                <a:lnTo>
                  <a:pt x="0" y="1335584"/>
                </a:lnTo>
                <a:cubicBezTo>
                  <a:pt x="30828" y="1335584"/>
                  <a:pt x="55819" y="1310593"/>
                  <a:pt x="55819" y="1279766"/>
                </a:cubicBezTo>
                <a:cubicBezTo>
                  <a:pt x="55819" y="1248939"/>
                  <a:pt x="30828" y="1223949"/>
                  <a:pt x="0" y="1223948"/>
                </a:cubicBezTo>
                <a:lnTo>
                  <a:pt x="0" y="1175583"/>
                </a:lnTo>
                <a:cubicBezTo>
                  <a:pt x="30828" y="1175583"/>
                  <a:pt x="55819" y="1150593"/>
                  <a:pt x="55819" y="1119766"/>
                </a:cubicBezTo>
                <a:cubicBezTo>
                  <a:pt x="55819" y="1088939"/>
                  <a:pt x="30828" y="1063949"/>
                  <a:pt x="0" y="1063948"/>
                </a:cubicBezTo>
                <a:lnTo>
                  <a:pt x="0" y="1015583"/>
                </a:lnTo>
                <a:cubicBezTo>
                  <a:pt x="30828" y="1015583"/>
                  <a:pt x="55819" y="990593"/>
                  <a:pt x="55819" y="959766"/>
                </a:cubicBezTo>
                <a:cubicBezTo>
                  <a:pt x="55819" y="928939"/>
                  <a:pt x="30828" y="903949"/>
                  <a:pt x="0" y="903948"/>
                </a:cubicBezTo>
                <a:lnTo>
                  <a:pt x="0" y="855583"/>
                </a:lnTo>
                <a:cubicBezTo>
                  <a:pt x="30828" y="855583"/>
                  <a:pt x="55819" y="830593"/>
                  <a:pt x="55819" y="799766"/>
                </a:cubicBezTo>
                <a:cubicBezTo>
                  <a:pt x="55819" y="768938"/>
                  <a:pt x="30828" y="743948"/>
                  <a:pt x="0" y="743948"/>
                </a:cubicBezTo>
                <a:lnTo>
                  <a:pt x="0" y="695583"/>
                </a:lnTo>
                <a:cubicBezTo>
                  <a:pt x="30828" y="695583"/>
                  <a:pt x="55819" y="670593"/>
                  <a:pt x="55819" y="639765"/>
                </a:cubicBezTo>
                <a:cubicBezTo>
                  <a:pt x="55819" y="608938"/>
                  <a:pt x="30828" y="583948"/>
                  <a:pt x="0" y="583948"/>
                </a:cubicBezTo>
                <a:lnTo>
                  <a:pt x="0" y="535583"/>
                </a:lnTo>
                <a:cubicBezTo>
                  <a:pt x="30828" y="535583"/>
                  <a:pt x="55819" y="510593"/>
                  <a:pt x="55819" y="479765"/>
                </a:cubicBezTo>
                <a:cubicBezTo>
                  <a:pt x="55819" y="448938"/>
                  <a:pt x="30828" y="423948"/>
                  <a:pt x="0" y="423948"/>
                </a:cubicBezTo>
                <a:lnTo>
                  <a:pt x="0" y="375583"/>
                </a:lnTo>
                <a:cubicBezTo>
                  <a:pt x="30828" y="375583"/>
                  <a:pt x="55819" y="350592"/>
                  <a:pt x="55819" y="319765"/>
                </a:cubicBezTo>
                <a:cubicBezTo>
                  <a:pt x="55819" y="288938"/>
                  <a:pt x="30828" y="263948"/>
                  <a:pt x="0" y="263948"/>
                </a:cubicBezTo>
                <a:lnTo>
                  <a:pt x="0" y="215583"/>
                </a:lnTo>
                <a:cubicBezTo>
                  <a:pt x="30828" y="215583"/>
                  <a:pt x="55819" y="190592"/>
                  <a:pt x="55819" y="159765"/>
                </a:cubicBezTo>
                <a:cubicBezTo>
                  <a:pt x="55819" y="128938"/>
                  <a:pt x="30828" y="103948"/>
                  <a:pt x="0" y="103947"/>
                </a:cubicBezTo>
                <a:lnTo>
                  <a:pt x="0" y="55818"/>
                </a:lnTo>
                <a:cubicBezTo>
                  <a:pt x="30828" y="55818"/>
                  <a:pt x="55819" y="30828"/>
                  <a:pt x="5581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" sx="102000" sy="102000" algn="c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56125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任意多边形 550"/>
          <p:cNvSpPr/>
          <p:nvPr/>
        </p:nvSpPr>
        <p:spPr>
          <a:xfrm>
            <a:off x="2450506" y="561366"/>
            <a:ext cx="7271657" cy="4267200"/>
          </a:xfrm>
          <a:custGeom>
            <a:avLst/>
            <a:gdLst>
              <a:gd name="connsiteX0" fmla="*/ 7271657 w 7271657"/>
              <a:gd name="connsiteY0" fmla="*/ 0 h 4267200"/>
              <a:gd name="connsiteX1" fmla="*/ 6662057 w 7271657"/>
              <a:gd name="connsiteY1" fmla="*/ 4267200 h 4267200"/>
              <a:gd name="connsiteX2" fmla="*/ 1143940 w 7271657"/>
              <a:gd name="connsiteY2" fmla="*/ 3934958 h 4267200"/>
              <a:gd name="connsiteX3" fmla="*/ 1143940 w 7271657"/>
              <a:gd name="connsiteY3" fmla="*/ 3933604 h 4267200"/>
              <a:gd name="connsiteX4" fmla="*/ 1121453 w 7271657"/>
              <a:gd name="connsiteY4" fmla="*/ 3933604 h 4267200"/>
              <a:gd name="connsiteX5" fmla="*/ 1117600 w 7271657"/>
              <a:gd name="connsiteY5" fmla="*/ 3933372 h 4267200"/>
              <a:gd name="connsiteX6" fmla="*/ 1117661 w 7271657"/>
              <a:gd name="connsiteY6" fmla="*/ 3933604 h 4267200"/>
              <a:gd name="connsiteX7" fmla="*/ 1104910 w 7271657"/>
              <a:gd name="connsiteY7" fmla="*/ 3933604 h 4267200"/>
              <a:gd name="connsiteX8" fmla="*/ 0 w 7271657"/>
              <a:gd name="connsiteY8" fmla="*/ 362858 h 4267200"/>
              <a:gd name="connsiteX9" fmla="*/ 7271657 w 7271657"/>
              <a:gd name="connsiteY9" fmla="*/ 0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71657" h="4267200">
                <a:moveTo>
                  <a:pt x="7271657" y="0"/>
                </a:moveTo>
                <a:lnTo>
                  <a:pt x="6662057" y="4267200"/>
                </a:lnTo>
                <a:lnTo>
                  <a:pt x="1143940" y="3934958"/>
                </a:lnTo>
                <a:lnTo>
                  <a:pt x="1143940" y="3933604"/>
                </a:lnTo>
                <a:lnTo>
                  <a:pt x="1121453" y="3933604"/>
                </a:lnTo>
                <a:lnTo>
                  <a:pt x="1117600" y="3933372"/>
                </a:lnTo>
                <a:lnTo>
                  <a:pt x="1117661" y="3933604"/>
                </a:lnTo>
                <a:lnTo>
                  <a:pt x="1104910" y="3933604"/>
                </a:lnTo>
                <a:lnTo>
                  <a:pt x="0" y="362858"/>
                </a:lnTo>
                <a:lnTo>
                  <a:pt x="7271657" y="0"/>
                </a:lnTo>
                <a:close/>
              </a:path>
            </a:pathLst>
          </a:custGeom>
          <a:solidFill>
            <a:srgbClr val="003A56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0" y="32646"/>
            <a:ext cx="12258629" cy="6825354"/>
            <a:chOff x="0" y="32646"/>
            <a:chExt cx="12258629" cy="6825354"/>
          </a:xfrm>
          <a:solidFill>
            <a:schemeClr val="tx1">
              <a:alpha val="13000"/>
            </a:schemeClr>
          </a:solidFill>
        </p:grpSpPr>
        <p:sp>
          <p:nvSpPr>
            <p:cNvPr id="405" name="Freeform 19"/>
            <p:cNvSpPr>
              <a:spLocks noEditPoints="1"/>
            </p:cNvSpPr>
            <p:nvPr/>
          </p:nvSpPr>
          <p:spPr bwMode="auto">
            <a:xfrm rot="900000">
              <a:off x="1894246" y="1381142"/>
              <a:ext cx="817602" cy="818375"/>
            </a:xfrm>
            <a:custGeom>
              <a:avLst/>
              <a:gdLst>
                <a:gd name="T0" fmla="*/ 32 w 448"/>
                <a:gd name="T1" fmla="*/ 448 h 448"/>
                <a:gd name="T2" fmla="*/ 0 w 448"/>
                <a:gd name="T3" fmla="*/ 80 h 448"/>
                <a:gd name="T4" fmla="*/ 64 w 448"/>
                <a:gd name="T5" fmla="*/ 48 h 448"/>
                <a:gd name="T6" fmla="*/ 112 w 448"/>
                <a:gd name="T7" fmla="*/ 112 h 448"/>
                <a:gd name="T8" fmla="*/ 160 w 448"/>
                <a:gd name="T9" fmla="*/ 48 h 448"/>
                <a:gd name="T10" fmla="*/ 288 w 448"/>
                <a:gd name="T11" fmla="*/ 64 h 448"/>
                <a:gd name="T12" fmla="*/ 384 w 448"/>
                <a:gd name="T13" fmla="*/ 64 h 448"/>
                <a:gd name="T14" fmla="*/ 416 w 448"/>
                <a:gd name="T15" fmla="*/ 48 h 448"/>
                <a:gd name="T16" fmla="*/ 448 w 448"/>
                <a:gd name="T17" fmla="*/ 416 h 448"/>
                <a:gd name="T18" fmla="*/ 416 w 448"/>
                <a:gd name="T19" fmla="*/ 160 h 448"/>
                <a:gd name="T20" fmla="*/ 32 w 448"/>
                <a:gd name="T21" fmla="*/ 416 h 448"/>
                <a:gd name="T22" fmla="*/ 416 w 448"/>
                <a:gd name="T23" fmla="*/ 160 h 448"/>
                <a:gd name="T24" fmla="*/ 182 w 448"/>
                <a:gd name="T25" fmla="*/ 269 h 448"/>
                <a:gd name="T26" fmla="*/ 129 w 448"/>
                <a:gd name="T27" fmla="*/ 265 h 448"/>
                <a:gd name="T28" fmla="*/ 168 w 448"/>
                <a:gd name="T29" fmla="*/ 227 h 448"/>
                <a:gd name="T30" fmla="*/ 212 w 448"/>
                <a:gd name="T31" fmla="*/ 266 h 448"/>
                <a:gd name="T32" fmla="*/ 156 w 448"/>
                <a:gd name="T33" fmla="*/ 339 h 448"/>
                <a:gd name="T34" fmla="*/ 211 w 448"/>
                <a:gd name="T35" fmla="*/ 339 h 448"/>
                <a:gd name="T36" fmla="*/ 122 w 448"/>
                <a:gd name="T37" fmla="*/ 364 h 448"/>
                <a:gd name="T38" fmla="*/ 161 w 448"/>
                <a:gd name="T39" fmla="*/ 304 h 448"/>
                <a:gd name="T40" fmla="*/ 285 w 448"/>
                <a:gd name="T41" fmla="*/ 339 h 448"/>
                <a:gd name="T42" fmla="*/ 284 w 448"/>
                <a:gd name="T43" fmla="*/ 311 h 448"/>
                <a:gd name="T44" fmla="*/ 250 w 448"/>
                <a:gd name="T45" fmla="*/ 306 h 448"/>
                <a:gd name="T46" fmla="*/ 261 w 448"/>
                <a:gd name="T47" fmla="*/ 284 h 448"/>
                <a:gd name="T48" fmla="*/ 268 w 448"/>
                <a:gd name="T49" fmla="*/ 250 h 448"/>
                <a:gd name="T50" fmla="*/ 241 w 448"/>
                <a:gd name="T51" fmla="*/ 234 h 448"/>
                <a:gd name="T52" fmla="*/ 306 w 448"/>
                <a:gd name="T53" fmla="*/ 236 h 448"/>
                <a:gd name="T54" fmla="*/ 291 w 448"/>
                <a:gd name="T55" fmla="*/ 294 h 448"/>
                <a:gd name="T56" fmla="*/ 314 w 448"/>
                <a:gd name="T57" fmla="*/ 304 h 448"/>
                <a:gd name="T58" fmla="*/ 308 w 448"/>
                <a:gd name="T59" fmla="*/ 355 h 448"/>
                <a:gd name="T60" fmla="*/ 236 w 448"/>
                <a:gd name="T61" fmla="*/ 359 h 448"/>
                <a:gd name="T62" fmla="*/ 268 w 448"/>
                <a:gd name="T63" fmla="*/ 344 h 448"/>
                <a:gd name="T64" fmla="*/ 336 w 448"/>
                <a:gd name="T65" fmla="*/ 96 h 448"/>
                <a:gd name="T66" fmla="*/ 304 w 448"/>
                <a:gd name="T67" fmla="*/ 32 h 448"/>
                <a:gd name="T68" fmla="*/ 367 w 448"/>
                <a:gd name="T69" fmla="*/ 32 h 448"/>
                <a:gd name="T70" fmla="*/ 336 w 448"/>
                <a:gd name="T71" fmla="*/ 96 h 448"/>
                <a:gd name="T72" fmla="*/ 80 w 448"/>
                <a:gd name="T73" fmla="*/ 64 h 448"/>
                <a:gd name="T74" fmla="*/ 112 w 448"/>
                <a:gd name="T75" fmla="*/ 0 h 448"/>
                <a:gd name="T76" fmla="*/ 143 w 448"/>
                <a:gd name="T77" fmla="*/ 64 h 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48" h="448">
                  <a:moveTo>
                    <a:pt x="416" y="448"/>
                  </a:moveTo>
                  <a:cubicBezTo>
                    <a:pt x="32" y="448"/>
                    <a:pt x="32" y="448"/>
                    <a:pt x="32" y="448"/>
                  </a:cubicBezTo>
                  <a:cubicBezTo>
                    <a:pt x="14" y="448"/>
                    <a:pt x="0" y="434"/>
                    <a:pt x="0" y="416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62"/>
                    <a:pt x="14" y="48"/>
                    <a:pt x="32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64" y="91"/>
                    <a:pt x="85" y="112"/>
                    <a:pt x="112" y="112"/>
                  </a:cubicBezTo>
                  <a:cubicBezTo>
                    <a:pt x="139" y="112"/>
                    <a:pt x="160" y="91"/>
                    <a:pt x="160" y="64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288" y="48"/>
                    <a:pt x="288" y="48"/>
                    <a:pt x="288" y="48"/>
                  </a:cubicBezTo>
                  <a:cubicBezTo>
                    <a:pt x="288" y="64"/>
                    <a:pt x="288" y="64"/>
                    <a:pt x="288" y="64"/>
                  </a:cubicBezTo>
                  <a:cubicBezTo>
                    <a:pt x="288" y="91"/>
                    <a:pt x="310" y="112"/>
                    <a:pt x="336" y="112"/>
                  </a:cubicBezTo>
                  <a:cubicBezTo>
                    <a:pt x="362" y="112"/>
                    <a:pt x="384" y="91"/>
                    <a:pt x="384" y="64"/>
                  </a:cubicBezTo>
                  <a:cubicBezTo>
                    <a:pt x="384" y="48"/>
                    <a:pt x="384" y="48"/>
                    <a:pt x="384" y="48"/>
                  </a:cubicBezTo>
                  <a:cubicBezTo>
                    <a:pt x="416" y="48"/>
                    <a:pt x="416" y="48"/>
                    <a:pt x="416" y="48"/>
                  </a:cubicBezTo>
                  <a:cubicBezTo>
                    <a:pt x="434" y="48"/>
                    <a:pt x="448" y="62"/>
                    <a:pt x="448" y="80"/>
                  </a:cubicBezTo>
                  <a:cubicBezTo>
                    <a:pt x="448" y="416"/>
                    <a:pt x="448" y="416"/>
                    <a:pt x="448" y="416"/>
                  </a:cubicBezTo>
                  <a:cubicBezTo>
                    <a:pt x="448" y="434"/>
                    <a:pt x="434" y="448"/>
                    <a:pt x="416" y="448"/>
                  </a:cubicBezTo>
                  <a:close/>
                  <a:moveTo>
                    <a:pt x="416" y="160"/>
                  </a:moveTo>
                  <a:cubicBezTo>
                    <a:pt x="32" y="160"/>
                    <a:pt x="32" y="160"/>
                    <a:pt x="32" y="160"/>
                  </a:cubicBezTo>
                  <a:cubicBezTo>
                    <a:pt x="32" y="416"/>
                    <a:pt x="32" y="416"/>
                    <a:pt x="32" y="416"/>
                  </a:cubicBezTo>
                  <a:cubicBezTo>
                    <a:pt x="416" y="416"/>
                    <a:pt x="416" y="416"/>
                    <a:pt x="416" y="416"/>
                  </a:cubicBezTo>
                  <a:lnTo>
                    <a:pt x="416" y="160"/>
                  </a:lnTo>
                  <a:close/>
                  <a:moveTo>
                    <a:pt x="177" y="285"/>
                  </a:moveTo>
                  <a:cubicBezTo>
                    <a:pt x="180" y="280"/>
                    <a:pt x="182" y="275"/>
                    <a:pt x="182" y="269"/>
                  </a:cubicBezTo>
                  <a:cubicBezTo>
                    <a:pt x="182" y="257"/>
                    <a:pt x="175" y="251"/>
                    <a:pt x="162" y="251"/>
                  </a:cubicBezTo>
                  <a:cubicBezTo>
                    <a:pt x="150" y="251"/>
                    <a:pt x="139" y="255"/>
                    <a:pt x="129" y="265"/>
                  </a:cubicBezTo>
                  <a:cubicBezTo>
                    <a:pt x="129" y="239"/>
                    <a:pt x="129" y="239"/>
                    <a:pt x="129" y="239"/>
                  </a:cubicBezTo>
                  <a:cubicBezTo>
                    <a:pt x="140" y="231"/>
                    <a:pt x="154" y="227"/>
                    <a:pt x="168" y="227"/>
                  </a:cubicBezTo>
                  <a:cubicBezTo>
                    <a:pt x="182" y="227"/>
                    <a:pt x="193" y="231"/>
                    <a:pt x="200" y="238"/>
                  </a:cubicBezTo>
                  <a:cubicBezTo>
                    <a:pt x="208" y="244"/>
                    <a:pt x="212" y="254"/>
                    <a:pt x="212" y="266"/>
                  </a:cubicBezTo>
                  <a:cubicBezTo>
                    <a:pt x="212" y="281"/>
                    <a:pt x="203" y="297"/>
                    <a:pt x="184" y="314"/>
                  </a:cubicBezTo>
                  <a:cubicBezTo>
                    <a:pt x="156" y="339"/>
                    <a:pt x="156" y="339"/>
                    <a:pt x="156" y="339"/>
                  </a:cubicBezTo>
                  <a:cubicBezTo>
                    <a:pt x="156" y="339"/>
                    <a:pt x="156" y="339"/>
                    <a:pt x="156" y="339"/>
                  </a:cubicBezTo>
                  <a:cubicBezTo>
                    <a:pt x="211" y="339"/>
                    <a:pt x="211" y="339"/>
                    <a:pt x="211" y="339"/>
                  </a:cubicBezTo>
                  <a:cubicBezTo>
                    <a:pt x="211" y="364"/>
                    <a:pt x="211" y="364"/>
                    <a:pt x="211" y="364"/>
                  </a:cubicBezTo>
                  <a:cubicBezTo>
                    <a:pt x="122" y="364"/>
                    <a:pt x="122" y="364"/>
                    <a:pt x="122" y="364"/>
                  </a:cubicBezTo>
                  <a:cubicBezTo>
                    <a:pt x="122" y="341"/>
                    <a:pt x="122" y="341"/>
                    <a:pt x="122" y="341"/>
                  </a:cubicBezTo>
                  <a:cubicBezTo>
                    <a:pt x="161" y="304"/>
                    <a:pt x="161" y="304"/>
                    <a:pt x="161" y="304"/>
                  </a:cubicBezTo>
                  <a:cubicBezTo>
                    <a:pt x="168" y="297"/>
                    <a:pt x="174" y="290"/>
                    <a:pt x="177" y="285"/>
                  </a:cubicBezTo>
                  <a:close/>
                  <a:moveTo>
                    <a:pt x="285" y="339"/>
                  </a:moveTo>
                  <a:cubicBezTo>
                    <a:pt x="290" y="335"/>
                    <a:pt x="292" y="331"/>
                    <a:pt x="292" y="325"/>
                  </a:cubicBezTo>
                  <a:cubicBezTo>
                    <a:pt x="292" y="319"/>
                    <a:pt x="289" y="314"/>
                    <a:pt x="284" y="311"/>
                  </a:cubicBezTo>
                  <a:cubicBezTo>
                    <a:pt x="279" y="308"/>
                    <a:pt x="272" y="306"/>
                    <a:pt x="262" y="306"/>
                  </a:cubicBezTo>
                  <a:cubicBezTo>
                    <a:pt x="250" y="306"/>
                    <a:pt x="250" y="306"/>
                    <a:pt x="250" y="306"/>
                  </a:cubicBezTo>
                  <a:cubicBezTo>
                    <a:pt x="250" y="284"/>
                    <a:pt x="250" y="284"/>
                    <a:pt x="250" y="284"/>
                  </a:cubicBezTo>
                  <a:cubicBezTo>
                    <a:pt x="261" y="284"/>
                    <a:pt x="261" y="284"/>
                    <a:pt x="261" y="284"/>
                  </a:cubicBezTo>
                  <a:cubicBezTo>
                    <a:pt x="279" y="284"/>
                    <a:pt x="288" y="278"/>
                    <a:pt x="288" y="266"/>
                  </a:cubicBezTo>
                  <a:cubicBezTo>
                    <a:pt x="288" y="255"/>
                    <a:pt x="281" y="250"/>
                    <a:pt x="268" y="250"/>
                  </a:cubicBezTo>
                  <a:cubicBezTo>
                    <a:pt x="259" y="250"/>
                    <a:pt x="250" y="253"/>
                    <a:pt x="241" y="258"/>
                  </a:cubicBezTo>
                  <a:cubicBezTo>
                    <a:pt x="241" y="234"/>
                    <a:pt x="241" y="234"/>
                    <a:pt x="241" y="234"/>
                  </a:cubicBezTo>
                  <a:cubicBezTo>
                    <a:pt x="251" y="230"/>
                    <a:pt x="262" y="227"/>
                    <a:pt x="274" y="227"/>
                  </a:cubicBezTo>
                  <a:cubicBezTo>
                    <a:pt x="288" y="227"/>
                    <a:pt x="299" y="230"/>
                    <a:pt x="306" y="236"/>
                  </a:cubicBezTo>
                  <a:cubicBezTo>
                    <a:pt x="314" y="243"/>
                    <a:pt x="318" y="251"/>
                    <a:pt x="318" y="261"/>
                  </a:cubicBezTo>
                  <a:cubicBezTo>
                    <a:pt x="318" y="278"/>
                    <a:pt x="309" y="289"/>
                    <a:pt x="291" y="294"/>
                  </a:cubicBezTo>
                  <a:cubicBezTo>
                    <a:pt x="291" y="294"/>
                    <a:pt x="291" y="294"/>
                    <a:pt x="291" y="294"/>
                  </a:cubicBezTo>
                  <a:cubicBezTo>
                    <a:pt x="301" y="295"/>
                    <a:pt x="308" y="299"/>
                    <a:pt x="314" y="304"/>
                  </a:cubicBezTo>
                  <a:cubicBezTo>
                    <a:pt x="319" y="310"/>
                    <a:pt x="322" y="317"/>
                    <a:pt x="322" y="325"/>
                  </a:cubicBezTo>
                  <a:cubicBezTo>
                    <a:pt x="322" y="338"/>
                    <a:pt x="317" y="348"/>
                    <a:pt x="308" y="355"/>
                  </a:cubicBezTo>
                  <a:cubicBezTo>
                    <a:pt x="299" y="363"/>
                    <a:pt x="286" y="366"/>
                    <a:pt x="270" y="366"/>
                  </a:cubicBezTo>
                  <a:cubicBezTo>
                    <a:pt x="256" y="366"/>
                    <a:pt x="245" y="364"/>
                    <a:pt x="236" y="359"/>
                  </a:cubicBezTo>
                  <a:cubicBezTo>
                    <a:pt x="236" y="334"/>
                    <a:pt x="236" y="334"/>
                    <a:pt x="236" y="334"/>
                  </a:cubicBezTo>
                  <a:cubicBezTo>
                    <a:pt x="245" y="340"/>
                    <a:pt x="256" y="344"/>
                    <a:pt x="268" y="344"/>
                  </a:cubicBezTo>
                  <a:cubicBezTo>
                    <a:pt x="275" y="344"/>
                    <a:pt x="281" y="342"/>
                    <a:pt x="285" y="339"/>
                  </a:cubicBezTo>
                  <a:close/>
                  <a:moveTo>
                    <a:pt x="336" y="96"/>
                  </a:moveTo>
                  <a:cubicBezTo>
                    <a:pt x="318" y="96"/>
                    <a:pt x="304" y="82"/>
                    <a:pt x="304" y="64"/>
                  </a:cubicBezTo>
                  <a:cubicBezTo>
                    <a:pt x="304" y="32"/>
                    <a:pt x="304" y="32"/>
                    <a:pt x="304" y="32"/>
                  </a:cubicBezTo>
                  <a:cubicBezTo>
                    <a:pt x="304" y="14"/>
                    <a:pt x="318" y="0"/>
                    <a:pt x="336" y="0"/>
                  </a:cubicBezTo>
                  <a:cubicBezTo>
                    <a:pt x="353" y="0"/>
                    <a:pt x="367" y="14"/>
                    <a:pt x="367" y="32"/>
                  </a:cubicBezTo>
                  <a:cubicBezTo>
                    <a:pt x="367" y="64"/>
                    <a:pt x="367" y="64"/>
                    <a:pt x="367" y="64"/>
                  </a:cubicBezTo>
                  <a:cubicBezTo>
                    <a:pt x="367" y="82"/>
                    <a:pt x="353" y="96"/>
                    <a:pt x="336" y="96"/>
                  </a:cubicBezTo>
                  <a:close/>
                  <a:moveTo>
                    <a:pt x="112" y="96"/>
                  </a:moveTo>
                  <a:cubicBezTo>
                    <a:pt x="94" y="96"/>
                    <a:pt x="80" y="82"/>
                    <a:pt x="80" y="64"/>
                  </a:cubicBezTo>
                  <a:cubicBezTo>
                    <a:pt x="80" y="32"/>
                    <a:pt x="80" y="32"/>
                    <a:pt x="80" y="32"/>
                  </a:cubicBezTo>
                  <a:cubicBezTo>
                    <a:pt x="80" y="14"/>
                    <a:pt x="94" y="0"/>
                    <a:pt x="112" y="0"/>
                  </a:cubicBezTo>
                  <a:cubicBezTo>
                    <a:pt x="129" y="0"/>
                    <a:pt x="143" y="14"/>
                    <a:pt x="143" y="32"/>
                  </a:cubicBezTo>
                  <a:cubicBezTo>
                    <a:pt x="143" y="64"/>
                    <a:pt x="143" y="64"/>
                    <a:pt x="143" y="64"/>
                  </a:cubicBezTo>
                  <a:cubicBezTo>
                    <a:pt x="143" y="82"/>
                    <a:pt x="129" y="96"/>
                    <a:pt x="112" y="9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06" name="Freeform 35"/>
            <p:cNvSpPr>
              <a:spLocks noEditPoints="1"/>
            </p:cNvSpPr>
            <p:nvPr/>
          </p:nvSpPr>
          <p:spPr bwMode="auto">
            <a:xfrm>
              <a:off x="1294599" y="2225393"/>
              <a:ext cx="1011570" cy="683138"/>
            </a:xfrm>
            <a:custGeom>
              <a:avLst/>
              <a:gdLst>
                <a:gd name="T0" fmla="*/ 275 w 554"/>
                <a:gd name="T1" fmla="*/ 0 h 374"/>
                <a:gd name="T2" fmla="*/ 0 w 554"/>
                <a:gd name="T3" fmla="*/ 187 h 374"/>
                <a:gd name="T4" fmla="*/ 275 w 554"/>
                <a:gd name="T5" fmla="*/ 374 h 374"/>
                <a:gd name="T6" fmla="*/ 554 w 554"/>
                <a:gd name="T7" fmla="*/ 187 h 374"/>
                <a:gd name="T8" fmla="*/ 275 w 554"/>
                <a:gd name="T9" fmla="*/ 0 h 374"/>
                <a:gd name="T10" fmla="*/ 276 w 554"/>
                <a:gd name="T11" fmla="*/ 271 h 374"/>
                <a:gd name="T12" fmla="*/ 192 w 554"/>
                <a:gd name="T13" fmla="*/ 187 h 374"/>
                <a:gd name="T14" fmla="*/ 276 w 554"/>
                <a:gd name="T15" fmla="*/ 103 h 374"/>
                <a:gd name="T16" fmla="*/ 360 w 554"/>
                <a:gd name="T17" fmla="*/ 187 h 374"/>
                <a:gd name="T18" fmla="*/ 276 w 554"/>
                <a:gd name="T19" fmla="*/ 271 h 374"/>
                <a:gd name="T20" fmla="*/ 277 w 554"/>
                <a:gd name="T21" fmla="*/ 145 h 374"/>
                <a:gd name="T22" fmla="*/ 235 w 554"/>
                <a:gd name="T23" fmla="*/ 187 h 374"/>
                <a:gd name="T24" fmla="*/ 277 w 554"/>
                <a:gd name="T25" fmla="*/ 229 h 374"/>
                <a:gd name="T26" fmla="*/ 318 w 554"/>
                <a:gd name="T27" fmla="*/ 187 h 374"/>
                <a:gd name="T28" fmla="*/ 277 w 554"/>
                <a:gd name="T29" fmla="*/ 145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54" h="374">
                  <a:moveTo>
                    <a:pt x="275" y="0"/>
                  </a:moveTo>
                  <a:cubicBezTo>
                    <a:pt x="106" y="0"/>
                    <a:pt x="0" y="187"/>
                    <a:pt x="0" y="187"/>
                  </a:cubicBezTo>
                  <a:cubicBezTo>
                    <a:pt x="0" y="187"/>
                    <a:pt x="105" y="374"/>
                    <a:pt x="275" y="374"/>
                  </a:cubicBezTo>
                  <a:cubicBezTo>
                    <a:pt x="434" y="374"/>
                    <a:pt x="554" y="187"/>
                    <a:pt x="554" y="187"/>
                  </a:cubicBezTo>
                  <a:cubicBezTo>
                    <a:pt x="554" y="187"/>
                    <a:pt x="435" y="0"/>
                    <a:pt x="275" y="0"/>
                  </a:cubicBezTo>
                  <a:close/>
                  <a:moveTo>
                    <a:pt x="276" y="271"/>
                  </a:moveTo>
                  <a:cubicBezTo>
                    <a:pt x="230" y="271"/>
                    <a:pt x="192" y="233"/>
                    <a:pt x="192" y="187"/>
                  </a:cubicBezTo>
                  <a:cubicBezTo>
                    <a:pt x="192" y="141"/>
                    <a:pt x="230" y="103"/>
                    <a:pt x="276" y="103"/>
                  </a:cubicBezTo>
                  <a:cubicBezTo>
                    <a:pt x="322" y="103"/>
                    <a:pt x="360" y="141"/>
                    <a:pt x="360" y="187"/>
                  </a:cubicBezTo>
                  <a:cubicBezTo>
                    <a:pt x="360" y="233"/>
                    <a:pt x="322" y="271"/>
                    <a:pt x="276" y="271"/>
                  </a:cubicBezTo>
                  <a:close/>
                  <a:moveTo>
                    <a:pt x="277" y="145"/>
                  </a:moveTo>
                  <a:cubicBezTo>
                    <a:pt x="254" y="145"/>
                    <a:pt x="235" y="164"/>
                    <a:pt x="235" y="187"/>
                  </a:cubicBezTo>
                  <a:cubicBezTo>
                    <a:pt x="235" y="210"/>
                    <a:pt x="254" y="229"/>
                    <a:pt x="277" y="229"/>
                  </a:cubicBezTo>
                  <a:cubicBezTo>
                    <a:pt x="300" y="229"/>
                    <a:pt x="318" y="210"/>
                    <a:pt x="318" y="187"/>
                  </a:cubicBezTo>
                  <a:cubicBezTo>
                    <a:pt x="318" y="164"/>
                    <a:pt x="300" y="145"/>
                    <a:pt x="277" y="14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07" name="Freeform 36"/>
            <p:cNvSpPr>
              <a:spLocks noEditPoints="1"/>
            </p:cNvSpPr>
            <p:nvPr/>
          </p:nvSpPr>
          <p:spPr bwMode="auto">
            <a:xfrm>
              <a:off x="2888223" y="1472070"/>
              <a:ext cx="379435" cy="731050"/>
            </a:xfrm>
            <a:custGeom>
              <a:avLst/>
              <a:gdLst>
                <a:gd name="T0" fmla="*/ 112 w 208"/>
                <a:gd name="T1" fmla="*/ 335 h 400"/>
                <a:gd name="T2" fmla="*/ 112 w 208"/>
                <a:gd name="T3" fmla="*/ 319 h 400"/>
                <a:gd name="T4" fmla="*/ 208 w 208"/>
                <a:gd name="T5" fmla="*/ 359 h 400"/>
                <a:gd name="T6" fmla="*/ 104 w 208"/>
                <a:gd name="T7" fmla="*/ 400 h 400"/>
                <a:gd name="T8" fmla="*/ 0 w 208"/>
                <a:gd name="T9" fmla="*/ 359 h 400"/>
                <a:gd name="T10" fmla="*/ 96 w 208"/>
                <a:gd name="T11" fmla="*/ 319 h 400"/>
                <a:gd name="T12" fmla="*/ 96 w 208"/>
                <a:gd name="T13" fmla="*/ 335 h 400"/>
                <a:gd name="T14" fmla="*/ 16 w 208"/>
                <a:gd name="T15" fmla="*/ 359 h 400"/>
                <a:gd name="T16" fmla="*/ 104 w 208"/>
                <a:gd name="T17" fmla="*/ 385 h 400"/>
                <a:gd name="T18" fmla="*/ 192 w 208"/>
                <a:gd name="T19" fmla="*/ 359 h 400"/>
                <a:gd name="T20" fmla="*/ 112 w 208"/>
                <a:gd name="T21" fmla="*/ 335 h 400"/>
                <a:gd name="T22" fmla="*/ 16 w 208"/>
                <a:gd name="T23" fmla="*/ 88 h 400"/>
                <a:gd name="T24" fmla="*/ 105 w 208"/>
                <a:gd name="T25" fmla="*/ 0 h 400"/>
                <a:gd name="T26" fmla="*/ 193 w 208"/>
                <a:gd name="T27" fmla="*/ 88 h 400"/>
                <a:gd name="T28" fmla="*/ 125 w 208"/>
                <a:gd name="T29" fmla="*/ 173 h 400"/>
                <a:gd name="T30" fmla="*/ 104 w 208"/>
                <a:gd name="T31" fmla="*/ 385 h 400"/>
                <a:gd name="T32" fmla="*/ 83 w 208"/>
                <a:gd name="T33" fmla="*/ 173 h 400"/>
                <a:gd name="T34" fmla="*/ 16 w 208"/>
                <a:gd name="T35" fmla="*/ 88 h 400"/>
                <a:gd name="T36" fmla="*/ 104 w 208"/>
                <a:gd name="T37" fmla="*/ 64 h 400"/>
                <a:gd name="T38" fmla="*/ 80 w 208"/>
                <a:gd name="T39" fmla="*/ 40 h 400"/>
                <a:gd name="T40" fmla="*/ 56 w 208"/>
                <a:gd name="T41" fmla="*/ 64 h 400"/>
                <a:gd name="T42" fmla="*/ 80 w 208"/>
                <a:gd name="T43" fmla="*/ 88 h 400"/>
                <a:gd name="T44" fmla="*/ 104 w 208"/>
                <a:gd name="T45" fmla="*/ 64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8" h="400">
                  <a:moveTo>
                    <a:pt x="112" y="335"/>
                  </a:moveTo>
                  <a:cubicBezTo>
                    <a:pt x="112" y="319"/>
                    <a:pt x="112" y="319"/>
                    <a:pt x="112" y="319"/>
                  </a:cubicBezTo>
                  <a:cubicBezTo>
                    <a:pt x="166" y="321"/>
                    <a:pt x="208" y="338"/>
                    <a:pt x="208" y="359"/>
                  </a:cubicBezTo>
                  <a:cubicBezTo>
                    <a:pt x="208" y="381"/>
                    <a:pt x="161" y="400"/>
                    <a:pt x="104" y="400"/>
                  </a:cubicBezTo>
                  <a:cubicBezTo>
                    <a:pt x="47" y="400"/>
                    <a:pt x="0" y="381"/>
                    <a:pt x="0" y="359"/>
                  </a:cubicBezTo>
                  <a:cubicBezTo>
                    <a:pt x="0" y="338"/>
                    <a:pt x="42" y="321"/>
                    <a:pt x="96" y="319"/>
                  </a:cubicBezTo>
                  <a:cubicBezTo>
                    <a:pt x="96" y="335"/>
                    <a:pt x="96" y="335"/>
                    <a:pt x="96" y="335"/>
                  </a:cubicBezTo>
                  <a:cubicBezTo>
                    <a:pt x="51" y="336"/>
                    <a:pt x="16" y="347"/>
                    <a:pt x="16" y="359"/>
                  </a:cubicBezTo>
                  <a:cubicBezTo>
                    <a:pt x="16" y="372"/>
                    <a:pt x="55" y="385"/>
                    <a:pt x="104" y="385"/>
                  </a:cubicBezTo>
                  <a:cubicBezTo>
                    <a:pt x="153" y="385"/>
                    <a:pt x="192" y="372"/>
                    <a:pt x="192" y="359"/>
                  </a:cubicBezTo>
                  <a:cubicBezTo>
                    <a:pt x="192" y="347"/>
                    <a:pt x="157" y="336"/>
                    <a:pt x="112" y="335"/>
                  </a:cubicBezTo>
                  <a:close/>
                  <a:moveTo>
                    <a:pt x="16" y="88"/>
                  </a:moveTo>
                  <a:cubicBezTo>
                    <a:pt x="16" y="39"/>
                    <a:pt x="57" y="0"/>
                    <a:pt x="105" y="0"/>
                  </a:cubicBezTo>
                  <a:cubicBezTo>
                    <a:pt x="154" y="0"/>
                    <a:pt x="193" y="39"/>
                    <a:pt x="193" y="88"/>
                  </a:cubicBezTo>
                  <a:cubicBezTo>
                    <a:pt x="193" y="130"/>
                    <a:pt x="164" y="164"/>
                    <a:pt x="125" y="173"/>
                  </a:cubicBezTo>
                  <a:cubicBezTo>
                    <a:pt x="104" y="385"/>
                    <a:pt x="104" y="385"/>
                    <a:pt x="104" y="385"/>
                  </a:cubicBezTo>
                  <a:cubicBezTo>
                    <a:pt x="83" y="173"/>
                    <a:pt x="83" y="173"/>
                    <a:pt x="83" y="173"/>
                  </a:cubicBezTo>
                  <a:cubicBezTo>
                    <a:pt x="45" y="163"/>
                    <a:pt x="16" y="129"/>
                    <a:pt x="16" y="88"/>
                  </a:cubicBezTo>
                  <a:close/>
                  <a:moveTo>
                    <a:pt x="104" y="64"/>
                  </a:moveTo>
                  <a:cubicBezTo>
                    <a:pt x="104" y="51"/>
                    <a:pt x="93" y="40"/>
                    <a:pt x="80" y="40"/>
                  </a:cubicBezTo>
                  <a:cubicBezTo>
                    <a:pt x="67" y="40"/>
                    <a:pt x="56" y="51"/>
                    <a:pt x="56" y="64"/>
                  </a:cubicBezTo>
                  <a:cubicBezTo>
                    <a:pt x="56" y="78"/>
                    <a:pt x="67" y="88"/>
                    <a:pt x="80" y="88"/>
                  </a:cubicBezTo>
                  <a:cubicBezTo>
                    <a:pt x="93" y="88"/>
                    <a:pt x="104" y="78"/>
                    <a:pt x="104" y="6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08" name="Freeform 37"/>
            <p:cNvSpPr>
              <a:spLocks noEditPoints="1"/>
            </p:cNvSpPr>
            <p:nvPr/>
          </p:nvSpPr>
          <p:spPr bwMode="auto">
            <a:xfrm rot="20700000">
              <a:off x="3137232" y="3743159"/>
              <a:ext cx="482215" cy="701685"/>
            </a:xfrm>
            <a:custGeom>
              <a:avLst/>
              <a:gdLst>
                <a:gd name="T0" fmla="*/ 55 w 264"/>
                <a:gd name="T1" fmla="*/ 121 h 384"/>
                <a:gd name="T2" fmla="*/ 132 w 264"/>
                <a:gd name="T3" fmla="*/ 44 h 384"/>
                <a:gd name="T4" fmla="*/ 209 w 264"/>
                <a:gd name="T5" fmla="*/ 121 h 384"/>
                <a:gd name="T6" fmla="*/ 132 w 264"/>
                <a:gd name="T7" fmla="*/ 198 h 384"/>
                <a:gd name="T8" fmla="*/ 55 w 264"/>
                <a:gd name="T9" fmla="*/ 121 h 384"/>
                <a:gd name="T10" fmla="*/ 0 w 264"/>
                <a:gd name="T11" fmla="*/ 130 h 384"/>
                <a:gd name="T12" fmla="*/ 40 w 264"/>
                <a:gd name="T13" fmla="*/ 230 h 384"/>
                <a:gd name="T14" fmla="*/ 132 w 264"/>
                <a:gd name="T15" fmla="*/ 384 h 384"/>
                <a:gd name="T16" fmla="*/ 219 w 264"/>
                <a:gd name="T17" fmla="*/ 230 h 384"/>
                <a:gd name="T18" fmla="*/ 264 w 264"/>
                <a:gd name="T19" fmla="*/ 130 h 384"/>
                <a:gd name="T20" fmla="*/ 132 w 264"/>
                <a:gd name="T21" fmla="*/ 0 h 384"/>
                <a:gd name="T22" fmla="*/ 0 w 264"/>
                <a:gd name="T23" fmla="*/ 130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4" h="384">
                  <a:moveTo>
                    <a:pt x="55" y="121"/>
                  </a:moveTo>
                  <a:cubicBezTo>
                    <a:pt x="55" y="78"/>
                    <a:pt x="89" y="44"/>
                    <a:pt x="132" y="44"/>
                  </a:cubicBezTo>
                  <a:cubicBezTo>
                    <a:pt x="175" y="44"/>
                    <a:pt x="209" y="78"/>
                    <a:pt x="209" y="121"/>
                  </a:cubicBezTo>
                  <a:cubicBezTo>
                    <a:pt x="209" y="163"/>
                    <a:pt x="175" y="198"/>
                    <a:pt x="132" y="198"/>
                  </a:cubicBezTo>
                  <a:cubicBezTo>
                    <a:pt x="89" y="198"/>
                    <a:pt x="55" y="163"/>
                    <a:pt x="55" y="121"/>
                  </a:cubicBezTo>
                  <a:close/>
                  <a:moveTo>
                    <a:pt x="0" y="130"/>
                  </a:moveTo>
                  <a:cubicBezTo>
                    <a:pt x="0" y="163"/>
                    <a:pt x="40" y="230"/>
                    <a:pt x="40" y="230"/>
                  </a:cubicBezTo>
                  <a:cubicBezTo>
                    <a:pt x="132" y="384"/>
                    <a:pt x="132" y="384"/>
                    <a:pt x="132" y="384"/>
                  </a:cubicBezTo>
                  <a:cubicBezTo>
                    <a:pt x="219" y="230"/>
                    <a:pt x="219" y="230"/>
                    <a:pt x="219" y="230"/>
                  </a:cubicBezTo>
                  <a:cubicBezTo>
                    <a:pt x="219" y="230"/>
                    <a:pt x="264" y="162"/>
                    <a:pt x="264" y="130"/>
                  </a:cubicBezTo>
                  <a:cubicBezTo>
                    <a:pt x="264" y="58"/>
                    <a:pt x="205" y="0"/>
                    <a:pt x="132" y="0"/>
                  </a:cubicBezTo>
                  <a:cubicBezTo>
                    <a:pt x="59" y="0"/>
                    <a:pt x="0" y="58"/>
                    <a:pt x="0" y="13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09" name="Freeform 38"/>
            <p:cNvSpPr>
              <a:spLocks noEditPoints="1"/>
            </p:cNvSpPr>
            <p:nvPr/>
          </p:nvSpPr>
          <p:spPr bwMode="auto">
            <a:xfrm rot="20139066">
              <a:off x="4466031" y="2326267"/>
              <a:ext cx="1166899" cy="676183"/>
            </a:xfrm>
            <a:custGeom>
              <a:avLst/>
              <a:gdLst>
                <a:gd name="T0" fmla="*/ 424 w 639"/>
                <a:gd name="T1" fmla="*/ 0 h 370"/>
                <a:gd name="T2" fmla="*/ 320 w 639"/>
                <a:gd name="T3" fmla="*/ 32 h 370"/>
                <a:gd name="T4" fmla="*/ 216 w 639"/>
                <a:gd name="T5" fmla="*/ 0 h 370"/>
                <a:gd name="T6" fmla="*/ 103 w 639"/>
                <a:gd name="T7" fmla="*/ 370 h 370"/>
                <a:gd name="T8" fmla="*/ 320 w 639"/>
                <a:gd name="T9" fmla="*/ 262 h 370"/>
                <a:gd name="T10" fmla="*/ 536 w 639"/>
                <a:gd name="T11" fmla="*/ 368 h 370"/>
                <a:gd name="T12" fmla="*/ 424 w 639"/>
                <a:gd name="T13" fmla="*/ 0 h 370"/>
                <a:gd name="T14" fmla="*/ 208 w 639"/>
                <a:gd name="T15" fmla="*/ 208 h 370"/>
                <a:gd name="T16" fmla="*/ 136 w 639"/>
                <a:gd name="T17" fmla="*/ 136 h 370"/>
                <a:gd name="T18" fmla="*/ 208 w 639"/>
                <a:gd name="T19" fmla="*/ 64 h 370"/>
                <a:gd name="T20" fmla="*/ 280 w 639"/>
                <a:gd name="T21" fmla="*/ 136 h 370"/>
                <a:gd name="T22" fmla="*/ 208 w 639"/>
                <a:gd name="T23" fmla="*/ 208 h 370"/>
                <a:gd name="T24" fmla="*/ 399 w 639"/>
                <a:gd name="T25" fmla="*/ 168 h 370"/>
                <a:gd name="T26" fmla="*/ 383 w 639"/>
                <a:gd name="T27" fmla="*/ 152 h 370"/>
                <a:gd name="T28" fmla="*/ 399 w 639"/>
                <a:gd name="T29" fmla="*/ 136 h 370"/>
                <a:gd name="T30" fmla="*/ 415 w 639"/>
                <a:gd name="T31" fmla="*/ 152 h 370"/>
                <a:gd name="T32" fmla="*/ 399 w 639"/>
                <a:gd name="T33" fmla="*/ 168 h 370"/>
                <a:gd name="T34" fmla="*/ 448 w 639"/>
                <a:gd name="T35" fmla="*/ 216 h 370"/>
                <a:gd name="T36" fmla="*/ 432 w 639"/>
                <a:gd name="T37" fmla="*/ 200 h 370"/>
                <a:gd name="T38" fmla="*/ 448 w 639"/>
                <a:gd name="T39" fmla="*/ 184 h 370"/>
                <a:gd name="T40" fmla="*/ 464 w 639"/>
                <a:gd name="T41" fmla="*/ 200 h 370"/>
                <a:gd name="T42" fmla="*/ 448 w 639"/>
                <a:gd name="T43" fmla="*/ 216 h 370"/>
                <a:gd name="T44" fmla="*/ 448 w 639"/>
                <a:gd name="T45" fmla="*/ 120 h 370"/>
                <a:gd name="T46" fmla="*/ 432 w 639"/>
                <a:gd name="T47" fmla="*/ 104 h 370"/>
                <a:gd name="T48" fmla="*/ 448 w 639"/>
                <a:gd name="T49" fmla="*/ 88 h 370"/>
                <a:gd name="T50" fmla="*/ 464 w 639"/>
                <a:gd name="T51" fmla="*/ 104 h 370"/>
                <a:gd name="T52" fmla="*/ 448 w 639"/>
                <a:gd name="T53" fmla="*/ 120 h 370"/>
                <a:gd name="T54" fmla="*/ 496 w 639"/>
                <a:gd name="T55" fmla="*/ 168 h 370"/>
                <a:gd name="T56" fmla="*/ 480 w 639"/>
                <a:gd name="T57" fmla="*/ 152 h 370"/>
                <a:gd name="T58" fmla="*/ 496 w 639"/>
                <a:gd name="T59" fmla="*/ 136 h 370"/>
                <a:gd name="T60" fmla="*/ 512 w 639"/>
                <a:gd name="T61" fmla="*/ 152 h 370"/>
                <a:gd name="T62" fmla="*/ 496 w 639"/>
                <a:gd name="T63" fmla="*/ 168 h 370"/>
                <a:gd name="T64" fmla="*/ 208 w 639"/>
                <a:gd name="T65" fmla="*/ 96 h 370"/>
                <a:gd name="T66" fmla="*/ 168 w 639"/>
                <a:gd name="T67" fmla="*/ 136 h 370"/>
                <a:gd name="T68" fmla="*/ 208 w 639"/>
                <a:gd name="T69" fmla="*/ 176 h 370"/>
                <a:gd name="T70" fmla="*/ 248 w 639"/>
                <a:gd name="T71" fmla="*/ 136 h 370"/>
                <a:gd name="T72" fmla="*/ 208 w 639"/>
                <a:gd name="T73" fmla="*/ 96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39" h="370">
                  <a:moveTo>
                    <a:pt x="424" y="0"/>
                  </a:moveTo>
                  <a:cubicBezTo>
                    <a:pt x="402" y="0"/>
                    <a:pt x="358" y="32"/>
                    <a:pt x="320" y="32"/>
                  </a:cubicBezTo>
                  <a:cubicBezTo>
                    <a:pt x="283" y="32"/>
                    <a:pt x="236" y="0"/>
                    <a:pt x="216" y="0"/>
                  </a:cubicBezTo>
                  <a:cubicBezTo>
                    <a:pt x="79" y="0"/>
                    <a:pt x="0" y="370"/>
                    <a:pt x="103" y="370"/>
                  </a:cubicBezTo>
                  <a:cubicBezTo>
                    <a:pt x="190" y="370"/>
                    <a:pt x="201" y="262"/>
                    <a:pt x="320" y="262"/>
                  </a:cubicBezTo>
                  <a:cubicBezTo>
                    <a:pt x="416" y="262"/>
                    <a:pt x="472" y="368"/>
                    <a:pt x="536" y="368"/>
                  </a:cubicBezTo>
                  <a:cubicBezTo>
                    <a:pt x="639" y="368"/>
                    <a:pt x="562" y="0"/>
                    <a:pt x="424" y="0"/>
                  </a:cubicBezTo>
                  <a:close/>
                  <a:moveTo>
                    <a:pt x="208" y="208"/>
                  </a:moveTo>
                  <a:cubicBezTo>
                    <a:pt x="168" y="208"/>
                    <a:pt x="136" y="176"/>
                    <a:pt x="136" y="136"/>
                  </a:cubicBezTo>
                  <a:cubicBezTo>
                    <a:pt x="136" y="97"/>
                    <a:pt x="168" y="64"/>
                    <a:pt x="208" y="64"/>
                  </a:cubicBezTo>
                  <a:cubicBezTo>
                    <a:pt x="248" y="64"/>
                    <a:pt x="280" y="97"/>
                    <a:pt x="280" y="136"/>
                  </a:cubicBezTo>
                  <a:cubicBezTo>
                    <a:pt x="280" y="176"/>
                    <a:pt x="248" y="208"/>
                    <a:pt x="208" y="208"/>
                  </a:cubicBezTo>
                  <a:close/>
                  <a:moveTo>
                    <a:pt x="399" y="168"/>
                  </a:moveTo>
                  <a:cubicBezTo>
                    <a:pt x="390" y="168"/>
                    <a:pt x="383" y="161"/>
                    <a:pt x="383" y="152"/>
                  </a:cubicBezTo>
                  <a:cubicBezTo>
                    <a:pt x="383" y="143"/>
                    <a:pt x="390" y="136"/>
                    <a:pt x="399" y="136"/>
                  </a:cubicBezTo>
                  <a:cubicBezTo>
                    <a:pt x="408" y="136"/>
                    <a:pt x="415" y="143"/>
                    <a:pt x="415" y="152"/>
                  </a:cubicBezTo>
                  <a:cubicBezTo>
                    <a:pt x="415" y="161"/>
                    <a:pt x="408" y="168"/>
                    <a:pt x="399" y="168"/>
                  </a:cubicBezTo>
                  <a:close/>
                  <a:moveTo>
                    <a:pt x="448" y="216"/>
                  </a:moveTo>
                  <a:cubicBezTo>
                    <a:pt x="439" y="216"/>
                    <a:pt x="432" y="209"/>
                    <a:pt x="432" y="200"/>
                  </a:cubicBezTo>
                  <a:cubicBezTo>
                    <a:pt x="432" y="191"/>
                    <a:pt x="439" y="184"/>
                    <a:pt x="448" y="184"/>
                  </a:cubicBezTo>
                  <a:cubicBezTo>
                    <a:pt x="457" y="184"/>
                    <a:pt x="464" y="191"/>
                    <a:pt x="464" y="200"/>
                  </a:cubicBezTo>
                  <a:cubicBezTo>
                    <a:pt x="464" y="209"/>
                    <a:pt x="457" y="216"/>
                    <a:pt x="448" y="216"/>
                  </a:cubicBezTo>
                  <a:close/>
                  <a:moveTo>
                    <a:pt x="448" y="120"/>
                  </a:moveTo>
                  <a:cubicBezTo>
                    <a:pt x="439" y="120"/>
                    <a:pt x="432" y="113"/>
                    <a:pt x="432" y="104"/>
                  </a:cubicBezTo>
                  <a:cubicBezTo>
                    <a:pt x="432" y="95"/>
                    <a:pt x="439" y="88"/>
                    <a:pt x="448" y="88"/>
                  </a:cubicBezTo>
                  <a:cubicBezTo>
                    <a:pt x="457" y="88"/>
                    <a:pt x="464" y="95"/>
                    <a:pt x="464" y="104"/>
                  </a:cubicBezTo>
                  <a:cubicBezTo>
                    <a:pt x="464" y="113"/>
                    <a:pt x="457" y="120"/>
                    <a:pt x="448" y="120"/>
                  </a:cubicBezTo>
                  <a:close/>
                  <a:moveTo>
                    <a:pt x="496" y="168"/>
                  </a:moveTo>
                  <a:cubicBezTo>
                    <a:pt x="487" y="168"/>
                    <a:pt x="480" y="161"/>
                    <a:pt x="480" y="152"/>
                  </a:cubicBezTo>
                  <a:cubicBezTo>
                    <a:pt x="480" y="143"/>
                    <a:pt x="487" y="136"/>
                    <a:pt x="496" y="136"/>
                  </a:cubicBezTo>
                  <a:cubicBezTo>
                    <a:pt x="505" y="136"/>
                    <a:pt x="512" y="143"/>
                    <a:pt x="512" y="152"/>
                  </a:cubicBezTo>
                  <a:cubicBezTo>
                    <a:pt x="512" y="161"/>
                    <a:pt x="505" y="168"/>
                    <a:pt x="496" y="168"/>
                  </a:cubicBezTo>
                  <a:close/>
                  <a:moveTo>
                    <a:pt x="208" y="96"/>
                  </a:moveTo>
                  <a:cubicBezTo>
                    <a:pt x="186" y="96"/>
                    <a:pt x="168" y="114"/>
                    <a:pt x="168" y="136"/>
                  </a:cubicBezTo>
                  <a:cubicBezTo>
                    <a:pt x="168" y="158"/>
                    <a:pt x="186" y="176"/>
                    <a:pt x="208" y="176"/>
                  </a:cubicBezTo>
                  <a:cubicBezTo>
                    <a:pt x="230" y="176"/>
                    <a:pt x="248" y="158"/>
                    <a:pt x="248" y="136"/>
                  </a:cubicBezTo>
                  <a:cubicBezTo>
                    <a:pt x="248" y="114"/>
                    <a:pt x="230" y="96"/>
                    <a:pt x="208" y="9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10" name="Freeform 39"/>
            <p:cNvSpPr>
              <a:spLocks noEditPoints="1"/>
            </p:cNvSpPr>
            <p:nvPr/>
          </p:nvSpPr>
          <p:spPr bwMode="auto">
            <a:xfrm rot="900000">
              <a:off x="4908590" y="3971086"/>
              <a:ext cx="672319" cy="873242"/>
            </a:xfrm>
            <a:custGeom>
              <a:avLst/>
              <a:gdLst>
                <a:gd name="T0" fmla="*/ 360 w 368"/>
                <a:gd name="T1" fmla="*/ 387 h 478"/>
                <a:gd name="T2" fmla="*/ 360 w 368"/>
                <a:gd name="T3" fmla="*/ 417 h 478"/>
                <a:gd name="T4" fmla="*/ 8 w 368"/>
                <a:gd name="T5" fmla="*/ 417 h 478"/>
                <a:gd name="T6" fmla="*/ 8 w 368"/>
                <a:gd name="T7" fmla="*/ 387 h 478"/>
                <a:gd name="T8" fmla="*/ 41 w 368"/>
                <a:gd name="T9" fmla="*/ 333 h 478"/>
                <a:gd name="T10" fmla="*/ 77 w 368"/>
                <a:gd name="T11" fmla="*/ 126 h 478"/>
                <a:gd name="T12" fmla="*/ 172 w 368"/>
                <a:gd name="T13" fmla="*/ 57 h 478"/>
                <a:gd name="T14" fmla="*/ 175 w 368"/>
                <a:gd name="T15" fmla="*/ 57 h 478"/>
                <a:gd name="T16" fmla="*/ 175 w 368"/>
                <a:gd name="T17" fmla="*/ 46 h 478"/>
                <a:gd name="T18" fmla="*/ 152 w 368"/>
                <a:gd name="T19" fmla="*/ 15 h 478"/>
                <a:gd name="T20" fmla="*/ 152 w 368"/>
                <a:gd name="T21" fmla="*/ 0 h 478"/>
                <a:gd name="T22" fmla="*/ 216 w 368"/>
                <a:gd name="T23" fmla="*/ 0 h 478"/>
                <a:gd name="T24" fmla="*/ 216 w 368"/>
                <a:gd name="T25" fmla="*/ 15 h 478"/>
                <a:gd name="T26" fmla="*/ 191 w 368"/>
                <a:gd name="T27" fmla="*/ 47 h 478"/>
                <a:gd name="T28" fmla="*/ 191 w 368"/>
                <a:gd name="T29" fmla="*/ 57 h 478"/>
                <a:gd name="T30" fmla="*/ 196 w 368"/>
                <a:gd name="T31" fmla="*/ 57 h 478"/>
                <a:gd name="T32" fmla="*/ 291 w 368"/>
                <a:gd name="T33" fmla="*/ 126 h 478"/>
                <a:gd name="T34" fmla="*/ 327 w 368"/>
                <a:gd name="T35" fmla="*/ 333 h 478"/>
                <a:gd name="T36" fmla="*/ 360 w 368"/>
                <a:gd name="T37" fmla="*/ 387 h 478"/>
                <a:gd name="T38" fmla="*/ 224 w 368"/>
                <a:gd name="T39" fmla="*/ 432 h 478"/>
                <a:gd name="T40" fmla="*/ 184 w 368"/>
                <a:gd name="T41" fmla="*/ 478 h 478"/>
                <a:gd name="T42" fmla="*/ 144 w 368"/>
                <a:gd name="T43" fmla="*/ 432 h 478"/>
                <a:gd name="T44" fmla="*/ 224 w 368"/>
                <a:gd name="T45" fmla="*/ 432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68" h="478">
                  <a:moveTo>
                    <a:pt x="360" y="387"/>
                  </a:moveTo>
                  <a:cubicBezTo>
                    <a:pt x="360" y="417"/>
                    <a:pt x="360" y="417"/>
                    <a:pt x="360" y="417"/>
                  </a:cubicBezTo>
                  <a:cubicBezTo>
                    <a:pt x="8" y="417"/>
                    <a:pt x="8" y="417"/>
                    <a:pt x="8" y="417"/>
                  </a:cubicBezTo>
                  <a:cubicBezTo>
                    <a:pt x="8" y="387"/>
                    <a:pt x="8" y="387"/>
                    <a:pt x="8" y="387"/>
                  </a:cubicBezTo>
                  <a:cubicBezTo>
                    <a:pt x="8" y="387"/>
                    <a:pt x="0" y="371"/>
                    <a:pt x="41" y="333"/>
                  </a:cubicBezTo>
                  <a:cubicBezTo>
                    <a:pt x="82" y="294"/>
                    <a:pt x="77" y="194"/>
                    <a:pt x="77" y="126"/>
                  </a:cubicBezTo>
                  <a:cubicBezTo>
                    <a:pt x="77" y="58"/>
                    <a:pt x="172" y="57"/>
                    <a:pt x="172" y="57"/>
                  </a:cubicBezTo>
                  <a:cubicBezTo>
                    <a:pt x="175" y="57"/>
                    <a:pt x="175" y="57"/>
                    <a:pt x="175" y="57"/>
                  </a:cubicBezTo>
                  <a:cubicBezTo>
                    <a:pt x="175" y="57"/>
                    <a:pt x="175" y="56"/>
                    <a:pt x="175" y="46"/>
                  </a:cubicBezTo>
                  <a:cubicBezTo>
                    <a:pt x="175" y="39"/>
                    <a:pt x="152" y="15"/>
                    <a:pt x="152" y="15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216" y="0"/>
                    <a:pt x="216" y="0"/>
                    <a:pt x="216" y="0"/>
                  </a:cubicBezTo>
                  <a:cubicBezTo>
                    <a:pt x="216" y="15"/>
                    <a:pt x="216" y="15"/>
                    <a:pt x="216" y="15"/>
                  </a:cubicBezTo>
                  <a:cubicBezTo>
                    <a:pt x="216" y="15"/>
                    <a:pt x="191" y="40"/>
                    <a:pt x="191" y="47"/>
                  </a:cubicBezTo>
                  <a:cubicBezTo>
                    <a:pt x="191" y="54"/>
                    <a:pt x="191" y="56"/>
                    <a:pt x="191" y="57"/>
                  </a:cubicBezTo>
                  <a:cubicBezTo>
                    <a:pt x="196" y="57"/>
                    <a:pt x="196" y="57"/>
                    <a:pt x="196" y="57"/>
                  </a:cubicBezTo>
                  <a:cubicBezTo>
                    <a:pt x="196" y="57"/>
                    <a:pt x="291" y="58"/>
                    <a:pt x="291" y="126"/>
                  </a:cubicBezTo>
                  <a:cubicBezTo>
                    <a:pt x="291" y="194"/>
                    <a:pt x="286" y="294"/>
                    <a:pt x="327" y="333"/>
                  </a:cubicBezTo>
                  <a:cubicBezTo>
                    <a:pt x="368" y="371"/>
                    <a:pt x="360" y="387"/>
                    <a:pt x="360" y="387"/>
                  </a:cubicBezTo>
                  <a:close/>
                  <a:moveTo>
                    <a:pt x="224" y="432"/>
                  </a:moveTo>
                  <a:cubicBezTo>
                    <a:pt x="224" y="454"/>
                    <a:pt x="206" y="478"/>
                    <a:pt x="184" y="478"/>
                  </a:cubicBezTo>
                  <a:cubicBezTo>
                    <a:pt x="162" y="478"/>
                    <a:pt x="144" y="454"/>
                    <a:pt x="144" y="432"/>
                  </a:cubicBezTo>
                  <a:cubicBezTo>
                    <a:pt x="144" y="433"/>
                    <a:pt x="224" y="432"/>
                    <a:pt x="224" y="4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11" name="Freeform 40"/>
            <p:cNvSpPr>
              <a:spLocks noEditPoints="1"/>
            </p:cNvSpPr>
            <p:nvPr/>
          </p:nvSpPr>
          <p:spPr bwMode="auto">
            <a:xfrm rot="20700000">
              <a:off x="5421039" y="3153522"/>
              <a:ext cx="671546" cy="705549"/>
            </a:xfrm>
            <a:custGeom>
              <a:avLst/>
              <a:gdLst>
                <a:gd name="T0" fmla="*/ 605 w 869"/>
                <a:gd name="T1" fmla="*/ 913 h 913"/>
                <a:gd name="T2" fmla="*/ 869 w 869"/>
                <a:gd name="T3" fmla="*/ 790 h 913"/>
                <a:gd name="T4" fmla="*/ 869 w 869"/>
                <a:gd name="T5" fmla="*/ 0 h 913"/>
                <a:gd name="T6" fmla="*/ 605 w 869"/>
                <a:gd name="T7" fmla="*/ 123 h 913"/>
                <a:gd name="T8" fmla="*/ 605 w 869"/>
                <a:gd name="T9" fmla="*/ 913 h 913"/>
                <a:gd name="T10" fmla="*/ 302 w 869"/>
                <a:gd name="T11" fmla="*/ 790 h 913"/>
                <a:gd name="T12" fmla="*/ 567 w 869"/>
                <a:gd name="T13" fmla="*/ 901 h 913"/>
                <a:gd name="T14" fmla="*/ 567 w 869"/>
                <a:gd name="T15" fmla="*/ 109 h 913"/>
                <a:gd name="T16" fmla="*/ 302 w 869"/>
                <a:gd name="T17" fmla="*/ 0 h 913"/>
                <a:gd name="T18" fmla="*/ 302 w 869"/>
                <a:gd name="T19" fmla="*/ 790 h 913"/>
                <a:gd name="T20" fmla="*/ 0 w 869"/>
                <a:gd name="T21" fmla="*/ 123 h 913"/>
                <a:gd name="T22" fmla="*/ 0 w 869"/>
                <a:gd name="T23" fmla="*/ 913 h 913"/>
                <a:gd name="T24" fmla="*/ 264 w 869"/>
                <a:gd name="T25" fmla="*/ 804 h 913"/>
                <a:gd name="T26" fmla="*/ 264 w 869"/>
                <a:gd name="T27" fmla="*/ 12 h 913"/>
                <a:gd name="T28" fmla="*/ 0 w 869"/>
                <a:gd name="T29" fmla="*/ 123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69" h="913">
                  <a:moveTo>
                    <a:pt x="605" y="913"/>
                  </a:moveTo>
                  <a:lnTo>
                    <a:pt x="869" y="790"/>
                  </a:lnTo>
                  <a:lnTo>
                    <a:pt x="869" y="0"/>
                  </a:lnTo>
                  <a:lnTo>
                    <a:pt x="605" y="123"/>
                  </a:lnTo>
                  <a:lnTo>
                    <a:pt x="605" y="913"/>
                  </a:lnTo>
                  <a:close/>
                  <a:moveTo>
                    <a:pt x="302" y="790"/>
                  </a:moveTo>
                  <a:lnTo>
                    <a:pt x="567" y="901"/>
                  </a:lnTo>
                  <a:lnTo>
                    <a:pt x="567" y="109"/>
                  </a:lnTo>
                  <a:lnTo>
                    <a:pt x="302" y="0"/>
                  </a:lnTo>
                  <a:lnTo>
                    <a:pt x="302" y="790"/>
                  </a:lnTo>
                  <a:close/>
                  <a:moveTo>
                    <a:pt x="0" y="123"/>
                  </a:moveTo>
                  <a:lnTo>
                    <a:pt x="0" y="913"/>
                  </a:lnTo>
                  <a:lnTo>
                    <a:pt x="264" y="804"/>
                  </a:lnTo>
                  <a:lnTo>
                    <a:pt x="264" y="12"/>
                  </a:lnTo>
                  <a:lnTo>
                    <a:pt x="0" y="1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12" name="Freeform 42"/>
            <p:cNvSpPr>
              <a:spLocks noEditPoints="1"/>
            </p:cNvSpPr>
            <p:nvPr/>
          </p:nvSpPr>
          <p:spPr bwMode="auto">
            <a:xfrm rot="20700000">
              <a:off x="9516914" y="1815664"/>
              <a:ext cx="427348" cy="751143"/>
            </a:xfrm>
            <a:custGeom>
              <a:avLst/>
              <a:gdLst>
                <a:gd name="T0" fmla="*/ 303 w 553"/>
                <a:gd name="T1" fmla="*/ 222 h 972"/>
                <a:gd name="T2" fmla="*/ 350 w 553"/>
                <a:gd name="T3" fmla="*/ 0 h 972"/>
                <a:gd name="T4" fmla="*/ 111 w 553"/>
                <a:gd name="T5" fmla="*/ 0 h 972"/>
                <a:gd name="T6" fmla="*/ 161 w 553"/>
                <a:gd name="T7" fmla="*/ 222 h 972"/>
                <a:gd name="T8" fmla="*/ 303 w 553"/>
                <a:gd name="T9" fmla="*/ 222 h 972"/>
                <a:gd name="T10" fmla="*/ 158 w 553"/>
                <a:gd name="T11" fmla="*/ 265 h 972"/>
                <a:gd name="T12" fmla="*/ 0 w 553"/>
                <a:gd name="T13" fmla="*/ 771 h 972"/>
                <a:gd name="T14" fmla="*/ 241 w 553"/>
                <a:gd name="T15" fmla="*/ 972 h 972"/>
                <a:gd name="T16" fmla="*/ 461 w 553"/>
                <a:gd name="T17" fmla="*/ 771 h 972"/>
                <a:gd name="T18" fmla="*/ 307 w 553"/>
                <a:gd name="T19" fmla="*/ 265 h 972"/>
                <a:gd name="T20" fmla="*/ 158 w 553"/>
                <a:gd name="T21" fmla="*/ 265 h 972"/>
                <a:gd name="T22" fmla="*/ 376 w 553"/>
                <a:gd name="T23" fmla="*/ 336 h 972"/>
                <a:gd name="T24" fmla="*/ 487 w 553"/>
                <a:gd name="T25" fmla="*/ 641 h 972"/>
                <a:gd name="T26" fmla="*/ 553 w 553"/>
                <a:gd name="T27" fmla="*/ 641 h 972"/>
                <a:gd name="T28" fmla="*/ 553 w 553"/>
                <a:gd name="T29" fmla="*/ 572 h 972"/>
                <a:gd name="T30" fmla="*/ 376 w 553"/>
                <a:gd name="T31" fmla="*/ 336 h 9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53" h="972">
                  <a:moveTo>
                    <a:pt x="303" y="222"/>
                  </a:moveTo>
                  <a:lnTo>
                    <a:pt x="350" y="0"/>
                  </a:lnTo>
                  <a:lnTo>
                    <a:pt x="111" y="0"/>
                  </a:lnTo>
                  <a:lnTo>
                    <a:pt x="161" y="222"/>
                  </a:lnTo>
                  <a:lnTo>
                    <a:pt x="303" y="222"/>
                  </a:lnTo>
                  <a:close/>
                  <a:moveTo>
                    <a:pt x="158" y="265"/>
                  </a:moveTo>
                  <a:lnTo>
                    <a:pt x="0" y="771"/>
                  </a:lnTo>
                  <a:lnTo>
                    <a:pt x="241" y="972"/>
                  </a:lnTo>
                  <a:lnTo>
                    <a:pt x="461" y="771"/>
                  </a:lnTo>
                  <a:lnTo>
                    <a:pt x="307" y="265"/>
                  </a:lnTo>
                  <a:lnTo>
                    <a:pt x="158" y="265"/>
                  </a:lnTo>
                  <a:close/>
                  <a:moveTo>
                    <a:pt x="376" y="336"/>
                  </a:moveTo>
                  <a:lnTo>
                    <a:pt x="487" y="641"/>
                  </a:lnTo>
                  <a:lnTo>
                    <a:pt x="553" y="641"/>
                  </a:lnTo>
                  <a:lnTo>
                    <a:pt x="553" y="572"/>
                  </a:lnTo>
                  <a:lnTo>
                    <a:pt x="376" y="33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13" name="Freeform 43"/>
            <p:cNvSpPr>
              <a:spLocks noEditPoints="1"/>
            </p:cNvSpPr>
            <p:nvPr/>
          </p:nvSpPr>
          <p:spPr bwMode="auto">
            <a:xfrm>
              <a:off x="7138616" y="4845674"/>
              <a:ext cx="723323" cy="727187"/>
            </a:xfrm>
            <a:custGeom>
              <a:avLst/>
              <a:gdLst>
                <a:gd name="T0" fmla="*/ 261 w 396"/>
                <a:gd name="T1" fmla="*/ 199 h 398"/>
                <a:gd name="T2" fmla="*/ 315 w 396"/>
                <a:gd name="T3" fmla="*/ 38 h 398"/>
                <a:gd name="T4" fmla="*/ 197 w 396"/>
                <a:gd name="T5" fmla="*/ 0 h 398"/>
                <a:gd name="T6" fmla="*/ 80 w 396"/>
                <a:gd name="T7" fmla="*/ 38 h 398"/>
                <a:gd name="T8" fmla="*/ 134 w 396"/>
                <a:gd name="T9" fmla="*/ 199 h 398"/>
                <a:gd name="T10" fmla="*/ 80 w 396"/>
                <a:gd name="T11" fmla="*/ 360 h 398"/>
                <a:gd name="T12" fmla="*/ 197 w 396"/>
                <a:gd name="T13" fmla="*/ 398 h 398"/>
                <a:gd name="T14" fmla="*/ 315 w 396"/>
                <a:gd name="T15" fmla="*/ 360 h 398"/>
                <a:gd name="T16" fmla="*/ 261 w 396"/>
                <a:gd name="T17" fmla="*/ 199 h 398"/>
                <a:gd name="T18" fmla="*/ 66 w 396"/>
                <a:gd name="T19" fmla="*/ 48 h 398"/>
                <a:gd name="T20" fmla="*/ 0 w 396"/>
                <a:gd name="T21" fmla="*/ 200 h 398"/>
                <a:gd name="T22" fmla="*/ 67 w 396"/>
                <a:gd name="T23" fmla="*/ 347 h 398"/>
                <a:gd name="T24" fmla="*/ 116 w 396"/>
                <a:gd name="T25" fmla="*/ 200 h 398"/>
                <a:gd name="T26" fmla="*/ 66 w 396"/>
                <a:gd name="T27" fmla="*/ 48 h 398"/>
                <a:gd name="T28" fmla="*/ 328 w 396"/>
                <a:gd name="T29" fmla="*/ 51 h 398"/>
                <a:gd name="T30" fmla="*/ 278 w 396"/>
                <a:gd name="T31" fmla="*/ 200 h 398"/>
                <a:gd name="T32" fmla="*/ 327 w 396"/>
                <a:gd name="T33" fmla="*/ 347 h 398"/>
                <a:gd name="T34" fmla="*/ 396 w 396"/>
                <a:gd name="T35" fmla="*/ 200 h 398"/>
                <a:gd name="T36" fmla="*/ 328 w 396"/>
                <a:gd name="T37" fmla="*/ 51 h 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6" h="398">
                  <a:moveTo>
                    <a:pt x="261" y="199"/>
                  </a:moveTo>
                  <a:cubicBezTo>
                    <a:pt x="261" y="96"/>
                    <a:pt x="315" y="38"/>
                    <a:pt x="315" y="38"/>
                  </a:cubicBezTo>
                  <a:cubicBezTo>
                    <a:pt x="315" y="38"/>
                    <a:pt x="267" y="0"/>
                    <a:pt x="197" y="0"/>
                  </a:cubicBezTo>
                  <a:cubicBezTo>
                    <a:pt x="127" y="0"/>
                    <a:pt x="80" y="38"/>
                    <a:pt x="80" y="38"/>
                  </a:cubicBezTo>
                  <a:cubicBezTo>
                    <a:pt x="80" y="38"/>
                    <a:pt x="134" y="82"/>
                    <a:pt x="134" y="199"/>
                  </a:cubicBezTo>
                  <a:cubicBezTo>
                    <a:pt x="134" y="312"/>
                    <a:pt x="80" y="360"/>
                    <a:pt x="80" y="360"/>
                  </a:cubicBezTo>
                  <a:cubicBezTo>
                    <a:pt x="80" y="360"/>
                    <a:pt x="136" y="398"/>
                    <a:pt x="197" y="398"/>
                  </a:cubicBezTo>
                  <a:cubicBezTo>
                    <a:pt x="260" y="398"/>
                    <a:pt x="315" y="360"/>
                    <a:pt x="315" y="360"/>
                  </a:cubicBezTo>
                  <a:cubicBezTo>
                    <a:pt x="315" y="360"/>
                    <a:pt x="261" y="310"/>
                    <a:pt x="261" y="199"/>
                  </a:cubicBezTo>
                  <a:close/>
                  <a:moveTo>
                    <a:pt x="66" y="48"/>
                  </a:moveTo>
                  <a:cubicBezTo>
                    <a:pt x="66" y="48"/>
                    <a:pt x="0" y="89"/>
                    <a:pt x="0" y="200"/>
                  </a:cubicBezTo>
                  <a:cubicBezTo>
                    <a:pt x="0" y="310"/>
                    <a:pt x="67" y="347"/>
                    <a:pt x="67" y="347"/>
                  </a:cubicBezTo>
                  <a:cubicBezTo>
                    <a:pt x="67" y="347"/>
                    <a:pt x="116" y="310"/>
                    <a:pt x="116" y="200"/>
                  </a:cubicBezTo>
                  <a:cubicBezTo>
                    <a:pt x="116" y="89"/>
                    <a:pt x="66" y="48"/>
                    <a:pt x="66" y="48"/>
                  </a:cubicBezTo>
                  <a:close/>
                  <a:moveTo>
                    <a:pt x="328" y="51"/>
                  </a:moveTo>
                  <a:cubicBezTo>
                    <a:pt x="328" y="51"/>
                    <a:pt x="278" y="89"/>
                    <a:pt x="278" y="200"/>
                  </a:cubicBezTo>
                  <a:cubicBezTo>
                    <a:pt x="278" y="310"/>
                    <a:pt x="327" y="347"/>
                    <a:pt x="327" y="347"/>
                  </a:cubicBezTo>
                  <a:cubicBezTo>
                    <a:pt x="327" y="347"/>
                    <a:pt x="396" y="310"/>
                    <a:pt x="396" y="200"/>
                  </a:cubicBezTo>
                  <a:cubicBezTo>
                    <a:pt x="396" y="89"/>
                    <a:pt x="328" y="51"/>
                    <a:pt x="328" y="5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14" name="Freeform 44"/>
            <p:cNvSpPr>
              <a:spLocks noEditPoints="1"/>
            </p:cNvSpPr>
            <p:nvPr/>
          </p:nvSpPr>
          <p:spPr bwMode="auto">
            <a:xfrm>
              <a:off x="10594960" y="3638898"/>
              <a:ext cx="821466" cy="823784"/>
            </a:xfrm>
            <a:custGeom>
              <a:avLst/>
              <a:gdLst>
                <a:gd name="T0" fmla="*/ 429 w 450"/>
                <a:gd name="T1" fmla="*/ 132 h 451"/>
                <a:gd name="T2" fmla="*/ 373 w 450"/>
                <a:gd name="T3" fmla="*/ 325 h 451"/>
                <a:gd name="T4" fmla="*/ 259 w 450"/>
                <a:gd name="T5" fmla="*/ 260 h 451"/>
                <a:gd name="T6" fmla="*/ 378 w 450"/>
                <a:gd name="T7" fmla="*/ 190 h 451"/>
                <a:gd name="T8" fmla="*/ 373 w 450"/>
                <a:gd name="T9" fmla="*/ 325 h 451"/>
                <a:gd name="T10" fmla="*/ 133 w 450"/>
                <a:gd name="T11" fmla="*/ 188 h 451"/>
                <a:gd name="T12" fmla="*/ 258 w 450"/>
                <a:gd name="T13" fmla="*/ 119 h 451"/>
                <a:gd name="T14" fmla="*/ 258 w 450"/>
                <a:gd name="T15" fmla="*/ 259 h 451"/>
                <a:gd name="T16" fmla="*/ 174 w 450"/>
                <a:gd name="T17" fmla="*/ 119 h 451"/>
                <a:gd name="T18" fmla="*/ 184 w 450"/>
                <a:gd name="T19" fmla="*/ 15 h 451"/>
                <a:gd name="T20" fmla="*/ 294 w 450"/>
                <a:gd name="T21" fmla="*/ 60 h 451"/>
                <a:gd name="T22" fmla="*/ 174 w 450"/>
                <a:gd name="T23" fmla="*/ 119 h 451"/>
                <a:gd name="T24" fmla="*/ 69 w 450"/>
                <a:gd name="T25" fmla="*/ 320 h 451"/>
                <a:gd name="T26" fmla="*/ 65 w 450"/>
                <a:gd name="T27" fmla="*/ 191 h 451"/>
                <a:gd name="T28" fmla="*/ 171 w 450"/>
                <a:gd name="T29" fmla="*/ 260 h 451"/>
                <a:gd name="T30" fmla="*/ 366 w 450"/>
                <a:gd name="T31" fmla="*/ 69 h 451"/>
                <a:gd name="T32" fmla="*/ 429 w 450"/>
                <a:gd name="T33" fmla="*/ 132 h 451"/>
                <a:gd name="T34" fmla="*/ 366 w 450"/>
                <a:gd name="T35" fmla="*/ 69 h 451"/>
                <a:gd name="T36" fmla="*/ 257 w 450"/>
                <a:gd name="T37" fmla="*/ 13 h 451"/>
                <a:gd name="T38" fmla="*/ 177 w 450"/>
                <a:gd name="T39" fmla="*/ 7 h 451"/>
                <a:gd name="T40" fmla="*/ 142 w 450"/>
                <a:gd name="T41" fmla="*/ 65 h 451"/>
                <a:gd name="T42" fmla="*/ 75 w 450"/>
                <a:gd name="T43" fmla="*/ 59 h 451"/>
                <a:gd name="T44" fmla="*/ 225 w 450"/>
                <a:gd name="T45" fmla="*/ 1 h 451"/>
                <a:gd name="T46" fmla="*/ 365 w 450"/>
                <a:gd name="T47" fmla="*/ 68 h 451"/>
                <a:gd name="T48" fmla="*/ 43 w 450"/>
                <a:gd name="T49" fmla="*/ 134 h 451"/>
                <a:gd name="T50" fmla="*/ 18 w 450"/>
                <a:gd name="T51" fmla="*/ 141 h 451"/>
                <a:gd name="T52" fmla="*/ 64 w 450"/>
                <a:gd name="T53" fmla="*/ 190 h 451"/>
                <a:gd name="T54" fmla="*/ 3 w 450"/>
                <a:gd name="T55" fmla="*/ 254 h 451"/>
                <a:gd name="T56" fmla="*/ 69 w 450"/>
                <a:gd name="T57" fmla="*/ 321 h 451"/>
                <a:gd name="T58" fmla="*/ 177 w 450"/>
                <a:gd name="T59" fmla="*/ 390 h 451"/>
                <a:gd name="T60" fmla="*/ 0 w 450"/>
                <a:gd name="T61" fmla="*/ 226 h 451"/>
                <a:gd name="T62" fmla="*/ 80 w 450"/>
                <a:gd name="T63" fmla="*/ 76 h 451"/>
                <a:gd name="T64" fmla="*/ 255 w 450"/>
                <a:gd name="T65" fmla="*/ 393 h 451"/>
                <a:gd name="T66" fmla="*/ 290 w 450"/>
                <a:gd name="T67" fmla="*/ 440 h 451"/>
                <a:gd name="T68" fmla="*/ 298 w 450"/>
                <a:gd name="T69" fmla="*/ 330 h 451"/>
                <a:gd name="T70" fmla="*/ 393 w 450"/>
                <a:gd name="T71" fmla="*/ 373 h 451"/>
                <a:gd name="T72" fmla="*/ 412 w 450"/>
                <a:gd name="T73" fmla="*/ 257 h 451"/>
                <a:gd name="T74" fmla="*/ 406 w 450"/>
                <a:gd name="T75" fmla="*/ 129 h 451"/>
                <a:gd name="T76" fmla="*/ 430 w 450"/>
                <a:gd name="T77" fmla="*/ 132 h 451"/>
                <a:gd name="T78" fmla="*/ 225 w 450"/>
                <a:gd name="T79" fmla="*/ 451 h 451"/>
                <a:gd name="T80" fmla="*/ 178 w 450"/>
                <a:gd name="T81" fmla="*/ 391 h 451"/>
                <a:gd name="T82" fmla="*/ 149 w 450"/>
                <a:gd name="T83" fmla="*/ 438 h 451"/>
                <a:gd name="T84" fmla="*/ 148 w 450"/>
                <a:gd name="T85" fmla="*/ 437 h 451"/>
                <a:gd name="T86" fmla="*/ 74 w 450"/>
                <a:gd name="T87" fmla="*/ 59 h 451"/>
                <a:gd name="T88" fmla="*/ 74 w 450"/>
                <a:gd name="T89" fmla="*/ 59 h 451"/>
                <a:gd name="T90" fmla="*/ 373 w 450"/>
                <a:gd name="T91" fmla="*/ 55 h 451"/>
                <a:gd name="T92" fmla="*/ 371 w 450"/>
                <a:gd name="T93" fmla="*/ 55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50" h="451">
                  <a:moveTo>
                    <a:pt x="430" y="132"/>
                  </a:moveTo>
                  <a:cubicBezTo>
                    <a:pt x="430" y="132"/>
                    <a:pt x="429" y="132"/>
                    <a:pt x="429" y="132"/>
                  </a:cubicBezTo>
                  <a:cubicBezTo>
                    <a:pt x="430" y="132"/>
                    <a:pt x="430" y="132"/>
                    <a:pt x="430" y="132"/>
                  </a:cubicBezTo>
                  <a:close/>
                  <a:moveTo>
                    <a:pt x="373" y="325"/>
                  </a:moveTo>
                  <a:cubicBezTo>
                    <a:pt x="298" y="329"/>
                    <a:pt x="298" y="329"/>
                    <a:pt x="298" y="329"/>
                  </a:cubicBezTo>
                  <a:cubicBezTo>
                    <a:pt x="259" y="260"/>
                    <a:pt x="259" y="260"/>
                    <a:pt x="259" y="260"/>
                  </a:cubicBezTo>
                  <a:cubicBezTo>
                    <a:pt x="300" y="187"/>
                    <a:pt x="300" y="187"/>
                    <a:pt x="300" y="187"/>
                  </a:cubicBezTo>
                  <a:cubicBezTo>
                    <a:pt x="378" y="190"/>
                    <a:pt x="378" y="190"/>
                    <a:pt x="378" y="190"/>
                  </a:cubicBezTo>
                  <a:cubicBezTo>
                    <a:pt x="411" y="258"/>
                    <a:pt x="411" y="258"/>
                    <a:pt x="411" y="258"/>
                  </a:cubicBezTo>
                  <a:lnTo>
                    <a:pt x="373" y="325"/>
                  </a:lnTo>
                  <a:close/>
                  <a:moveTo>
                    <a:pt x="172" y="259"/>
                  </a:moveTo>
                  <a:cubicBezTo>
                    <a:pt x="133" y="188"/>
                    <a:pt x="133" y="188"/>
                    <a:pt x="133" y="188"/>
                  </a:cubicBezTo>
                  <a:cubicBezTo>
                    <a:pt x="174" y="120"/>
                    <a:pt x="174" y="120"/>
                    <a:pt x="174" y="120"/>
                  </a:cubicBezTo>
                  <a:cubicBezTo>
                    <a:pt x="258" y="119"/>
                    <a:pt x="258" y="119"/>
                    <a:pt x="258" y="119"/>
                  </a:cubicBezTo>
                  <a:cubicBezTo>
                    <a:pt x="299" y="187"/>
                    <a:pt x="299" y="187"/>
                    <a:pt x="299" y="187"/>
                  </a:cubicBezTo>
                  <a:cubicBezTo>
                    <a:pt x="258" y="259"/>
                    <a:pt x="258" y="259"/>
                    <a:pt x="258" y="259"/>
                  </a:cubicBezTo>
                  <a:lnTo>
                    <a:pt x="172" y="259"/>
                  </a:lnTo>
                  <a:close/>
                  <a:moveTo>
                    <a:pt x="174" y="119"/>
                  </a:moveTo>
                  <a:cubicBezTo>
                    <a:pt x="143" y="65"/>
                    <a:pt x="143" y="65"/>
                    <a:pt x="143" y="65"/>
                  </a:cubicBezTo>
                  <a:cubicBezTo>
                    <a:pt x="184" y="15"/>
                    <a:pt x="184" y="15"/>
                    <a:pt x="184" y="15"/>
                  </a:cubicBezTo>
                  <a:cubicBezTo>
                    <a:pt x="256" y="13"/>
                    <a:pt x="256" y="13"/>
                    <a:pt x="256" y="13"/>
                  </a:cubicBezTo>
                  <a:cubicBezTo>
                    <a:pt x="294" y="60"/>
                    <a:pt x="294" y="60"/>
                    <a:pt x="294" y="60"/>
                  </a:cubicBezTo>
                  <a:cubicBezTo>
                    <a:pt x="257" y="117"/>
                    <a:pt x="257" y="117"/>
                    <a:pt x="257" y="117"/>
                  </a:cubicBezTo>
                  <a:lnTo>
                    <a:pt x="174" y="119"/>
                  </a:lnTo>
                  <a:close/>
                  <a:moveTo>
                    <a:pt x="135" y="326"/>
                  </a:moveTo>
                  <a:cubicBezTo>
                    <a:pt x="69" y="320"/>
                    <a:pt x="69" y="320"/>
                    <a:pt x="69" y="320"/>
                  </a:cubicBezTo>
                  <a:cubicBezTo>
                    <a:pt x="37" y="256"/>
                    <a:pt x="37" y="256"/>
                    <a:pt x="37" y="256"/>
                  </a:cubicBezTo>
                  <a:cubicBezTo>
                    <a:pt x="65" y="191"/>
                    <a:pt x="65" y="191"/>
                    <a:pt x="65" y="191"/>
                  </a:cubicBezTo>
                  <a:cubicBezTo>
                    <a:pt x="132" y="189"/>
                    <a:pt x="132" y="189"/>
                    <a:pt x="132" y="189"/>
                  </a:cubicBezTo>
                  <a:cubicBezTo>
                    <a:pt x="171" y="260"/>
                    <a:pt x="171" y="260"/>
                    <a:pt x="171" y="260"/>
                  </a:cubicBezTo>
                  <a:lnTo>
                    <a:pt x="135" y="326"/>
                  </a:lnTo>
                  <a:close/>
                  <a:moveTo>
                    <a:pt x="366" y="69"/>
                  </a:moveTo>
                  <a:cubicBezTo>
                    <a:pt x="372" y="56"/>
                    <a:pt x="372" y="56"/>
                    <a:pt x="372" y="56"/>
                  </a:cubicBezTo>
                  <a:cubicBezTo>
                    <a:pt x="396" y="77"/>
                    <a:pt x="416" y="103"/>
                    <a:pt x="429" y="132"/>
                  </a:cubicBezTo>
                  <a:cubicBezTo>
                    <a:pt x="406" y="128"/>
                    <a:pt x="406" y="128"/>
                    <a:pt x="406" y="128"/>
                  </a:cubicBezTo>
                  <a:lnTo>
                    <a:pt x="366" y="69"/>
                  </a:lnTo>
                  <a:close/>
                  <a:moveTo>
                    <a:pt x="295" y="60"/>
                  </a:moveTo>
                  <a:cubicBezTo>
                    <a:pt x="257" y="13"/>
                    <a:pt x="257" y="13"/>
                    <a:pt x="257" y="13"/>
                  </a:cubicBezTo>
                  <a:cubicBezTo>
                    <a:pt x="258" y="12"/>
                    <a:pt x="263" y="5"/>
                    <a:pt x="263" y="5"/>
                  </a:cubicBezTo>
                  <a:cubicBezTo>
                    <a:pt x="229" y="0"/>
                    <a:pt x="198" y="2"/>
                    <a:pt x="177" y="7"/>
                  </a:cubicBezTo>
                  <a:cubicBezTo>
                    <a:pt x="177" y="7"/>
                    <a:pt x="182" y="14"/>
                    <a:pt x="183" y="15"/>
                  </a:cubicBezTo>
                  <a:cubicBezTo>
                    <a:pt x="142" y="65"/>
                    <a:pt x="142" y="65"/>
                    <a:pt x="142" y="65"/>
                  </a:cubicBezTo>
                  <a:cubicBezTo>
                    <a:pt x="81" y="75"/>
                    <a:pt x="81" y="75"/>
                    <a:pt x="81" y="75"/>
                  </a:cubicBezTo>
                  <a:cubicBezTo>
                    <a:pt x="75" y="59"/>
                    <a:pt x="75" y="59"/>
                    <a:pt x="75" y="59"/>
                  </a:cubicBezTo>
                  <a:cubicBezTo>
                    <a:pt x="74" y="59"/>
                    <a:pt x="74" y="59"/>
                    <a:pt x="74" y="59"/>
                  </a:cubicBezTo>
                  <a:cubicBezTo>
                    <a:pt x="114" y="23"/>
                    <a:pt x="167" y="1"/>
                    <a:pt x="225" y="1"/>
                  </a:cubicBezTo>
                  <a:cubicBezTo>
                    <a:pt x="281" y="1"/>
                    <a:pt x="332" y="21"/>
                    <a:pt x="371" y="55"/>
                  </a:cubicBezTo>
                  <a:cubicBezTo>
                    <a:pt x="365" y="68"/>
                    <a:pt x="365" y="68"/>
                    <a:pt x="365" y="68"/>
                  </a:cubicBezTo>
                  <a:lnTo>
                    <a:pt x="295" y="60"/>
                  </a:lnTo>
                  <a:close/>
                  <a:moveTo>
                    <a:pt x="43" y="134"/>
                  </a:moveTo>
                  <a:cubicBezTo>
                    <a:pt x="17" y="140"/>
                    <a:pt x="17" y="140"/>
                    <a:pt x="17" y="140"/>
                  </a:cubicBezTo>
                  <a:cubicBezTo>
                    <a:pt x="18" y="141"/>
                    <a:pt x="18" y="141"/>
                    <a:pt x="18" y="141"/>
                  </a:cubicBezTo>
                  <a:cubicBezTo>
                    <a:pt x="43" y="135"/>
                    <a:pt x="43" y="135"/>
                    <a:pt x="43" y="135"/>
                  </a:cubicBezTo>
                  <a:cubicBezTo>
                    <a:pt x="64" y="190"/>
                    <a:pt x="64" y="190"/>
                    <a:pt x="64" y="190"/>
                  </a:cubicBezTo>
                  <a:cubicBezTo>
                    <a:pt x="36" y="255"/>
                    <a:pt x="36" y="255"/>
                    <a:pt x="36" y="255"/>
                  </a:cubicBezTo>
                  <a:cubicBezTo>
                    <a:pt x="32" y="255"/>
                    <a:pt x="3" y="252"/>
                    <a:pt x="3" y="254"/>
                  </a:cubicBezTo>
                  <a:cubicBezTo>
                    <a:pt x="8" y="297"/>
                    <a:pt x="24" y="334"/>
                    <a:pt x="52" y="369"/>
                  </a:cubicBezTo>
                  <a:cubicBezTo>
                    <a:pt x="69" y="321"/>
                    <a:pt x="69" y="321"/>
                    <a:pt x="69" y="321"/>
                  </a:cubicBezTo>
                  <a:cubicBezTo>
                    <a:pt x="135" y="327"/>
                    <a:pt x="135" y="327"/>
                    <a:pt x="135" y="327"/>
                  </a:cubicBezTo>
                  <a:cubicBezTo>
                    <a:pt x="177" y="390"/>
                    <a:pt x="177" y="390"/>
                    <a:pt x="177" y="390"/>
                  </a:cubicBezTo>
                  <a:cubicBezTo>
                    <a:pt x="148" y="437"/>
                    <a:pt x="148" y="437"/>
                    <a:pt x="148" y="437"/>
                  </a:cubicBezTo>
                  <a:cubicBezTo>
                    <a:pt x="62" y="406"/>
                    <a:pt x="0" y="323"/>
                    <a:pt x="0" y="226"/>
                  </a:cubicBezTo>
                  <a:cubicBezTo>
                    <a:pt x="0" y="160"/>
                    <a:pt x="29" y="100"/>
                    <a:pt x="74" y="59"/>
                  </a:cubicBezTo>
                  <a:cubicBezTo>
                    <a:pt x="80" y="76"/>
                    <a:pt x="80" y="76"/>
                    <a:pt x="80" y="76"/>
                  </a:cubicBezTo>
                  <a:cubicBezTo>
                    <a:pt x="43" y="134"/>
                    <a:pt x="43" y="134"/>
                    <a:pt x="43" y="134"/>
                  </a:cubicBezTo>
                  <a:close/>
                  <a:moveTo>
                    <a:pt x="255" y="393"/>
                  </a:moveTo>
                  <a:cubicBezTo>
                    <a:pt x="289" y="441"/>
                    <a:pt x="289" y="441"/>
                    <a:pt x="289" y="441"/>
                  </a:cubicBezTo>
                  <a:cubicBezTo>
                    <a:pt x="290" y="440"/>
                    <a:pt x="290" y="440"/>
                    <a:pt x="290" y="440"/>
                  </a:cubicBezTo>
                  <a:cubicBezTo>
                    <a:pt x="256" y="393"/>
                    <a:pt x="256" y="393"/>
                    <a:pt x="256" y="393"/>
                  </a:cubicBezTo>
                  <a:cubicBezTo>
                    <a:pt x="298" y="330"/>
                    <a:pt x="298" y="330"/>
                    <a:pt x="298" y="330"/>
                  </a:cubicBezTo>
                  <a:cubicBezTo>
                    <a:pt x="373" y="327"/>
                    <a:pt x="373" y="327"/>
                    <a:pt x="373" y="327"/>
                  </a:cubicBezTo>
                  <a:cubicBezTo>
                    <a:pt x="374" y="330"/>
                    <a:pt x="394" y="373"/>
                    <a:pt x="393" y="373"/>
                  </a:cubicBezTo>
                  <a:cubicBezTo>
                    <a:pt x="425" y="336"/>
                    <a:pt x="441" y="299"/>
                    <a:pt x="446" y="257"/>
                  </a:cubicBezTo>
                  <a:cubicBezTo>
                    <a:pt x="446" y="257"/>
                    <a:pt x="416" y="257"/>
                    <a:pt x="412" y="257"/>
                  </a:cubicBezTo>
                  <a:cubicBezTo>
                    <a:pt x="379" y="189"/>
                    <a:pt x="379" y="189"/>
                    <a:pt x="379" y="189"/>
                  </a:cubicBezTo>
                  <a:cubicBezTo>
                    <a:pt x="406" y="129"/>
                    <a:pt x="406" y="129"/>
                    <a:pt x="406" y="129"/>
                  </a:cubicBezTo>
                  <a:cubicBezTo>
                    <a:pt x="430" y="133"/>
                    <a:pt x="430" y="133"/>
                    <a:pt x="430" y="133"/>
                  </a:cubicBezTo>
                  <a:cubicBezTo>
                    <a:pt x="430" y="132"/>
                    <a:pt x="430" y="132"/>
                    <a:pt x="430" y="132"/>
                  </a:cubicBezTo>
                  <a:cubicBezTo>
                    <a:pt x="443" y="161"/>
                    <a:pt x="450" y="193"/>
                    <a:pt x="450" y="226"/>
                  </a:cubicBezTo>
                  <a:cubicBezTo>
                    <a:pt x="450" y="350"/>
                    <a:pt x="349" y="451"/>
                    <a:pt x="225" y="451"/>
                  </a:cubicBezTo>
                  <a:cubicBezTo>
                    <a:pt x="198" y="451"/>
                    <a:pt x="173" y="446"/>
                    <a:pt x="149" y="438"/>
                  </a:cubicBezTo>
                  <a:cubicBezTo>
                    <a:pt x="178" y="391"/>
                    <a:pt x="178" y="391"/>
                    <a:pt x="178" y="391"/>
                  </a:cubicBezTo>
                  <a:lnTo>
                    <a:pt x="255" y="393"/>
                  </a:lnTo>
                  <a:close/>
                  <a:moveTo>
                    <a:pt x="149" y="438"/>
                  </a:moveTo>
                  <a:cubicBezTo>
                    <a:pt x="148" y="438"/>
                    <a:pt x="148" y="438"/>
                    <a:pt x="148" y="438"/>
                  </a:cubicBezTo>
                  <a:cubicBezTo>
                    <a:pt x="148" y="437"/>
                    <a:pt x="148" y="437"/>
                    <a:pt x="148" y="437"/>
                  </a:cubicBezTo>
                  <a:cubicBezTo>
                    <a:pt x="148" y="437"/>
                    <a:pt x="149" y="438"/>
                    <a:pt x="149" y="438"/>
                  </a:cubicBezTo>
                  <a:close/>
                  <a:moveTo>
                    <a:pt x="74" y="59"/>
                  </a:moveTo>
                  <a:cubicBezTo>
                    <a:pt x="74" y="59"/>
                    <a:pt x="74" y="59"/>
                    <a:pt x="74" y="59"/>
                  </a:cubicBezTo>
                  <a:cubicBezTo>
                    <a:pt x="74" y="59"/>
                    <a:pt x="74" y="59"/>
                    <a:pt x="74" y="59"/>
                  </a:cubicBezTo>
                  <a:close/>
                  <a:moveTo>
                    <a:pt x="372" y="55"/>
                  </a:moveTo>
                  <a:cubicBezTo>
                    <a:pt x="373" y="55"/>
                    <a:pt x="373" y="55"/>
                    <a:pt x="373" y="55"/>
                  </a:cubicBezTo>
                  <a:cubicBezTo>
                    <a:pt x="372" y="56"/>
                    <a:pt x="372" y="56"/>
                    <a:pt x="372" y="56"/>
                  </a:cubicBezTo>
                  <a:cubicBezTo>
                    <a:pt x="372" y="56"/>
                    <a:pt x="372" y="55"/>
                    <a:pt x="371" y="55"/>
                  </a:cubicBezTo>
                  <a:lnTo>
                    <a:pt x="372" y="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15" name="Freeform 45"/>
            <p:cNvSpPr>
              <a:spLocks noEditPoints="1"/>
            </p:cNvSpPr>
            <p:nvPr/>
          </p:nvSpPr>
          <p:spPr bwMode="auto">
            <a:xfrm rot="20181043">
              <a:off x="563314" y="5188892"/>
              <a:ext cx="844956" cy="994584"/>
            </a:xfrm>
            <a:custGeom>
              <a:avLst/>
              <a:gdLst>
                <a:gd name="T0" fmla="*/ 309 w 406"/>
                <a:gd name="T1" fmla="*/ 478 h 478"/>
                <a:gd name="T2" fmla="*/ 230 w 406"/>
                <a:gd name="T3" fmla="*/ 478 h 478"/>
                <a:gd name="T4" fmla="*/ 134 w 406"/>
                <a:gd name="T5" fmla="*/ 382 h 478"/>
                <a:gd name="T6" fmla="*/ 134 w 406"/>
                <a:gd name="T7" fmla="*/ 238 h 478"/>
                <a:gd name="T8" fmla="*/ 231 w 406"/>
                <a:gd name="T9" fmla="*/ 238 h 478"/>
                <a:gd name="T10" fmla="*/ 231 w 406"/>
                <a:gd name="T11" fmla="*/ 270 h 478"/>
                <a:gd name="T12" fmla="*/ 261 w 406"/>
                <a:gd name="T13" fmla="*/ 302 h 478"/>
                <a:gd name="T14" fmla="*/ 277 w 406"/>
                <a:gd name="T15" fmla="*/ 302 h 478"/>
                <a:gd name="T16" fmla="*/ 309 w 406"/>
                <a:gd name="T17" fmla="*/ 270 h 478"/>
                <a:gd name="T18" fmla="*/ 309 w 406"/>
                <a:gd name="T19" fmla="*/ 238 h 478"/>
                <a:gd name="T20" fmla="*/ 406 w 406"/>
                <a:gd name="T21" fmla="*/ 238 h 478"/>
                <a:gd name="T22" fmla="*/ 406 w 406"/>
                <a:gd name="T23" fmla="*/ 382 h 478"/>
                <a:gd name="T24" fmla="*/ 309 w 406"/>
                <a:gd name="T25" fmla="*/ 478 h 478"/>
                <a:gd name="T26" fmla="*/ 309 w 406"/>
                <a:gd name="T27" fmla="*/ 206 h 478"/>
                <a:gd name="T28" fmla="*/ 277 w 406"/>
                <a:gd name="T29" fmla="*/ 174 h 478"/>
                <a:gd name="T30" fmla="*/ 277 w 406"/>
                <a:gd name="T31" fmla="*/ 174 h 478"/>
                <a:gd name="T32" fmla="*/ 277 w 406"/>
                <a:gd name="T33" fmla="*/ 80 h 478"/>
                <a:gd name="T34" fmla="*/ 308 w 406"/>
                <a:gd name="T35" fmla="*/ 79 h 478"/>
                <a:gd name="T36" fmla="*/ 406 w 406"/>
                <a:gd name="T37" fmla="*/ 174 h 478"/>
                <a:gd name="T38" fmla="*/ 406 w 406"/>
                <a:gd name="T39" fmla="*/ 221 h 478"/>
                <a:gd name="T40" fmla="*/ 309 w 406"/>
                <a:gd name="T41" fmla="*/ 221 h 478"/>
                <a:gd name="T42" fmla="*/ 309 w 406"/>
                <a:gd name="T43" fmla="*/ 206 h 478"/>
                <a:gd name="T44" fmla="*/ 263 w 406"/>
                <a:gd name="T45" fmla="*/ 68 h 478"/>
                <a:gd name="T46" fmla="*/ 219 w 406"/>
                <a:gd name="T47" fmla="*/ 20 h 478"/>
                <a:gd name="T48" fmla="*/ 148 w 406"/>
                <a:gd name="T49" fmla="*/ 86 h 478"/>
                <a:gd name="T50" fmla="*/ 145 w 406"/>
                <a:gd name="T51" fmla="*/ 95 h 478"/>
                <a:gd name="T52" fmla="*/ 61 w 406"/>
                <a:gd name="T53" fmla="*/ 173 h 478"/>
                <a:gd name="T54" fmla="*/ 20 w 406"/>
                <a:gd name="T55" fmla="*/ 156 h 478"/>
                <a:gd name="T56" fmla="*/ 0 w 406"/>
                <a:gd name="T57" fmla="*/ 120 h 478"/>
                <a:gd name="T58" fmla="*/ 10 w 406"/>
                <a:gd name="T59" fmla="*/ 110 h 478"/>
                <a:gd name="T60" fmla="*/ 22 w 406"/>
                <a:gd name="T61" fmla="*/ 125 h 478"/>
                <a:gd name="T62" fmla="*/ 62 w 406"/>
                <a:gd name="T63" fmla="*/ 154 h 478"/>
                <a:gd name="T64" fmla="*/ 96 w 406"/>
                <a:gd name="T65" fmla="*/ 140 h 478"/>
                <a:gd name="T66" fmla="*/ 126 w 406"/>
                <a:gd name="T67" fmla="*/ 88 h 478"/>
                <a:gd name="T68" fmla="*/ 133 w 406"/>
                <a:gd name="T69" fmla="*/ 72 h 478"/>
                <a:gd name="T70" fmla="*/ 220 w 406"/>
                <a:gd name="T71" fmla="*/ 0 h 478"/>
                <a:gd name="T72" fmla="*/ 282 w 406"/>
                <a:gd name="T73" fmla="*/ 68 h 478"/>
                <a:gd name="T74" fmla="*/ 263 w 406"/>
                <a:gd name="T75" fmla="*/ 68 h 478"/>
                <a:gd name="T76" fmla="*/ 293 w 406"/>
                <a:gd name="T77" fmla="*/ 214 h 478"/>
                <a:gd name="T78" fmla="*/ 293 w 406"/>
                <a:gd name="T79" fmla="*/ 262 h 478"/>
                <a:gd name="T80" fmla="*/ 269 w 406"/>
                <a:gd name="T81" fmla="*/ 286 h 478"/>
                <a:gd name="T82" fmla="*/ 246 w 406"/>
                <a:gd name="T83" fmla="*/ 262 h 478"/>
                <a:gd name="T84" fmla="*/ 246 w 406"/>
                <a:gd name="T85" fmla="*/ 214 h 478"/>
                <a:gd name="T86" fmla="*/ 269 w 406"/>
                <a:gd name="T87" fmla="*/ 190 h 478"/>
                <a:gd name="T88" fmla="*/ 293 w 406"/>
                <a:gd name="T89" fmla="*/ 214 h 478"/>
                <a:gd name="T90" fmla="*/ 231 w 406"/>
                <a:gd name="T91" fmla="*/ 79 h 478"/>
                <a:gd name="T92" fmla="*/ 262 w 406"/>
                <a:gd name="T93" fmla="*/ 80 h 478"/>
                <a:gd name="T94" fmla="*/ 262 w 406"/>
                <a:gd name="T95" fmla="*/ 174 h 478"/>
                <a:gd name="T96" fmla="*/ 231 w 406"/>
                <a:gd name="T97" fmla="*/ 206 h 478"/>
                <a:gd name="T98" fmla="*/ 231 w 406"/>
                <a:gd name="T99" fmla="*/ 221 h 478"/>
                <a:gd name="T100" fmla="*/ 134 w 406"/>
                <a:gd name="T101" fmla="*/ 221 h 478"/>
                <a:gd name="T102" fmla="*/ 134 w 406"/>
                <a:gd name="T103" fmla="*/ 175 h 478"/>
                <a:gd name="T104" fmla="*/ 231 w 406"/>
                <a:gd name="T105" fmla="*/ 79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06" h="478">
                  <a:moveTo>
                    <a:pt x="309" y="478"/>
                  </a:moveTo>
                  <a:cubicBezTo>
                    <a:pt x="230" y="478"/>
                    <a:pt x="230" y="478"/>
                    <a:pt x="230" y="478"/>
                  </a:cubicBezTo>
                  <a:cubicBezTo>
                    <a:pt x="177" y="478"/>
                    <a:pt x="134" y="435"/>
                    <a:pt x="134" y="382"/>
                  </a:cubicBezTo>
                  <a:cubicBezTo>
                    <a:pt x="134" y="238"/>
                    <a:pt x="134" y="238"/>
                    <a:pt x="134" y="238"/>
                  </a:cubicBezTo>
                  <a:cubicBezTo>
                    <a:pt x="231" y="238"/>
                    <a:pt x="231" y="238"/>
                    <a:pt x="231" y="238"/>
                  </a:cubicBezTo>
                  <a:cubicBezTo>
                    <a:pt x="231" y="270"/>
                    <a:pt x="231" y="270"/>
                    <a:pt x="231" y="270"/>
                  </a:cubicBezTo>
                  <a:cubicBezTo>
                    <a:pt x="231" y="288"/>
                    <a:pt x="244" y="302"/>
                    <a:pt x="261" y="302"/>
                  </a:cubicBezTo>
                  <a:cubicBezTo>
                    <a:pt x="277" y="302"/>
                    <a:pt x="277" y="302"/>
                    <a:pt x="277" y="302"/>
                  </a:cubicBezTo>
                  <a:cubicBezTo>
                    <a:pt x="295" y="302"/>
                    <a:pt x="309" y="288"/>
                    <a:pt x="309" y="270"/>
                  </a:cubicBezTo>
                  <a:cubicBezTo>
                    <a:pt x="309" y="238"/>
                    <a:pt x="309" y="238"/>
                    <a:pt x="309" y="238"/>
                  </a:cubicBezTo>
                  <a:cubicBezTo>
                    <a:pt x="406" y="238"/>
                    <a:pt x="406" y="238"/>
                    <a:pt x="406" y="238"/>
                  </a:cubicBezTo>
                  <a:cubicBezTo>
                    <a:pt x="406" y="382"/>
                    <a:pt x="406" y="382"/>
                    <a:pt x="406" y="382"/>
                  </a:cubicBezTo>
                  <a:cubicBezTo>
                    <a:pt x="406" y="435"/>
                    <a:pt x="362" y="478"/>
                    <a:pt x="309" y="478"/>
                  </a:cubicBezTo>
                  <a:close/>
                  <a:moveTo>
                    <a:pt x="309" y="206"/>
                  </a:moveTo>
                  <a:cubicBezTo>
                    <a:pt x="309" y="189"/>
                    <a:pt x="295" y="174"/>
                    <a:pt x="277" y="174"/>
                  </a:cubicBezTo>
                  <a:cubicBezTo>
                    <a:pt x="277" y="174"/>
                    <a:pt x="277" y="174"/>
                    <a:pt x="277" y="174"/>
                  </a:cubicBezTo>
                  <a:cubicBezTo>
                    <a:pt x="277" y="80"/>
                    <a:pt x="277" y="80"/>
                    <a:pt x="277" y="80"/>
                  </a:cubicBezTo>
                  <a:cubicBezTo>
                    <a:pt x="277" y="80"/>
                    <a:pt x="256" y="79"/>
                    <a:pt x="308" y="79"/>
                  </a:cubicBezTo>
                  <a:cubicBezTo>
                    <a:pt x="360" y="79"/>
                    <a:pt x="406" y="113"/>
                    <a:pt x="406" y="174"/>
                  </a:cubicBezTo>
                  <a:cubicBezTo>
                    <a:pt x="406" y="206"/>
                    <a:pt x="406" y="218"/>
                    <a:pt x="406" y="221"/>
                  </a:cubicBezTo>
                  <a:cubicBezTo>
                    <a:pt x="309" y="221"/>
                    <a:pt x="309" y="221"/>
                    <a:pt x="309" y="221"/>
                  </a:cubicBezTo>
                  <a:lnTo>
                    <a:pt x="309" y="206"/>
                  </a:lnTo>
                  <a:close/>
                  <a:moveTo>
                    <a:pt x="263" y="68"/>
                  </a:moveTo>
                  <a:cubicBezTo>
                    <a:pt x="263" y="37"/>
                    <a:pt x="248" y="20"/>
                    <a:pt x="219" y="20"/>
                  </a:cubicBezTo>
                  <a:cubicBezTo>
                    <a:pt x="188" y="20"/>
                    <a:pt x="165" y="42"/>
                    <a:pt x="148" y="86"/>
                  </a:cubicBezTo>
                  <a:cubicBezTo>
                    <a:pt x="145" y="95"/>
                    <a:pt x="145" y="95"/>
                    <a:pt x="145" y="95"/>
                  </a:cubicBezTo>
                  <a:cubicBezTo>
                    <a:pt x="126" y="147"/>
                    <a:pt x="98" y="173"/>
                    <a:pt x="61" y="173"/>
                  </a:cubicBezTo>
                  <a:cubicBezTo>
                    <a:pt x="47" y="173"/>
                    <a:pt x="33" y="167"/>
                    <a:pt x="20" y="156"/>
                  </a:cubicBezTo>
                  <a:cubicBezTo>
                    <a:pt x="7" y="145"/>
                    <a:pt x="0" y="133"/>
                    <a:pt x="0" y="120"/>
                  </a:cubicBezTo>
                  <a:cubicBezTo>
                    <a:pt x="0" y="113"/>
                    <a:pt x="4" y="110"/>
                    <a:pt x="10" y="110"/>
                  </a:cubicBezTo>
                  <a:cubicBezTo>
                    <a:pt x="14" y="110"/>
                    <a:pt x="18" y="115"/>
                    <a:pt x="22" y="125"/>
                  </a:cubicBezTo>
                  <a:cubicBezTo>
                    <a:pt x="30" y="144"/>
                    <a:pt x="43" y="154"/>
                    <a:pt x="62" y="154"/>
                  </a:cubicBezTo>
                  <a:cubicBezTo>
                    <a:pt x="76" y="154"/>
                    <a:pt x="87" y="149"/>
                    <a:pt x="96" y="140"/>
                  </a:cubicBezTo>
                  <a:cubicBezTo>
                    <a:pt x="105" y="131"/>
                    <a:pt x="115" y="114"/>
                    <a:pt x="126" y="88"/>
                  </a:cubicBezTo>
                  <a:cubicBezTo>
                    <a:pt x="133" y="72"/>
                    <a:pt x="133" y="72"/>
                    <a:pt x="133" y="72"/>
                  </a:cubicBezTo>
                  <a:cubicBezTo>
                    <a:pt x="155" y="24"/>
                    <a:pt x="184" y="0"/>
                    <a:pt x="220" y="0"/>
                  </a:cubicBezTo>
                  <a:cubicBezTo>
                    <a:pt x="261" y="0"/>
                    <a:pt x="282" y="24"/>
                    <a:pt x="282" y="68"/>
                  </a:cubicBezTo>
                  <a:lnTo>
                    <a:pt x="263" y="68"/>
                  </a:lnTo>
                  <a:close/>
                  <a:moveTo>
                    <a:pt x="293" y="214"/>
                  </a:moveTo>
                  <a:cubicBezTo>
                    <a:pt x="293" y="262"/>
                    <a:pt x="293" y="262"/>
                    <a:pt x="293" y="262"/>
                  </a:cubicBezTo>
                  <a:cubicBezTo>
                    <a:pt x="293" y="275"/>
                    <a:pt x="283" y="286"/>
                    <a:pt x="269" y="286"/>
                  </a:cubicBezTo>
                  <a:cubicBezTo>
                    <a:pt x="256" y="286"/>
                    <a:pt x="246" y="275"/>
                    <a:pt x="246" y="262"/>
                  </a:cubicBezTo>
                  <a:cubicBezTo>
                    <a:pt x="246" y="214"/>
                    <a:pt x="246" y="214"/>
                    <a:pt x="246" y="214"/>
                  </a:cubicBezTo>
                  <a:cubicBezTo>
                    <a:pt x="246" y="201"/>
                    <a:pt x="256" y="190"/>
                    <a:pt x="269" y="190"/>
                  </a:cubicBezTo>
                  <a:cubicBezTo>
                    <a:pt x="283" y="190"/>
                    <a:pt x="293" y="201"/>
                    <a:pt x="293" y="214"/>
                  </a:cubicBezTo>
                  <a:close/>
                  <a:moveTo>
                    <a:pt x="231" y="79"/>
                  </a:moveTo>
                  <a:cubicBezTo>
                    <a:pt x="282" y="79"/>
                    <a:pt x="262" y="80"/>
                    <a:pt x="262" y="80"/>
                  </a:cubicBezTo>
                  <a:cubicBezTo>
                    <a:pt x="262" y="174"/>
                    <a:pt x="262" y="174"/>
                    <a:pt x="262" y="174"/>
                  </a:cubicBezTo>
                  <a:cubicBezTo>
                    <a:pt x="245" y="174"/>
                    <a:pt x="231" y="189"/>
                    <a:pt x="231" y="206"/>
                  </a:cubicBezTo>
                  <a:cubicBezTo>
                    <a:pt x="231" y="221"/>
                    <a:pt x="231" y="221"/>
                    <a:pt x="231" y="221"/>
                  </a:cubicBezTo>
                  <a:cubicBezTo>
                    <a:pt x="134" y="221"/>
                    <a:pt x="134" y="221"/>
                    <a:pt x="134" y="221"/>
                  </a:cubicBezTo>
                  <a:cubicBezTo>
                    <a:pt x="134" y="218"/>
                    <a:pt x="134" y="206"/>
                    <a:pt x="134" y="175"/>
                  </a:cubicBezTo>
                  <a:cubicBezTo>
                    <a:pt x="134" y="113"/>
                    <a:pt x="179" y="79"/>
                    <a:pt x="231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16" name="Freeform 46"/>
            <p:cNvSpPr>
              <a:spLocks noEditPoints="1"/>
            </p:cNvSpPr>
            <p:nvPr/>
          </p:nvSpPr>
          <p:spPr bwMode="auto">
            <a:xfrm rot="1289085">
              <a:off x="112212" y="5930155"/>
              <a:ext cx="620543" cy="818375"/>
            </a:xfrm>
            <a:custGeom>
              <a:avLst/>
              <a:gdLst>
                <a:gd name="T0" fmla="*/ 170 w 340"/>
                <a:gd name="T1" fmla="*/ 184 h 448"/>
                <a:gd name="T2" fmla="*/ 38 w 340"/>
                <a:gd name="T3" fmla="*/ 316 h 448"/>
                <a:gd name="T4" fmla="*/ 170 w 340"/>
                <a:gd name="T5" fmla="*/ 448 h 448"/>
                <a:gd name="T6" fmla="*/ 302 w 340"/>
                <a:gd name="T7" fmla="*/ 316 h 448"/>
                <a:gd name="T8" fmla="*/ 170 w 340"/>
                <a:gd name="T9" fmla="*/ 184 h 448"/>
                <a:gd name="T10" fmla="*/ 170 w 340"/>
                <a:gd name="T11" fmla="*/ 429 h 448"/>
                <a:gd name="T12" fmla="*/ 59 w 340"/>
                <a:gd name="T13" fmla="*/ 317 h 448"/>
                <a:gd name="T14" fmla="*/ 170 w 340"/>
                <a:gd name="T15" fmla="*/ 206 h 448"/>
                <a:gd name="T16" fmla="*/ 281 w 340"/>
                <a:gd name="T17" fmla="*/ 317 h 448"/>
                <a:gd name="T18" fmla="*/ 170 w 340"/>
                <a:gd name="T19" fmla="*/ 429 h 448"/>
                <a:gd name="T20" fmla="*/ 236 w 340"/>
                <a:gd name="T21" fmla="*/ 79 h 448"/>
                <a:gd name="T22" fmla="*/ 281 w 340"/>
                <a:gd name="T23" fmla="*/ 0 h 448"/>
                <a:gd name="T24" fmla="*/ 59 w 340"/>
                <a:gd name="T25" fmla="*/ 0 h 448"/>
                <a:gd name="T26" fmla="*/ 104 w 340"/>
                <a:gd name="T27" fmla="*/ 79 h 448"/>
                <a:gd name="T28" fmla="*/ 236 w 340"/>
                <a:gd name="T29" fmla="*/ 79 h 448"/>
                <a:gd name="T30" fmla="*/ 260 w 340"/>
                <a:gd name="T31" fmla="*/ 214 h 448"/>
                <a:gd name="T32" fmla="*/ 340 w 340"/>
                <a:gd name="T33" fmla="*/ 81 h 448"/>
                <a:gd name="T34" fmla="*/ 286 w 340"/>
                <a:gd name="T35" fmla="*/ 3 h 448"/>
                <a:gd name="T36" fmla="*/ 185 w 340"/>
                <a:gd name="T37" fmla="*/ 181 h 448"/>
                <a:gd name="T38" fmla="*/ 260 w 340"/>
                <a:gd name="T39" fmla="*/ 214 h 448"/>
                <a:gd name="T40" fmla="*/ 155 w 340"/>
                <a:gd name="T41" fmla="*/ 180 h 448"/>
                <a:gd name="T42" fmla="*/ 54 w 340"/>
                <a:gd name="T43" fmla="*/ 3 h 448"/>
                <a:gd name="T44" fmla="*/ 0 w 340"/>
                <a:gd name="T45" fmla="*/ 81 h 448"/>
                <a:gd name="T46" fmla="*/ 78 w 340"/>
                <a:gd name="T47" fmla="*/ 216 h 448"/>
                <a:gd name="T48" fmla="*/ 155 w 340"/>
                <a:gd name="T49" fmla="*/ 180 h 448"/>
                <a:gd name="T50" fmla="*/ 152 w 340"/>
                <a:gd name="T51" fmla="*/ 287 h 448"/>
                <a:gd name="T52" fmla="*/ 135 w 340"/>
                <a:gd name="T53" fmla="*/ 296 h 448"/>
                <a:gd name="T54" fmla="*/ 135 w 340"/>
                <a:gd name="T55" fmla="*/ 315 h 448"/>
                <a:gd name="T56" fmla="*/ 161 w 340"/>
                <a:gd name="T57" fmla="*/ 299 h 448"/>
                <a:gd name="T58" fmla="*/ 161 w 340"/>
                <a:gd name="T59" fmla="*/ 375 h 448"/>
                <a:gd name="T60" fmla="*/ 181 w 340"/>
                <a:gd name="T61" fmla="*/ 375 h 448"/>
                <a:gd name="T62" fmla="*/ 181 w 340"/>
                <a:gd name="T63" fmla="*/ 270 h 448"/>
                <a:gd name="T64" fmla="*/ 164 w 340"/>
                <a:gd name="T65" fmla="*/ 270 h 448"/>
                <a:gd name="T66" fmla="*/ 152 w 340"/>
                <a:gd name="T67" fmla="*/ 287 h 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0" h="448">
                  <a:moveTo>
                    <a:pt x="170" y="184"/>
                  </a:moveTo>
                  <a:cubicBezTo>
                    <a:pt x="97" y="184"/>
                    <a:pt x="38" y="243"/>
                    <a:pt x="38" y="316"/>
                  </a:cubicBezTo>
                  <a:cubicBezTo>
                    <a:pt x="38" y="389"/>
                    <a:pt x="97" y="448"/>
                    <a:pt x="170" y="448"/>
                  </a:cubicBezTo>
                  <a:cubicBezTo>
                    <a:pt x="243" y="448"/>
                    <a:pt x="302" y="389"/>
                    <a:pt x="302" y="316"/>
                  </a:cubicBezTo>
                  <a:cubicBezTo>
                    <a:pt x="302" y="243"/>
                    <a:pt x="243" y="184"/>
                    <a:pt x="170" y="184"/>
                  </a:cubicBezTo>
                  <a:close/>
                  <a:moveTo>
                    <a:pt x="170" y="429"/>
                  </a:moveTo>
                  <a:cubicBezTo>
                    <a:pt x="108" y="429"/>
                    <a:pt x="59" y="379"/>
                    <a:pt x="59" y="317"/>
                  </a:cubicBezTo>
                  <a:cubicBezTo>
                    <a:pt x="59" y="256"/>
                    <a:pt x="108" y="206"/>
                    <a:pt x="170" y="206"/>
                  </a:cubicBezTo>
                  <a:cubicBezTo>
                    <a:pt x="232" y="206"/>
                    <a:pt x="281" y="256"/>
                    <a:pt x="281" y="317"/>
                  </a:cubicBezTo>
                  <a:cubicBezTo>
                    <a:pt x="281" y="379"/>
                    <a:pt x="232" y="429"/>
                    <a:pt x="170" y="429"/>
                  </a:cubicBezTo>
                  <a:close/>
                  <a:moveTo>
                    <a:pt x="236" y="79"/>
                  </a:moveTo>
                  <a:cubicBezTo>
                    <a:pt x="281" y="0"/>
                    <a:pt x="281" y="0"/>
                    <a:pt x="281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104" y="79"/>
                    <a:pt x="104" y="79"/>
                    <a:pt x="104" y="79"/>
                  </a:cubicBezTo>
                  <a:lnTo>
                    <a:pt x="236" y="79"/>
                  </a:lnTo>
                  <a:close/>
                  <a:moveTo>
                    <a:pt x="260" y="214"/>
                  </a:moveTo>
                  <a:cubicBezTo>
                    <a:pt x="340" y="81"/>
                    <a:pt x="340" y="81"/>
                    <a:pt x="340" y="81"/>
                  </a:cubicBezTo>
                  <a:cubicBezTo>
                    <a:pt x="286" y="3"/>
                    <a:pt x="286" y="3"/>
                    <a:pt x="286" y="3"/>
                  </a:cubicBezTo>
                  <a:cubicBezTo>
                    <a:pt x="185" y="181"/>
                    <a:pt x="185" y="181"/>
                    <a:pt x="185" y="181"/>
                  </a:cubicBezTo>
                  <a:cubicBezTo>
                    <a:pt x="229" y="185"/>
                    <a:pt x="260" y="214"/>
                    <a:pt x="260" y="214"/>
                  </a:cubicBezTo>
                  <a:close/>
                  <a:moveTo>
                    <a:pt x="155" y="180"/>
                  </a:moveTo>
                  <a:cubicBezTo>
                    <a:pt x="54" y="3"/>
                    <a:pt x="54" y="3"/>
                    <a:pt x="54" y="3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78" y="216"/>
                    <a:pt x="78" y="216"/>
                    <a:pt x="78" y="216"/>
                  </a:cubicBezTo>
                  <a:cubicBezTo>
                    <a:pt x="78" y="216"/>
                    <a:pt x="106" y="187"/>
                    <a:pt x="155" y="180"/>
                  </a:cubicBezTo>
                  <a:close/>
                  <a:moveTo>
                    <a:pt x="152" y="287"/>
                  </a:moveTo>
                  <a:cubicBezTo>
                    <a:pt x="146" y="292"/>
                    <a:pt x="140" y="295"/>
                    <a:pt x="135" y="296"/>
                  </a:cubicBezTo>
                  <a:cubicBezTo>
                    <a:pt x="135" y="315"/>
                    <a:pt x="135" y="315"/>
                    <a:pt x="135" y="315"/>
                  </a:cubicBezTo>
                  <a:cubicBezTo>
                    <a:pt x="145" y="311"/>
                    <a:pt x="153" y="306"/>
                    <a:pt x="161" y="299"/>
                  </a:cubicBezTo>
                  <a:cubicBezTo>
                    <a:pt x="161" y="375"/>
                    <a:pt x="161" y="375"/>
                    <a:pt x="161" y="375"/>
                  </a:cubicBezTo>
                  <a:cubicBezTo>
                    <a:pt x="181" y="375"/>
                    <a:pt x="181" y="375"/>
                    <a:pt x="181" y="375"/>
                  </a:cubicBezTo>
                  <a:cubicBezTo>
                    <a:pt x="181" y="270"/>
                    <a:pt x="181" y="270"/>
                    <a:pt x="181" y="270"/>
                  </a:cubicBezTo>
                  <a:cubicBezTo>
                    <a:pt x="164" y="270"/>
                    <a:pt x="164" y="270"/>
                    <a:pt x="164" y="270"/>
                  </a:cubicBezTo>
                  <a:cubicBezTo>
                    <a:pt x="162" y="276"/>
                    <a:pt x="158" y="282"/>
                    <a:pt x="152" y="28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17" name="Freeform 47"/>
            <p:cNvSpPr>
              <a:spLocks noEditPoints="1"/>
            </p:cNvSpPr>
            <p:nvPr/>
          </p:nvSpPr>
          <p:spPr bwMode="auto">
            <a:xfrm>
              <a:off x="6723502" y="5763374"/>
              <a:ext cx="766598" cy="946656"/>
            </a:xfrm>
            <a:custGeom>
              <a:avLst/>
              <a:gdLst>
                <a:gd name="T0" fmla="*/ 101 w 420"/>
                <a:gd name="T1" fmla="*/ 326 h 518"/>
                <a:gd name="T2" fmla="*/ 78 w 420"/>
                <a:gd name="T3" fmla="*/ 316 h 518"/>
                <a:gd name="T4" fmla="*/ 0 w 420"/>
                <a:gd name="T5" fmla="*/ 470 h 518"/>
                <a:gd name="T6" fmla="*/ 63 w 420"/>
                <a:gd name="T7" fmla="*/ 463 h 518"/>
                <a:gd name="T8" fmla="*/ 98 w 420"/>
                <a:gd name="T9" fmla="*/ 515 h 518"/>
                <a:gd name="T10" fmla="*/ 170 w 420"/>
                <a:gd name="T11" fmla="*/ 365 h 518"/>
                <a:gd name="T12" fmla="*/ 101 w 420"/>
                <a:gd name="T13" fmla="*/ 326 h 518"/>
                <a:gd name="T14" fmla="*/ 277 w 420"/>
                <a:gd name="T15" fmla="*/ 342 h 518"/>
                <a:gd name="T16" fmla="*/ 320 w 420"/>
                <a:gd name="T17" fmla="*/ 317 h 518"/>
                <a:gd name="T18" fmla="*/ 349 w 420"/>
                <a:gd name="T19" fmla="*/ 288 h 518"/>
                <a:gd name="T20" fmla="*/ 374 w 420"/>
                <a:gd name="T21" fmla="*/ 245 h 518"/>
                <a:gd name="T22" fmla="*/ 384 w 420"/>
                <a:gd name="T23" fmla="*/ 206 h 518"/>
                <a:gd name="T24" fmla="*/ 384 w 420"/>
                <a:gd name="T25" fmla="*/ 156 h 518"/>
                <a:gd name="T26" fmla="*/ 374 w 420"/>
                <a:gd name="T27" fmla="*/ 117 h 518"/>
                <a:gd name="T28" fmla="*/ 349 w 420"/>
                <a:gd name="T29" fmla="*/ 74 h 518"/>
                <a:gd name="T30" fmla="*/ 320 w 420"/>
                <a:gd name="T31" fmla="*/ 45 h 518"/>
                <a:gd name="T32" fmla="*/ 277 w 420"/>
                <a:gd name="T33" fmla="*/ 20 h 518"/>
                <a:gd name="T34" fmla="*/ 238 w 420"/>
                <a:gd name="T35" fmla="*/ 9 h 518"/>
                <a:gd name="T36" fmla="*/ 188 w 420"/>
                <a:gd name="T37" fmla="*/ 9 h 518"/>
                <a:gd name="T38" fmla="*/ 148 w 420"/>
                <a:gd name="T39" fmla="*/ 20 h 518"/>
                <a:gd name="T40" fmla="*/ 105 w 420"/>
                <a:gd name="T41" fmla="*/ 45 h 518"/>
                <a:gd name="T42" fmla="*/ 77 w 420"/>
                <a:gd name="T43" fmla="*/ 74 h 518"/>
                <a:gd name="T44" fmla="*/ 52 w 420"/>
                <a:gd name="T45" fmla="*/ 117 h 518"/>
                <a:gd name="T46" fmla="*/ 41 w 420"/>
                <a:gd name="T47" fmla="*/ 156 h 518"/>
                <a:gd name="T48" fmla="*/ 41 w 420"/>
                <a:gd name="T49" fmla="*/ 206 h 518"/>
                <a:gd name="T50" fmla="*/ 52 w 420"/>
                <a:gd name="T51" fmla="*/ 245 h 518"/>
                <a:gd name="T52" fmla="*/ 77 w 420"/>
                <a:gd name="T53" fmla="*/ 288 h 518"/>
                <a:gd name="T54" fmla="*/ 105 w 420"/>
                <a:gd name="T55" fmla="*/ 317 h 518"/>
                <a:gd name="T56" fmla="*/ 148 w 420"/>
                <a:gd name="T57" fmla="*/ 342 h 518"/>
                <a:gd name="T58" fmla="*/ 188 w 420"/>
                <a:gd name="T59" fmla="*/ 353 h 518"/>
                <a:gd name="T60" fmla="*/ 238 w 420"/>
                <a:gd name="T61" fmla="*/ 353 h 518"/>
                <a:gd name="T62" fmla="*/ 277 w 420"/>
                <a:gd name="T63" fmla="*/ 342 h 518"/>
                <a:gd name="T64" fmla="*/ 234 w 420"/>
                <a:gd name="T65" fmla="*/ 261 h 518"/>
                <a:gd name="T66" fmla="*/ 206 w 420"/>
                <a:gd name="T67" fmla="*/ 261 h 518"/>
                <a:gd name="T68" fmla="*/ 206 w 420"/>
                <a:gd name="T69" fmla="*/ 153 h 518"/>
                <a:gd name="T70" fmla="*/ 169 w 420"/>
                <a:gd name="T71" fmla="*/ 175 h 518"/>
                <a:gd name="T72" fmla="*/ 169 w 420"/>
                <a:gd name="T73" fmla="*/ 149 h 518"/>
                <a:gd name="T74" fmla="*/ 193 w 420"/>
                <a:gd name="T75" fmla="*/ 135 h 518"/>
                <a:gd name="T76" fmla="*/ 211 w 420"/>
                <a:gd name="T77" fmla="*/ 112 h 518"/>
                <a:gd name="T78" fmla="*/ 234 w 420"/>
                <a:gd name="T79" fmla="*/ 112 h 518"/>
                <a:gd name="T80" fmla="*/ 234 w 420"/>
                <a:gd name="T81" fmla="*/ 261 h 518"/>
                <a:gd name="T82" fmla="*/ 341 w 420"/>
                <a:gd name="T83" fmla="*/ 322 h 518"/>
                <a:gd name="T84" fmla="*/ 282 w 420"/>
                <a:gd name="T85" fmla="*/ 353 h 518"/>
                <a:gd name="T86" fmla="*/ 248 w 420"/>
                <a:gd name="T87" fmla="*/ 366 h 518"/>
                <a:gd name="T88" fmla="*/ 336 w 420"/>
                <a:gd name="T89" fmla="*/ 518 h 518"/>
                <a:gd name="T90" fmla="*/ 358 w 420"/>
                <a:gd name="T91" fmla="*/ 462 h 518"/>
                <a:gd name="T92" fmla="*/ 420 w 420"/>
                <a:gd name="T93" fmla="*/ 470 h 518"/>
                <a:gd name="T94" fmla="*/ 341 w 420"/>
                <a:gd name="T95" fmla="*/ 322 h 5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20" h="518">
                  <a:moveTo>
                    <a:pt x="101" y="326"/>
                  </a:moveTo>
                  <a:cubicBezTo>
                    <a:pt x="81" y="326"/>
                    <a:pt x="78" y="316"/>
                    <a:pt x="78" y="316"/>
                  </a:cubicBezTo>
                  <a:cubicBezTo>
                    <a:pt x="0" y="470"/>
                    <a:pt x="0" y="470"/>
                    <a:pt x="0" y="470"/>
                  </a:cubicBezTo>
                  <a:cubicBezTo>
                    <a:pt x="63" y="463"/>
                    <a:pt x="63" y="463"/>
                    <a:pt x="63" y="463"/>
                  </a:cubicBezTo>
                  <a:cubicBezTo>
                    <a:pt x="98" y="515"/>
                    <a:pt x="98" y="515"/>
                    <a:pt x="98" y="515"/>
                  </a:cubicBezTo>
                  <a:cubicBezTo>
                    <a:pt x="98" y="515"/>
                    <a:pt x="170" y="364"/>
                    <a:pt x="170" y="365"/>
                  </a:cubicBezTo>
                  <a:cubicBezTo>
                    <a:pt x="132" y="364"/>
                    <a:pt x="147" y="327"/>
                    <a:pt x="101" y="326"/>
                  </a:cubicBezTo>
                  <a:close/>
                  <a:moveTo>
                    <a:pt x="277" y="342"/>
                  </a:moveTo>
                  <a:cubicBezTo>
                    <a:pt x="287" y="326"/>
                    <a:pt x="301" y="317"/>
                    <a:pt x="320" y="317"/>
                  </a:cubicBezTo>
                  <a:cubicBezTo>
                    <a:pt x="339" y="317"/>
                    <a:pt x="349" y="307"/>
                    <a:pt x="349" y="288"/>
                  </a:cubicBezTo>
                  <a:cubicBezTo>
                    <a:pt x="349" y="269"/>
                    <a:pt x="357" y="255"/>
                    <a:pt x="374" y="245"/>
                  </a:cubicBezTo>
                  <a:cubicBezTo>
                    <a:pt x="390" y="236"/>
                    <a:pt x="394" y="222"/>
                    <a:pt x="384" y="206"/>
                  </a:cubicBezTo>
                  <a:cubicBezTo>
                    <a:pt x="375" y="189"/>
                    <a:pt x="375" y="173"/>
                    <a:pt x="384" y="156"/>
                  </a:cubicBezTo>
                  <a:cubicBezTo>
                    <a:pt x="394" y="140"/>
                    <a:pt x="390" y="127"/>
                    <a:pt x="374" y="117"/>
                  </a:cubicBezTo>
                  <a:cubicBezTo>
                    <a:pt x="357" y="107"/>
                    <a:pt x="349" y="93"/>
                    <a:pt x="349" y="74"/>
                  </a:cubicBezTo>
                  <a:cubicBezTo>
                    <a:pt x="349" y="55"/>
                    <a:pt x="339" y="45"/>
                    <a:pt x="320" y="45"/>
                  </a:cubicBezTo>
                  <a:cubicBezTo>
                    <a:pt x="301" y="45"/>
                    <a:pt x="287" y="36"/>
                    <a:pt x="277" y="20"/>
                  </a:cubicBezTo>
                  <a:cubicBezTo>
                    <a:pt x="267" y="4"/>
                    <a:pt x="254" y="0"/>
                    <a:pt x="238" y="9"/>
                  </a:cubicBezTo>
                  <a:cubicBezTo>
                    <a:pt x="221" y="19"/>
                    <a:pt x="204" y="19"/>
                    <a:pt x="188" y="9"/>
                  </a:cubicBezTo>
                  <a:cubicBezTo>
                    <a:pt x="171" y="0"/>
                    <a:pt x="158" y="4"/>
                    <a:pt x="148" y="20"/>
                  </a:cubicBezTo>
                  <a:cubicBezTo>
                    <a:pt x="139" y="36"/>
                    <a:pt x="124" y="45"/>
                    <a:pt x="105" y="45"/>
                  </a:cubicBezTo>
                  <a:cubicBezTo>
                    <a:pt x="86" y="45"/>
                    <a:pt x="77" y="55"/>
                    <a:pt x="77" y="74"/>
                  </a:cubicBezTo>
                  <a:cubicBezTo>
                    <a:pt x="76" y="93"/>
                    <a:pt x="68" y="107"/>
                    <a:pt x="52" y="117"/>
                  </a:cubicBezTo>
                  <a:cubicBezTo>
                    <a:pt x="35" y="127"/>
                    <a:pt x="32" y="140"/>
                    <a:pt x="41" y="156"/>
                  </a:cubicBezTo>
                  <a:cubicBezTo>
                    <a:pt x="50" y="173"/>
                    <a:pt x="50" y="189"/>
                    <a:pt x="41" y="206"/>
                  </a:cubicBezTo>
                  <a:cubicBezTo>
                    <a:pt x="32" y="222"/>
                    <a:pt x="35" y="236"/>
                    <a:pt x="52" y="245"/>
                  </a:cubicBezTo>
                  <a:cubicBezTo>
                    <a:pt x="68" y="255"/>
                    <a:pt x="76" y="269"/>
                    <a:pt x="77" y="288"/>
                  </a:cubicBezTo>
                  <a:cubicBezTo>
                    <a:pt x="77" y="307"/>
                    <a:pt x="86" y="317"/>
                    <a:pt x="105" y="317"/>
                  </a:cubicBezTo>
                  <a:cubicBezTo>
                    <a:pt x="124" y="317"/>
                    <a:pt x="139" y="326"/>
                    <a:pt x="148" y="342"/>
                  </a:cubicBezTo>
                  <a:cubicBezTo>
                    <a:pt x="158" y="358"/>
                    <a:pt x="171" y="362"/>
                    <a:pt x="188" y="353"/>
                  </a:cubicBezTo>
                  <a:cubicBezTo>
                    <a:pt x="204" y="343"/>
                    <a:pt x="221" y="343"/>
                    <a:pt x="238" y="353"/>
                  </a:cubicBezTo>
                  <a:cubicBezTo>
                    <a:pt x="254" y="362"/>
                    <a:pt x="267" y="358"/>
                    <a:pt x="277" y="342"/>
                  </a:cubicBezTo>
                  <a:close/>
                  <a:moveTo>
                    <a:pt x="234" y="261"/>
                  </a:moveTo>
                  <a:cubicBezTo>
                    <a:pt x="206" y="261"/>
                    <a:pt x="206" y="261"/>
                    <a:pt x="206" y="261"/>
                  </a:cubicBezTo>
                  <a:cubicBezTo>
                    <a:pt x="206" y="153"/>
                    <a:pt x="206" y="153"/>
                    <a:pt x="206" y="153"/>
                  </a:cubicBezTo>
                  <a:cubicBezTo>
                    <a:pt x="195" y="163"/>
                    <a:pt x="183" y="170"/>
                    <a:pt x="169" y="175"/>
                  </a:cubicBezTo>
                  <a:cubicBezTo>
                    <a:pt x="169" y="149"/>
                    <a:pt x="169" y="149"/>
                    <a:pt x="169" y="149"/>
                  </a:cubicBezTo>
                  <a:cubicBezTo>
                    <a:pt x="176" y="147"/>
                    <a:pt x="184" y="142"/>
                    <a:pt x="193" y="135"/>
                  </a:cubicBezTo>
                  <a:cubicBezTo>
                    <a:pt x="202" y="129"/>
                    <a:pt x="208" y="121"/>
                    <a:pt x="211" y="112"/>
                  </a:cubicBezTo>
                  <a:cubicBezTo>
                    <a:pt x="234" y="112"/>
                    <a:pt x="234" y="112"/>
                    <a:pt x="234" y="112"/>
                  </a:cubicBezTo>
                  <a:lnTo>
                    <a:pt x="234" y="261"/>
                  </a:lnTo>
                  <a:close/>
                  <a:moveTo>
                    <a:pt x="341" y="322"/>
                  </a:moveTo>
                  <a:cubicBezTo>
                    <a:pt x="284" y="328"/>
                    <a:pt x="295" y="342"/>
                    <a:pt x="282" y="353"/>
                  </a:cubicBezTo>
                  <a:cubicBezTo>
                    <a:pt x="267" y="369"/>
                    <a:pt x="248" y="366"/>
                    <a:pt x="248" y="366"/>
                  </a:cubicBezTo>
                  <a:cubicBezTo>
                    <a:pt x="336" y="518"/>
                    <a:pt x="336" y="518"/>
                    <a:pt x="336" y="518"/>
                  </a:cubicBezTo>
                  <a:cubicBezTo>
                    <a:pt x="358" y="462"/>
                    <a:pt x="358" y="462"/>
                    <a:pt x="358" y="462"/>
                  </a:cubicBezTo>
                  <a:cubicBezTo>
                    <a:pt x="420" y="470"/>
                    <a:pt x="420" y="470"/>
                    <a:pt x="420" y="470"/>
                  </a:cubicBezTo>
                  <a:lnTo>
                    <a:pt x="341" y="3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18" name="Freeform 48"/>
            <p:cNvSpPr>
              <a:spLocks noEditPoints="1"/>
            </p:cNvSpPr>
            <p:nvPr/>
          </p:nvSpPr>
          <p:spPr bwMode="auto">
            <a:xfrm>
              <a:off x="3702038" y="5529671"/>
              <a:ext cx="921112" cy="1008787"/>
            </a:xfrm>
            <a:custGeom>
              <a:avLst/>
              <a:gdLst>
                <a:gd name="T0" fmla="*/ 214 w 378"/>
                <a:gd name="T1" fmla="*/ 242 h 414"/>
                <a:gd name="T2" fmla="*/ 172 w 378"/>
                <a:gd name="T3" fmla="*/ 154 h 414"/>
                <a:gd name="T4" fmla="*/ 184 w 378"/>
                <a:gd name="T5" fmla="*/ 104 h 414"/>
                <a:gd name="T6" fmla="*/ 166 w 378"/>
                <a:gd name="T7" fmla="*/ 86 h 414"/>
                <a:gd name="T8" fmla="*/ 60 w 378"/>
                <a:gd name="T9" fmla="*/ 193 h 414"/>
                <a:gd name="T10" fmla="*/ 54 w 378"/>
                <a:gd name="T11" fmla="*/ 239 h 414"/>
                <a:gd name="T12" fmla="*/ 197 w 378"/>
                <a:gd name="T13" fmla="*/ 381 h 414"/>
                <a:gd name="T14" fmla="*/ 267 w 378"/>
                <a:gd name="T15" fmla="*/ 381 h 414"/>
                <a:gd name="T16" fmla="*/ 283 w 378"/>
                <a:gd name="T17" fmla="*/ 398 h 414"/>
                <a:gd name="T18" fmla="*/ 283 w 378"/>
                <a:gd name="T19" fmla="*/ 414 h 414"/>
                <a:gd name="T20" fmla="*/ 207 w 378"/>
                <a:gd name="T21" fmla="*/ 414 h 414"/>
                <a:gd name="T22" fmla="*/ 207 w 378"/>
                <a:gd name="T23" fmla="*/ 414 h 414"/>
                <a:gd name="T24" fmla="*/ 206 w 378"/>
                <a:gd name="T25" fmla="*/ 414 h 414"/>
                <a:gd name="T26" fmla="*/ 88 w 378"/>
                <a:gd name="T27" fmla="*/ 414 h 414"/>
                <a:gd name="T28" fmla="*/ 88 w 378"/>
                <a:gd name="T29" fmla="*/ 398 h 414"/>
                <a:gd name="T30" fmla="*/ 104 w 378"/>
                <a:gd name="T31" fmla="*/ 381 h 414"/>
                <a:gd name="T32" fmla="*/ 174 w 378"/>
                <a:gd name="T33" fmla="*/ 381 h 414"/>
                <a:gd name="T34" fmla="*/ 39 w 378"/>
                <a:gd name="T35" fmla="*/ 247 h 414"/>
                <a:gd name="T36" fmla="*/ 0 w 378"/>
                <a:gd name="T37" fmla="*/ 214 h 414"/>
                <a:gd name="T38" fmla="*/ 46 w 378"/>
                <a:gd name="T39" fmla="*/ 184 h 414"/>
                <a:gd name="T40" fmla="*/ 155 w 378"/>
                <a:gd name="T41" fmla="*/ 75 h 414"/>
                <a:gd name="T42" fmla="*/ 144 w 378"/>
                <a:gd name="T43" fmla="*/ 64 h 414"/>
                <a:gd name="T44" fmla="*/ 144 w 378"/>
                <a:gd name="T45" fmla="*/ 41 h 414"/>
                <a:gd name="T46" fmla="*/ 179 w 378"/>
                <a:gd name="T47" fmla="*/ 7 h 414"/>
                <a:gd name="T48" fmla="*/ 202 w 378"/>
                <a:gd name="T49" fmla="*/ 7 h 414"/>
                <a:gd name="T50" fmla="*/ 243 w 378"/>
                <a:gd name="T51" fmla="*/ 48 h 414"/>
                <a:gd name="T52" fmla="*/ 286 w 378"/>
                <a:gd name="T53" fmla="*/ 40 h 414"/>
                <a:gd name="T54" fmla="*/ 378 w 378"/>
                <a:gd name="T55" fmla="*/ 84 h 414"/>
                <a:gd name="T56" fmla="*/ 214 w 378"/>
                <a:gd name="T57" fmla="*/ 242 h 414"/>
                <a:gd name="T58" fmla="*/ 340 w 378"/>
                <a:gd name="T59" fmla="*/ 140 h 414"/>
                <a:gd name="T60" fmla="*/ 340 w 378"/>
                <a:gd name="T61" fmla="*/ 202 h 414"/>
                <a:gd name="T62" fmla="*/ 278 w 378"/>
                <a:gd name="T63" fmla="*/ 202 h 414"/>
                <a:gd name="T64" fmla="*/ 340 w 378"/>
                <a:gd name="T65" fmla="*/ 140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78" h="414">
                  <a:moveTo>
                    <a:pt x="214" y="242"/>
                  </a:moveTo>
                  <a:cubicBezTo>
                    <a:pt x="189" y="221"/>
                    <a:pt x="172" y="189"/>
                    <a:pt x="172" y="154"/>
                  </a:cubicBezTo>
                  <a:cubicBezTo>
                    <a:pt x="172" y="136"/>
                    <a:pt x="177" y="119"/>
                    <a:pt x="184" y="104"/>
                  </a:cubicBezTo>
                  <a:cubicBezTo>
                    <a:pt x="166" y="86"/>
                    <a:pt x="166" y="86"/>
                    <a:pt x="166" y="86"/>
                  </a:cubicBezTo>
                  <a:cubicBezTo>
                    <a:pt x="60" y="193"/>
                    <a:pt x="60" y="193"/>
                    <a:pt x="60" y="193"/>
                  </a:cubicBezTo>
                  <a:cubicBezTo>
                    <a:pt x="80" y="209"/>
                    <a:pt x="78" y="224"/>
                    <a:pt x="54" y="239"/>
                  </a:cubicBezTo>
                  <a:cubicBezTo>
                    <a:pt x="197" y="381"/>
                    <a:pt x="197" y="381"/>
                    <a:pt x="197" y="381"/>
                  </a:cubicBezTo>
                  <a:cubicBezTo>
                    <a:pt x="267" y="381"/>
                    <a:pt x="267" y="381"/>
                    <a:pt x="267" y="381"/>
                  </a:cubicBezTo>
                  <a:cubicBezTo>
                    <a:pt x="276" y="381"/>
                    <a:pt x="283" y="389"/>
                    <a:pt x="283" y="398"/>
                  </a:cubicBezTo>
                  <a:cubicBezTo>
                    <a:pt x="283" y="414"/>
                    <a:pt x="283" y="414"/>
                    <a:pt x="283" y="414"/>
                  </a:cubicBezTo>
                  <a:cubicBezTo>
                    <a:pt x="207" y="414"/>
                    <a:pt x="207" y="414"/>
                    <a:pt x="207" y="414"/>
                  </a:cubicBezTo>
                  <a:cubicBezTo>
                    <a:pt x="207" y="414"/>
                    <a:pt x="207" y="414"/>
                    <a:pt x="207" y="414"/>
                  </a:cubicBezTo>
                  <a:cubicBezTo>
                    <a:pt x="206" y="414"/>
                    <a:pt x="206" y="414"/>
                    <a:pt x="206" y="414"/>
                  </a:cubicBezTo>
                  <a:cubicBezTo>
                    <a:pt x="88" y="414"/>
                    <a:pt x="88" y="414"/>
                    <a:pt x="88" y="414"/>
                  </a:cubicBezTo>
                  <a:cubicBezTo>
                    <a:pt x="88" y="398"/>
                    <a:pt x="88" y="398"/>
                    <a:pt x="88" y="398"/>
                  </a:cubicBezTo>
                  <a:cubicBezTo>
                    <a:pt x="88" y="389"/>
                    <a:pt x="95" y="381"/>
                    <a:pt x="104" y="381"/>
                  </a:cubicBezTo>
                  <a:cubicBezTo>
                    <a:pt x="174" y="381"/>
                    <a:pt x="174" y="381"/>
                    <a:pt x="174" y="381"/>
                  </a:cubicBezTo>
                  <a:cubicBezTo>
                    <a:pt x="39" y="247"/>
                    <a:pt x="39" y="247"/>
                    <a:pt x="39" y="247"/>
                  </a:cubicBezTo>
                  <a:cubicBezTo>
                    <a:pt x="13" y="258"/>
                    <a:pt x="0" y="247"/>
                    <a:pt x="0" y="214"/>
                  </a:cubicBezTo>
                  <a:cubicBezTo>
                    <a:pt x="1" y="178"/>
                    <a:pt x="16" y="168"/>
                    <a:pt x="46" y="184"/>
                  </a:cubicBezTo>
                  <a:cubicBezTo>
                    <a:pt x="155" y="75"/>
                    <a:pt x="155" y="75"/>
                    <a:pt x="155" y="75"/>
                  </a:cubicBezTo>
                  <a:cubicBezTo>
                    <a:pt x="144" y="64"/>
                    <a:pt x="144" y="64"/>
                    <a:pt x="144" y="64"/>
                  </a:cubicBezTo>
                  <a:cubicBezTo>
                    <a:pt x="138" y="58"/>
                    <a:pt x="138" y="47"/>
                    <a:pt x="144" y="41"/>
                  </a:cubicBezTo>
                  <a:cubicBezTo>
                    <a:pt x="179" y="7"/>
                    <a:pt x="179" y="7"/>
                    <a:pt x="179" y="7"/>
                  </a:cubicBezTo>
                  <a:cubicBezTo>
                    <a:pt x="185" y="0"/>
                    <a:pt x="195" y="0"/>
                    <a:pt x="202" y="7"/>
                  </a:cubicBezTo>
                  <a:cubicBezTo>
                    <a:pt x="243" y="48"/>
                    <a:pt x="243" y="48"/>
                    <a:pt x="243" y="48"/>
                  </a:cubicBezTo>
                  <a:cubicBezTo>
                    <a:pt x="257" y="43"/>
                    <a:pt x="271" y="40"/>
                    <a:pt x="286" y="40"/>
                  </a:cubicBezTo>
                  <a:cubicBezTo>
                    <a:pt x="324" y="40"/>
                    <a:pt x="357" y="56"/>
                    <a:pt x="378" y="84"/>
                  </a:cubicBezTo>
                  <a:cubicBezTo>
                    <a:pt x="378" y="84"/>
                    <a:pt x="215" y="242"/>
                    <a:pt x="214" y="242"/>
                  </a:cubicBezTo>
                  <a:close/>
                  <a:moveTo>
                    <a:pt x="340" y="140"/>
                  </a:moveTo>
                  <a:cubicBezTo>
                    <a:pt x="340" y="140"/>
                    <a:pt x="368" y="175"/>
                    <a:pt x="340" y="202"/>
                  </a:cubicBezTo>
                  <a:cubicBezTo>
                    <a:pt x="313" y="230"/>
                    <a:pt x="278" y="202"/>
                    <a:pt x="278" y="202"/>
                  </a:cubicBezTo>
                  <a:lnTo>
                    <a:pt x="340" y="14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19" name="Freeform 49"/>
            <p:cNvSpPr>
              <a:spLocks noEditPoints="1"/>
            </p:cNvSpPr>
            <p:nvPr/>
          </p:nvSpPr>
          <p:spPr bwMode="auto">
            <a:xfrm rot="796224">
              <a:off x="118105" y="32646"/>
              <a:ext cx="1268534" cy="1176595"/>
            </a:xfrm>
            <a:custGeom>
              <a:avLst/>
              <a:gdLst>
                <a:gd name="T0" fmla="*/ 75 w 1228"/>
                <a:gd name="T1" fmla="*/ 638 h 1139"/>
                <a:gd name="T2" fmla="*/ 531 w 1228"/>
                <a:gd name="T3" fmla="*/ 870 h 1139"/>
                <a:gd name="T4" fmla="*/ 612 w 1228"/>
                <a:gd name="T5" fmla="*/ 638 h 1139"/>
                <a:gd name="T6" fmla="*/ 156 w 1228"/>
                <a:gd name="T7" fmla="*/ 420 h 1139"/>
                <a:gd name="T8" fmla="*/ 75 w 1228"/>
                <a:gd name="T9" fmla="*/ 638 h 1139"/>
                <a:gd name="T10" fmla="*/ 621 w 1228"/>
                <a:gd name="T11" fmla="*/ 638 h 1139"/>
                <a:gd name="T12" fmla="*/ 699 w 1228"/>
                <a:gd name="T13" fmla="*/ 867 h 1139"/>
                <a:gd name="T14" fmla="*/ 1172 w 1228"/>
                <a:gd name="T15" fmla="*/ 636 h 1139"/>
                <a:gd name="T16" fmla="*/ 1080 w 1228"/>
                <a:gd name="T17" fmla="*/ 420 h 1139"/>
                <a:gd name="T18" fmla="*/ 621 w 1228"/>
                <a:gd name="T19" fmla="*/ 638 h 1139"/>
                <a:gd name="T20" fmla="*/ 0 w 1228"/>
                <a:gd name="T21" fmla="*/ 236 h 1139"/>
                <a:gd name="T22" fmla="*/ 156 w 1228"/>
                <a:gd name="T23" fmla="*/ 420 h 1139"/>
                <a:gd name="T24" fmla="*/ 612 w 1228"/>
                <a:gd name="T25" fmla="*/ 189 h 1139"/>
                <a:gd name="T26" fmla="*/ 463 w 1228"/>
                <a:gd name="T27" fmla="*/ 0 h 1139"/>
                <a:gd name="T28" fmla="*/ 0 w 1228"/>
                <a:gd name="T29" fmla="*/ 236 h 1139"/>
                <a:gd name="T30" fmla="*/ 1228 w 1228"/>
                <a:gd name="T31" fmla="*/ 241 h 1139"/>
                <a:gd name="T32" fmla="*/ 775 w 1228"/>
                <a:gd name="T33" fmla="*/ 0 h 1139"/>
                <a:gd name="T34" fmla="*/ 619 w 1228"/>
                <a:gd name="T35" fmla="*/ 189 h 1139"/>
                <a:gd name="T36" fmla="*/ 1080 w 1228"/>
                <a:gd name="T37" fmla="*/ 420 h 1139"/>
                <a:gd name="T38" fmla="*/ 1228 w 1228"/>
                <a:gd name="T39" fmla="*/ 241 h 1139"/>
                <a:gd name="T40" fmla="*/ 130 w 1228"/>
                <a:gd name="T41" fmla="*/ 697 h 1139"/>
                <a:gd name="T42" fmla="*/ 127 w 1228"/>
                <a:gd name="T43" fmla="*/ 917 h 1139"/>
                <a:gd name="T44" fmla="*/ 609 w 1228"/>
                <a:gd name="T45" fmla="*/ 1139 h 1139"/>
                <a:gd name="T46" fmla="*/ 609 w 1228"/>
                <a:gd name="T47" fmla="*/ 725 h 1139"/>
                <a:gd name="T48" fmla="*/ 538 w 1228"/>
                <a:gd name="T49" fmla="*/ 903 h 1139"/>
                <a:gd name="T50" fmla="*/ 130 w 1228"/>
                <a:gd name="T51" fmla="*/ 697 h 1139"/>
                <a:gd name="T52" fmla="*/ 626 w 1228"/>
                <a:gd name="T53" fmla="*/ 725 h 1139"/>
                <a:gd name="T54" fmla="*/ 626 w 1228"/>
                <a:gd name="T55" fmla="*/ 1139 h 1139"/>
                <a:gd name="T56" fmla="*/ 1103 w 1228"/>
                <a:gd name="T57" fmla="*/ 917 h 1139"/>
                <a:gd name="T58" fmla="*/ 1103 w 1228"/>
                <a:gd name="T59" fmla="*/ 697 h 1139"/>
                <a:gd name="T60" fmla="*/ 690 w 1228"/>
                <a:gd name="T61" fmla="*/ 905 h 1139"/>
                <a:gd name="T62" fmla="*/ 626 w 1228"/>
                <a:gd name="T63" fmla="*/ 725 h 1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28" h="1139">
                  <a:moveTo>
                    <a:pt x="75" y="638"/>
                  </a:moveTo>
                  <a:lnTo>
                    <a:pt x="531" y="870"/>
                  </a:lnTo>
                  <a:lnTo>
                    <a:pt x="612" y="638"/>
                  </a:lnTo>
                  <a:lnTo>
                    <a:pt x="156" y="420"/>
                  </a:lnTo>
                  <a:lnTo>
                    <a:pt x="75" y="638"/>
                  </a:lnTo>
                  <a:close/>
                  <a:moveTo>
                    <a:pt x="621" y="638"/>
                  </a:moveTo>
                  <a:lnTo>
                    <a:pt x="699" y="867"/>
                  </a:lnTo>
                  <a:lnTo>
                    <a:pt x="1172" y="636"/>
                  </a:lnTo>
                  <a:lnTo>
                    <a:pt x="1080" y="420"/>
                  </a:lnTo>
                  <a:lnTo>
                    <a:pt x="621" y="638"/>
                  </a:lnTo>
                  <a:close/>
                  <a:moveTo>
                    <a:pt x="0" y="236"/>
                  </a:moveTo>
                  <a:lnTo>
                    <a:pt x="156" y="420"/>
                  </a:lnTo>
                  <a:lnTo>
                    <a:pt x="612" y="189"/>
                  </a:lnTo>
                  <a:lnTo>
                    <a:pt x="463" y="0"/>
                  </a:lnTo>
                  <a:lnTo>
                    <a:pt x="0" y="236"/>
                  </a:lnTo>
                  <a:close/>
                  <a:moveTo>
                    <a:pt x="1228" y="241"/>
                  </a:moveTo>
                  <a:lnTo>
                    <a:pt x="775" y="0"/>
                  </a:lnTo>
                  <a:lnTo>
                    <a:pt x="619" y="189"/>
                  </a:lnTo>
                  <a:lnTo>
                    <a:pt x="1080" y="420"/>
                  </a:lnTo>
                  <a:lnTo>
                    <a:pt x="1228" y="241"/>
                  </a:lnTo>
                  <a:close/>
                  <a:moveTo>
                    <a:pt x="130" y="697"/>
                  </a:moveTo>
                  <a:lnTo>
                    <a:pt x="127" y="917"/>
                  </a:lnTo>
                  <a:lnTo>
                    <a:pt x="609" y="1139"/>
                  </a:lnTo>
                  <a:lnTo>
                    <a:pt x="609" y="725"/>
                  </a:lnTo>
                  <a:lnTo>
                    <a:pt x="538" y="903"/>
                  </a:lnTo>
                  <a:lnTo>
                    <a:pt x="130" y="697"/>
                  </a:lnTo>
                  <a:close/>
                  <a:moveTo>
                    <a:pt x="626" y="725"/>
                  </a:moveTo>
                  <a:lnTo>
                    <a:pt x="626" y="1139"/>
                  </a:lnTo>
                  <a:lnTo>
                    <a:pt x="1103" y="917"/>
                  </a:lnTo>
                  <a:lnTo>
                    <a:pt x="1103" y="697"/>
                  </a:lnTo>
                  <a:lnTo>
                    <a:pt x="690" y="905"/>
                  </a:lnTo>
                  <a:lnTo>
                    <a:pt x="626" y="7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0" name="Freeform 50"/>
            <p:cNvSpPr>
              <a:spLocks noEditPoints="1"/>
            </p:cNvSpPr>
            <p:nvPr/>
          </p:nvSpPr>
          <p:spPr bwMode="auto">
            <a:xfrm rot="900000">
              <a:off x="5458412" y="5642906"/>
              <a:ext cx="989936" cy="873088"/>
            </a:xfrm>
            <a:custGeom>
              <a:avLst/>
              <a:gdLst>
                <a:gd name="T0" fmla="*/ 5 w 1059"/>
                <a:gd name="T1" fmla="*/ 305 h 934"/>
                <a:gd name="T2" fmla="*/ 511 w 1059"/>
                <a:gd name="T3" fmla="*/ 934 h 934"/>
                <a:gd name="T4" fmla="*/ 307 w 1059"/>
                <a:gd name="T5" fmla="*/ 305 h 934"/>
                <a:gd name="T6" fmla="*/ 5 w 1059"/>
                <a:gd name="T7" fmla="*/ 305 h 934"/>
                <a:gd name="T8" fmla="*/ 362 w 1059"/>
                <a:gd name="T9" fmla="*/ 305 h 934"/>
                <a:gd name="T10" fmla="*/ 541 w 1059"/>
                <a:gd name="T11" fmla="*/ 934 h 934"/>
                <a:gd name="T12" fmla="*/ 697 w 1059"/>
                <a:gd name="T13" fmla="*/ 305 h 934"/>
                <a:gd name="T14" fmla="*/ 362 w 1059"/>
                <a:gd name="T15" fmla="*/ 305 h 934"/>
                <a:gd name="T16" fmla="*/ 570 w 1059"/>
                <a:gd name="T17" fmla="*/ 934 h 934"/>
                <a:gd name="T18" fmla="*/ 1057 w 1059"/>
                <a:gd name="T19" fmla="*/ 305 h 934"/>
                <a:gd name="T20" fmla="*/ 756 w 1059"/>
                <a:gd name="T21" fmla="*/ 305 h 934"/>
                <a:gd name="T22" fmla="*/ 570 w 1059"/>
                <a:gd name="T23" fmla="*/ 934 h 934"/>
                <a:gd name="T24" fmla="*/ 1059 w 1059"/>
                <a:gd name="T25" fmla="*/ 263 h 934"/>
                <a:gd name="T26" fmla="*/ 912 w 1059"/>
                <a:gd name="T27" fmla="*/ 15 h 934"/>
                <a:gd name="T28" fmla="*/ 766 w 1059"/>
                <a:gd name="T29" fmla="*/ 263 h 934"/>
                <a:gd name="T30" fmla="*/ 1059 w 1059"/>
                <a:gd name="T31" fmla="*/ 263 h 934"/>
                <a:gd name="T32" fmla="*/ 865 w 1059"/>
                <a:gd name="T33" fmla="*/ 0 h 934"/>
                <a:gd name="T34" fmla="*/ 574 w 1059"/>
                <a:gd name="T35" fmla="*/ 0 h 934"/>
                <a:gd name="T36" fmla="*/ 719 w 1059"/>
                <a:gd name="T37" fmla="*/ 258 h 934"/>
                <a:gd name="T38" fmla="*/ 865 w 1059"/>
                <a:gd name="T39" fmla="*/ 0 h 934"/>
                <a:gd name="T40" fmla="*/ 674 w 1059"/>
                <a:gd name="T41" fmla="*/ 263 h 934"/>
                <a:gd name="T42" fmla="*/ 530 w 1059"/>
                <a:gd name="T43" fmla="*/ 15 h 934"/>
                <a:gd name="T44" fmla="*/ 383 w 1059"/>
                <a:gd name="T45" fmla="*/ 263 h 934"/>
                <a:gd name="T46" fmla="*/ 674 w 1059"/>
                <a:gd name="T47" fmla="*/ 263 h 934"/>
                <a:gd name="T48" fmla="*/ 485 w 1059"/>
                <a:gd name="T49" fmla="*/ 0 h 934"/>
                <a:gd name="T50" fmla="*/ 194 w 1059"/>
                <a:gd name="T51" fmla="*/ 0 h 934"/>
                <a:gd name="T52" fmla="*/ 340 w 1059"/>
                <a:gd name="T53" fmla="*/ 258 h 934"/>
                <a:gd name="T54" fmla="*/ 485 w 1059"/>
                <a:gd name="T55" fmla="*/ 0 h 934"/>
                <a:gd name="T56" fmla="*/ 147 w 1059"/>
                <a:gd name="T57" fmla="*/ 15 h 934"/>
                <a:gd name="T58" fmla="*/ 0 w 1059"/>
                <a:gd name="T59" fmla="*/ 263 h 934"/>
                <a:gd name="T60" fmla="*/ 293 w 1059"/>
                <a:gd name="T61" fmla="*/ 263 h 934"/>
                <a:gd name="T62" fmla="*/ 147 w 1059"/>
                <a:gd name="T63" fmla="*/ 15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59" h="934">
                  <a:moveTo>
                    <a:pt x="5" y="305"/>
                  </a:moveTo>
                  <a:lnTo>
                    <a:pt x="511" y="934"/>
                  </a:lnTo>
                  <a:lnTo>
                    <a:pt x="307" y="305"/>
                  </a:lnTo>
                  <a:lnTo>
                    <a:pt x="5" y="305"/>
                  </a:lnTo>
                  <a:close/>
                  <a:moveTo>
                    <a:pt x="362" y="305"/>
                  </a:moveTo>
                  <a:lnTo>
                    <a:pt x="541" y="934"/>
                  </a:lnTo>
                  <a:lnTo>
                    <a:pt x="697" y="305"/>
                  </a:lnTo>
                  <a:lnTo>
                    <a:pt x="362" y="305"/>
                  </a:lnTo>
                  <a:close/>
                  <a:moveTo>
                    <a:pt x="570" y="934"/>
                  </a:moveTo>
                  <a:lnTo>
                    <a:pt x="1057" y="305"/>
                  </a:lnTo>
                  <a:lnTo>
                    <a:pt x="756" y="305"/>
                  </a:lnTo>
                  <a:lnTo>
                    <a:pt x="570" y="934"/>
                  </a:lnTo>
                  <a:close/>
                  <a:moveTo>
                    <a:pt x="1059" y="263"/>
                  </a:moveTo>
                  <a:lnTo>
                    <a:pt x="912" y="15"/>
                  </a:lnTo>
                  <a:lnTo>
                    <a:pt x="766" y="263"/>
                  </a:lnTo>
                  <a:lnTo>
                    <a:pt x="1059" y="263"/>
                  </a:lnTo>
                  <a:close/>
                  <a:moveTo>
                    <a:pt x="865" y="0"/>
                  </a:moveTo>
                  <a:lnTo>
                    <a:pt x="574" y="0"/>
                  </a:lnTo>
                  <a:lnTo>
                    <a:pt x="719" y="258"/>
                  </a:lnTo>
                  <a:lnTo>
                    <a:pt x="865" y="0"/>
                  </a:lnTo>
                  <a:close/>
                  <a:moveTo>
                    <a:pt x="674" y="263"/>
                  </a:moveTo>
                  <a:lnTo>
                    <a:pt x="530" y="15"/>
                  </a:lnTo>
                  <a:lnTo>
                    <a:pt x="383" y="263"/>
                  </a:lnTo>
                  <a:lnTo>
                    <a:pt x="674" y="263"/>
                  </a:lnTo>
                  <a:close/>
                  <a:moveTo>
                    <a:pt x="485" y="0"/>
                  </a:moveTo>
                  <a:lnTo>
                    <a:pt x="194" y="0"/>
                  </a:lnTo>
                  <a:lnTo>
                    <a:pt x="340" y="258"/>
                  </a:lnTo>
                  <a:lnTo>
                    <a:pt x="485" y="0"/>
                  </a:lnTo>
                  <a:close/>
                  <a:moveTo>
                    <a:pt x="147" y="15"/>
                  </a:moveTo>
                  <a:lnTo>
                    <a:pt x="0" y="263"/>
                  </a:lnTo>
                  <a:lnTo>
                    <a:pt x="293" y="263"/>
                  </a:lnTo>
                  <a:lnTo>
                    <a:pt x="147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1" name="Freeform 51"/>
            <p:cNvSpPr>
              <a:spLocks noEditPoints="1"/>
            </p:cNvSpPr>
            <p:nvPr/>
          </p:nvSpPr>
          <p:spPr bwMode="auto">
            <a:xfrm>
              <a:off x="8185277" y="3034161"/>
              <a:ext cx="759643" cy="748824"/>
            </a:xfrm>
            <a:custGeom>
              <a:avLst/>
              <a:gdLst>
                <a:gd name="T0" fmla="*/ 401 w 416"/>
                <a:gd name="T1" fmla="*/ 70 h 410"/>
                <a:gd name="T2" fmla="*/ 378 w 416"/>
                <a:gd name="T3" fmla="*/ 181 h 410"/>
                <a:gd name="T4" fmla="*/ 256 w 416"/>
                <a:gd name="T5" fmla="*/ 198 h 410"/>
                <a:gd name="T6" fmla="*/ 228 w 416"/>
                <a:gd name="T7" fmla="*/ 228 h 410"/>
                <a:gd name="T8" fmla="*/ 248 w 416"/>
                <a:gd name="T9" fmla="*/ 249 h 410"/>
                <a:gd name="T10" fmla="*/ 260 w 416"/>
                <a:gd name="T11" fmla="*/ 237 h 410"/>
                <a:gd name="T12" fmla="*/ 282 w 416"/>
                <a:gd name="T13" fmla="*/ 237 h 410"/>
                <a:gd name="T14" fmla="*/ 380 w 416"/>
                <a:gd name="T15" fmla="*/ 335 h 410"/>
                <a:gd name="T16" fmla="*/ 380 w 416"/>
                <a:gd name="T17" fmla="*/ 357 h 410"/>
                <a:gd name="T18" fmla="*/ 335 w 416"/>
                <a:gd name="T19" fmla="*/ 401 h 410"/>
                <a:gd name="T20" fmla="*/ 313 w 416"/>
                <a:gd name="T21" fmla="*/ 401 h 410"/>
                <a:gd name="T22" fmla="*/ 216 w 416"/>
                <a:gd name="T23" fmla="*/ 303 h 410"/>
                <a:gd name="T24" fmla="*/ 216 w 416"/>
                <a:gd name="T25" fmla="*/ 281 h 410"/>
                <a:gd name="T26" fmla="*/ 227 w 416"/>
                <a:gd name="T27" fmla="*/ 270 h 410"/>
                <a:gd name="T28" fmla="*/ 208 w 416"/>
                <a:gd name="T29" fmla="*/ 251 h 410"/>
                <a:gd name="T30" fmla="*/ 73 w 416"/>
                <a:gd name="T31" fmla="*/ 398 h 410"/>
                <a:gd name="T32" fmla="*/ 29 w 416"/>
                <a:gd name="T33" fmla="*/ 398 h 410"/>
                <a:gd name="T34" fmla="*/ 18 w 416"/>
                <a:gd name="T35" fmla="*/ 387 h 410"/>
                <a:gd name="T36" fmla="*/ 18 w 416"/>
                <a:gd name="T37" fmla="*/ 342 h 410"/>
                <a:gd name="T38" fmla="*/ 171 w 416"/>
                <a:gd name="T39" fmla="*/ 214 h 410"/>
                <a:gd name="T40" fmla="*/ 69 w 416"/>
                <a:gd name="T41" fmla="*/ 112 h 410"/>
                <a:gd name="T42" fmla="*/ 37 w 416"/>
                <a:gd name="T43" fmla="*/ 112 h 410"/>
                <a:gd name="T44" fmla="*/ 0 w 416"/>
                <a:gd name="T45" fmla="*/ 52 h 410"/>
                <a:gd name="T46" fmla="*/ 30 w 416"/>
                <a:gd name="T47" fmla="*/ 22 h 410"/>
                <a:gd name="T48" fmla="*/ 91 w 416"/>
                <a:gd name="T49" fmla="*/ 59 h 410"/>
                <a:gd name="T50" fmla="*/ 91 w 416"/>
                <a:gd name="T51" fmla="*/ 91 h 410"/>
                <a:gd name="T52" fmla="*/ 194 w 416"/>
                <a:gd name="T53" fmla="*/ 194 h 410"/>
                <a:gd name="T54" fmla="*/ 224 w 416"/>
                <a:gd name="T55" fmla="*/ 169 h 410"/>
                <a:gd name="T56" fmla="*/ 234 w 416"/>
                <a:gd name="T57" fmla="*/ 37 h 410"/>
                <a:gd name="T58" fmla="*/ 345 w 416"/>
                <a:gd name="T59" fmla="*/ 15 h 410"/>
                <a:gd name="T60" fmla="*/ 279 w 416"/>
                <a:gd name="T61" fmla="*/ 80 h 410"/>
                <a:gd name="T62" fmla="*/ 334 w 416"/>
                <a:gd name="T63" fmla="*/ 135 h 410"/>
                <a:gd name="T64" fmla="*/ 401 w 416"/>
                <a:gd name="T65" fmla="*/ 70 h 410"/>
                <a:gd name="T66" fmla="*/ 54 w 416"/>
                <a:gd name="T67" fmla="*/ 358 h 410"/>
                <a:gd name="T68" fmla="*/ 32 w 416"/>
                <a:gd name="T69" fmla="*/ 358 h 410"/>
                <a:gd name="T70" fmla="*/ 32 w 416"/>
                <a:gd name="T71" fmla="*/ 380 h 410"/>
                <a:gd name="T72" fmla="*/ 54 w 416"/>
                <a:gd name="T73" fmla="*/ 380 h 410"/>
                <a:gd name="T74" fmla="*/ 54 w 416"/>
                <a:gd name="T75" fmla="*/ 358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16" h="410">
                  <a:moveTo>
                    <a:pt x="401" y="70"/>
                  </a:moveTo>
                  <a:cubicBezTo>
                    <a:pt x="416" y="107"/>
                    <a:pt x="409" y="151"/>
                    <a:pt x="378" y="181"/>
                  </a:cubicBezTo>
                  <a:cubicBezTo>
                    <a:pt x="345" y="214"/>
                    <a:pt x="295" y="220"/>
                    <a:pt x="256" y="198"/>
                  </a:cubicBezTo>
                  <a:cubicBezTo>
                    <a:pt x="228" y="228"/>
                    <a:pt x="228" y="228"/>
                    <a:pt x="228" y="228"/>
                  </a:cubicBezTo>
                  <a:cubicBezTo>
                    <a:pt x="248" y="249"/>
                    <a:pt x="248" y="249"/>
                    <a:pt x="248" y="249"/>
                  </a:cubicBezTo>
                  <a:cubicBezTo>
                    <a:pt x="260" y="237"/>
                    <a:pt x="260" y="237"/>
                    <a:pt x="260" y="237"/>
                  </a:cubicBezTo>
                  <a:cubicBezTo>
                    <a:pt x="266" y="230"/>
                    <a:pt x="276" y="230"/>
                    <a:pt x="282" y="237"/>
                  </a:cubicBezTo>
                  <a:cubicBezTo>
                    <a:pt x="380" y="335"/>
                    <a:pt x="380" y="335"/>
                    <a:pt x="380" y="335"/>
                  </a:cubicBezTo>
                  <a:cubicBezTo>
                    <a:pt x="386" y="341"/>
                    <a:pt x="386" y="351"/>
                    <a:pt x="380" y="357"/>
                  </a:cubicBezTo>
                  <a:cubicBezTo>
                    <a:pt x="335" y="401"/>
                    <a:pt x="335" y="401"/>
                    <a:pt x="335" y="401"/>
                  </a:cubicBezTo>
                  <a:cubicBezTo>
                    <a:pt x="329" y="408"/>
                    <a:pt x="319" y="408"/>
                    <a:pt x="313" y="401"/>
                  </a:cubicBezTo>
                  <a:cubicBezTo>
                    <a:pt x="216" y="303"/>
                    <a:pt x="216" y="303"/>
                    <a:pt x="216" y="303"/>
                  </a:cubicBezTo>
                  <a:cubicBezTo>
                    <a:pt x="210" y="297"/>
                    <a:pt x="210" y="287"/>
                    <a:pt x="216" y="281"/>
                  </a:cubicBezTo>
                  <a:cubicBezTo>
                    <a:pt x="227" y="270"/>
                    <a:pt x="227" y="270"/>
                    <a:pt x="227" y="270"/>
                  </a:cubicBezTo>
                  <a:cubicBezTo>
                    <a:pt x="208" y="251"/>
                    <a:pt x="208" y="251"/>
                    <a:pt x="208" y="251"/>
                  </a:cubicBezTo>
                  <a:cubicBezTo>
                    <a:pt x="73" y="398"/>
                    <a:pt x="73" y="398"/>
                    <a:pt x="73" y="398"/>
                  </a:cubicBezTo>
                  <a:cubicBezTo>
                    <a:pt x="61" y="410"/>
                    <a:pt x="41" y="410"/>
                    <a:pt x="29" y="398"/>
                  </a:cubicBezTo>
                  <a:cubicBezTo>
                    <a:pt x="18" y="387"/>
                    <a:pt x="18" y="387"/>
                    <a:pt x="18" y="387"/>
                  </a:cubicBezTo>
                  <a:cubicBezTo>
                    <a:pt x="5" y="374"/>
                    <a:pt x="5" y="355"/>
                    <a:pt x="18" y="342"/>
                  </a:cubicBezTo>
                  <a:cubicBezTo>
                    <a:pt x="171" y="214"/>
                    <a:pt x="171" y="214"/>
                    <a:pt x="171" y="214"/>
                  </a:cubicBezTo>
                  <a:cubicBezTo>
                    <a:pt x="69" y="112"/>
                    <a:pt x="69" y="112"/>
                    <a:pt x="69" y="112"/>
                  </a:cubicBezTo>
                  <a:cubicBezTo>
                    <a:pt x="37" y="112"/>
                    <a:pt x="37" y="112"/>
                    <a:pt x="37" y="112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91"/>
                    <a:pt x="91" y="91"/>
                    <a:pt x="91" y="91"/>
                  </a:cubicBezTo>
                  <a:cubicBezTo>
                    <a:pt x="194" y="194"/>
                    <a:pt x="194" y="194"/>
                    <a:pt x="194" y="194"/>
                  </a:cubicBezTo>
                  <a:cubicBezTo>
                    <a:pt x="224" y="169"/>
                    <a:pt x="224" y="169"/>
                    <a:pt x="224" y="169"/>
                  </a:cubicBezTo>
                  <a:cubicBezTo>
                    <a:pt x="195" y="129"/>
                    <a:pt x="198" y="73"/>
                    <a:pt x="234" y="37"/>
                  </a:cubicBezTo>
                  <a:cubicBezTo>
                    <a:pt x="264" y="7"/>
                    <a:pt x="308" y="0"/>
                    <a:pt x="345" y="15"/>
                  </a:cubicBezTo>
                  <a:cubicBezTo>
                    <a:pt x="279" y="80"/>
                    <a:pt x="279" y="80"/>
                    <a:pt x="279" y="80"/>
                  </a:cubicBezTo>
                  <a:cubicBezTo>
                    <a:pt x="334" y="135"/>
                    <a:pt x="334" y="135"/>
                    <a:pt x="334" y="135"/>
                  </a:cubicBezTo>
                  <a:cubicBezTo>
                    <a:pt x="401" y="70"/>
                    <a:pt x="401" y="70"/>
                    <a:pt x="401" y="70"/>
                  </a:cubicBezTo>
                  <a:close/>
                  <a:moveTo>
                    <a:pt x="54" y="358"/>
                  </a:moveTo>
                  <a:cubicBezTo>
                    <a:pt x="48" y="352"/>
                    <a:pt x="38" y="352"/>
                    <a:pt x="32" y="358"/>
                  </a:cubicBezTo>
                  <a:cubicBezTo>
                    <a:pt x="26" y="364"/>
                    <a:pt x="26" y="374"/>
                    <a:pt x="32" y="380"/>
                  </a:cubicBezTo>
                  <a:cubicBezTo>
                    <a:pt x="38" y="386"/>
                    <a:pt x="48" y="386"/>
                    <a:pt x="54" y="380"/>
                  </a:cubicBezTo>
                  <a:cubicBezTo>
                    <a:pt x="61" y="374"/>
                    <a:pt x="61" y="364"/>
                    <a:pt x="54" y="3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2" name="Freeform 52"/>
            <p:cNvSpPr>
              <a:spLocks noEditPoints="1"/>
            </p:cNvSpPr>
            <p:nvPr/>
          </p:nvSpPr>
          <p:spPr bwMode="auto">
            <a:xfrm rot="900000">
              <a:off x="8002556" y="4977268"/>
              <a:ext cx="857014" cy="891789"/>
            </a:xfrm>
            <a:custGeom>
              <a:avLst/>
              <a:gdLst>
                <a:gd name="T0" fmla="*/ 417 w 469"/>
                <a:gd name="T1" fmla="*/ 94 h 488"/>
                <a:gd name="T2" fmla="*/ 289 w 469"/>
                <a:gd name="T3" fmla="*/ 251 h 488"/>
                <a:gd name="T4" fmla="*/ 229 w 469"/>
                <a:gd name="T5" fmla="*/ 190 h 488"/>
                <a:gd name="T6" fmla="*/ 374 w 469"/>
                <a:gd name="T7" fmla="*/ 61 h 488"/>
                <a:gd name="T8" fmla="*/ 463 w 469"/>
                <a:gd name="T9" fmla="*/ 9 h 488"/>
                <a:gd name="T10" fmla="*/ 417 w 469"/>
                <a:gd name="T11" fmla="*/ 94 h 488"/>
                <a:gd name="T12" fmla="*/ 278 w 469"/>
                <a:gd name="T13" fmla="*/ 263 h 488"/>
                <a:gd name="T14" fmla="*/ 234 w 469"/>
                <a:gd name="T15" fmla="*/ 317 h 488"/>
                <a:gd name="T16" fmla="*/ 163 w 469"/>
                <a:gd name="T17" fmla="*/ 248 h 488"/>
                <a:gd name="T18" fmla="*/ 216 w 469"/>
                <a:gd name="T19" fmla="*/ 201 h 488"/>
                <a:gd name="T20" fmla="*/ 278 w 469"/>
                <a:gd name="T21" fmla="*/ 263 h 488"/>
                <a:gd name="T22" fmla="*/ 224 w 469"/>
                <a:gd name="T23" fmla="*/ 330 h 488"/>
                <a:gd name="T24" fmla="*/ 224 w 469"/>
                <a:gd name="T25" fmla="*/ 330 h 488"/>
                <a:gd name="T26" fmla="*/ 0 w 469"/>
                <a:gd name="T27" fmla="*/ 397 h 488"/>
                <a:gd name="T28" fmla="*/ 76 w 469"/>
                <a:gd name="T29" fmla="*/ 335 h 488"/>
                <a:gd name="T30" fmla="*/ 151 w 469"/>
                <a:gd name="T31" fmla="*/ 259 h 488"/>
                <a:gd name="T32" fmla="*/ 224 w 469"/>
                <a:gd name="T33" fmla="*/ 330 h 488"/>
                <a:gd name="T34" fmla="*/ 224 w 469"/>
                <a:gd name="T35" fmla="*/ 330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69" h="488">
                  <a:moveTo>
                    <a:pt x="417" y="94"/>
                  </a:moveTo>
                  <a:cubicBezTo>
                    <a:pt x="395" y="120"/>
                    <a:pt x="336" y="193"/>
                    <a:pt x="289" y="251"/>
                  </a:cubicBezTo>
                  <a:cubicBezTo>
                    <a:pt x="229" y="190"/>
                    <a:pt x="229" y="190"/>
                    <a:pt x="229" y="190"/>
                  </a:cubicBezTo>
                  <a:cubicBezTo>
                    <a:pt x="283" y="142"/>
                    <a:pt x="350" y="82"/>
                    <a:pt x="374" y="61"/>
                  </a:cubicBezTo>
                  <a:cubicBezTo>
                    <a:pt x="417" y="23"/>
                    <a:pt x="455" y="0"/>
                    <a:pt x="463" y="9"/>
                  </a:cubicBezTo>
                  <a:cubicBezTo>
                    <a:pt x="469" y="14"/>
                    <a:pt x="455" y="47"/>
                    <a:pt x="417" y="94"/>
                  </a:cubicBezTo>
                  <a:close/>
                  <a:moveTo>
                    <a:pt x="278" y="263"/>
                  </a:moveTo>
                  <a:cubicBezTo>
                    <a:pt x="260" y="286"/>
                    <a:pt x="244" y="305"/>
                    <a:pt x="234" y="317"/>
                  </a:cubicBezTo>
                  <a:cubicBezTo>
                    <a:pt x="163" y="248"/>
                    <a:pt x="163" y="248"/>
                    <a:pt x="163" y="248"/>
                  </a:cubicBezTo>
                  <a:cubicBezTo>
                    <a:pt x="175" y="238"/>
                    <a:pt x="194" y="221"/>
                    <a:pt x="216" y="201"/>
                  </a:cubicBezTo>
                  <a:lnTo>
                    <a:pt x="278" y="263"/>
                  </a:lnTo>
                  <a:close/>
                  <a:moveTo>
                    <a:pt x="224" y="330"/>
                  </a:moveTo>
                  <a:cubicBezTo>
                    <a:pt x="224" y="330"/>
                    <a:pt x="224" y="330"/>
                    <a:pt x="224" y="330"/>
                  </a:cubicBezTo>
                  <a:cubicBezTo>
                    <a:pt x="183" y="488"/>
                    <a:pt x="0" y="397"/>
                    <a:pt x="0" y="397"/>
                  </a:cubicBezTo>
                  <a:cubicBezTo>
                    <a:pt x="0" y="397"/>
                    <a:pt x="76" y="407"/>
                    <a:pt x="76" y="335"/>
                  </a:cubicBezTo>
                  <a:cubicBezTo>
                    <a:pt x="76" y="266"/>
                    <a:pt x="147" y="259"/>
                    <a:pt x="151" y="259"/>
                  </a:cubicBezTo>
                  <a:cubicBezTo>
                    <a:pt x="224" y="330"/>
                    <a:pt x="224" y="330"/>
                    <a:pt x="224" y="330"/>
                  </a:cubicBezTo>
                  <a:cubicBezTo>
                    <a:pt x="224" y="330"/>
                    <a:pt x="224" y="330"/>
                    <a:pt x="224" y="33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3" name="Freeform 53"/>
            <p:cNvSpPr>
              <a:spLocks noEditPoints="1"/>
            </p:cNvSpPr>
            <p:nvPr/>
          </p:nvSpPr>
          <p:spPr bwMode="auto">
            <a:xfrm rot="20796407">
              <a:off x="9323274" y="3899913"/>
              <a:ext cx="876333" cy="734142"/>
            </a:xfrm>
            <a:custGeom>
              <a:avLst/>
              <a:gdLst>
                <a:gd name="T0" fmla="*/ 385 w 480"/>
                <a:gd name="T1" fmla="*/ 236 h 402"/>
                <a:gd name="T2" fmla="*/ 385 w 480"/>
                <a:gd name="T3" fmla="*/ 36 h 402"/>
                <a:gd name="T4" fmla="*/ 349 w 480"/>
                <a:gd name="T5" fmla="*/ 0 h 402"/>
                <a:gd name="T6" fmla="*/ 36 w 480"/>
                <a:gd name="T7" fmla="*/ 0 h 402"/>
                <a:gd name="T8" fmla="*/ 0 w 480"/>
                <a:gd name="T9" fmla="*/ 36 h 402"/>
                <a:gd name="T10" fmla="*/ 0 w 480"/>
                <a:gd name="T11" fmla="*/ 236 h 402"/>
                <a:gd name="T12" fmla="*/ 36 w 480"/>
                <a:gd name="T13" fmla="*/ 272 h 402"/>
                <a:gd name="T14" fmla="*/ 95 w 480"/>
                <a:gd name="T15" fmla="*/ 272 h 402"/>
                <a:gd name="T16" fmla="*/ 95 w 480"/>
                <a:gd name="T17" fmla="*/ 354 h 402"/>
                <a:gd name="T18" fmla="*/ 187 w 480"/>
                <a:gd name="T19" fmla="*/ 272 h 402"/>
                <a:gd name="T20" fmla="*/ 349 w 480"/>
                <a:gd name="T21" fmla="*/ 272 h 402"/>
                <a:gd name="T22" fmla="*/ 385 w 480"/>
                <a:gd name="T23" fmla="*/ 236 h 402"/>
                <a:gd name="T24" fmla="*/ 444 w 480"/>
                <a:gd name="T25" fmla="*/ 79 h 402"/>
                <a:gd name="T26" fmla="*/ 399 w 480"/>
                <a:gd name="T27" fmla="*/ 79 h 402"/>
                <a:gd name="T28" fmla="*/ 399 w 480"/>
                <a:gd name="T29" fmla="*/ 253 h 402"/>
                <a:gd name="T30" fmla="*/ 365 w 480"/>
                <a:gd name="T31" fmla="*/ 288 h 402"/>
                <a:gd name="T32" fmla="*/ 190 w 480"/>
                <a:gd name="T33" fmla="*/ 288 h 402"/>
                <a:gd name="T34" fmla="*/ 226 w 480"/>
                <a:gd name="T35" fmla="*/ 320 h 402"/>
                <a:gd name="T36" fmla="*/ 295 w 480"/>
                <a:gd name="T37" fmla="*/ 320 h 402"/>
                <a:gd name="T38" fmla="*/ 385 w 480"/>
                <a:gd name="T39" fmla="*/ 402 h 402"/>
                <a:gd name="T40" fmla="*/ 384 w 480"/>
                <a:gd name="T41" fmla="*/ 320 h 402"/>
                <a:gd name="T42" fmla="*/ 444 w 480"/>
                <a:gd name="T43" fmla="*/ 320 h 402"/>
                <a:gd name="T44" fmla="*/ 480 w 480"/>
                <a:gd name="T45" fmla="*/ 288 h 402"/>
                <a:gd name="T46" fmla="*/ 480 w 480"/>
                <a:gd name="T47" fmla="*/ 114 h 402"/>
                <a:gd name="T48" fmla="*/ 444 w 480"/>
                <a:gd name="T49" fmla="*/ 79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0" h="402">
                  <a:moveTo>
                    <a:pt x="385" y="236"/>
                  </a:moveTo>
                  <a:cubicBezTo>
                    <a:pt x="385" y="36"/>
                    <a:pt x="385" y="36"/>
                    <a:pt x="385" y="36"/>
                  </a:cubicBezTo>
                  <a:cubicBezTo>
                    <a:pt x="385" y="16"/>
                    <a:pt x="369" y="0"/>
                    <a:pt x="349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16" y="0"/>
                    <a:pt x="0" y="16"/>
                    <a:pt x="0" y="36"/>
                  </a:cubicBezTo>
                  <a:cubicBezTo>
                    <a:pt x="0" y="236"/>
                    <a:pt x="0" y="236"/>
                    <a:pt x="0" y="236"/>
                  </a:cubicBezTo>
                  <a:cubicBezTo>
                    <a:pt x="0" y="256"/>
                    <a:pt x="16" y="272"/>
                    <a:pt x="36" y="272"/>
                  </a:cubicBezTo>
                  <a:cubicBezTo>
                    <a:pt x="95" y="272"/>
                    <a:pt x="95" y="272"/>
                    <a:pt x="95" y="272"/>
                  </a:cubicBezTo>
                  <a:cubicBezTo>
                    <a:pt x="95" y="354"/>
                    <a:pt x="95" y="354"/>
                    <a:pt x="95" y="354"/>
                  </a:cubicBezTo>
                  <a:cubicBezTo>
                    <a:pt x="187" y="272"/>
                    <a:pt x="187" y="272"/>
                    <a:pt x="187" y="272"/>
                  </a:cubicBezTo>
                  <a:cubicBezTo>
                    <a:pt x="349" y="272"/>
                    <a:pt x="349" y="272"/>
                    <a:pt x="349" y="272"/>
                  </a:cubicBezTo>
                  <a:cubicBezTo>
                    <a:pt x="369" y="272"/>
                    <a:pt x="385" y="256"/>
                    <a:pt x="385" y="236"/>
                  </a:cubicBezTo>
                  <a:close/>
                  <a:moveTo>
                    <a:pt x="444" y="79"/>
                  </a:moveTo>
                  <a:cubicBezTo>
                    <a:pt x="399" y="79"/>
                    <a:pt x="399" y="79"/>
                    <a:pt x="399" y="79"/>
                  </a:cubicBezTo>
                  <a:cubicBezTo>
                    <a:pt x="399" y="79"/>
                    <a:pt x="399" y="238"/>
                    <a:pt x="399" y="253"/>
                  </a:cubicBezTo>
                  <a:cubicBezTo>
                    <a:pt x="399" y="268"/>
                    <a:pt x="380" y="288"/>
                    <a:pt x="365" y="288"/>
                  </a:cubicBezTo>
                  <a:cubicBezTo>
                    <a:pt x="350" y="288"/>
                    <a:pt x="190" y="288"/>
                    <a:pt x="190" y="288"/>
                  </a:cubicBezTo>
                  <a:cubicBezTo>
                    <a:pt x="190" y="308"/>
                    <a:pt x="206" y="320"/>
                    <a:pt x="226" y="320"/>
                  </a:cubicBezTo>
                  <a:cubicBezTo>
                    <a:pt x="295" y="320"/>
                    <a:pt x="295" y="320"/>
                    <a:pt x="295" y="320"/>
                  </a:cubicBezTo>
                  <a:cubicBezTo>
                    <a:pt x="385" y="402"/>
                    <a:pt x="385" y="402"/>
                    <a:pt x="385" y="402"/>
                  </a:cubicBezTo>
                  <a:cubicBezTo>
                    <a:pt x="384" y="320"/>
                    <a:pt x="384" y="320"/>
                    <a:pt x="384" y="320"/>
                  </a:cubicBezTo>
                  <a:cubicBezTo>
                    <a:pt x="444" y="320"/>
                    <a:pt x="444" y="320"/>
                    <a:pt x="444" y="320"/>
                  </a:cubicBezTo>
                  <a:cubicBezTo>
                    <a:pt x="464" y="320"/>
                    <a:pt x="480" y="308"/>
                    <a:pt x="480" y="288"/>
                  </a:cubicBezTo>
                  <a:cubicBezTo>
                    <a:pt x="480" y="114"/>
                    <a:pt x="480" y="114"/>
                    <a:pt x="480" y="114"/>
                  </a:cubicBezTo>
                  <a:cubicBezTo>
                    <a:pt x="480" y="94"/>
                    <a:pt x="464" y="79"/>
                    <a:pt x="444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4" name="Freeform 54"/>
            <p:cNvSpPr>
              <a:spLocks noEditPoints="1"/>
            </p:cNvSpPr>
            <p:nvPr/>
          </p:nvSpPr>
          <p:spPr bwMode="auto">
            <a:xfrm rot="20922286">
              <a:off x="8701498" y="5548859"/>
              <a:ext cx="1003842" cy="712504"/>
            </a:xfrm>
            <a:custGeom>
              <a:avLst/>
              <a:gdLst>
                <a:gd name="T0" fmla="*/ 402 w 550"/>
                <a:gd name="T1" fmla="*/ 150 h 390"/>
                <a:gd name="T2" fmla="*/ 201 w 550"/>
                <a:gd name="T3" fmla="*/ 0 h 390"/>
                <a:gd name="T4" fmla="*/ 0 w 550"/>
                <a:gd name="T5" fmla="*/ 150 h 390"/>
                <a:gd name="T6" fmla="*/ 83 w 550"/>
                <a:gd name="T7" fmla="*/ 271 h 390"/>
                <a:gd name="T8" fmla="*/ 43 w 550"/>
                <a:gd name="T9" fmla="*/ 343 h 390"/>
                <a:gd name="T10" fmla="*/ 164 w 550"/>
                <a:gd name="T11" fmla="*/ 297 h 390"/>
                <a:gd name="T12" fmla="*/ 201 w 550"/>
                <a:gd name="T13" fmla="*/ 299 h 390"/>
                <a:gd name="T14" fmla="*/ 402 w 550"/>
                <a:gd name="T15" fmla="*/ 150 h 390"/>
                <a:gd name="T16" fmla="*/ 550 w 550"/>
                <a:gd name="T17" fmla="*/ 196 h 390"/>
                <a:gd name="T18" fmla="*/ 374 w 550"/>
                <a:gd name="T19" fmla="*/ 47 h 390"/>
                <a:gd name="T20" fmla="*/ 224 w 550"/>
                <a:gd name="T21" fmla="*/ 317 h 390"/>
                <a:gd name="T22" fmla="*/ 349 w 550"/>
                <a:gd name="T23" fmla="*/ 346 h 390"/>
                <a:gd name="T24" fmla="*/ 386 w 550"/>
                <a:gd name="T25" fmla="*/ 344 h 390"/>
                <a:gd name="T26" fmla="*/ 507 w 550"/>
                <a:gd name="T27" fmla="*/ 390 h 390"/>
                <a:gd name="T28" fmla="*/ 468 w 550"/>
                <a:gd name="T29" fmla="*/ 317 h 390"/>
                <a:gd name="T30" fmla="*/ 550 w 550"/>
                <a:gd name="T31" fmla="*/ 196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50" h="390">
                  <a:moveTo>
                    <a:pt x="402" y="150"/>
                  </a:moveTo>
                  <a:cubicBezTo>
                    <a:pt x="402" y="67"/>
                    <a:pt x="312" y="0"/>
                    <a:pt x="201" y="0"/>
                  </a:cubicBezTo>
                  <a:cubicBezTo>
                    <a:pt x="90" y="0"/>
                    <a:pt x="0" y="67"/>
                    <a:pt x="0" y="150"/>
                  </a:cubicBezTo>
                  <a:cubicBezTo>
                    <a:pt x="0" y="199"/>
                    <a:pt x="33" y="243"/>
                    <a:pt x="83" y="271"/>
                  </a:cubicBezTo>
                  <a:cubicBezTo>
                    <a:pt x="82" y="271"/>
                    <a:pt x="43" y="343"/>
                    <a:pt x="43" y="343"/>
                  </a:cubicBezTo>
                  <a:cubicBezTo>
                    <a:pt x="43" y="343"/>
                    <a:pt x="164" y="297"/>
                    <a:pt x="164" y="297"/>
                  </a:cubicBezTo>
                  <a:cubicBezTo>
                    <a:pt x="176" y="298"/>
                    <a:pt x="189" y="299"/>
                    <a:pt x="201" y="299"/>
                  </a:cubicBezTo>
                  <a:cubicBezTo>
                    <a:pt x="312" y="299"/>
                    <a:pt x="402" y="232"/>
                    <a:pt x="402" y="150"/>
                  </a:cubicBezTo>
                  <a:close/>
                  <a:moveTo>
                    <a:pt x="550" y="196"/>
                  </a:moveTo>
                  <a:cubicBezTo>
                    <a:pt x="550" y="114"/>
                    <a:pt x="465" y="47"/>
                    <a:pt x="374" y="47"/>
                  </a:cubicBezTo>
                  <a:cubicBezTo>
                    <a:pt x="505" y="178"/>
                    <a:pt x="350" y="317"/>
                    <a:pt x="224" y="317"/>
                  </a:cubicBezTo>
                  <a:cubicBezTo>
                    <a:pt x="224" y="317"/>
                    <a:pt x="238" y="346"/>
                    <a:pt x="349" y="346"/>
                  </a:cubicBezTo>
                  <a:cubicBezTo>
                    <a:pt x="362" y="346"/>
                    <a:pt x="374" y="345"/>
                    <a:pt x="386" y="344"/>
                  </a:cubicBezTo>
                  <a:cubicBezTo>
                    <a:pt x="386" y="344"/>
                    <a:pt x="507" y="390"/>
                    <a:pt x="507" y="390"/>
                  </a:cubicBezTo>
                  <a:cubicBezTo>
                    <a:pt x="507" y="390"/>
                    <a:pt x="468" y="318"/>
                    <a:pt x="468" y="317"/>
                  </a:cubicBezTo>
                  <a:cubicBezTo>
                    <a:pt x="518" y="290"/>
                    <a:pt x="550" y="246"/>
                    <a:pt x="550" y="19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5" name="Freeform 19"/>
            <p:cNvSpPr>
              <a:spLocks noEditPoints="1"/>
            </p:cNvSpPr>
            <p:nvPr/>
          </p:nvSpPr>
          <p:spPr bwMode="auto">
            <a:xfrm rot="20700000">
              <a:off x="237518" y="1212606"/>
              <a:ext cx="1094355" cy="1358389"/>
            </a:xfrm>
            <a:custGeom>
              <a:avLst/>
              <a:gdLst>
                <a:gd name="T0" fmla="*/ 16 w 400"/>
                <a:gd name="T1" fmla="*/ 64 h 496"/>
                <a:gd name="T2" fmla="*/ 16 w 400"/>
                <a:gd name="T3" fmla="*/ 32 h 496"/>
                <a:gd name="T4" fmla="*/ 185 w 400"/>
                <a:gd name="T5" fmla="*/ 16 h 496"/>
                <a:gd name="T6" fmla="*/ 216 w 400"/>
                <a:gd name="T7" fmla="*/ 16 h 496"/>
                <a:gd name="T8" fmla="*/ 384 w 400"/>
                <a:gd name="T9" fmla="*/ 32 h 496"/>
                <a:gd name="T10" fmla="*/ 384 w 400"/>
                <a:gd name="T11" fmla="*/ 64 h 496"/>
                <a:gd name="T12" fmla="*/ 16 w 400"/>
                <a:gd name="T13" fmla="*/ 320 h 496"/>
                <a:gd name="T14" fmla="*/ 384 w 400"/>
                <a:gd name="T15" fmla="*/ 80 h 496"/>
                <a:gd name="T16" fmla="*/ 64 w 400"/>
                <a:gd name="T17" fmla="*/ 193 h 496"/>
                <a:gd name="T18" fmla="*/ 192 w 400"/>
                <a:gd name="T19" fmla="*/ 193 h 496"/>
                <a:gd name="T20" fmla="*/ 128 w 400"/>
                <a:gd name="T21" fmla="*/ 128 h 496"/>
                <a:gd name="T22" fmla="*/ 240 w 400"/>
                <a:gd name="T23" fmla="*/ 128 h 496"/>
                <a:gd name="T24" fmla="*/ 224 w 400"/>
                <a:gd name="T25" fmla="*/ 144 h 496"/>
                <a:gd name="T26" fmla="*/ 240 w 400"/>
                <a:gd name="T27" fmla="*/ 128 h 496"/>
                <a:gd name="T28" fmla="*/ 224 w 400"/>
                <a:gd name="T29" fmla="*/ 160 h 496"/>
                <a:gd name="T30" fmla="*/ 240 w 400"/>
                <a:gd name="T31" fmla="*/ 176 h 496"/>
                <a:gd name="T32" fmla="*/ 240 w 400"/>
                <a:gd name="T33" fmla="*/ 192 h 496"/>
                <a:gd name="T34" fmla="*/ 224 w 400"/>
                <a:gd name="T35" fmla="*/ 208 h 496"/>
                <a:gd name="T36" fmla="*/ 240 w 400"/>
                <a:gd name="T37" fmla="*/ 192 h 496"/>
                <a:gd name="T38" fmla="*/ 224 w 400"/>
                <a:gd name="T39" fmla="*/ 224 h 496"/>
                <a:gd name="T40" fmla="*/ 240 w 400"/>
                <a:gd name="T41" fmla="*/ 240 h 496"/>
                <a:gd name="T42" fmla="*/ 240 w 400"/>
                <a:gd name="T43" fmla="*/ 256 h 496"/>
                <a:gd name="T44" fmla="*/ 224 w 400"/>
                <a:gd name="T45" fmla="*/ 272 h 496"/>
                <a:gd name="T46" fmla="*/ 240 w 400"/>
                <a:gd name="T47" fmla="*/ 256 h 496"/>
                <a:gd name="T48" fmla="*/ 256 w 400"/>
                <a:gd name="T49" fmla="*/ 128 h 496"/>
                <a:gd name="T50" fmla="*/ 336 w 400"/>
                <a:gd name="T51" fmla="*/ 144 h 496"/>
                <a:gd name="T52" fmla="*/ 336 w 400"/>
                <a:gd name="T53" fmla="*/ 160 h 496"/>
                <a:gd name="T54" fmla="*/ 256 w 400"/>
                <a:gd name="T55" fmla="*/ 176 h 496"/>
                <a:gd name="T56" fmla="*/ 336 w 400"/>
                <a:gd name="T57" fmla="*/ 160 h 496"/>
                <a:gd name="T58" fmla="*/ 256 w 400"/>
                <a:gd name="T59" fmla="*/ 192 h 496"/>
                <a:gd name="T60" fmla="*/ 336 w 400"/>
                <a:gd name="T61" fmla="*/ 208 h 496"/>
                <a:gd name="T62" fmla="*/ 336 w 400"/>
                <a:gd name="T63" fmla="*/ 224 h 496"/>
                <a:gd name="T64" fmla="*/ 256 w 400"/>
                <a:gd name="T65" fmla="*/ 240 h 496"/>
                <a:gd name="T66" fmla="*/ 336 w 400"/>
                <a:gd name="T67" fmla="*/ 224 h 496"/>
                <a:gd name="T68" fmla="*/ 256 w 400"/>
                <a:gd name="T69" fmla="*/ 256 h 496"/>
                <a:gd name="T70" fmla="*/ 336 w 400"/>
                <a:gd name="T71" fmla="*/ 272 h 496"/>
                <a:gd name="T72" fmla="*/ 156 w 400"/>
                <a:gd name="T73" fmla="*/ 400 h 496"/>
                <a:gd name="T74" fmla="*/ 193 w 400"/>
                <a:gd name="T75" fmla="*/ 320 h 496"/>
                <a:gd name="T76" fmla="*/ 208 w 400"/>
                <a:gd name="T77" fmla="*/ 400 h 496"/>
                <a:gd name="T78" fmla="*/ 208 w 400"/>
                <a:gd name="T79" fmla="*/ 320 h 496"/>
                <a:gd name="T80" fmla="*/ 304 w 400"/>
                <a:gd name="T81" fmla="*/ 464 h 496"/>
                <a:gd name="T82" fmla="*/ 251 w 400"/>
                <a:gd name="T83" fmla="*/ 416 h 496"/>
                <a:gd name="T84" fmla="*/ 208 w 400"/>
                <a:gd name="T85" fmla="*/ 496 h 496"/>
                <a:gd name="T86" fmla="*/ 193 w 400"/>
                <a:gd name="T87" fmla="*/ 416 h 496"/>
                <a:gd name="T88" fmla="*/ 128 w 400"/>
                <a:gd name="T89" fmla="*/ 464 h 496"/>
                <a:gd name="T90" fmla="*/ 161 w 400"/>
                <a:gd name="T91" fmla="*/ 320 h 496"/>
                <a:gd name="T92" fmla="*/ 156 w 400"/>
                <a:gd name="T93" fmla="*/ 400 h 496"/>
                <a:gd name="T94" fmla="*/ 208 w 400"/>
                <a:gd name="T95" fmla="*/ 320 h 496"/>
                <a:gd name="T96" fmla="*/ 193 w 400"/>
                <a:gd name="T97" fmla="*/ 320 h 496"/>
                <a:gd name="T98" fmla="*/ 193 w 400"/>
                <a:gd name="T99" fmla="*/ 32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00" h="496">
                  <a:moveTo>
                    <a:pt x="384" y="64"/>
                  </a:moveTo>
                  <a:cubicBezTo>
                    <a:pt x="16" y="64"/>
                    <a:pt x="16" y="64"/>
                    <a:pt x="16" y="64"/>
                  </a:cubicBezTo>
                  <a:cubicBezTo>
                    <a:pt x="7" y="64"/>
                    <a:pt x="0" y="57"/>
                    <a:pt x="0" y="48"/>
                  </a:cubicBezTo>
                  <a:cubicBezTo>
                    <a:pt x="0" y="39"/>
                    <a:pt x="7" y="32"/>
                    <a:pt x="16" y="32"/>
                  </a:cubicBezTo>
                  <a:cubicBezTo>
                    <a:pt x="185" y="32"/>
                    <a:pt x="185" y="32"/>
                    <a:pt x="185" y="32"/>
                  </a:cubicBezTo>
                  <a:cubicBezTo>
                    <a:pt x="185" y="16"/>
                    <a:pt x="185" y="16"/>
                    <a:pt x="185" y="16"/>
                  </a:cubicBezTo>
                  <a:cubicBezTo>
                    <a:pt x="185" y="7"/>
                    <a:pt x="192" y="0"/>
                    <a:pt x="200" y="0"/>
                  </a:cubicBezTo>
                  <a:cubicBezTo>
                    <a:pt x="209" y="0"/>
                    <a:pt x="216" y="7"/>
                    <a:pt x="216" y="16"/>
                  </a:cubicBezTo>
                  <a:cubicBezTo>
                    <a:pt x="216" y="32"/>
                    <a:pt x="216" y="32"/>
                    <a:pt x="216" y="32"/>
                  </a:cubicBezTo>
                  <a:cubicBezTo>
                    <a:pt x="384" y="32"/>
                    <a:pt x="384" y="32"/>
                    <a:pt x="384" y="32"/>
                  </a:cubicBezTo>
                  <a:cubicBezTo>
                    <a:pt x="393" y="32"/>
                    <a:pt x="400" y="39"/>
                    <a:pt x="400" y="48"/>
                  </a:cubicBezTo>
                  <a:cubicBezTo>
                    <a:pt x="400" y="57"/>
                    <a:pt x="393" y="64"/>
                    <a:pt x="384" y="64"/>
                  </a:cubicBezTo>
                  <a:close/>
                  <a:moveTo>
                    <a:pt x="384" y="320"/>
                  </a:moveTo>
                  <a:cubicBezTo>
                    <a:pt x="16" y="320"/>
                    <a:pt x="16" y="320"/>
                    <a:pt x="16" y="320"/>
                  </a:cubicBezTo>
                  <a:cubicBezTo>
                    <a:pt x="16" y="80"/>
                    <a:pt x="16" y="80"/>
                    <a:pt x="16" y="80"/>
                  </a:cubicBezTo>
                  <a:cubicBezTo>
                    <a:pt x="384" y="80"/>
                    <a:pt x="384" y="80"/>
                    <a:pt x="384" y="80"/>
                  </a:cubicBezTo>
                  <a:lnTo>
                    <a:pt x="384" y="320"/>
                  </a:lnTo>
                  <a:close/>
                  <a:moveTo>
                    <a:pt x="64" y="193"/>
                  </a:moveTo>
                  <a:cubicBezTo>
                    <a:pt x="64" y="228"/>
                    <a:pt x="93" y="257"/>
                    <a:pt x="128" y="257"/>
                  </a:cubicBezTo>
                  <a:cubicBezTo>
                    <a:pt x="163" y="257"/>
                    <a:pt x="192" y="228"/>
                    <a:pt x="192" y="193"/>
                  </a:cubicBezTo>
                  <a:cubicBezTo>
                    <a:pt x="128" y="193"/>
                    <a:pt x="128" y="193"/>
                    <a:pt x="128" y="193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93" y="128"/>
                    <a:pt x="64" y="157"/>
                    <a:pt x="64" y="193"/>
                  </a:cubicBezTo>
                  <a:close/>
                  <a:moveTo>
                    <a:pt x="240" y="128"/>
                  </a:moveTo>
                  <a:cubicBezTo>
                    <a:pt x="224" y="128"/>
                    <a:pt x="224" y="128"/>
                    <a:pt x="224" y="128"/>
                  </a:cubicBezTo>
                  <a:cubicBezTo>
                    <a:pt x="224" y="144"/>
                    <a:pt x="224" y="144"/>
                    <a:pt x="224" y="144"/>
                  </a:cubicBezTo>
                  <a:cubicBezTo>
                    <a:pt x="240" y="144"/>
                    <a:pt x="240" y="144"/>
                    <a:pt x="240" y="144"/>
                  </a:cubicBezTo>
                  <a:lnTo>
                    <a:pt x="240" y="128"/>
                  </a:lnTo>
                  <a:close/>
                  <a:moveTo>
                    <a:pt x="240" y="160"/>
                  </a:moveTo>
                  <a:cubicBezTo>
                    <a:pt x="224" y="160"/>
                    <a:pt x="224" y="160"/>
                    <a:pt x="224" y="160"/>
                  </a:cubicBezTo>
                  <a:cubicBezTo>
                    <a:pt x="224" y="176"/>
                    <a:pt x="224" y="176"/>
                    <a:pt x="224" y="176"/>
                  </a:cubicBezTo>
                  <a:cubicBezTo>
                    <a:pt x="240" y="176"/>
                    <a:pt x="240" y="176"/>
                    <a:pt x="240" y="176"/>
                  </a:cubicBezTo>
                  <a:lnTo>
                    <a:pt x="240" y="160"/>
                  </a:lnTo>
                  <a:close/>
                  <a:moveTo>
                    <a:pt x="240" y="192"/>
                  </a:moveTo>
                  <a:cubicBezTo>
                    <a:pt x="224" y="192"/>
                    <a:pt x="224" y="192"/>
                    <a:pt x="224" y="192"/>
                  </a:cubicBezTo>
                  <a:cubicBezTo>
                    <a:pt x="224" y="208"/>
                    <a:pt x="224" y="208"/>
                    <a:pt x="224" y="208"/>
                  </a:cubicBezTo>
                  <a:cubicBezTo>
                    <a:pt x="240" y="208"/>
                    <a:pt x="240" y="208"/>
                    <a:pt x="240" y="208"/>
                  </a:cubicBezTo>
                  <a:lnTo>
                    <a:pt x="240" y="192"/>
                  </a:lnTo>
                  <a:close/>
                  <a:moveTo>
                    <a:pt x="240" y="224"/>
                  </a:moveTo>
                  <a:cubicBezTo>
                    <a:pt x="224" y="224"/>
                    <a:pt x="224" y="224"/>
                    <a:pt x="224" y="224"/>
                  </a:cubicBezTo>
                  <a:cubicBezTo>
                    <a:pt x="224" y="240"/>
                    <a:pt x="224" y="240"/>
                    <a:pt x="224" y="240"/>
                  </a:cubicBezTo>
                  <a:cubicBezTo>
                    <a:pt x="240" y="240"/>
                    <a:pt x="240" y="240"/>
                    <a:pt x="240" y="240"/>
                  </a:cubicBezTo>
                  <a:lnTo>
                    <a:pt x="240" y="224"/>
                  </a:lnTo>
                  <a:close/>
                  <a:moveTo>
                    <a:pt x="240" y="256"/>
                  </a:moveTo>
                  <a:cubicBezTo>
                    <a:pt x="224" y="256"/>
                    <a:pt x="224" y="256"/>
                    <a:pt x="224" y="256"/>
                  </a:cubicBezTo>
                  <a:cubicBezTo>
                    <a:pt x="224" y="272"/>
                    <a:pt x="224" y="272"/>
                    <a:pt x="224" y="272"/>
                  </a:cubicBezTo>
                  <a:cubicBezTo>
                    <a:pt x="240" y="272"/>
                    <a:pt x="240" y="272"/>
                    <a:pt x="240" y="272"/>
                  </a:cubicBezTo>
                  <a:lnTo>
                    <a:pt x="240" y="256"/>
                  </a:lnTo>
                  <a:close/>
                  <a:moveTo>
                    <a:pt x="336" y="128"/>
                  </a:moveTo>
                  <a:cubicBezTo>
                    <a:pt x="256" y="128"/>
                    <a:pt x="256" y="128"/>
                    <a:pt x="256" y="128"/>
                  </a:cubicBezTo>
                  <a:cubicBezTo>
                    <a:pt x="256" y="144"/>
                    <a:pt x="256" y="144"/>
                    <a:pt x="256" y="144"/>
                  </a:cubicBezTo>
                  <a:cubicBezTo>
                    <a:pt x="336" y="144"/>
                    <a:pt x="336" y="144"/>
                    <a:pt x="336" y="144"/>
                  </a:cubicBezTo>
                  <a:lnTo>
                    <a:pt x="336" y="128"/>
                  </a:lnTo>
                  <a:close/>
                  <a:moveTo>
                    <a:pt x="336" y="160"/>
                  </a:moveTo>
                  <a:cubicBezTo>
                    <a:pt x="256" y="160"/>
                    <a:pt x="256" y="160"/>
                    <a:pt x="256" y="160"/>
                  </a:cubicBezTo>
                  <a:cubicBezTo>
                    <a:pt x="256" y="176"/>
                    <a:pt x="256" y="176"/>
                    <a:pt x="256" y="176"/>
                  </a:cubicBezTo>
                  <a:cubicBezTo>
                    <a:pt x="336" y="176"/>
                    <a:pt x="336" y="176"/>
                    <a:pt x="336" y="176"/>
                  </a:cubicBezTo>
                  <a:lnTo>
                    <a:pt x="336" y="160"/>
                  </a:lnTo>
                  <a:close/>
                  <a:moveTo>
                    <a:pt x="336" y="192"/>
                  </a:moveTo>
                  <a:cubicBezTo>
                    <a:pt x="256" y="192"/>
                    <a:pt x="256" y="192"/>
                    <a:pt x="256" y="192"/>
                  </a:cubicBezTo>
                  <a:cubicBezTo>
                    <a:pt x="256" y="208"/>
                    <a:pt x="256" y="208"/>
                    <a:pt x="256" y="208"/>
                  </a:cubicBezTo>
                  <a:cubicBezTo>
                    <a:pt x="336" y="208"/>
                    <a:pt x="336" y="208"/>
                    <a:pt x="336" y="208"/>
                  </a:cubicBezTo>
                  <a:lnTo>
                    <a:pt x="336" y="192"/>
                  </a:lnTo>
                  <a:close/>
                  <a:moveTo>
                    <a:pt x="336" y="224"/>
                  </a:moveTo>
                  <a:cubicBezTo>
                    <a:pt x="256" y="224"/>
                    <a:pt x="256" y="224"/>
                    <a:pt x="256" y="224"/>
                  </a:cubicBezTo>
                  <a:cubicBezTo>
                    <a:pt x="256" y="240"/>
                    <a:pt x="256" y="240"/>
                    <a:pt x="256" y="240"/>
                  </a:cubicBezTo>
                  <a:cubicBezTo>
                    <a:pt x="336" y="240"/>
                    <a:pt x="336" y="240"/>
                    <a:pt x="336" y="240"/>
                  </a:cubicBezTo>
                  <a:lnTo>
                    <a:pt x="336" y="224"/>
                  </a:lnTo>
                  <a:close/>
                  <a:moveTo>
                    <a:pt x="336" y="256"/>
                  </a:moveTo>
                  <a:cubicBezTo>
                    <a:pt x="256" y="256"/>
                    <a:pt x="256" y="256"/>
                    <a:pt x="256" y="256"/>
                  </a:cubicBezTo>
                  <a:cubicBezTo>
                    <a:pt x="256" y="272"/>
                    <a:pt x="256" y="272"/>
                    <a:pt x="256" y="272"/>
                  </a:cubicBezTo>
                  <a:cubicBezTo>
                    <a:pt x="336" y="272"/>
                    <a:pt x="336" y="272"/>
                    <a:pt x="336" y="272"/>
                  </a:cubicBezTo>
                  <a:lnTo>
                    <a:pt x="336" y="256"/>
                  </a:lnTo>
                  <a:close/>
                  <a:moveTo>
                    <a:pt x="156" y="400"/>
                  </a:moveTo>
                  <a:cubicBezTo>
                    <a:pt x="193" y="400"/>
                    <a:pt x="193" y="400"/>
                    <a:pt x="193" y="400"/>
                  </a:cubicBezTo>
                  <a:cubicBezTo>
                    <a:pt x="193" y="320"/>
                    <a:pt x="193" y="320"/>
                    <a:pt x="193" y="320"/>
                  </a:cubicBezTo>
                  <a:cubicBezTo>
                    <a:pt x="208" y="320"/>
                    <a:pt x="208" y="320"/>
                    <a:pt x="208" y="320"/>
                  </a:cubicBezTo>
                  <a:cubicBezTo>
                    <a:pt x="208" y="400"/>
                    <a:pt x="208" y="400"/>
                    <a:pt x="208" y="400"/>
                  </a:cubicBezTo>
                  <a:cubicBezTo>
                    <a:pt x="244" y="400"/>
                    <a:pt x="244" y="400"/>
                    <a:pt x="244" y="400"/>
                  </a:cubicBezTo>
                  <a:cubicBezTo>
                    <a:pt x="208" y="320"/>
                    <a:pt x="208" y="320"/>
                    <a:pt x="208" y="320"/>
                  </a:cubicBezTo>
                  <a:cubicBezTo>
                    <a:pt x="240" y="320"/>
                    <a:pt x="240" y="320"/>
                    <a:pt x="240" y="320"/>
                  </a:cubicBezTo>
                  <a:cubicBezTo>
                    <a:pt x="304" y="464"/>
                    <a:pt x="304" y="464"/>
                    <a:pt x="304" y="464"/>
                  </a:cubicBezTo>
                  <a:cubicBezTo>
                    <a:pt x="272" y="464"/>
                    <a:pt x="272" y="464"/>
                    <a:pt x="272" y="464"/>
                  </a:cubicBezTo>
                  <a:cubicBezTo>
                    <a:pt x="251" y="416"/>
                    <a:pt x="251" y="416"/>
                    <a:pt x="251" y="416"/>
                  </a:cubicBezTo>
                  <a:cubicBezTo>
                    <a:pt x="208" y="416"/>
                    <a:pt x="208" y="416"/>
                    <a:pt x="208" y="416"/>
                  </a:cubicBezTo>
                  <a:cubicBezTo>
                    <a:pt x="208" y="496"/>
                    <a:pt x="208" y="496"/>
                    <a:pt x="208" y="496"/>
                  </a:cubicBezTo>
                  <a:cubicBezTo>
                    <a:pt x="193" y="496"/>
                    <a:pt x="193" y="496"/>
                    <a:pt x="193" y="496"/>
                  </a:cubicBezTo>
                  <a:cubicBezTo>
                    <a:pt x="193" y="416"/>
                    <a:pt x="193" y="416"/>
                    <a:pt x="193" y="416"/>
                  </a:cubicBezTo>
                  <a:cubicBezTo>
                    <a:pt x="149" y="416"/>
                    <a:pt x="149" y="416"/>
                    <a:pt x="149" y="416"/>
                  </a:cubicBezTo>
                  <a:cubicBezTo>
                    <a:pt x="128" y="464"/>
                    <a:pt x="128" y="464"/>
                    <a:pt x="128" y="464"/>
                  </a:cubicBezTo>
                  <a:cubicBezTo>
                    <a:pt x="96" y="464"/>
                    <a:pt x="96" y="464"/>
                    <a:pt x="96" y="464"/>
                  </a:cubicBezTo>
                  <a:cubicBezTo>
                    <a:pt x="161" y="320"/>
                    <a:pt x="161" y="320"/>
                    <a:pt x="161" y="320"/>
                  </a:cubicBezTo>
                  <a:cubicBezTo>
                    <a:pt x="193" y="320"/>
                    <a:pt x="193" y="320"/>
                    <a:pt x="193" y="320"/>
                  </a:cubicBezTo>
                  <a:lnTo>
                    <a:pt x="156" y="400"/>
                  </a:lnTo>
                  <a:close/>
                  <a:moveTo>
                    <a:pt x="208" y="320"/>
                  </a:moveTo>
                  <a:cubicBezTo>
                    <a:pt x="208" y="320"/>
                    <a:pt x="208" y="320"/>
                    <a:pt x="208" y="320"/>
                  </a:cubicBezTo>
                  <a:cubicBezTo>
                    <a:pt x="208" y="320"/>
                    <a:pt x="208" y="320"/>
                    <a:pt x="208" y="320"/>
                  </a:cubicBezTo>
                  <a:close/>
                  <a:moveTo>
                    <a:pt x="193" y="320"/>
                  </a:moveTo>
                  <a:cubicBezTo>
                    <a:pt x="193" y="320"/>
                    <a:pt x="193" y="320"/>
                    <a:pt x="193" y="320"/>
                  </a:cubicBezTo>
                  <a:cubicBezTo>
                    <a:pt x="193" y="320"/>
                    <a:pt x="193" y="320"/>
                    <a:pt x="193" y="32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6" name="Freeform 20"/>
            <p:cNvSpPr>
              <a:spLocks noEditPoints="1"/>
            </p:cNvSpPr>
            <p:nvPr/>
          </p:nvSpPr>
          <p:spPr bwMode="auto">
            <a:xfrm>
              <a:off x="215496" y="3827118"/>
              <a:ext cx="610670" cy="610670"/>
            </a:xfrm>
            <a:custGeom>
              <a:avLst/>
              <a:gdLst>
                <a:gd name="T0" fmla="*/ 190 w 336"/>
                <a:gd name="T1" fmla="*/ 0 h 336"/>
                <a:gd name="T2" fmla="*/ 336 w 336"/>
                <a:gd name="T3" fmla="*/ 0 h 336"/>
                <a:gd name="T4" fmla="*/ 336 w 336"/>
                <a:gd name="T5" fmla="*/ 148 h 336"/>
                <a:gd name="T6" fmla="*/ 286 w 336"/>
                <a:gd name="T7" fmla="*/ 98 h 336"/>
                <a:gd name="T8" fmla="*/ 239 w 336"/>
                <a:gd name="T9" fmla="*/ 145 h 336"/>
                <a:gd name="T10" fmla="*/ 256 w 336"/>
                <a:gd name="T11" fmla="*/ 208 h 336"/>
                <a:gd name="T12" fmla="*/ 128 w 336"/>
                <a:gd name="T13" fmla="*/ 336 h 336"/>
                <a:gd name="T14" fmla="*/ 0 w 336"/>
                <a:gd name="T15" fmla="*/ 208 h 336"/>
                <a:gd name="T16" fmla="*/ 128 w 336"/>
                <a:gd name="T17" fmla="*/ 80 h 336"/>
                <a:gd name="T18" fmla="*/ 194 w 336"/>
                <a:gd name="T19" fmla="*/ 99 h 336"/>
                <a:gd name="T20" fmla="*/ 241 w 336"/>
                <a:gd name="T21" fmla="*/ 51 h 336"/>
                <a:gd name="T22" fmla="*/ 190 w 336"/>
                <a:gd name="T23" fmla="*/ 0 h 336"/>
                <a:gd name="T24" fmla="*/ 64 w 336"/>
                <a:gd name="T25" fmla="*/ 208 h 336"/>
                <a:gd name="T26" fmla="*/ 128 w 336"/>
                <a:gd name="T27" fmla="*/ 272 h 336"/>
                <a:gd name="T28" fmla="*/ 192 w 336"/>
                <a:gd name="T29" fmla="*/ 208 h 336"/>
                <a:gd name="T30" fmla="*/ 128 w 336"/>
                <a:gd name="T31" fmla="*/ 144 h 336"/>
                <a:gd name="T32" fmla="*/ 64 w 336"/>
                <a:gd name="T33" fmla="*/ 208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6" h="336">
                  <a:moveTo>
                    <a:pt x="190" y="0"/>
                  </a:moveTo>
                  <a:cubicBezTo>
                    <a:pt x="336" y="0"/>
                    <a:pt x="336" y="0"/>
                    <a:pt x="336" y="0"/>
                  </a:cubicBezTo>
                  <a:cubicBezTo>
                    <a:pt x="336" y="148"/>
                    <a:pt x="336" y="148"/>
                    <a:pt x="336" y="148"/>
                  </a:cubicBezTo>
                  <a:cubicBezTo>
                    <a:pt x="286" y="98"/>
                    <a:pt x="286" y="98"/>
                    <a:pt x="286" y="98"/>
                  </a:cubicBezTo>
                  <a:cubicBezTo>
                    <a:pt x="239" y="145"/>
                    <a:pt x="239" y="145"/>
                    <a:pt x="239" y="145"/>
                  </a:cubicBezTo>
                  <a:cubicBezTo>
                    <a:pt x="249" y="163"/>
                    <a:pt x="256" y="185"/>
                    <a:pt x="256" y="208"/>
                  </a:cubicBezTo>
                  <a:cubicBezTo>
                    <a:pt x="256" y="279"/>
                    <a:pt x="198" y="336"/>
                    <a:pt x="128" y="336"/>
                  </a:cubicBezTo>
                  <a:cubicBezTo>
                    <a:pt x="57" y="336"/>
                    <a:pt x="0" y="279"/>
                    <a:pt x="0" y="208"/>
                  </a:cubicBezTo>
                  <a:cubicBezTo>
                    <a:pt x="0" y="137"/>
                    <a:pt x="57" y="80"/>
                    <a:pt x="128" y="80"/>
                  </a:cubicBezTo>
                  <a:cubicBezTo>
                    <a:pt x="152" y="80"/>
                    <a:pt x="175" y="87"/>
                    <a:pt x="194" y="99"/>
                  </a:cubicBezTo>
                  <a:cubicBezTo>
                    <a:pt x="241" y="51"/>
                    <a:pt x="241" y="51"/>
                    <a:pt x="241" y="51"/>
                  </a:cubicBezTo>
                  <a:lnTo>
                    <a:pt x="190" y="0"/>
                  </a:lnTo>
                  <a:close/>
                  <a:moveTo>
                    <a:pt x="64" y="208"/>
                  </a:moveTo>
                  <a:cubicBezTo>
                    <a:pt x="64" y="243"/>
                    <a:pt x="92" y="272"/>
                    <a:pt x="128" y="272"/>
                  </a:cubicBezTo>
                  <a:cubicBezTo>
                    <a:pt x="163" y="272"/>
                    <a:pt x="192" y="243"/>
                    <a:pt x="192" y="208"/>
                  </a:cubicBezTo>
                  <a:cubicBezTo>
                    <a:pt x="192" y="173"/>
                    <a:pt x="163" y="144"/>
                    <a:pt x="128" y="144"/>
                  </a:cubicBezTo>
                  <a:cubicBezTo>
                    <a:pt x="92" y="144"/>
                    <a:pt x="64" y="173"/>
                    <a:pt x="64" y="208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7" name="Freeform 21"/>
            <p:cNvSpPr>
              <a:spLocks noEditPoints="1"/>
            </p:cNvSpPr>
            <p:nvPr/>
          </p:nvSpPr>
          <p:spPr bwMode="auto">
            <a:xfrm>
              <a:off x="2403877" y="3405556"/>
              <a:ext cx="465309" cy="786027"/>
            </a:xfrm>
            <a:custGeom>
              <a:avLst/>
              <a:gdLst>
                <a:gd name="T0" fmla="*/ 161 w 256"/>
                <a:gd name="T1" fmla="*/ 252 h 432"/>
                <a:gd name="T2" fmla="*/ 161 w 256"/>
                <a:gd name="T3" fmla="*/ 304 h 432"/>
                <a:gd name="T4" fmla="*/ 225 w 256"/>
                <a:gd name="T5" fmla="*/ 304 h 432"/>
                <a:gd name="T6" fmla="*/ 225 w 256"/>
                <a:gd name="T7" fmla="*/ 368 h 432"/>
                <a:gd name="T8" fmla="*/ 161 w 256"/>
                <a:gd name="T9" fmla="*/ 368 h 432"/>
                <a:gd name="T10" fmla="*/ 161 w 256"/>
                <a:gd name="T11" fmla="*/ 432 h 432"/>
                <a:gd name="T12" fmla="*/ 96 w 256"/>
                <a:gd name="T13" fmla="*/ 432 h 432"/>
                <a:gd name="T14" fmla="*/ 96 w 256"/>
                <a:gd name="T15" fmla="*/ 368 h 432"/>
                <a:gd name="T16" fmla="*/ 32 w 256"/>
                <a:gd name="T17" fmla="*/ 368 h 432"/>
                <a:gd name="T18" fmla="*/ 32 w 256"/>
                <a:gd name="T19" fmla="*/ 304 h 432"/>
                <a:gd name="T20" fmla="*/ 96 w 256"/>
                <a:gd name="T21" fmla="*/ 304 h 432"/>
                <a:gd name="T22" fmla="*/ 96 w 256"/>
                <a:gd name="T23" fmla="*/ 251 h 432"/>
                <a:gd name="T24" fmla="*/ 0 w 256"/>
                <a:gd name="T25" fmla="*/ 128 h 432"/>
                <a:gd name="T26" fmla="*/ 128 w 256"/>
                <a:gd name="T27" fmla="*/ 0 h 432"/>
                <a:gd name="T28" fmla="*/ 256 w 256"/>
                <a:gd name="T29" fmla="*/ 128 h 432"/>
                <a:gd name="T30" fmla="*/ 161 w 256"/>
                <a:gd name="T31" fmla="*/ 252 h 432"/>
                <a:gd name="T32" fmla="*/ 128 w 256"/>
                <a:gd name="T33" fmla="*/ 64 h 432"/>
                <a:gd name="T34" fmla="*/ 64 w 256"/>
                <a:gd name="T35" fmla="*/ 128 h 432"/>
                <a:gd name="T36" fmla="*/ 128 w 256"/>
                <a:gd name="T37" fmla="*/ 192 h 432"/>
                <a:gd name="T38" fmla="*/ 192 w 256"/>
                <a:gd name="T39" fmla="*/ 128 h 432"/>
                <a:gd name="T40" fmla="*/ 128 w 256"/>
                <a:gd name="T41" fmla="*/ 64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56" h="432">
                  <a:moveTo>
                    <a:pt x="161" y="252"/>
                  </a:moveTo>
                  <a:cubicBezTo>
                    <a:pt x="161" y="304"/>
                    <a:pt x="161" y="304"/>
                    <a:pt x="161" y="304"/>
                  </a:cubicBezTo>
                  <a:cubicBezTo>
                    <a:pt x="225" y="304"/>
                    <a:pt x="225" y="304"/>
                    <a:pt x="225" y="304"/>
                  </a:cubicBezTo>
                  <a:cubicBezTo>
                    <a:pt x="225" y="368"/>
                    <a:pt x="225" y="368"/>
                    <a:pt x="225" y="368"/>
                  </a:cubicBezTo>
                  <a:cubicBezTo>
                    <a:pt x="161" y="368"/>
                    <a:pt x="161" y="368"/>
                    <a:pt x="161" y="368"/>
                  </a:cubicBezTo>
                  <a:cubicBezTo>
                    <a:pt x="161" y="432"/>
                    <a:pt x="161" y="432"/>
                    <a:pt x="161" y="432"/>
                  </a:cubicBezTo>
                  <a:cubicBezTo>
                    <a:pt x="96" y="432"/>
                    <a:pt x="96" y="432"/>
                    <a:pt x="96" y="432"/>
                  </a:cubicBezTo>
                  <a:cubicBezTo>
                    <a:pt x="96" y="368"/>
                    <a:pt x="96" y="368"/>
                    <a:pt x="96" y="368"/>
                  </a:cubicBezTo>
                  <a:cubicBezTo>
                    <a:pt x="32" y="368"/>
                    <a:pt x="32" y="368"/>
                    <a:pt x="32" y="368"/>
                  </a:cubicBezTo>
                  <a:cubicBezTo>
                    <a:pt x="32" y="304"/>
                    <a:pt x="32" y="304"/>
                    <a:pt x="32" y="304"/>
                  </a:cubicBezTo>
                  <a:cubicBezTo>
                    <a:pt x="96" y="304"/>
                    <a:pt x="96" y="304"/>
                    <a:pt x="96" y="304"/>
                  </a:cubicBezTo>
                  <a:cubicBezTo>
                    <a:pt x="96" y="251"/>
                    <a:pt x="96" y="251"/>
                    <a:pt x="96" y="251"/>
                  </a:cubicBezTo>
                  <a:cubicBezTo>
                    <a:pt x="41" y="237"/>
                    <a:pt x="0" y="187"/>
                    <a:pt x="0" y="128"/>
                  </a:cubicBezTo>
                  <a:cubicBezTo>
                    <a:pt x="0" y="57"/>
                    <a:pt x="57" y="0"/>
                    <a:pt x="128" y="0"/>
                  </a:cubicBezTo>
                  <a:cubicBezTo>
                    <a:pt x="199" y="0"/>
                    <a:pt x="256" y="57"/>
                    <a:pt x="256" y="128"/>
                  </a:cubicBezTo>
                  <a:cubicBezTo>
                    <a:pt x="256" y="187"/>
                    <a:pt x="216" y="237"/>
                    <a:pt x="161" y="252"/>
                  </a:cubicBezTo>
                  <a:close/>
                  <a:moveTo>
                    <a:pt x="128" y="64"/>
                  </a:moveTo>
                  <a:cubicBezTo>
                    <a:pt x="93" y="64"/>
                    <a:pt x="64" y="92"/>
                    <a:pt x="64" y="128"/>
                  </a:cubicBezTo>
                  <a:cubicBezTo>
                    <a:pt x="64" y="163"/>
                    <a:pt x="93" y="192"/>
                    <a:pt x="128" y="192"/>
                  </a:cubicBezTo>
                  <a:cubicBezTo>
                    <a:pt x="163" y="192"/>
                    <a:pt x="192" y="163"/>
                    <a:pt x="192" y="128"/>
                  </a:cubicBezTo>
                  <a:cubicBezTo>
                    <a:pt x="192" y="92"/>
                    <a:pt x="163" y="64"/>
                    <a:pt x="128" y="64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8" name="Freeform 22"/>
            <p:cNvSpPr>
              <a:spLocks/>
            </p:cNvSpPr>
            <p:nvPr/>
          </p:nvSpPr>
          <p:spPr bwMode="auto">
            <a:xfrm rot="20028241">
              <a:off x="4198598" y="216231"/>
              <a:ext cx="650286" cy="556596"/>
            </a:xfrm>
            <a:custGeom>
              <a:avLst/>
              <a:gdLst>
                <a:gd name="T0" fmla="*/ 224 w 446"/>
                <a:gd name="T1" fmla="*/ 69 h 382"/>
                <a:gd name="T2" fmla="*/ 120 w 446"/>
                <a:gd name="T3" fmla="*/ 0 h 382"/>
                <a:gd name="T4" fmla="*/ 0 w 446"/>
                <a:gd name="T5" fmla="*/ 134 h 382"/>
                <a:gd name="T6" fmla="*/ 224 w 446"/>
                <a:gd name="T7" fmla="*/ 382 h 382"/>
                <a:gd name="T8" fmla="*/ 446 w 446"/>
                <a:gd name="T9" fmla="*/ 134 h 382"/>
                <a:gd name="T10" fmla="*/ 328 w 446"/>
                <a:gd name="T11" fmla="*/ 0 h 382"/>
                <a:gd name="T12" fmla="*/ 224 w 446"/>
                <a:gd name="T13" fmla="*/ 69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6" h="382">
                  <a:moveTo>
                    <a:pt x="224" y="69"/>
                  </a:moveTo>
                  <a:cubicBezTo>
                    <a:pt x="224" y="69"/>
                    <a:pt x="192" y="0"/>
                    <a:pt x="120" y="0"/>
                  </a:cubicBezTo>
                  <a:cubicBezTo>
                    <a:pt x="41" y="0"/>
                    <a:pt x="0" y="67"/>
                    <a:pt x="0" y="134"/>
                  </a:cubicBezTo>
                  <a:cubicBezTo>
                    <a:pt x="0" y="244"/>
                    <a:pt x="224" y="382"/>
                    <a:pt x="224" y="382"/>
                  </a:cubicBezTo>
                  <a:cubicBezTo>
                    <a:pt x="224" y="382"/>
                    <a:pt x="446" y="246"/>
                    <a:pt x="446" y="134"/>
                  </a:cubicBezTo>
                  <a:cubicBezTo>
                    <a:pt x="446" y="66"/>
                    <a:pt x="404" y="0"/>
                    <a:pt x="328" y="0"/>
                  </a:cubicBezTo>
                  <a:cubicBezTo>
                    <a:pt x="252" y="0"/>
                    <a:pt x="224" y="69"/>
                    <a:pt x="224" y="69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9" name="Freeform 23"/>
            <p:cNvSpPr>
              <a:spLocks noEditPoints="1"/>
            </p:cNvSpPr>
            <p:nvPr/>
          </p:nvSpPr>
          <p:spPr bwMode="auto">
            <a:xfrm rot="20045881">
              <a:off x="10972803" y="406030"/>
              <a:ext cx="996898" cy="1442878"/>
            </a:xfrm>
            <a:custGeom>
              <a:avLst/>
              <a:gdLst>
                <a:gd name="T0" fmla="*/ 311 w 386"/>
                <a:gd name="T1" fmla="*/ 518 h 558"/>
                <a:gd name="T2" fmla="*/ 283 w 386"/>
                <a:gd name="T3" fmla="*/ 447 h 558"/>
                <a:gd name="T4" fmla="*/ 320 w 386"/>
                <a:gd name="T5" fmla="*/ 275 h 558"/>
                <a:gd name="T6" fmla="*/ 386 w 386"/>
                <a:gd name="T7" fmla="*/ 355 h 558"/>
                <a:gd name="T8" fmla="*/ 311 w 386"/>
                <a:gd name="T9" fmla="*/ 518 h 558"/>
                <a:gd name="T10" fmla="*/ 129 w 386"/>
                <a:gd name="T11" fmla="*/ 479 h 558"/>
                <a:gd name="T12" fmla="*/ 84 w 386"/>
                <a:gd name="T13" fmla="*/ 278 h 558"/>
                <a:gd name="T14" fmla="*/ 92 w 386"/>
                <a:gd name="T15" fmla="*/ 207 h 558"/>
                <a:gd name="T16" fmla="*/ 294 w 386"/>
                <a:gd name="T17" fmla="*/ 207 h 558"/>
                <a:gd name="T18" fmla="*/ 301 w 386"/>
                <a:gd name="T19" fmla="*/ 278 h 558"/>
                <a:gd name="T20" fmla="*/ 257 w 386"/>
                <a:gd name="T21" fmla="*/ 479 h 558"/>
                <a:gd name="T22" fmla="*/ 129 w 386"/>
                <a:gd name="T23" fmla="*/ 479 h 558"/>
                <a:gd name="T24" fmla="*/ 193 w 386"/>
                <a:gd name="T25" fmla="*/ 239 h 558"/>
                <a:gd name="T26" fmla="*/ 152 w 386"/>
                <a:gd name="T27" fmla="*/ 280 h 558"/>
                <a:gd name="T28" fmla="*/ 193 w 386"/>
                <a:gd name="T29" fmla="*/ 321 h 558"/>
                <a:gd name="T30" fmla="*/ 234 w 386"/>
                <a:gd name="T31" fmla="*/ 280 h 558"/>
                <a:gd name="T32" fmla="*/ 193 w 386"/>
                <a:gd name="T33" fmla="*/ 239 h 558"/>
                <a:gd name="T34" fmla="*/ 184 w 386"/>
                <a:gd name="T35" fmla="*/ 56 h 558"/>
                <a:gd name="T36" fmla="*/ 184 w 386"/>
                <a:gd name="T37" fmla="*/ 0 h 558"/>
                <a:gd name="T38" fmla="*/ 200 w 386"/>
                <a:gd name="T39" fmla="*/ 0 h 558"/>
                <a:gd name="T40" fmla="*/ 200 w 386"/>
                <a:gd name="T41" fmla="*/ 54 h 558"/>
                <a:gd name="T42" fmla="*/ 290 w 386"/>
                <a:gd name="T43" fmla="*/ 191 h 558"/>
                <a:gd name="T44" fmla="*/ 96 w 386"/>
                <a:gd name="T45" fmla="*/ 191 h 558"/>
                <a:gd name="T46" fmla="*/ 184 w 386"/>
                <a:gd name="T47" fmla="*/ 56 h 558"/>
                <a:gd name="T48" fmla="*/ 75 w 386"/>
                <a:gd name="T49" fmla="*/ 518 h 558"/>
                <a:gd name="T50" fmla="*/ 0 w 386"/>
                <a:gd name="T51" fmla="*/ 355 h 558"/>
                <a:gd name="T52" fmla="*/ 66 w 386"/>
                <a:gd name="T53" fmla="*/ 275 h 558"/>
                <a:gd name="T54" fmla="*/ 103 w 386"/>
                <a:gd name="T55" fmla="*/ 447 h 558"/>
                <a:gd name="T56" fmla="*/ 75 w 386"/>
                <a:gd name="T57" fmla="*/ 518 h 558"/>
                <a:gd name="T58" fmla="*/ 220 w 386"/>
                <a:gd name="T59" fmla="*/ 527 h 558"/>
                <a:gd name="T60" fmla="*/ 207 w 386"/>
                <a:gd name="T61" fmla="*/ 513 h 558"/>
                <a:gd name="T62" fmla="*/ 192 w 386"/>
                <a:gd name="T63" fmla="*/ 558 h 558"/>
                <a:gd name="T64" fmla="*/ 175 w 386"/>
                <a:gd name="T65" fmla="*/ 513 h 558"/>
                <a:gd name="T66" fmla="*/ 164 w 386"/>
                <a:gd name="T67" fmla="*/ 537 h 558"/>
                <a:gd name="T68" fmla="*/ 147 w 386"/>
                <a:gd name="T69" fmla="*/ 495 h 558"/>
                <a:gd name="T70" fmla="*/ 239 w 386"/>
                <a:gd name="T71" fmla="*/ 495 h 558"/>
                <a:gd name="T72" fmla="*/ 220 w 386"/>
                <a:gd name="T73" fmla="*/ 527 h 5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86" h="558">
                  <a:moveTo>
                    <a:pt x="311" y="518"/>
                  </a:moveTo>
                  <a:cubicBezTo>
                    <a:pt x="311" y="518"/>
                    <a:pt x="316" y="486"/>
                    <a:pt x="283" y="447"/>
                  </a:cubicBezTo>
                  <a:cubicBezTo>
                    <a:pt x="315" y="357"/>
                    <a:pt x="320" y="275"/>
                    <a:pt x="320" y="275"/>
                  </a:cubicBezTo>
                  <a:cubicBezTo>
                    <a:pt x="320" y="275"/>
                    <a:pt x="386" y="290"/>
                    <a:pt x="386" y="355"/>
                  </a:cubicBezTo>
                  <a:cubicBezTo>
                    <a:pt x="386" y="467"/>
                    <a:pt x="311" y="518"/>
                    <a:pt x="311" y="518"/>
                  </a:cubicBezTo>
                  <a:close/>
                  <a:moveTo>
                    <a:pt x="129" y="479"/>
                  </a:moveTo>
                  <a:cubicBezTo>
                    <a:pt x="129" y="479"/>
                    <a:pt x="84" y="337"/>
                    <a:pt x="84" y="278"/>
                  </a:cubicBezTo>
                  <a:cubicBezTo>
                    <a:pt x="84" y="252"/>
                    <a:pt x="87" y="228"/>
                    <a:pt x="92" y="207"/>
                  </a:cubicBezTo>
                  <a:cubicBezTo>
                    <a:pt x="294" y="207"/>
                    <a:pt x="294" y="207"/>
                    <a:pt x="294" y="207"/>
                  </a:cubicBezTo>
                  <a:cubicBezTo>
                    <a:pt x="298" y="228"/>
                    <a:pt x="301" y="252"/>
                    <a:pt x="301" y="278"/>
                  </a:cubicBezTo>
                  <a:cubicBezTo>
                    <a:pt x="301" y="336"/>
                    <a:pt x="257" y="479"/>
                    <a:pt x="257" y="479"/>
                  </a:cubicBezTo>
                  <a:lnTo>
                    <a:pt x="129" y="479"/>
                  </a:lnTo>
                  <a:close/>
                  <a:moveTo>
                    <a:pt x="193" y="239"/>
                  </a:moveTo>
                  <a:cubicBezTo>
                    <a:pt x="170" y="239"/>
                    <a:pt x="152" y="258"/>
                    <a:pt x="152" y="280"/>
                  </a:cubicBezTo>
                  <a:cubicBezTo>
                    <a:pt x="152" y="303"/>
                    <a:pt x="170" y="321"/>
                    <a:pt x="193" y="321"/>
                  </a:cubicBezTo>
                  <a:cubicBezTo>
                    <a:pt x="216" y="321"/>
                    <a:pt x="234" y="303"/>
                    <a:pt x="234" y="280"/>
                  </a:cubicBezTo>
                  <a:cubicBezTo>
                    <a:pt x="234" y="258"/>
                    <a:pt x="216" y="239"/>
                    <a:pt x="193" y="239"/>
                  </a:cubicBezTo>
                  <a:close/>
                  <a:moveTo>
                    <a:pt x="184" y="56"/>
                  </a:moveTo>
                  <a:cubicBezTo>
                    <a:pt x="184" y="0"/>
                    <a:pt x="184" y="0"/>
                    <a:pt x="184" y="0"/>
                  </a:cubicBezTo>
                  <a:cubicBezTo>
                    <a:pt x="200" y="0"/>
                    <a:pt x="200" y="0"/>
                    <a:pt x="200" y="0"/>
                  </a:cubicBezTo>
                  <a:cubicBezTo>
                    <a:pt x="200" y="54"/>
                    <a:pt x="200" y="54"/>
                    <a:pt x="200" y="54"/>
                  </a:cubicBezTo>
                  <a:cubicBezTo>
                    <a:pt x="218" y="67"/>
                    <a:pt x="268" y="110"/>
                    <a:pt x="290" y="191"/>
                  </a:cubicBezTo>
                  <a:cubicBezTo>
                    <a:pt x="96" y="191"/>
                    <a:pt x="96" y="191"/>
                    <a:pt x="96" y="191"/>
                  </a:cubicBezTo>
                  <a:cubicBezTo>
                    <a:pt x="117" y="112"/>
                    <a:pt x="164" y="70"/>
                    <a:pt x="184" y="56"/>
                  </a:cubicBezTo>
                  <a:close/>
                  <a:moveTo>
                    <a:pt x="75" y="518"/>
                  </a:moveTo>
                  <a:cubicBezTo>
                    <a:pt x="75" y="518"/>
                    <a:pt x="0" y="467"/>
                    <a:pt x="0" y="355"/>
                  </a:cubicBezTo>
                  <a:cubicBezTo>
                    <a:pt x="0" y="290"/>
                    <a:pt x="66" y="275"/>
                    <a:pt x="66" y="275"/>
                  </a:cubicBezTo>
                  <a:cubicBezTo>
                    <a:pt x="66" y="275"/>
                    <a:pt x="71" y="357"/>
                    <a:pt x="103" y="447"/>
                  </a:cubicBezTo>
                  <a:cubicBezTo>
                    <a:pt x="70" y="486"/>
                    <a:pt x="75" y="518"/>
                    <a:pt x="75" y="518"/>
                  </a:cubicBezTo>
                  <a:close/>
                  <a:moveTo>
                    <a:pt x="220" y="527"/>
                  </a:moveTo>
                  <a:cubicBezTo>
                    <a:pt x="207" y="513"/>
                    <a:pt x="207" y="513"/>
                    <a:pt x="207" y="513"/>
                  </a:cubicBezTo>
                  <a:cubicBezTo>
                    <a:pt x="192" y="558"/>
                    <a:pt x="192" y="558"/>
                    <a:pt x="192" y="558"/>
                  </a:cubicBezTo>
                  <a:cubicBezTo>
                    <a:pt x="175" y="513"/>
                    <a:pt x="175" y="513"/>
                    <a:pt x="175" y="513"/>
                  </a:cubicBezTo>
                  <a:cubicBezTo>
                    <a:pt x="164" y="537"/>
                    <a:pt x="164" y="537"/>
                    <a:pt x="164" y="537"/>
                  </a:cubicBezTo>
                  <a:cubicBezTo>
                    <a:pt x="147" y="495"/>
                    <a:pt x="147" y="495"/>
                    <a:pt x="147" y="495"/>
                  </a:cubicBezTo>
                  <a:cubicBezTo>
                    <a:pt x="239" y="495"/>
                    <a:pt x="239" y="495"/>
                    <a:pt x="239" y="495"/>
                  </a:cubicBezTo>
                  <a:lnTo>
                    <a:pt x="220" y="527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30" name="Freeform 24"/>
            <p:cNvSpPr>
              <a:spLocks noEditPoints="1"/>
            </p:cNvSpPr>
            <p:nvPr/>
          </p:nvSpPr>
          <p:spPr bwMode="auto">
            <a:xfrm rot="21117683">
              <a:off x="4887173" y="379310"/>
              <a:ext cx="901393" cy="727575"/>
            </a:xfrm>
            <a:custGeom>
              <a:avLst/>
              <a:gdLst>
                <a:gd name="T0" fmla="*/ 240 w 496"/>
                <a:gd name="T1" fmla="*/ 350 h 400"/>
                <a:gd name="T2" fmla="*/ 240 w 496"/>
                <a:gd name="T3" fmla="*/ 36 h 400"/>
                <a:gd name="T4" fmla="*/ 136 w 496"/>
                <a:gd name="T5" fmla="*/ 0 h 400"/>
                <a:gd name="T6" fmla="*/ 32 w 496"/>
                <a:gd name="T7" fmla="*/ 32 h 400"/>
                <a:gd name="T8" fmla="*/ 32 w 496"/>
                <a:gd name="T9" fmla="*/ 350 h 400"/>
                <a:gd name="T10" fmla="*/ 136 w 496"/>
                <a:gd name="T11" fmla="*/ 319 h 400"/>
                <a:gd name="T12" fmla="*/ 240 w 496"/>
                <a:gd name="T13" fmla="*/ 350 h 400"/>
                <a:gd name="T14" fmla="*/ 464 w 496"/>
                <a:gd name="T15" fmla="*/ 350 h 400"/>
                <a:gd name="T16" fmla="*/ 464 w 496"/>
                <a:gd name="T17" fmla="*/ 36 h 400"/>
                <a:gd name="T18" fmla="*/ 360 w 496"/>
                <a:gd name="T19" fmla="*/ 0 h 400"/>
                <a:gd name="T20" fmla="*/ 256 w 496"/>
                <a:gd name="T21" fmla="*/ 32 h 400"/>
                <a:gd name="T22" fmla="*/ 256 w 496"/>
                <a:gd name="T23" fmla="*/ 350 h 400"/>
                <a:gd name="T24" fmla="*/ 360 w 496"/>
                <a:gd name="T25" fmla="*/ 319 h 400"/>
                <a:gd name="T26" fmla="*/ 464 w 496"/>
                <a:gd name="T27" fmla="*/ 350 h 400"/>
                <a:gd name="T28" fmla="*/ 496 w 496"/>
                <a:gd name="T29" fmla="*/ 64 h 400"/>
                <a:gd name="T30" fmla="*/ 480 w 496"/>
                <a:gd name="T31" fmla="*/ 64 h 400"/>
                <a:gd name="T32" fmla="*/ 480 w 496"/>
                <a:gd name="T33" fmla="*/ 368 h 400"/>
                <a:gd name="T34" fmla="*/ 288 w 496"/>
                <a:gd name="T35" fmla="*/ 368 h 400"/>
                <a:gd name="T36" fmla="*/ 288 w 496"/>
                <a:gd name="T37" fmla="*/ 384 h 400"/>
                <a:gd name="T38" fmla="*/ 208 w 496"/>
                <a:gd name="T39" fmla="*/ 384 h 400"/>
                <a:gd name="T40" fmla="*/ 208 w 496"/>
                <a:gd name="T41" fmla="*/ 368 h 400"/>
                <a:gd name="T42" fmla="*/ 16 w 496"/>
                <a:gd name="T43" fmla="*/ 368 h 400"/>
                <a:gd name="T44" fmla="*/ 16 w 496"/>
                <a:gd name="T45" fmla="*/ 64 h 400"/>
                <a:gd name="T46" fmla="*/ 0 w 496"/>
                <a:gd name="T47" fmla="*/ 64 h 400"/>
                <a:gd name="T48" fmla="*/ 0 w 496"/>
                <a:gd name="T49" fmla="*/ 384 h 400"/>
                <a:gd name="T50" fmla="*/ 192 w 496"/>
                <a:gd name="T51" fmla="*/ 384 h 400"/>
                <a:gd name="T52" fmla="*/ 192 w 496"/>
                <a:gd name="T53" fmla="*/ 400 h 400"/>
                <a:gd name="T54" fmla="*/ 305 w 496"/>
                <a:gd name="T55" fmla="*/ 400 h 400"/>
                <a:gd name="T56" fmla="*/ 304 w 496"/>
                <a:gd name="T57" fmla="*/ 384 h 400"/>
                <a:gd name="T58" fmla="*/ 496 w 496"/>
                <a:gd name="T59" fmla="*/ 384 h 400"/>
                <a:gd name="T60" fmla="*/ 496 w 496"/>
                <a:gd name="T61" fmla="*/ 64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96" h="400">
                  <a:moveTo>
                    <a:pt x="240" y="350"/>
                  </a:moveTo>
                  <a:cubicBezTo>
                    <a:pt x="240" y="36"/>
                    <a:pt x="240" y="36"/>
                    <a:pt x="240" y="36"/>
                  </a:cubicBezTo>
                  <a:cubicBezTo>
                    <a:pt x="240" y="36"/>
                    <a:pt x="197" y="0"/>
                    <a:pt x="136" y="0"/>
                  </a:cubicBezTo>
                  <a:cubicBezTo>
                    <a:pt x="75" y="0"/>
                    <a:pt x="32" y="32"/>
                    <a:pt x="32" y="32"/>
                  </a:cubicBezTo>
                  <a:cubicBezTo>
                    <a:pt x="32" y="350"/>
                    <a:pt x="32" y="350"/>
                    <a:pt x="32" y="350"/>
                  </a:cubicBezTo>
                  <a:cubicBezTo>
                    <a:pt x="32" y="350"/>
                    <a:pt x="75" y="319"/>
                    <a:pt x="136" y="319"/>
                  </a:cubicBezTo>
                  <a:cubicBezTo>
                    <a:pt x="197" y="319"/>
                    <a:pt x="240" y="350"/>
                    <a:pt x="240" y="350"/>
                  </a:cubicBezTo>
                  <a:close/>
                  <a:moveTo>
                    <a:pt x="464" y="350"/>
                  </a:moveTo>
                  <a:cubicBezTo>
                    <a:pt x="464" y="36"/>
                    <a:pt x="464" y="36"/>
                    <a:pt x="464" y="36"/>
                  </a:cubicBezTo>
                  <a:cubicBezTo>
                    <a:pt x="464" y="36"/>
                    <a:pt x="421" y="0"/>
                    <a:pt x="360" y="0"/>
                  </a:cubicBezTo>
                  <a:cubicBezTo>
                    <a:pt x="299" y="0"/>
                    <a:pt x="256" y="32"/>
                    <a:pt x="256" y="32"/>
                  </a:cubicBezTo>
                  <a:cubicBezTo>
                    <a:pt x="256" y="350"/>
                    <a:pt x="256" y="350"/>
                    <a:pt x="256" y="350"/>
                  </a:cubicBezTo>
                  <a:cubicBezTo>
                    <a:pt x="256" y="350"/>
                    <a:pt x="299" y="319"/>
                    <a:pt x="360" y="319"/>
                  </a:cubicBezTo>
                  <a:cubicBezTo>
                    <a:pt x="421" y="319"/>
                    <a:pt x="464" y="350"/>
                    <a:pt x="464" y="350"/>
                  </a:cubicBezTo>
                  <a:close/>
                  <a:moveTo>
                    <a:pt x="496" y="64"/>
                  </a:moveTo>
                  <a:cubicBezTo>
                    <a:pt x="480" y="64"/>
                    <a:pt x="480" y="64"/>
                    <a:pt x="480" y="64"/>
                  </a:cubicBezTo>
                  <a:cubicBezTo>
                    <a:pt x="480" y="368"/>
                    <a:pt x="480" y="368"/>
                    <a:pt x="480" y="368"/>
                  </a:cubicBezTo>
                  <a:cubicBezTo>
                    <a:pt x="288" y="368"/>
                    <a:pt x="288" y="368"/>
                    <a:pt x="288" y="368"/>
                  </a:cubicBezTo>
                  <a:cubicBezTo>
                    <a:pt x="288" y="384"/>
                    <a:pt x="288" y="384"/>
                    <a:pt x="288" y="384"/>
                  </a:cubicBezTo>
                  <a:cubicBezTo>
                    <a:pt x="208" y="384"/>
                    <a:pt x="208" y="384"/>
                    <a:pt x="208" y="384"/>
                  </a:cubicBezTo>
                  <a:cubicBezTo>
                    <a:pt x="208" y="368"/>
                    <a:pt x="208" y="368"/>
                    <a:pt x="208" y="368"/>
                  </a:cubicBezTo>
                  <a:cubicBezTo>
                    <a:pt x="16" y="368"/>
                    <a:pt x="16" y="368"/>
                    <a:pt x="16" y="368"/>
                  </a:cubicBezTo>
                  <a:cubicBezTo>
                    <a:pt x="16" y="64"/>
                    <a:pt x="16" y="64"/>
                    <a:pt x="16" y="64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384"/>
                    <a:pt x="0" y="384"/>
                    <a:pt x="0" y="384"/>
                  </a:cubicBezTo>
                  <a:cubicBezTo>
                    <a:pt x="192" y="384"/>
                    <a:pt x="192" y="384"/>
                    <a:pt x="192" y="384"/>
                  </a:cubicBezTo>
                  <a:cubicBezTo>
                    <a:pt x="192" y="400"/>
                    <a:pt x="192" y="400"/>
                    <a:pt x="192" y="400"/>
                  </a:cubicBezTo>
                  <a:cubicBezTo>
                    <a:pt x="305" y="400"/>
                    <a:pt x="305" y="400"/>
                    <a:pt x="305" y="400"/>
                  </a:cubicBezTo>
                  <a:cubicBezTo>
                    <a:pt x="304" y="384"/>
                    <a:pt x="304" y="384"/>
                    <a:pt x="304" y="384"/>
                  </a:cubicBezTo>
                  <a:cubicBezTo>
                    <a:pt x="496" y="384"/>
                    <a:pt x="496" y="384"/>
                    <a:pt x="496" y="384"/>
                  </a:cubicBezTo>
                  <a:lnTo>
                    <a:pt x="496" y="64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31" name="Freeform 25"/>
            <p:cNvSpPr>
              <a:spLocks noEditPoints="1"/>
            </p:cNvSpPr>
            <p:nvPr/>
          </p:nvSpPr>
          <p:spPr bwMode="auto">
            <a:xfrm>
              <a:off x="6196249" y="1380025"/>
              <a:ext cx="1042582" cy="1042582"/>
            </a:xfrm>
            <a:custGeom>
              <a:avLst/>
              <a:gdLst>
                <a:gd name="T0" fmla="*/ 254 w 436"/>
                <a:gd name="T1" fmla="*/ 168 h 436"/>
                <a:gd name="T2" fmla="*/ 242 w 436"/>
                <a:gd name="T3" fmla="*/ 67 h 436"/>
                <a:gd name="T4" fmla="*/ 66 w 436"/>
                <a:gd name="T5" fmla="*/ 243 h 436"/>
                <a:gd name="T6" fmla="*/ 166 w 436"/>
                <a:gd name="T7" fmla="*/ 256 h 436"/>
                <a:gd name="T8" fmla="*/ 254 w 436"/>
                <a:gd name="T9" fmla="*/ 168 h 436"/>
                <a:gd name="T10" fmla="*/ 223 w 436"/>
                <a:gd name="T11" fmla="*/ 39 h 436"/>
                <a:gd name="T12" fmla="*/ 130 w 436"/>
                <a:gd name="T13" fmla="*/ 0 h 436"/>
                <a:gd name="T14" fmla="*/ 0 w 436"/>
                <a:gd name="T15" fmla="*/ 131 h 436"/>
                <a:gd name="T16" fmla="*/ 39 w 436"/>
                <a:gd name="T17" fmla="*/ 224 h 436"/>
                <a:gd name="T18" fmla="*/ 223 w 436"/>
                <a:gd name="T19" fmla="*/ 39 h 436"/>
                <a:gd name="T20" fmla="*/ 407 w 436"/>
                <a:gd name="T21" fmla="*/ 385 h 436"/>
                <a:gd name="T22" fmla="*/ 401 w 436"/>
                <a:gd name="T23" fmla="*/ 338 h 436"/>
                <a:gd name="T24" fmla="*/ 278 w 436"/>
                <a:gd name="T25" fmla="*/ 189 h 436"/>
                <a:gd name="T26" fmla="*/ 188 w 436"/>
                <a:gd name="T27" fmla="*/ 279 h 436"/>
                <a:gd name="T28" fmla="*/ 336 w 436"/>
                <a:gd name="T29" fmla="*/ 402 h 436"/>
                <a:gd name="T30" fmla="*/ 384 w 436"/>
                <a:gd name="T31" fmla="*/ 408 h 436"/>
                <a:gd name="T32" fmla="*/ 415 w 436"/>
                <a:gd name="T33" fmla="*/ 436 h 436"/>
                <a:gd name="T34" fmla="*/ 436 w 436"/>
                <a:gd name="T35" fmla="*/ 414 h 436"/>
                <a:gd name="T36" fmla="*/ 407 w 436"/>
                <a:gd name="T37" fmla="*/ 385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36" h="436">
                  <a:moveTo>
                    <a:pt x="254" y="168"/>
                  </a:moveTo>
                  <a:cubicBezTo>
                    <a:pt x="264" y="135"/>
                    <a:pt x="260" y="98"/>
                    <a:pt x="242" y="67"/>
                  </a:cubicBezTo>
                  <a:cubicBezTo>
                    <a:pt x="242" y="68"/>
                    <a:pt x="67" y="244"/>
                    <a:pt x="66" y="243"/>
                  </a:cubicBezTo>
                  <a:cubicBezTo>
                    <a:pt x="97" y="260"/>
                    <a:pt x="133" y="266"/>
                    <a:pt x="166" y="256"/>
                  </a:cubicBezTo>
                  <a:cubicBezTo>
                    <a:pt x="166" y="255"/>
                    <a:pt x="253" y="168"/>
                    <a:pt x="254" y="168"/>
                  </a:cubicBezTo>
                  <a:close/>
                  <a:moveTo>
                    <a:pt x="223" y="39"/>
                  </a:moveTo>
                  <a:cubicBezTo>
                    <a:pt x="199" y="16"/>
                    <a:pt x="166" y="0"/>
                    <a:pt x="130" y="0"/>
                  </a:cubicBezTo>
                  <a:cubicBezTo>
                    <a:pt x="58" y="0"/>
                    <a:pt x="0" y="59"/>
                    <a:pt x="0" y="131"/>
                  </a:cubicBezTo>
                  <a:cubicBezTo>
                    <a:pt x="0" y="166"/>
                    <a:pt x="16" y="200"/>
                    <a:pt x="39" y="224"/>
                  </a:cubicBezTo>
                  <a:cubicBezTo>
                    <a:pt x="39" y="224"/>
                    <a:pt x="222" y="41"/>
                    <a:pt x="223" y="39"/>
                  </a:cubicBezTo>
                  <a:close/>
                  <a:moveTo>
                    <a:pt x="407" y="385"/>
                  </a:moveTo>
                  <a:cubicBezTo>
                    <a:pt x="407" y="385"/>
                    <a:pt x="411" y="349"/>
                    <a:pt x="401" y="338"/>
                  </a:cubicBezTo>
                  <a:cubicBezTo>
                    <a:pt x="400" y="337"/>
                    <a:pt x="278" y="189"/>
                    <a:pt x="278" y="189"/>
                  </a:cubicBezTo>
                  <a:cubicBezTo>
                    <a:pt x="188" y="279"/>
                    <a:pt x="188" y="279"/>
                    <a:pt x="188" y="279"/>
                  </a:cubicBezTo>
                  <a:cubicBezTo>
                    <a:pt x="336" y="402"/>
                    <a:pt x="336" y="402"/>
                    <a:pt x="336" y="402"/>
                  </a:cubicBezTo>
                  <a:cubicBezTo>
                    <a:pt x="346" y="414"/>
                    <a:pt x="384" y="408"/>
                    <a:pt x="384" y="408"/>
                  </a:cubicBezTo>
                  <a:cubicBezTo>
                    <a:pt x="415" y="436"/>
                    <a:pt x="415" y="436"/>
                    <a:pt x="415" y="436"/>
                  </a:cubicBezTo>
                  <a:cubicBezTo>
                    <a:pt x="436" y="414"/>
                    <a:pt x="436" y="414"/>
                    <a:pt x="436" y="414"/>
                  </a:cubicBezTo>
                  <a:lnTo>
                    <a:pt x="407" y="385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32" name="Freeform 27"/>
            <p:cNvSpPr>
              <a:spLocks noEditPoints="1"/>
            </p:cNvSpPr>
            <p:nvPr/>
          </p:nvSpPr>
          <p:spPr bwMode="auto">
            <a:xfrm>
              <a:off x="10140895" y="668899"/>
              <a:ext cx="937541" cy="902162"/>
            </a:xfrm>
            <a:custGeom>
              <a:avLst/>
              <a:gdLst>
                <a:gd name="T0" fmla="*/ 512 w 516"/>
                <a:gd name="T1" fmla="*/ 185 h 496"/>
                <a:gd name="T2" fmla="*/ 483 w 516"/>
                <a:gd name="T3" fmla="*/ 161 h 496"/>
                <a:gd name="T4" fmla="*/ 349 w 516"/>
                <a:gd name="T5" fmla="*/ 141 h 496"/>
                <a:gd name="T6" fmla="*/ 291 w 516"/>
                <a:gd name="T7" fmla="*/ 21 h 496"/>
                <a:gd name="T8" fmla="*/ 258 w 516"/>
                <a:gd name="T9" fmla="*/ 0 h 496"/>
                <a:gd name="T10" fmla="*/ 225 w 516"/>
                <a:gd name="T11" fmla="*/ 21 h 496"/>
                <a:gd name="T12" fmla="*/ 167 w 516"/>
                <a:gd name="T13" fmla="*/ 141 h 496"/>
                <a:gd name="T14" fmla="*/ 33 w 516"/>
                <a:gd name="T15" fmla="*/ 161 h 496"/>
                <a:gd name="T16" fmla="*/ 4 w 516"/>
                <a:gd name="T17" fmla="*/ 185 h 496"/>
                <a:gd name="T18" fmla="*/ 13 w 516"/>
                <a:gd name="T19" fmla="*/ 221 h 496"/>
                <a:gd name="T20" fmla="*/ 110 w 516"/>
                <a:gd name="T21" fmla="*/ 319 h 496"/>
                <a:gd name="T22" fmla="*/ 88 w 516"/>
                <a:gd name="T23" fmla="*/ 454 h 496"/>
                <a:gd name="T24" fmla="*/ 103 w 516"/>
                <a:gd name="T25" fmla="*/ 489 h 496"/>
                <a:gd name="T26" fmla="*/ 124 w 516"/>
                <a:gd name="T27" fmla="*/ 496 h 496"/>
                <a:gd name="T28" fmla="*/ 142 w 516"/>
                <a:gd name="T29" fmla="*/ 492 h 496"/>
                <a:gd name="T30" fmla="*/ 258 w 516"/>
                <a:gd name="T31" fmla="*/ 429 h 496"/>
                <a:gd name="T32" fmla="*/ 374 w 516"/>
                <a:gd name="T33" fmla="*/ 492 h 496"/>
                <a:gd name="T34" fmla="*/ 392 w 516"/>
                <a:gd name="T35" fmla="*/ 496 h 496"/>
                <a:gd name="T36" fmla="*/ 413 w 516"/>
                <a:gd name="T37" fmla="*/ 489 h 496"/>
                <a:gd name="T38" fmla="*/ 428 w 516"/>
                <a:gd name="T39" fmla="*/ 454 h 496"/>
                <a:gd name="T40" fmla="*/ 406 w 516"/>
                <a:gd name="T41" fmla="*/ 319 h 496"/>
                <a:gd name="T42" fmla="*/ 504 w 516"/>
                <a:gd name="T43" fmla="*/ 221 h 496"/>
                <a:gd name="T44" fmla="*/ 512 w 516"/>
                <a:gd name="T45" fmla="*/ 185 h 496"/>
                <a:gd name="T46" fmla="*/ 379 w 516"/>
                <a:gd name="T47" fmla="*/ 294 h 496"/>
                <a:gd name="T48" fmla="*/ 369 w 516"/>
                <a:gd name="T49" fmla="*/ 325 h 496"/>
                <a:gd name="T50" fmla="*/ 392 w 516"/>
                <a:gd name="T51" fmla="*/ 460 h 496"/>
                <a:gd name="T52" fmla="*/ 276 w 516"/>
                <a:gd name="T53" fmla="*/ 397 h 496"/>
                <a:gd name="T54" fmla="*/ 258 w 516"/>
                <a:gd name="T55" fmla="*/ 393 h 496"/>
                <a:gd name="T56" fmla="*/ 240 w 516"/>
                <a:gd name="T57" fmla="*/ 397 h 496"/>
                <a:gd name="T58" fmla="*/ 124 w 516"/>
                <a:gd name="T59" fmla="*/ 460 h 496"/>
                <a:gd name="T60" fmla="*/ 147 w 516"/>
                <a:gd name="T61" fmla="*/ 325 h 496"/>
                <a:gd name="T62" fmla="*/ 137 w 516"/>
                <a:gd name="T63" fmla="*/ 294 h 496"/>
                <a:gd name="T64" fmla="*/ 39 w 516"/>
                <a:gd name="T65" fmla="*/ 196 h 496"/>
                <a:gd name="T66" fmla="*/ 172 w 516"/>
                <a:gd name="T67" fmla="*/ 176 h 496"/>
                <a:gd name="T68" fmla="*/ 200 w 516"/>
                <a:gd name="T69" fmla="*/ 156 h 496"/>
                <a:gd name="T70" fmla="*/ 258 w 516"/>
                <a:gd name="T71" fmla="*/ 36 h 496"/>
                <a:gd name="T72" fmla="*/ 316 w 516"/>
                <a:gd name="T73" fmla="*/ 156 h 496"/>
                <a:gd name="T74" fmla="*/ 344 w 516"/>
                <a:gd name="T75" fmla="*/ 177 h 496"/>
                <a:gd name="T76" fmla="*/ 477 w 516"/>
                <a:gd name="T77" fmla="*/ 196 h 496"/>
                <a:gd name="T78" fmla="*/ 379 w 516"/>
                <a:gd name="T79" fmla="*/ 294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6" h="496">
                  <a:moveTo>
                    <a:pt x="512" y="185"/>
                  </a:moveTo>
                  <a:cubicBezTo>
                    <a:pt x="508" y="172"/>
                    <a:pt x="496" y="163"/>
                    <a:pt x="483" y="161"/>
                  </a:cubicBezTo>
                  <a:cubicBezTo>
                    <a:pt x="349" y="141"/>
                    <a:pt x="349" y="141"/>
                    <a:pt x="349" y="141"/>
                  </a:cubicBezTo>
                  <a:cubicBezTo>
                    <a:pt x="291" y="21"/>
                    <a:pt x="291" y="21"/>
                    <a:pt x="291" y="21"/>
                  </a:cubicBezTo>
                  <a:cubicBezTo>
                    <a:pt x="285" y="8"/>
                    <a:pt x="272" y="0"/>
                    <a:pt x="258" y="0"/>
                  </a:cubicBezTo>
                  <a:cubicBezTo>
                    <a:pt x="244" y="0"/>
                    <a:pt x="231" y="8"/>
                    <a:pt x="225" y="21"/>
                  </a:cubicBezTo>
                  <a:cubicBezTo>
                    <a:pt x="167" y="141"/>
                    <a:pt x="167" y="141"/>
                    <a:pt x="167" y="141"/>
                  </a:cubicBezTo>
                  <a:cubicBezTo>
                    <a:pt x="33" y="161"/>
                    <a:pt x="33" y="161"/>
                    <a:pt x="33" y="161"/>
                  </a:cubicBezTo>
                  <a:cubicBezTo>
                    <a:pt x="20" y="163"/>
                    <a:pt x="8" y="172"/>
                    <a:pt x="4" y="185"/>
                  </a:cubicBezTo>
                  <a:cubicBezTo>
                    <a:pt x="0" y="198"/>
                    <a:pt x="3" y="212"/>
                    <a:pt x="13" y="221"/>
                  </a:cubicBezTo>
                  <a:cubicBezTo>
                    <a:pt x="110" y="319"/>
                    <a:pt x="110" y="319"/>
                    <a:pt x="110" y="319"/>
                  </a:cubicBezTo>
                  <a:cubicBezTo>
                    <a:pt x="88" y="454"/>
                    <a:pt x="88" y="454"/>
                    <a:pt x="88" y="454"/>
                  </a:cubicBezTo>
                  <a:cubicBezTo>
                    <a:pt x="85" y="468"/>
                    <a:pt x="91" y="481"/>
                    <a:pt x="103" y="489"/>
                  </a:cubicBezTo>
                  <a:cubicBezTo>
                    <a:pt x="109" y="494"/>
                    <a:pt x="116" y="496"/>
                    <a:pt x="124" y="496"/>
                  </a:cubicBezTo>
                  <a:cubicBezTo>
                    <a:pt x="130" y="496"/>
                    <a:pt x="136" y="494"/>
                    <a:pt x="142" y="492"/>
                  </a:cubicBezTo>
                  <a:cubicBezTo>
                    <a:pt x="258" y="429"/>
                    <a:pt x="258" y="429"/>
                    <a:pt x="258" y="429"/>
                  </a:cubicBezTo>
                  <a:cubicBezTo>
                    <a:pt x="374" y="492"/>
                    <a:pt x="374" y="492"/>
                    <a:pt x="374" y="492"/>
                  </a:cubicBezTo>
                  <a:cubicBezTo>
                    <a:pt x="380" y="494"/>
                    <a:pt x="386" y="496"/>
                    <a:pt x="392" y="496"/>
                  </a:cubicBezTo>
                  <a:cubicBezTo>
                    <a:pt x="400" y="496"/>
                    <a:pt x="407" y="494"/>
                    <a:pt x="413" y="489"/>
                  </a:cubicBezTo>
                  <a:cubicBezTo>
                    <a:pt x="425" y="481"/>
                    <a:pt x="431" y="468"/>
                    <a:pt x="428" y="454"/>
                  </a:cubicBezTo>
                  <a:cubicBezTo>
                    <a:pt x="406" y="319"/>
                    <a:pt x="406" y="319"/>
                    <a:pt x="406" y="319"/>
                  </a:cubicBezTo>
                  <a:cubicBezTo>
                    <a:pt x="504" y="221"/>
                    <a:pt x="504" y="221"/>
                    <a:pt x="504" y="221"/>
                  </a:cubicBezTo>
                  <a:cubicBezTo>
                    <a:pt x="513" y="212"/>
                    <a:pt x="516" y="198"/>
                    <a:pt x="512" y="185"/>
                  </a:cubicBezTo>
                  <a:close/>
                  <a:moveTo>
                    <a:pt x="379" y="294"/>
                  </a:moveTo>
                  <a:cubicBezTo>
                    <a:pt x="371" y="302"/>
                    <a:pt x="368" y="313"/>
                    <a:pt x="369" y="325"/>
                  </a:cubicBezTo>
                  <a:cubicBezTo>
                    <a:pt x="392" y="460"/>
                    <a:pt x="392" y="460"/>
                    <a:pt x="392" y="460"/>
                  </a:cubicBezTo>
                  <a:cubicBezTo>
                    <a:pt x="276" y="397"/>
                    <a:pt x="276" y="397"/>
                    <a:pt x="276" y="397"/>
                  </a:cubicBezTo>
                  <a:cubicBezTo>
                    <a:pt x="270" y="394"/>
                    <a:pt x="264" y="393"/>
                    <a:pt x="258" y="393"/>
                  </a:cubicBezTo>
                  <a:cubicBezTo>
                    <a:pt x="252" y="393"/>
                    <a:pt x="246" y="394"/>
                    <a:pt x="240" y="397"/>
                  </a:cubicBezTo>
                  <a:cubicBezTo>
                    <a:pt x="124" y="460"/>
                    <a:pt x="124" y="460"/>
                    <a:pt x="124" y="460"/>
                  </a:cubicBezTo>
                  <a:cubicBezTo>
                    <a:pt x="147" y="325"/>
                    <a:pt x="147" y="325"/>
                    <a:pt x="147" y="325"/>
                  </a:cubicBezTo>
                  <a:cubicBezTo>
                    <a:pt x="148" y="313"/>
                    <a:pt x="145" y="302"/>
                    <a:pt x="137" y="294"/>
                  </a:cubicBezTo>
                  <a:cubicBezTo>
                    <a:pt x="39" y="196"/>
                    <a:pt x="39" y="196"/>
                    <a:pt x="39" y="196"/>
                  </a:cubicBezTo>
                  <a:cubicBezTo>
                    <a:pt x="172" y="176"/>
                    <a:pt x="172" y="176"/>
                    <a:pt x="172" y="176"/>
                  </a:cubicBezTo>
                  <a:cubicBezTo>
                    <a:pt x="184" y="175"/>
                    <a:pt x="195" y="167"/>
                    <a:pt x="200" y="156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316" y="156"/>
                    <a:pt x="316" y="156"/>
                    <a:pt x="316" y="156"/>
                  </a:cubicBezTo>
                  <a:cubicBezTo>
                    <a:pt x="321" y="167"/>
                    <a:pt x="332" y="175"/>
                    <a:pt x="344" y="177"/>
                  </a:cubicBezTo>
                  <a:cubicBezTo>
                    <a:pt x="477" y="196"/>
                    <a:pt x="477" y="196"/>
                    <a:pt x="477" y="196"/>
                  </a:cubicBezTo>
                  <a:lnTo>
                    <a:pt x="379" y="294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33" name="Freeform 33"/>
            <p:cNvSpPr>
              <a:spLocks noEditPoints="1"/>
            </p:cNvSpPr>
            <p:nvPr/>
          </p:nvSpPr>
          <p:spPr bwMode="auto">
            <a:xfrm rot="578208">
              <a:off x="7335874" y="1297020"/>
              <a:ext cx="951490" cy="952276"/>
            </a:xfrm>
            <a:custGeom>
              <a:avLst/>
              <a:gdLst>
                <a:gd name="T0" fmla="*/ 331 w 512"/>
                <a:gd name="T1" fmla="*/ 161 h 512"/>
                <a:gd name="T2" fmla="*/ 256 w 512"/>
                <a:gd name="T3" fmla="*/ 0 h 512"/>
                <a:gd name="T4" fmla="*/ 144 w 512"/>
                <a:gd name="T5" fmla="*/ 164 h 512"/>
                <a:gd name="T6" fmla="*/ 128 w 512"/>
                <a:gd name="T7" fmla="*/ 173 h 512"/>
                <a:gd name="T8" fmla="*/ 48 w 512"/>
                <a:gd name="T9" fmla="*/ 160 h 512"/>
                <a:gd name="T10" fmla="*/ 0 w 512"/>
                <a:gd name="T11" fmla="*/ 464 h 512"/>
                <a:gd name="T12" fmla="*/ 96 w 512"/>
                <a:gd name="T13" fmla="*/ 512 h 512"/>
                <a:gd name="T14" fmla="*/ 139 w 512"/>
                <a:gd name="T15" fmla="*/ 485 h 512"/>
                <a:gd name="T16" fmla="*/ 144 w 512"/>
                <a:gd name="T17" fmla="*/ 486 h 512"/>
                <a:gd name="T18" fmla="*/ 304 w 512"/>
                <a:gd name="T19" fmla="*/ 512 h 512"/>
                <a:gd name="T20" fmla="*/ 449 w 512"/>
                <a:gd name="T21" fmla="*/ 481 h 512"/>
                <a:gd name="T22" fmla="*/ 456 w 512"/>
                <a:gd name="T23" fmla="*/ 436 h 512"/>
                <a:gd name="T24" fmla="*/ 483 w 512"/>
                <a:gd name="T25" fmla="*/ 351 h 512"/>
                <a:gd name="T26" fmla="*/ 498 w 512"/>
                <a:gd name="T27" fmla="*/ 269 h 512"/>
                <a:gd name="T28" fmla="*/ 512 w 512"/>
                <a:gd name="T29" fmla="*/ 230 h 512"/>
                <a:gd name="T30" fmla="*/ 467 w 512"/>
                <a:gd name="T31" fmla="*/ 168 h 512"/>
                <a:gd name="T32" fmla="*/ 96 w 512"/>
                <a:gd name="T33" fmla="*/ 480 h 512"/>
                <a:gd name="T34" fmla="*/ 32 w 512"/>
                <a:gd name="T35" fmla="*/ 464 h 512"/>
                <a:gd name="T36" fmla="*/ 48 w 512"/>
                <a:gd name="T37" fmla="*/ 192 h 512"/>
                <a:gd name="T38" fmla="*/ 112 w 512"/>
                <a:gd name="T39" fmla="*/ 208 h 512"/>
                <a:gd name="T40" fmla="*/ 480 w 512"/>
                <a:gd name="T41" fmla="*/ 233 h 512"/>
                <a:gd name="T42" fmla="*/ 416 w 512"/>
                <a:gd name="T43" fmla="*/ 256 h 512"/>
                <a:gd name="T44" fmla="*/ 416 w 512"/>
                <a:gd name="T45" fmla="*/ 272 h 512"/>
                <a:gd name="T46" fmla="*/ 473 w 512"/>
                <a:gd name="T47" fmla="*/ 302 h 512"/>
                <a:gd name="T48" fmla="*/ 400 w 512"/>
                <a:gd name="T49" fmla="*/ 336 h 512"/>
                <a:gd name="T50" fmla="*/ 400 w 512"/>
                <a:gd name="T51" fmla="*/ 352 h 512"/>
                <a:gd name="T52" fmla="*/ 452 w 512"/>
                <a:gd name="T53" fmla="*/ 385 h 512"/>
                <a:gd name="T54" fmla="*/ 384 w 512"/>
                <a:gd name="T55" fmla="*/ 416 h 512"/>
                <a:gd name="T56" fmla="*/ 384 w 512"/>
                <a:gd name="T57" fmla="*/ 432 h 512"/>
                <a:gd name="T58" fmla="*/ 425 w 512"/>
                <a:gd name="T59" fmla="*/ 454 h 512"/>
                <a:gd name="T60" fmla="*/ 392 w 512"/>
                <a:gd name="T61" fmla="*/ 480 h 512"/>
                <a:gd name="T62" fmla="*/ 216 w 512"/>
                <a:gd name="T63" fmla="*/ 470 h 512"/>
                <a:gd name="T64" fmla="*/ 128 w 512"/>
                <a:gd name="T65" fmla="*/ 438 h 512"/>
                <a:gd name="T66" fmla="*/ 141 w 512"/>
                <a:gd name="T67" fmla="*/ 200 h 512"/>
                <a:gd name="T68" fmla="*/ 240 w 512"/>
                <a:gd name="T69" fmla="*/ 48 h 512"/>
                <a:gd name="T70" fmla="*/ 303 w 512"/>
                <a:gd name="T71" fmla="*/ 108 h 512"/>
                <a:gd name="T72" fmla="*/ 461 w 512"/>
                <a:gd name="T73" fmla="*/ 198 h 512"/>
                <a:gd name="T74" fmla="*/ 480 w 512"/>
                <a:gd name="T75" fmla="*/ 233 h 512"/>
                <a:gd name="T76" fmla="*/ 48 w 512"/>
                <a:gd name="T77" fmla="*/ 440 h 512"/>
                <a:gd name="T78" fmla="*/ 96 w 512"/>
                <a:gd name="T79" fmla="*/ 440 h 512"/>
                <a:gd name="T80" fmla="*/ 72 w 512"/>
                <a:gd name="T81" fmla="*/ 448 h 512"/>
                <a:gd name="T82" fmla="*/ 72 w 512"/>
                <a:gd name="T83" fmla="*/ 432 h 512"/>
                <a:gd name="T84" fmla="*/ 72 w 512"/>
                <a:gd name="T85" fmla="*/ 448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512" h="512">
                  <a:moveTo>
                    <a:pt x="467" y="168"/>
                  </a:moveTo>
                  <a:cubicBezTo>
                    <a:pt x="447" y="162"/>
                    <a:pt x="400" y="162"/>
                    <a:pt x="331" y="161"/>
                  </a:cubicBezTo>
                  <a:cubicBezTo>
                    <a:pt x="334" y="146"/>
                    <a:pt x="335" y="132"/>
                    <a:pt x="335" y="108"/>
                  </a:cubicBezTo>
                  <a:cubicBezTo>
                    <a:pt x="335" y="51"/>
                    <a:pt x="293" y="0"/>
                    <a:pt x="256" y="0"/>
                  </a:cubicBezTo>
                  <a:cubicBezTo>
                    <a:pt x="230" y="0"/>
                    <a:pt x="208" y="21"/>
                    <a:pt x="208" y="48"/>
                  </a:cubicBezTo>
                  <a:cubicBezTo>
                    <a:pt x="208" y="80"/>
                    <a:pt x="198" y="136"/>
                    <a:pt x="144" y="164"/>
                  </a:cubicBezTo>
                  <a:cubicBezTo>
                    <a:pt x="140" y="166"/>
                    <a:pt x="129" y="171"/>
                    <a:pt x="127" y="172"/>
                  </a:cubicBezTo>
                  <a:cubicBezTo>
                    <a:pt x="128" y="173"/>
                    <a:pt x="128" y="173"/>
                    <a:pt x="128" y="173"/>
                  </a:cubicBezTo>
                  <a:cubicBezTo>
                    <a:pt x="120" y="166"/>
                    <a:pt x="108" y="160"/>
                    <a:pt x="96" y="160"/>
                  </a:cubicBezTo>
                  <a:cubicBezTo>
                    <a:pt x="48" y="160"/>
                    <a:pt x="48" y="160"/>
                    <a:pt x="48" y="160"/>
                  </a:cubicBezTo>
                  <a:cubicBezTo>
                    <a:pt x="22" y="160"/>
                    <a:pt x="0" y="182"/>
                    <a:pt x="0" y="208"/>
                  </a:cubicBezTo>
                  <a:cubicBezTo>
                    <a:pt x="0" y="464"/>
                    <a:pt x="0" y="464"/>
                    <a:pt x="0" y="464"/>
                  </a:cubicBezTo>
                  <a:cubicBezTo>
                    <a:pt x="0" y="490"/>
                    <a:pt x="22" y="512"/>
                    <a:pt x="48" y="512"/>
                  </a:cubicBezTo>
                  <a:cubicBezTo>
                    <a:pt x="96" y="512"/>
                    <a:pt x="96" y="512"/>
                    <a:pt x="96" y="512"/>
                  </a:cubicBezTo>
                  <a:cubicBezTo>
                    <a:pt x="115" y="512"/>
                    <a:pt x="131" y="500"/>
                    <a:pt x="139" y="484"/>
                  </a:cubicBezTo>
                  <a:cubicBezTo>
                    <a:pt x="139" y="484"/>
                    <a:pt x="139" y="485"/>
                    <a:pt x="139" y="485"/>
                  </a:cubicBezTo>
                  <a:cubicBezTo>
                    <a:pt x="140" y="485"/>
                    <a:pt x="142" y="485"/>
                    <a:pt x="143" y="486"/>
                  </a:cubicBezTo>
                  <a:cubicBezTo>
                    <a:pt x="144" y="486"/>
                    <a:pt x="144" y="486"/>
                    <a:pt x="144" y="486"/>
                  </a:cubicBezTo>
                  <a:cubicBezTo>
                    <a:pt x="153" y="488"/>
                    <a:pt x="171" y="492"/>
                    <a:pt x="209" y="501"/>
                  </a:cubicBezTo>
                  <a:cubicBezTo>
                    <a:pt x="217" y="503"/>
                    <a:pt x="260" y="512"/>
                    <a:pt x="304" y="512"/>
                  </a:cubicBezTo>
                  <a:cubicBezTo>
                    <a:pt x="392" y="512"/>
                    <a:pt x="392" y="512"/>
                    <a:pt x="392" y="512"/>
                  </a:cubicBezTo>
                  <a:cubicBezTo>
                    <a:pt x="419" y="512"/>
                    <a:pt x="438" y="502"/>
                    <a:pt x="449" y="481"/>
                  </a:cubicBezTo>
                  <a:cubicBezTo>
                    <a:pt x="449" y="481"/>
                    <a:pt x="453" y="474"/>
                    <a:pt x="456" y="464"/>
                  </a:cubicBezTo>
                  <a:cubicBezTo>
                    <a:pt x="458" y="457"/>
                    <a:pt x="459" y="446"/>
                    <a:pt x="456" y="436"/>
                  </a:cubicBezTo>
                  <a:cubicBezTo>
                    <a:pt x="474" y="424"/>
                    <a:pt x="479" y="406"/>
                    <a:pt x="483" y="394"/>
                  </a:cubicBezTo>
                  <a:cubicBezTo>
                    <a:pt x="489" y="375"/>
                    <a:pt x="487" y="361"/>
                    <a:pt x="483" y="351"/>
                  </a:cubicBezTo>
                  <a:cubicBezTo>
                    <a:pt x="492" y="342"/>
                    <a:pt x="501" y="328"/>
                    <a:pt x="504" y="307"/>
                  </a:cubicBezTo>
                  <a:cubicBezTo>
                    <a:pt x="506" y="293"/>
                    <a:pt x="504" y="280"/>
                    <a:pt x="498" y="269"/>
                  </a:cubicBezTo>
                  <a:cubicBezTo>
                    <a:pt x="507" y="258"/>
                    <a:pt x="511" y="246"/>
                    <a:pt x="512" y="234"/>
                  </a:cubicBezTo>
                  <a:cubicBezTo>
                    <a:pt x="512" y="230"/>
                    <a:pt x="512" y="230"/>
                    <a:pt x="512" y="230"/>
                  </a:cubicBezTo>
                  <a:cubicBezTo>
                    <a:pt x="512" y="228"/>
                    <a:pt x="512" y="227"/>
                    <a:pt x="512" y="222"/>
                  </a:cubicBezTo>
                  <a:cubicBezTo>
                    <a:pt x="512" y="202"/>
                    <a:pt x="498" y="177"/>
                    <a:pt x="467" y="168"/>
                  </a:cubicBezTo>
                  <a:close/>
                  <a:moveTo>
                    <a:pt x="112" y="464"/>
                  </a:moveTo>
                  <a:cubicBezTo>
                    <a:pt x="112" y="473"/>
                    <a:pt x="105" y="480"/>
                    <a:pt x="96" y="480"/>
                  </a:cubicBezTo>
                  <a:cubicBezTo>
                    <a:pt x="48" y="480"/>
                    <a:pt x="48" y="480"/>
                    <a:pt x="48" y="480"/>
                  </a:cubicBezTo>
                  <a:cubicBezTo>
                    <a:pt x="39" y="480"/>
                    <a:pt x="32" y="473"/>
                    <a:pt x="32" y="464"/>
                  </a:cubicBezTo>
                  <a:cubicBezTo>
                    <a:pt x="32" y="208"/>
                    <a:pt x="32" y="208"/>
                    <a:pt x="32" y="208"/>
                  </a:cubicBezTo>
                  <a:cubicBezTo>
                    <a:pt x="32" y="199"/>
                    <a:pt x="39" y="192"/>
                    <a:pt x="48" y="192"/>
                  </a:cubicBezTo>
                  <a:cubicBezTo>
                    <a:pt x="96" y="192"/>
                    <a:pt x="96" y="192"/>
                    <a:pt x="96" y="192"/>
                  </a:cubicBezTo>
                  <a:cubicBezTo>
                    <a:pt x="105" y="192"/>
                    <a:pt x="112" y="199"/>
                    <a:pt x="112" y="208"/>
                  </a:cubicBezTo>
                  <a:lnTo>
                    <a:pt x="112" y="464"/>
                  </a:lnTo>
                  <a:close/>
                  <a:moveTo>
                    <a:pt x="480" y="233"/>
                  </a:moveTo>
                  <a:cubicBezTo>
                    <a:pt x="479" y="240"/>
                    <a:pt x="476" y="256"/>
                    <a:pt x="448" y="256"/>
                  </a:cubicBezTo>
                  <a:cubicBezTo>
                    <a:pt x="424" y="256"/>
                    <a:pt x="416" y="256"/>
                    <a:pt x="416" y="256"/>
                  </a:cubicBezTo>
                  <a:cubicBezTo>
                    <a:pt x="412" y="256"/>
                    <a:pt x="408" y="260"/>
                    <a:pt x="408" y="264"/>
                  </a:cubicBezTo>
                  <a:cubicBezTo>
                    <a:pt x="408" y="268"/>
                    <a:pt x="412" y="272"/>
                    <a:pt x="416" y="272"/>
                  </a:cubicBezTo>
                  <a:cubicBezTo>
                    <a:pt x="416" y="272"/>
                    <a:pt x="423" y="272"/>
                    <a:pt x="447" y="272"/>
                  </a:cubicBezTo>
                  <a:cubicBezTo>
                    <a:pt x="471" y="272"/>
                    <a:pt x="474" y="292"/>
                    <a:pt x="473" y="302"/>
                  </a:cubicBezTo>
                  <a:cubicBezTo>
                    <a:pt x="471" y="313"/>
                    <a:pt x="465" y="336"/>
                    <a:pt x="438" y="336"/>
                  </a:cubicBezTo>
                  <a:cubicBezTo>
                    <a:pt x="411" y="336"/>
                    <a:pt x="400" y="336"/>
                    <a:pt x="400" y="336"/>
                  </a:cubicBezTo>
                  <a:cubicBezTo>
                    <a:pt x="396" y="336"/>
                    <a:pt x="392" y="340"/>
                    <a:pt x="392" y="344"/>
                  </a:cubicBezTo>
                  <a:cubicBezTo>
                    <a:pt x="392" y="348"/>
                    <a:pt x="396" y="352"/>
                    <a:pt x="400" y="352"/>
                  </a:cubicBezTo>
                  <a:cubicBezTo>
                    <a:pt x="400" y="352"/>
                    <a:pt x="419" y="352"/>
                    <a:pt x="432" y="352"/>
                  </a:cubicBezTo>
                  <a:cubicBezTo>
                    <a:pt x="459" y="352"/>
                    <a:pt x="456" y="373"/>
                    <a:pt x="452" y="385"/>
                  </a:cubicBezTo>
                  <a:cubicBezTo>
                    <a:pt x="447" y="401"/>
                    <a:pt x="444" y="416"/>
                    <a:pt x="410" y="416"/>
                  </a:cubicBezTo>
                  <a:cubicBezTo>
                    <a:pt x="398" y="416"/>
                    <a:pt x="384" y="416"/>
                    <a:pt x="384" y="416"/>
                  </a:cubicBezTo>
                  <a:cubicBezTo>
                    <a:pt x="379" y="416"/>
                    <a:pt x="376" y="420"/>
                    <a:pt x="376" y="424"/>
                  </a:cubicBezTo>
                  <a:cubicBezTo>
                    <a:pt x="376" y="428"/>
                    <a:pt x="379" y="432"/>
                    <a:pt x="384" y="432"/>
                  </a:cubicBezTo>
                  <a:cubicBezTo>
                    <a:pt x="384" y="432"/>
                    <a:pt x="395" y="432"/>
                    <a:pt x="409" y="432"/>
                  </a:cubicBezTo>
                  <a:cubicBezTo>
                    <a:pt x="426" y="432"/>
                    <a:pt x="427" y="449"/>
                    <a:pt x="425" y="454"/>
                  </a:cubicBezTo>
                  <a:cubicBezTo>
                    <a:pt x="423" y="461"/>
                    <a:pt x="421" y="466"/>
                    <a:pt x="421" y="466"/>
                  </a:cubicBezTo>
                  <a:cubicBezTo>
                    <a:pt x="416" y="475"/>
                    <a:pt x="408" y="480"/>
                    <a:pt x="392" y="480"/>
                  </a:cubicBezTo>
                  <a:cubicBezTo>
                    <a:pt x="304" y="480"/>
                    <a:pt x="304" y="480"/>
                    <a:pt x="304" y="480"/>
                  </a:cubicBezTo>
                  <a:cubicBezTo>
                    <a:pt x="260" y="480"/>
                    <a:pt x="217" y="470"/>
                    <a:pt x="216" y="470"/>
                  </a:cubicBezTo>
                  <a:cubicBezTo>
                    <a:pt x="149" y="454"/>
                    <a:pt x="146" y="453"/>
                    <a:pt x="142" y="452"/>
                  </a:cubicBezTo>
                  <a:cubicBezTo>
                    <a:pt x="142" y="452"/>
                    <a:pt x="128" y="450"/>
                    <a:pt x="128" y="438"/>
                  </a:cubicBezTo>
                  <a:cubicBezTo>
                    <a:pt x="128" y="217"/>
                    <a:pt x="128" y="217"/>
                    <a:pt x="128" y="217"/>
                  </a:cubicBezTo>
                  <a:cubicBezTo>
                    <a:pt x="128" y="210"/>
                    <a:pt x="133" y="203"/>
                    <a:pt x="141" y="200"/>
                  </a:cubicBezTo>
                  <a:cubicBezTo>
                    <a:pt x="142" y="200"/>
                    <a:pt x="143" y="200"/>
                    <a:pt x="144" y="199"/>
                  </a:cubicBezTo>
                  <a:cubicBezTo>
                    <a:pt x="217" y="169"/>
                    <a:pt x="239" y="102"/>
                    <a:pt x="240" y="48"/>
                  </a:cubicBezTo>
                  <a:cubicBezTo>
                    <a:pt x="240" y="40"/>
                    <a:pt x="246" y="32"/>
                    <a:pt x="256" y="32"/>
                  </a:cubicBezTo>
                  <a:cubicBezTo>
                    <a:pt x="273" y="32"/>
                    <a:pt x="303" y="66"/>
                    <a:pt x="303" y="108"/>
                  </a:cubicBezTo>
                  <a:cubicBezTo>
                    <a:pt x="303" y="146"/>
                    <a:pt x="301" y="152"/>
                    <a:pt x="288" y="192"/>
                  </a:cubicBezTo>
                  <a:cubicBezTo>
                    <a:pt x="448" y="192"/>
                    <a:pt x="447" y="194"/>
                    <a:pt x="461" y="198"/>
                  </a:cubicBezTo>
                  <a:cubicBezTo>
                    <a:pt x="478" y="203"/>
                    <a:pt x="480" y="218"/>
                    <a:pt x="480" y="222"/>
                  </a:cubicBezTo>
                  <a:cubicBezTo>
                    <a:pt x="480" y="228"/>
                    <a:pt x="480" y="227"/>
                    <a:pt x="480" y="233"/>
                  </a:cubicBezTo>
                  <a:close/>
                  <a:moveTo>
                    <a:pt x="72" y="416"/>
                  </a:moveTo>
                  <a:cubicBezTo>
                    <a:pt x="59" y="416"/>
                    <a:pt x="48" y="427"/>
                    <a:pt x="48" y="440"/>
                  </a:cubicBezTo>
                  <a:cubicBezTo>
                    <a:pt x="48" y="453"/>
                    <a:pt x="59" y="464"/>
                    <a:pt x="72" y="464"/>
                  </a:cubicBezTo>
                  <a:cubicBezTo>
                    <a:pt x="85" y="464"/>
                    <a:pt x="96" y="453"/>
                    <a:pt x="96" y="440"/>
                  </a:cubicBezTo>
                  <a:cubicBezTo>
                    <a:pt x="96" y="427"/>
                    <a:pt x="85" y="416"/>
                    <a:pt x="72" y="416"/>
                  </a:cubicBezTo>
                  <a:close/>
                  <a:moveTo>
                    <a:pt x="72" y="448"/>
                  </a:moveTo>
                  <a:cubicBezTo>
                    <a:pt x="68" y="448"/>
                    <a:pt x="64" y="444"/>
                    <a:pt x="64" y="440"/>
                  </a:cubicBezTo>
                  <a:cubicBezTo>
                    <a:pt x="64" y="436"/>
                    <a:pt x="68" y="432"/>
                    <a:pt x="72" y="432"/>
                  </a:cubicBezTo>
                  <a:cubicBezTo>
                    <a:pt x="76" y="432"/>
                    <a:pt x="80" y="436"/>
                    <a:pt x="80" y="440"/>
                  </a:cubicBezTo>
                  <a:cubicBezTo>
                    <a:pt x="80" y="444"/>
                    <a:pt x="76" y="448"/>
                    <a:pt x="72" y="448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34" name="Freeform 48"/>
            <p:cNvSpPr>
              <a:spLocks noEditPoints="1"/>
            </p:cNvSpPr>
            <p:nvPr/>
          </p:nvSpPr>
          <p:spPr bwMode="auto">
            <a:xfrm>
              <a:off x="2326993" y="2496532"/>
              <a:ext cx="760341" cy="830911"/>
            </a:xfrm>
            <a:custGeom>
              <a:avLst/>
              <a:gdLst>
                <a:gd name="T0" fmla="*/ 381 w 424"/>
                <a:gd name="T1" fmla="*/ 87 h 463"/>
                <a:gd name="T2" fmla="*/ 337 w 424"/>
                <a:gd name="T3" fmla="*/ 55 h 463"/>
                <a:gd name="T4" fmla="*/ 232 w 424"/>
                <a:gd name="T5" fmla="*/ 48 h 463"/>
                <a:gd name="T6" fmla="*/ 209 w 424"/>
                <a:gd name="T7" fmla="*/ 10 h 463"/>
                <a:gd name="T8" fmla="*/ 148 w 424"/>
                <a:gd name="T9" fmla="*/ 3 h 463"/>
                <a:gd name="T10" fmla="*/ 128 w 424"/>
                <a:gd name="T11" fmla="*/ 45 h 463"/>
                <a:gd name="T12" fmla="*/ 128 w 424"/>
                <a:gd name="T13" fmla="*/ 102 h 463"/>
                <a:gd name="T14" fmla="*/ 88 w 424"/>
                <a:gd name="T15" fmla="*/ 139 h 463"/>
                <a:gd name="T16" fmla="*/ 29 w 424"/>
                <a:gd name="T17" fmla="*/ 139 h 463"/>
                <a:gd name="T18" fmla="*/ 0 w 424"/>
                <a:gd name="T19" fmla="*/ 154 h 463"/>
                <a:gd name="T20" fmla="*/ 46 w 424"/>
                <a:gd name="T21" fmla="*/ 308 h 463"/>
                <a:gd name="T22" fmla="*/ 176 w 424"/>
                <a:gd name="T23" fmla="*/ 334 h 463"/>
                <a:gd name="T24" fmla="*/ 195 w 424"/>
                <a:gd name="T25" fmla="*/ 275 h 463"/>
                <a:gd name="T26" fmla="*/ 238 w 424"/>
                <a:gd name="T27" fmla="*/ 316 h 463"/>
                <a:gd name="T28" fmla="*/ 313 w 424"/>
                <a:gd name="T29" fmla="*/ 345 h 463"/>
                <a:gd name="T30" fmla="*/ 299 w 424"/>
                <a:gd name="T31" fmla="*/ 415 h 463"/>
                <a:gd name="T32" fmla="*/ 255 w 424"/>
                <a:gd name="T33" fmla="*/ 417 h 463"/>
                <a:gd name="T34" fmla="*/ 247 w 424"/>
                <a:gd name="T35" fmla="*/ 382 h 463"/>
                <a:gd name="T36" fmla="*/ 267 w 424"/>
                <a:gd name="T37" fmla="*/ 381 h 463"/>
                <a:gd name="T38" fmla="*/ 268 w 424"/>
                <a:gd name="T39" fmla="*/ 345 h 463"/>
                <a:gd name="T40" fmla="*/ 197 w 424"/>
                <a:gd name="T41" fmla="*/ 384 h 463"/>
                <a:gd name="T42" fmla="*/ 206 w 424"/>
                <a:gd name="T43" fmla="*/ 450 h 463"/>
                <a:gd name="T44" fmla="*/ 306 w 424"/>
                <a:gd name="T45" fmla="*/ 463 h 463"/>
                <a:gd name="T46" fmla="*/ 381 w 424"/>
                <a:gd name="T47" fmla="*/ 87 h 463"/>
                <a:gd name="T48" fmla="*/ 332 w 424"/>
                <a:gd name="T49" fmla="*/ 241 h 463"/>
                <a:gd name="T50" fmla="*/ 295 w 424"/>
                <a:gd name="T51" fmla="*/ 233 h 463"/>
                <a:gd name="T52" fmla="*/ 257 w 424"/>
                <a:gd name="T53" fmla="*/ 236 h 463"/>
                <a:gd name="T54" fmla="*/ 291 w 424"/>
                <a:gd name="T55" fmla="*/ 185 h 463"/>
                <a:gd name="T56" fmla="*/ 332 w 424"/>
                <a:gd name="T57" fmla="*/ 241 h 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24" h="463">
                  <a:moveTo>
                    <a:pt x="381" y="87"/>
                  </a:moveTo>
                  <a:cubicBezTo>
                    <a:pt x="381" y="58"/>
                    <a:pt x="337" y="55"/>
                    <a:pt x="337" y="55"/>
                  </a:cubicBezTo>
                  <a:cubicBezTo>
                    <a:pt x="232" y="48"/>
                    <a:pt x="232" y="48"/>
                    <a:pt x="232" y="48"/>
                  </a:cubicBezTo>
                  <a:cubicBezTo>
                    <a:pt x="232" y="48"/>
                    <a:pt x="230" y="20"/>
                    <a:pt x="209" y="10"/>
                  </a:cubicBezTo>
                  <a:cubicBezTo>
                    <a:pt x="188" y="0"/>
                    <a:pt x="165" y="3"/>
                    <a:pt x="148" y="3"/>
                  </a:cubicBezTo>
                  <a:cubicBezTo>
                    <a:pt x="132" y="3"/>
                    <a:pt x="128" y="25"/>
                    <a:pt x="128" y="45"/>
                  </a:cubicBezTo>
                  <a:cubicBezTo>
                    <a:pt x="128" y="65"/>
                    <a:pt x="128" y="88"/>
                    <a:pt x="128" y="102"/>
                  </a:cubicBezTo>
                  <a:cubicBezTo>
                    <a:pt x="128" y="128"/>
                    <a:pt x="117" y="139"/>
                    <a:pt x="88" y="139"/>
                  </a:cubicBezTo>
                  <a:cubicBezTo>
                    <a:pt x="29" y="139"/>
                    <a:pt x="29" y="139"/>
                    <a:pt x="29" y="139"/>
                  </a:cubicBezTo>
                  <a:cubicBezTo>
                    <a:pt x="12" y="138"/>
                    <a:pt x="0" y="141"/>
                    <a:pt x="0" y="154"/>
                  </a:cubicBezTo>
                  <a:cubicBezTo>
                    <a:pt x="0" y="168"/>
                    <a:pt x="19" y="282"/>
                    <a:pt x="46" y="308"/>
                  </a:cubicBezTo>
                  <a:cubicBezTo>
                    <a:pt x="61" y="323"/>
                    <a:pt x="156" y="334"/>
                    <a:pt x="176" y="334"/>
                  </a:cubicBezTo>
                  <a:cubicBezTo>
                    <a:pt x="196" y="334"/>
                    <a:pt x="189" y="275"/>
                    <a:pt x="195" y="275"/>
                  </a:cubicBezTo>
                  <a:cubicBezTo>
                    <a:pt x="200" y="275"/>
                    <a:pt x="206" y="308"/>
                    <a:pt x="238" y="316"/>
                  </a:cubicBezTo>
                  <a:cubicBezTo>
                    <a:pt x="269" y="324"/>
                    <a:pt x="311" y="322"/>
                    <a:pt x="313" y="345"/>
                  </a:cubicBezTo>
                  <a:cubicBezTo>
                    <a:pt x="316" y="374"/>
                    <a:pt x="319" y="412"/>
                    <a:pt x="299" y="415"/>
                  </a:cubicBezTo>
                  <a:cubicBezTo>
                    <a:pt x="255" y="417"/>
                    <a:pt x="255" y="417"/>
                    <a:pt x="255" y="417"/>
                  </a:cubicBezTo>
                  <a:cubicBezTo>
                    <a:pt x="225" y="415"/>
                    <a:pt x="233" y="382"/>
                    <a:pt x="247" y="382"/>
                  </a:cubicBezTo>
                  <a:cubicBezTo>
                    <a:pt x="260" y="382"/>
                    <a:pt x="267" y="381"/>
                    <a:pt x="267" y="381"/>
                  </a:cubicBezTo>
                  <a:cubicBezTo>
                    <a:pt x="268" y="345"/>
                    <a:pt x="268" y="345"/>
                    <a:pt x="268" y="345"/>
                  </a:cubicBezTo>
                  <a:cubicBezTo>
                    <a:pt x="268" y="345"/>
                    <a:pt x="199" y="337"/>
                    <a:pt x="197" y="384"/>
                  </a:cubicBezTo>
                  <a:cubicBezTo>
                    <a:pt x="194" y="426"/>
                    <a:pt x="201" y="446"/>
                    <a:pt x="206" y="450"/>
                  </a:cubicBezTo>
                  <a:cubicBezTo>
                    <a:pt x="212" y="455"/>
                    <a:pt x="221" y="463"/>
                    <a:pt x="306" y="463"/>
                  </a:cubicBezTo>
                  <a:cubicBezTo>
                    <a:pt x="424" y="463"/>
                    <a:pt x="381" y="117"/>
                    <a:pt x="381" y="87"/>
                  </a:cubicBezTo>
                  <a:close/>
                  <a:moveTo>
                    <a:pt x="332" y="241"/>
                  </a:moveTo>
                  <a:cubicBezTo>
                    <a:pt x="328" y="246"/>
                    <a:pt x="311" y="233"/>
                    <a:pt x="295" y="233"/>
                  </a:cubicBezTo>
                  <a:cubicBezTo>
                    <a:pt x="278" y="233"/>
                    <a:pt x="261" y="242"/>
                    <a:pt x="257" y="236"/>
                  </a:cubicBezTo>
                  <a:cubicBezTo>
                    <a:pt x="253" y="230"/>
                    <a:pt x="261" y="185"/>
                    <a:pt x="291" y="185"/>
                  </a:cubicBezTo>
                  <a:cubicBezTo>
                    <a:pt x="321" y="185"/>
                    <a:pt x="337" y="236"/>
                    <a:pt x="332" y="241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35" name="Freeform 50"/>
            <p:cNvSpPr>
              <a:spLocks noEditPoints="1"/>
            </p:cNvSpPr>
            <p:nvPr/>
          </p:nvSpPr>
          <p:spPr bwMode="auto">
            <a:xfrm rot="21127936">
              <a:off x="4788966" y="4876325"/>
              <a:ext cx="789176" cy="918935"/>
            </a:xfrm>
            <a:custGeom>
              <a:avLst/>
              <a:gdLst>
                <a:gd name="T0" fmla="*/ 220 w 440"/>
                <a:gd name="T1" fmla="*/ 0 h 512"/>
                <a:gd name="T2" fmla="*/ 0 w 440"/>
                <a:gd name="T3" fmla="*/ 218 h 512"/>
                <a:gd name="T4" fmla="*/ 220 w 440"/>
                <a:gd name="T5" fmla="*/ 435 h 512"/>
                <a:gd name="T6" fmla="*/ 220 w 440"/>
                <a:gd name="T7" fmla="*/ 512 h 512"/>
                <a:gd name="T8" fmla="*/ 440 w 440"/>
                <a:gd name="T9" fmla="*/ 218 h 512"/>
                <a:gd name="T10" fmla="*/ 220 w 440"/>
                <a:gd name="T11" fmla="*/ 0 h 512"/>
                <a:gd name="T12" fmla="*/ 194 w 440"/>
                <a:gd name="T13" fmla="*/ 249 h 512"/>
                <a:gd name="T14" fmla="*/ 135 w 440"/>
                <a:gd name="T15" fmla="*/ 314 h 512"/>
                <a:gd name="T16" fmla="*/ 129 w 440"/>
                <a:gd name="T17" fmla="*/ 309 h 512"/>
                <a:gd name="T18" fmla="*/ 129 w 440"/>
                <a:gd name="T19" fmla="*/ 287 h 512"/>
                <a:gd name="T20" fmla="*/ 134 w 440"/>
                <a:gd name="T21" fmla="*/ 282 h 512"/>
                <a:gd name="T22" fmla="*/ 161 w 440"/>
                <a:gd name="T23" fmla="*/ 256 h 512"/>
                <a:gd name="T24" fmla="*/ 111 w 440"/>
                <a:gd name="T25" fmla="*/ 256 h 512"/>
                <a:gd name="T26" fmla="*/ 92 w 440"/>
                <a:gd name="T27" fmla="*/ 237 h 512"/>
                <a:gd name="T28" fmla="*/ 92 w 440"/>
                <a:gd name="T29" fmla="*/ 172 h 512"/>
                <a:gd name="T30" fmla="*/ 111 w 440"/>
                <a:gd name="T31" fmla="*/ 154 h 512"/>
                <a:gd name="T32" fmla="*/ 176 w 440"/>
                <a:gd name="T33" fmla="*/ 154 h 512"/>
                <a:gd name="T34" fmla="*/ 194 w 440"/>
                <a:gd name="T35" fmla="*/ 172 h 512"/>
                <a:gd name="T36" fmla="*/ 194 w 440"/>
                <a:gd name="T37" fmla="*/ 249 h 512"/>
                <a:gd name="T38" fmla="*/ 348 w 440"/>
                <a:gd name="T39" fmla="*/ 249 h 512"/>
                <a:gd name="T40" fmla="*/ 289 w 440"/>
                <a:gd name="T41" fmla="*/ 314 h 512"/>
                <a:gd name="T42" fmla="*/ 283 w 440"/>
                <a:gd name="T43" fmla="*/ 309 h 512"/>
                <a:gd name="T44" fmla="*/ 283 w 440"/>
                <a:gd name="T45" fmla="*/ 287 h 512"/>
                <a:gd name="T46" fmla="*/ 287 w 440"/>
                <a:gd name="T47" fmla="*/ 282 h 512"/>
                <a:gd name="T48" fmla="*/ 314 w 440"/>
                <a:gd name="T49" fmla="*/ 256 h 512"/>
                <a:gd name="T50" fmla="*/ 264 w 440"/>
                <a:gd name="T51" fmla="*/ 256 h 512"/>
                <a:gd name="T52" fmla="*/ 246 w 440"/>
                <a:gd name="T53" fmla="*/ 237 h 512"/>
                <a:gd name="T54" fmla="*/ 246 w 440"/>
                <a:gd name="T55" fmla="*/ 172 h 512"/>
                <a:gd name="T56" fmla="*/ 264 w 440"/>
                <a:gd name="T57" fmla="*/ 154 h 512"/>
                <a:gd name="T58" fmla="*/ 329 w 440"/>
                <a:gd name="T59" fmla="*/ 154 h 512"/>
                <a:gd name="T60" fmla="*/ 348 w 440"/>
                <a:gd name="T61" fmla="*/ 172 h 512"/>
                <a:gd name="T62" fmla="*/ 348 w 440"/>
                <a:gd name="T63" fmla="*/ 249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40" h="512">
                  <a:moveTo>
                    <a:pt x="220" y="0"/>
                  </a:moveTo>
                  <a:cubicBezTo>
                    <a:pt x="98" y="0"/>
                    <a:pt x="0" y="97"/>
                    <a:pt x="0" y="218"/>
                  </a:cubicBezTo>
                  <a:cubicBezTo>
                    <a:pt x="0" y="338"/>
                    <a:pt x="98" y="435"/>
                    <a:pt x="220" y="435"/>
                  </a:cubicBezTo>
                  <a:cubicBezTo>
                    <a:pt x="220" y="512"/>
                    <a:pt x="220" y="512"/>
                    <a:pt x="220" y="512"/>
                  </a:cubicBezTo>
                  <a:cubicBezTo>
                    <a:pt x="306" y="469"/>
                    <a:pt x="440" y="376"/>
                    <a:pt x="440" y="218"/>
                  </a:cubicBezTo>
                  <a:cubicBezTo>
                    <a:pt x="440" y="97"/>
                    <a:pt x="342" y="0"/>
                    <a:pt x="220" y="0"/>
                  </a:cubicBezTo>
                  <a:close/>
                  <a:moveTo>
                    <a:pt x="194" y="249"/>
                  </a:moveTo>
                  <a:cubicBezTo>
                    <a:pt x="194" y="283"/>
                    <a:pt x="168" y="311"/>
                    <a:pt x="135" y="314"/>
                  </a:cubicBezTo>
                  <a:cubicBezTo>
                    <a:pt x="132" y="315"/>
                    <a:pt x="129" y="312"/>
                    <a:pt x="129" y="309"/>
                  </a:cubicBezTo>
                  <a:cubicBezTo>
                    <a:pt x="129" y="287"/>
                    <a:pt x="129" y="287"/>
                    <a:pt x="129" y="287"/>
                  </a:cubicBezTo>
                  <a:cubicBezTo>
                    <a:pt x="129" y="284"/>
                    <a:pt x="131" y="282"/>
                    <a:pt x="134" y="282"/>
                  </a:cubicBezTo>
                  <a:cubicBezTo>
                    <a:pt x="147" y="280"/>
                    <a:pt x="158" y="269"/>
                    <a:pt x="161" y="256"/>
                  </a:cubicBezTo>
                  <a:cubicBezTo>
                    <a:pt x="111" y="256"/>
                    <a:pt x="111" y="256"/>
                    <a:pt x="111" y="256"/>
                  </a:cubicBezTo>
                  <a:cubicBezTo>
                    <a:pt x="100" y="256"/>
                    <a:pt x="92" y="248"/>
                    <a:pt x="92" y="237"/>
                  </a:cubicBezTo>
                  <a:cubicBezTo>
                    <a:pt x="92" y="172"/>
                    <a:pt x="92" y="172"/>
                    <a:pt x="92" y="172"/>
                  </a:cubicBezTo>
                  <a:cubicBezTo>
                    <a:pt x="92" y="162"/>
                    <a:pt x="100" y="154"/>
                    <a:pt x="111" y="154"/>
                  </a:cubicBezTo>
                  <a:cubicBezTo>
                    <a:pt x="176" y="154"/>
                    <a:pt x="176" y="154"/>
                    <a:pt x="176" y="154"/>
                  </a:cubicBezTo>
                  <a:cubicBezTo>
                    <a:pt x="186" y="154"/>
                    <a:pt x="194" y="162"/>
                    <a:pt x="194" y="172"/>
                  </a:cubicBezTo>
                  <a:cubicBezTo>
                    <a:pt x="194" y="249"/>
                    <a:pt x="194" y="249"/>
                    <a:pt x="194" y="249"/>
                  </a:cubicBezTo>
                  <a:close/>
                  <a:moveTo>
                    <a:pt x="348" y="249"/>
                  </a:moveTo>
                  <a:cubicBezTo>
                    <a:pt x="348" y="283"/>
                    <a:pt x="322" y="311"/>
                    <a:pt x="289" y="314"/>
                  </a:cubicBezTo>
                  <a:cubicBezTo>
                    <a:pt x="285" y="315"/>
                    <a:pt x="283" y="312"/>
                    <a:pt x="283" y="309"/>
                  </a:cubicBezTo>
                  <a:cubicBezTo>
                    <a:pt x="283" y="287"/>
                    <a:pt x="283" y="287"/>
                    <a:pt x="283" y="287"/>
                  </a:cubicBezTo>
                  <a:cubicBezTo>
                    <a:pt x="283" y="284"/>
                    <a:pt x="285" y="282"/>
                    <a:pt x="287" y="282"/>
                  </a:cubicBezTo>
                  <a:cubicBezTo>
                    <a:pt x="301" y="280"/>
                    <a:pt x="311" y="269"/>
                    <a:pt x="314" y="256"/>
                  </a:cubicBezTo>
                  <a:cubicBezTo>
                    <a:pt x="264" y="256"/>
                    <a:pt x="264" y="256"/>
                    <a:pt x="264" y="256"/>
                  </a:cubicBezTo>
                  <a:cubicBezTo>
                    <a:pt x="254" y="256"/>
                    <a:pt x="246" y="248"/>
                    <a:pt x="246" y="237"/>
                  </a:cubicBezTo>
                  <a:cubicBezTo>
                    <a:pt x="246" y="172"/>
                    <a:pt x="246" y="172"/>
                    <a:pt x="246" y="172"/>
                  </a:cubicBezTo>
                  <a:cubicBezTo>
                    <a:pt x="246" y="162"/>
                    <a:pt x="254" y="154"/>
                    <a:pt x="264" y="154"/>
                  </a:cubicBezTo>
                  <a:cubicBezTo>
                    <a:pt x="329" y="154"/>
                    <a:pt x="329" y="154"/>
                    <a:pt x="329" y="154"/>
                  </a:cubicBezTo>
                  <a:cubicBezTo>
                    <a:pt x="340" y="154"/>
                    <a:pt x="348" y="162"/>
                    <a:pt x="348" y="172"/>
                  </a:cubicBezTo>
                  <a:cubicBezTo>
                    <a:pt x="348" y="249"/>
                    <a:pt x="348" y="249"/>
                    <a:pt x="348" y="249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36" name="Freeform 51"/>
            <p:cNvSpPr>
              <a:spLocks noEditPoints="1"/>
            </p:cNvSpPr>
            <p:nvPr/>
          </p:nvSpPr>
          <p:spPr bwMode="auto">
            <a:xfrm>
              <a:off x="6863812" y="2763651"/>
              <a:ext cx="921970" cy="904517"/>
            </a:xfrm>
            <a:custGeom>
              <a:avLst/>
              <a:gdLst>
                <a:gd name="T0" fmla="*/ 447 w 514"/>
                <a:gd name="T1" fmla="*/ 314 h 504"/>
                <a:gd name="T2" fmla="*/ 388 w 514"/>
                <a:gd name="T3" fmla="*/ 321 h 504"/>
                <a:gd name="T4" fmla="*/ 113 w 514"/>
                <a:gd name="T5" fmla="*/ 414 h 504"/>
                <a:gd name="T6" fmla="*/ 132 w 514"/>
                <a:gd name="T7" fmla="*/ 429 h 504"/>
                <a:gd name="T8" fmla="*/ 461 w 514"/>
                <a:gd name="T9" fmla="*/ 372 h 504"/>
                <a:gd name="T10" fmla="*/ 447 w 514"/>
                <a:gd name="T11" fmla="*/ 314 h 504"/>
                <a:gd name="T12" fmla="*/ 134 w 514"/>
                <a:gd name="T13" fmla="*/ 298 h 504"/>
                <a:gd name="T14" fmla="*/ 192 w 514"/>
                <a:gd name="T15" fmla="*/ 14 h 504"/>
                <a:gd name="T16" fmla="*/ 169 w 514"/>
                <a:gd name="T17" fmla="*/ 23 h 504"/>
                <a:gd name="T18" fmla="*/ 54 w 514"/>
                <a:gd name="T19" fmla="*/ 336 h 504"/>
                <a:gd name="T20" fmla="*/ 111 w 514"/>
                <a:gd name="T21" fmla="*/ 353 h 504"/>
                <a:gd name="T22" fmla="*/ 134 w 514"/>
                <a:gd name="T23" fmla="*/ 298 h 504"/>
                <a:gd name="T24" fmla="*/ 289 w 514"/>
                <a:gd name="T25" fmla="*/ 2 h 504"/>
                <a:gd name="T26" fmla="*/ 246 w 514"/>
                <a:gd name="T27" fmla="*/ 42 h 504"/>
                <a:gd name="T28" fmla="*/ 281 w 514"/>
                <a:gd name="T29" fmla="*/ 90 h 504"/>
                <a:gd name="T30" fmla="*/ 499 w 514"/>
                <a:gd name="T31" fmla="*/ 282 h 504"/>
                <a:gd name="T32" fmla="*/ 503 w 514"/>
                <a:gd name="T33" fmla="*/ 258 h 504"/>
                <a:gd name="T34" fmla="*/ 289 w 514"/>
                <a:gd name="T35" fmla="*/ 2 h 504"/>
                <a:gd name="T36" fmla="*/ 188 w 514"/>
                <a:gd name="T37" fmla="*/ 251 h 504"/>
                <a:gd name="T38" fmla="*/ 186 w 514"/>
                <a:gd name="T39" fmla="*/ 284 h 504"/>
                <a:gd name="T40" fmla="*/ 201 w 514"/>
                <a:gd name="T41" fmla="*/ 274 h 504"/>
                <a:gd name="T42" fmla="*/ 216 w 514"/>
                <a:gd name="T43" fmla="*/ 297 h 504"/>
                <a:gd name="T44" fmla="*/ 203 w 514"/>
                <a:gd name="T45" fmla="*/ 310 h 504"/>
                <a:gd name="T46" fmla="*/ 235 w 514"/>
                <a:gd name="T47" fmla="*/ 327 h 504"/>
                <a:gd name="T48" fmla="*/ 266 w 514"/>
                <a:gd name="T49" fmla="*/ 313 h 504"/>
                <a:gd name="T50" fmla="*/ 270 w 514"/>
                <a:gd name="T51" fmla="*/ 313 h 504"/>
                <a:gd name="T52" fmla="*/ 301 w 514"/>
                <a:gd name="T53" fmla="*/ 327 h 504"/>
                <a:gd name="T54" fmla="*/ 333 w 514"/>
                <a:gd name="T55" fmla="*/ 310 h 504"/>
                <a:gd name="T56" fmla="*/ 320 w 514"/>
                <a:gd name="T57" fmla="*/ 297 h 504"/>
                <a:gd name="T58" fmla="*/ 335 w 514"/>
                <a:gd name="T59" fmla="*/ 274 h 504"/>
                <a:gd name="T60" fmla="*/ 350 w 514"/>
                <a:gd name="T61" fmla="*/ 284 h 504"/>
                <a:gd name="T62" fmla="*/ 348 w 514"/>
                <a:gd name="T63" fmla="*/ 251 h 504"/>
                <a:gd name="T64" fmla="*/ 330 w 514"/>
                <a:gd name="T65" fmla="*/ 227 h 504"/>
                <a:gd name="T66" fmla="*/ 330 w 514"/>
                <a:gd name="T67" fmla="*/ 224 h 504"/>
                <a:gd name="T68" fmla="*/ 326 w 514"/>
                <a:gd name="T69" fmla="*/ 212 h 504"/>
                <a:gd name="T70" fmla="*/ 326 w 514"/>
                <a:gd name="T71" fmla="*/ 211 h 504"/>
                <a:gd name="T72" fmla="*/ 325 w 514"/>
                <a:gd name="T73" fmla="*/ 205 h 504"/>
                <a:gd name="T74" fmla="*/ 268 w 514"/>
                <a:gd name="T75" fmla="*/ 146 h 504"/>
                <a:gd name="T76" fmla="*/ 211 w 514"/>
                <a:gd name="T77" fmla="*/ 205 h 504"/>
                <a:gd name="T78" fmla="*/ 210 w 514"/>
                <a:gd name="T79" fmla="*/ 211 h 504"/>
                <a:gd name="T80" fmla="*/ 210 w 514"/>
                <a:gd name="T81" fmla="*/ 212 h 504"/>
                <a:gd name="T82" fmla="*/ 206 w 514"/>
                <a:gd name="T83" fmla="*/ 224 h 504"/>
                <a:gd name="T84" fmla="*/ 206 w 514"/>
                <a:gd name="T85" fmla="*/ 227 h 504"/>
                <a:gd name="T86" fmla="*/ 188 w 514"/>
                <a:gd name="T87" fmla="*/ 251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14" h="504">
                  <a:moveTo>
                    <a:pt x="447" y="314"/>
                  </a:moveTo>
                  <a:cubicBezTo>
                    <a:pt x="427" y="300"/>
                    <a:pt x="403" y="301"/>
                    <a:pt x="388" y="321"/>
                  </a:cubicBezTo>
                  <a:cubicBezTo>
                    <a:pt x="374" y="341"/>
                    <a:pt x="275" y="466"/>
                    <a:pt x="113" y="414"/>
                  </a:cubicBezTo>
                  <a:cubicBezTo>
                    <a:pt x="119" y="419"/>
                    <a:pt x="126" y="424"/>
                    <a:pt x="132" y="429"/>
                  </a:cubicBezTo>
                  <a:cubicBezTo>
                    <a:pt x="239" y="504"/>
                    <a:pt x="386" y="479"/>
                    <a:pt x="461" y="372"/>
                  </a:cubicBezTo>
                  <a:cubicBezTo>
                    <a:pt x="475" y="352"/>
                    <a:pt x="467" y="328"/>
                    <a:pt x="447" y="314"/>
                  </a:cubicBezTo>
                  <a:close/>
                  <a:moveTo>
                    <a:pt x="134" y="298"/>
                  </a:moveTo>
                  <a:cubicBezTo>
                    <a:pt x="124" y="276"/>
                    <a:pt x="66" y="128"/>
                    <a:pt x="192" y="14"/>
                  </a:cubicBezTo>
                  <a:cubicBezTo>
                    <a:pt x="184" y="16"/>
                    <a:pt x="177" y="19"/>
                    <a:pt x="169" y="23"/>
                  </a:cubicBezTo>
                  <a:cubicBezTo>
                    <a:pt x="51" y="78"/>
                    <a:pt x="0" y="218"/>
                    <a:pt x="54" y="336"/>
                  </a:cubicBezTo>
                  <a:cubicBezTo>
                    <a:pt x="65" y="358"/>
                    <a:pt x="89" y="363"/>
                    <a:pt x="111" y="353"/>
                  </a:cubicBezTo>
                  <a:cubicBezTo>
                    <a:pt x="133" y="343"/>
                    <a:pt x="145" y="321"/>
                    <a:pt x="134" y="298"/>
                  </a:cubicBezTo>
                  <a:close/>
                  <a:moveTo>
                    <a:pt x="289" y="2"/>
                  </a:moveTo>
                  <a:cubicBezTo>
                    <a:pt x="265" y="0"/>
                    <a:pt x="248" y="18"/>
                    <a:pt x="246" y="42"/>
                  </a:cubicBezTo>
                  <a:cubicBezTo>
                    <a:pt x="243" y="67"/>
                    <a:pt x="257" y="88"/>
                    <a:pt x="281" y="90"/>
                  </a:cubicBezTo>
                  <a:cubicBezTo>
                    <a:pt x="306" y="92"/>
                    <a:pt x="463" y="116"/>
                    <a:pt x="499" y="282"/>
                  </a:cubicBezTo>
                  <a:cubicBezTo>
                    <a:pt x="501" y="274"/>
                    <a:pt x="502" y="266"/>
                    <a:pt x="503" y="258"/>
                  </a:cubicBezTo>
                  <a:cubicBezTo>
                    <a:pt x="514" y="128"/>
                    <a:pt x="419" y="14"/>
                    <a:pt x="289" y="2"/>
                  </a:cubicBezTo>
                  <a:close/>
                  <a:moveTo>
                    <a:pt x="188" y="251"/>
                  </a:moveTo>
                  <a:cubicBezTo>
                    <a:pt x="182" y="266"/>
                    <a:pt x="181" y="282"/>
                    <a:pt x="186" y="284"/>
                  </a:cubicBezTo>
                  <a:cubicBezTo>
                    <a:pt x="190" y="286"/>
                    <a:pt x="196" y="282"/>
                    <a:pt x="201" y="274"/>
                  </a:cubicBezTo>
                  <a:cubicBezTo>
                    <a:pt x="203" y="283"/>
                    <a:pt x="209" y="291"/>
                    <a:pt x="216" y="297"/>
                  </a:cubicBezTo>
                  <a:cubicBezTo>
                    <a:pt x="208" y="300"/>
                    <a:pt x="203" y="305"/>
                    <a:pt x="203" y="310"/>
                  </a:cubicBezTo>
                  <a:cubicBezTo>
                    <a:pt x="203" y="320"/>
                    <a:pt x="217" y="327"/>
                    <a:pt x="235" y="327"/>
                  </a:cubicBezTo>
                  <a:cubicBezTo>
                    <a:pt x="251" y="327"/>
                    <a:pt x="264" y="321"/>
                    <a:pt x="266" y="313"/>
                  </a:cubicBezTo>
                  <a:cubicBezTo>
                    <a:pt x="267" y="313"/>
                    <a:pt x="269" y="313"/>
                    <a:pt x="270" y="313"/>
                  </a:cubicBezTo>
                  <a:cubicBezTo>
                    <a:pt x="272" y="321"/>
                    <a:pt x="285" y="327"/>
                    <a:pt x="301" y="327"/>
                  </a:cubicBezTo>
                  <a:cubicBezTo>
                    <a:pt x="319" y="327"/>
                    <a:pt x="333" y="320"/>
                    <a:pt x="333" y="310"/>
                  </a:cubicBezTo>
                  <a:cubicBezTo>
                    <a:pt x="333" y="305"/>
                    <a:pt x="328" y="300"/>
                    <a:pt x="320" y="297"/>
                  </a:cubicBezTo>
                  <a:cubicBezTo>
                    <a:pt x="327" y="291"/>
                    <a:pt x="333" y="283"/>
                    <a:pt x="335" y="274"/>
                  </a:cubicBezTo>
                  <a:cubicBezTo>
                    <a:pt x="340" y="282"/>
                    <a:pt x="346" y="286"/>
                    <a:pt x="350" y="284"/>
                  </a:cubicBezTo>
                  <a:cubicBezTo>
                    <a:pt x="355" y="282"/>
                    <a:pt x="354" y="266"/>
                    <a:pt x="348" y="251"/>
                  </a:cubicBezTo>
                  <a:cubicBezTo>
                    <a:pt x="342" y="238"/>
                    <a:pt x="335" y="229"/>
                    <a:pt x="330" y="227"/>
                  </a:cubicBezTo>
                  <a:cubicBezTo>
                    <a:pt x="330" y="226"/>
                    <a:pt x="330" y="225"/>
                    <a:pt x="330" y="224"/>
                  </a:cubicBezTo>
                  <a:cubicBezTo>
                    <a:pt x="330" y="220"/>
                    <a:pt x="328" y="215"/>
                    <a:pt x="326" y="212"/>
                  </a:cubicBezTo>
                  <a:cubicBezTo>
                    <a:pt x="326" y="211"/>
                    <a:pt x="326" y="211"/>
                    <a:pt x="326" y="211"/>
                  </a:cubicBezTo>
                  <a:cubicBezTo>
                    <a:pt x="326" y="208"/>
                    <a:pt x="326" y="206"/>
                    <a:pt x="325" y="205"/>
                  </a:cubicBezTo>
                  <a:cubicBezTo>
                    <a:pt x="323" y="172"/>
                    <a:pt x="302" y="146"/>
                    <a:pt x="268" y="146"/>
                  </a:cubicBezTo>
                  <a:cubicBezTo>
                    <a:pt x="234" y="146"/>
                    <a:pt x="213" y="172"/>
                    <a:pt x="211" y="205"/>
                  </a:cubicBezTo>
                  <a:cubicBezTo>
                    <a:pt x="210" y="206"/>
                    <a:pt x="210" y="208"/>
                    <a:pt x="210" y="211"/>
                  </a:cubicBezTo>
                  <a:cubicBezTo>
                    <a:pt x="210" y="211"/>
                    <a:pt x="210" y="211"/>
                    <a:pt x="210" y="212"/>
                  </a:cubicBezTo>
                  <a:cubicBezTo>
                    <a:pt x="208" y="215"/>
                    <a:pt x="206" y="220"/>
                    <a:pt x="206" y="224"/>
                  </a:cubicBezTo>
                  <a:cubicBezTo>
                    <a:pt x="206" y="225"/>
                    <a:pt x="206" y="226"/>
                    <a:pt x="206" y="227"/>
                  </a:cubicBezTo>
                  <a:cubicBezTo>
                    <a:pt x="201" y="229"/>
                    <a:pt x="194" y="238"/>
                    <a:pt x="188" y="251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37" name="Freeform 52"/>
            <p:cNvSpPr>
              <a:spLocks noEditPoints="1"/>
            </p:cNvSpPr>
            <p:nvPr/>
          </p:nvSpPr>
          <p:spPr bwMode="auto">
            <a:xfrm>
              <a:off x="10279432" y="3057841"/>
              <a:ext cx="584134" cy="579424"/>
            </a:xfrm>
            <a:custGeom>
              <a:avLst/>
              <a:gdLst>
                <a:gd name="T0" fmla="*/ 197 w 472"/>
                <a:gd name="T1" fmla="*/ 0 h 468"/>
                <a:gd name="T2" fmla="*/ 0 w 472"/>
                <a:gd name="T3" fmla="*/ 232 h 468"/>
                <a:gd name="T4" fmla="*/ 56 w 472"/>
                <a:gd name="T5" fmla="*/ 384 h 468"/>
                <a:gd name="T6" fmla="*/ 197 w 472"/>
                <a:gd name="T7" fmla="*/ 149 h 468"/>
                <a:gd name="T8" fmla="*/ 197 w 472"/>
                <a:gd name="T9" fmla="*/ 0 h 468"/>
                <a:gd name="T10" fmla="*/ 236 w 472"/>
                <a:gd name="T11" fmla="*/ 292 h 468"/>
                <a:gd name="T12" fmla="*/ 123 w 472"/>
                <a:gd name="T13" fmla="*/ 439 h 468"/>
                <a:gd name="T14" fmla="*/ 236 w 472"/>
                <a:gd name="T15" fmla="*/ 468 h 468"/>
                <a:gd name="T16" fmla="*/ 349 w 472"/>
                <a:gd name="T17" fmla="*/ 439 h 468"/>
                <a:gd name="T18" fmla="*/ 236 w 472"/>
                <a:gd name="T19" fmla="*/ 292 h 468"/>
                <a:gd name="T20" fmla="*/ 275 w 472"/>
                <a:gd name="T21" fmla="*/ 148 h 468"/>
                <a:gd name="T22" fmla="*/ 416 w 472"/>
                <a:gd name="T23" fmla="*/ 384 h 468"/>
                <a:gd name="T24" fmla="*/ 472 w 472"/>
                <a:gd name="T25" fmla="*/ 232 h 468"/>
                <a:gd name="T26" fmla="*/ 275 w 472"/>
                <a:gd name="T27" fmla="*/ 0 h 468"/>
                <a:gd name="T28" fmla="*/ 275 w 472"/>
                <a:gd name="T29" fmla="*/ 14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72" h="468">
                  <a:moveTo>
                    <a:pt x="197" y="0"/>
                  </a:moveTo>
                  <a:cubicBezTo>
                    <a:pt x="85" y="19"/>
                    <a:pt x="0" y="116"/>
                    <a:pt x="0" y="232"/>
                  </a:cubicBezTo>
                  <a:cubicBezTo>
                    <a:pt x="0" y="290"/>
                    <a:pt x="21" y="343"/>
                    <a:pt x="56" y="384"/>
                  </a:cubicBezTo>
                  <a:cubicBezTo>
                    <a:pt x="139" y="345"/>
                    <a:pt x="196" y="254"/>
                    <a:pt x="197" y="149"/>
                  </a:cubicBezTo>
                  <a:cubicBezTo>
                    <a:pt x="197" y="0"/>
                    <a:pt x="197" y="0"/>
                    <a:pt x="197" y="0"/>
                  </a:cubicBezTo>
                  <a:close/>
                  <a:moveTo>
                    <a:pt x="236" y="292"/>
                  </a:moveTo>
                  <a:cubicBezTo>
                    <a:pt x="221" y="353"/>
                    <a:pt x="178" y="404"/>
                    <a:pt x="123" y="439"/>
                  </a:cubicBezTo>
                  <a:cubicBezTo>
                    <a:pt x="156" y="457"/>
                    <a:pt x="195" y="468"/>
                    <a:pt x="236" y="468"/>
                  </a:cubicBezTo>
                  <a:cubicBezTo>
                    <a:pt x="277" y="468"/>
                    <a:pt x="316" y="457"/>
                    <a:pt x="349" y="439"/>
                  </a:cubicBezTo>
                  <a:cubicBezTo>
                    <a:pt x="294" y="404"/>
                    <a:pt x="251" y="353"/>
                    <a:pt x="236" y="292"/>
                  </a:cubicBezTo>
                  <a:close/>
                  <a:moveTo>
                    <a:pt x="275" y="148"/>
                  </a:moveTo>
                  <a:cubicBezTo>
                    <a:pt x="275" y="254"/>
                    <a:pt x="333" y="344"/>
                    <a:pt x="416" y="384"/>
                  </a:cubicBezTo>
                  <a:cubicBezTo>
                    <a:pt x="451" y="343"/>
                    <a:pt x="472" y="290"/>
                    <a:pt x="472" y="232"/>
                  </a:cubicBezTo>
                  <a:cubicBezTo>
                    <a:pt x="472" y="116"/>
                    <a:pt x="387" y="19"/>
                    <a:pt x="275" y="0"/>
                  </a:cubicBezTo>
                  <a:cubicBezTo>
                    <a:pt x="275" y="148"/>
                    <a:pt x="275" y="148"/>
                    <a:pt x="275" y="148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38" name="Freeform 53"/>
            <p:cNvSpPr>
              <a:spLocks noEditPoints="1"/>
            </p:cNvSpPr>
            <p:nvPr/>
          </p:nvSpPr>
          <p:spPr bwMode="auto">
            <a:xfrm>
              <a:off x="11344247" y="2949271"/>
              <a:ext cx="914382" cy="789935"/>
            </a:xfrm>
            <a:custGeom>
              <a:avLst/>
              <a:gdLst>
                <a:gd name="T0" fmla="*/ 375 w 510"/>
                <a:gd name="T1" fmla="*/ 222 h 440"/>
                <a:gd name="T2" fmla="*/ 367 w 510"/>
                <a:gd name="T3" fmla="*/ 209 h 440"/>
                <a:gd name="T4" fmla="*/ 367 w 510"/>
                <a:gd name="T5" fmla="*/ 158 h 440"/>
                <a:gd name="T6" fmla="*/ 256 w 510"/>
                <a:gd name="T7" fmla="*/ 158 h 440"/>
                <a:gd name="T8" fmla="*/ 244 w 510"/>
                <a:gd name="T9" fmla="*/ 152 h 440"/>
                <a:gd name="T10" fmla="*/ 238 w 510"/>
                <a:gd name="T11" fmla="*/ 92 h 440"/>
                <a:gd name="T12" fmla="*/ 75 w 510"/>
                <a:gd name="T13" fmla="*/ 157 h 440"/>
                <a:gd name="T14" fmla="*/ 0 w 510"/>
                <a:gd name="T15" fmla="*/ 300 h 440"/>
                <a:gd name="T16" fmla="*/ 210 w 510"/>
                <a:gd name="T17" fmla="*/ 440 h 440"/>
                <a:gd name="T18" fmla="*/ 435 w 510"/>
                <a:gd name="T19" fmla="*/ 291 h 440"/>
                <a:gd name="T20" fmla="*/ 375 w 510"/>
                <a:gd name="T21" fmla="*/ 222 h 440"/>
                <a:gd name="T22" fmla="*/ 210 w 510"/>
                <a:gd name="T23" fmla="*/ 403 h 440"/>
                <a:gd name="T24" fmla="*/ 51 w 510"/>
                <a:gd name="T25" fmla="*/ 319 h 440"/>
                <a:gd name="T26" fmla="*/ 190 w 510"/>
                <a:gd name="T27" fmla="*/ 205 h 440"/>
                <a:gd name="T28" fmla="*/ 350 w 510"/>
                <a:gd name="T29" fmla="*/ 289 h 440"/>
                <a:gd name="T30" fmla="*/ 210 w 510"/>
                <a:gd name="T31" fmla="*/ 403 h 440"/>
                <a:gd name="T32" fmla="*/ 510 w 510"/>
                <a:gd name="T33" fmla="*/ 153 h 440"/>
                <a:gd name="T34" fmla="*/ 356 w 510"/>
                <a:gd name="T35" fmla="*/ 0 h 440"/>
                <a:gd name="T36" fmla="*/ 338 w 510"/>
                <a:gd name="T37" fmla="*/ 18 h 440"/>
                <a:gd name="T38" fmla="*/ 356 w 510"/>
                <a:gd name="T39" fmla="*/ 36 h 440"/>
                <a:gd name="T40" fmla="*/ 474 w 510"/>
                <a:gd name="T41" fmla="*/ 153 h 440"/>
                <a:gd name="T42" fmla="*/ 492 w 510"/>
                <a:gd name="T43" fmla="*/ 171 h 440"/>
                <a:gd name="T44" fmla="*/ 510 w 510"/>
                <a:gd name="T45" fmla="*/ 153 h 440"/>
                <a:gd name="T46" fmla="*/ 510 w 510"/>
                <a:gd name="T47" fmla="*/ 153 h 440"/>
                <a:gd name="T48" fmla="*/ 439 w 510"/>
                <a:gd name="T49" fmla="*/ 151 h 440"/>
                <a:gd name="T50" fmla="*/ 359 w 510"/>
                <a:gd name="T51" fmla="*/ 71 h 440"/>
                <a:gd name="T52" fmla="*/ 338 w 510"/>
                <a:gd name="T53" fmla="*/ 85 h 440"/>
                <a:gd name="T54" fmla="*/ 352 w 510"/>
                <a:gd name="T55" fmla="*/ 106 h 440"/>
                <a:gd name="T56" fmla="*/ 403 w 510"/>
                <a:gd name="T57" fmla="*/ 158 h 440"/>
                <a:gd name="T58" fmla="*/ 425 w 510"/>
                <a:gd name="T59" fmla="*/ 172 h 440"/>
                <a:gd name="T60" fmla="*/ 439 w 510"/>
                <a:gd name="T61" fmla="*/ 151 h 440"/>
                <a:gd name="T62" fmla="*/ 168 w 510"/>
                <a:gd name="T63" fmla="*/ 258 h 440"/>
                <a:gd name="T64" fmla="*/ 117 w 510"/>
                <a:gd name="T65" fmla="*/ 321 h 440"/>
                <a:gd name="T66" fmla="*/ 188 w 510"/>
                <a:gd name="T67" fmla="*/ 359 h 440"/>
                <a:gd name="T68" fmla="*/ 238 w 510"/>
                <a:gd name="T69" fmla="*/ 297 h 440"/>
                <a:gd name="T70" fmla="*/ 168 w 510"/>
                <a:gd name="T71" fmla="*/ 2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10" h="440">
                  <a:moveTo>
                    <a:pt x="375" y="222"/>
                  </a:moveTo>
                  <a:cubicBezTo>
                    <a:pt x="368" y="220"/>
                    <a:pt x="363" y="218"/>
                    <a:pt x="367" y="209"/>
                  </a:cubicBezTo>
                  <a:cubicBezTo>
                    <a:pt x="375" y="188"/>
                    <a:pt x="376" y="171"/>
                    <a:pt x="367" y="158"/>
                  </a:cubicBezTo>
                  <a:cubicBezTo>
                    <a:pt x="351" y="135"/>
                    <a:pt x="307" y="136"/>
                    <a:pt x="256" y="158"/>
                  </a:cubicBezTo>
                  <a:cubicBezTo>
                    <a:pt x="256" y="157"/>
                    <a:pt x="240" y="165"/>
                    <a:pt x="244" y="152"/>
                  </a:cubicBezTo>
                  <a:cubicBezTo>
                    <a:pt x="252" y="126"/>
                    <a:pt x="250" y="105"/>
                    <a:pt x="238" y="92"/>
                  </a:cubicBezTo>
                  <a:cubicBezTo>
                    <a:pt x="211" y="64"/>
                    <a:pt x="138" y="94"/>
                    <a:pt x="75" y="157"/>
                  </a:cubicBezTo>
                  <a:cubicBezTo>
                    <a:pt x="28" y="205"/>
                    <a:pt x="0" y="256"/>
                    <a:pt x="0" y="300"/>
                  </a:cubicBezTo>
                  <a:cubicBezTo>
                    <a:pt x="0" y="384"/>
                    <a:pt x="106" y="440"/>
                    <a:pt x="210" y="440"/>
                  </a:cubicBezTo>
                  <a:cubicBezTo>
                    <a:pt x="345" y="440"/>
                    <a:pt x="435" y="355"/>
                    <a:pt x="435" y="291"/>
                  </a:cubicBezTo>
                  <a:cubicBezTo>
                    <a:pt x="435" y="253"/>
                    <a:pt x="404" y="231"/>
                    <a:pt x="375" y="222"/>
                  </a:cubicBezTo>
                  <a:close/>
                  <a:moveTo>
                    <a:pt x="210" y="403"/>
                  </a:moveTo>
                  <a:cubicBezTo>
                    <a:pt x="127" y="411"/>
                    <a:pt x="56" y="373"/>
                    <a:pt x="51" y="319"/>
                  </a:cubicBezTo>
                  <a:cubicBezTo>
                    <a:pt x="45" y="264"/>
                    <a:pt x="108" y="213"/>
                    <a:pt x="190" y="205"/>
                  </a:cubicBezTo>
                  <a:cubicBezTo>
                    <a:pt x="273" y="197"/>
                    <a:pt x="344" y="234"/>
                    <a:pt x="350" y="289"/>
                  </a:cubicBezTo>
                  <a:cubicBezTo>
                    <a:pt x="355" y="343"/>
                    <a:pt x="292" y="394"/>
                    <a:pt x="210" y="403"/>
                  </a:cubicBezTo>
                  <a:close/>
                  <a:moveTo>
                    <a:pt x="510" y="153"/>
                  </a:moveTo>
                  <a:cubicBezTo>
                    <a:pt x="510" y="69"/>
                    <a:pt x="441" y="0"/>
                    <a:pt x="356" y="0"/>
                  </a:cubicBezTo>
                  <a:cubicBezTo>
                    <a:pt x="346" y="0"/>
                    <a:pt x="338" y="8"/>
                    <a:pt x="338" y="18"/>
                  </a:cubicBezTo>
                  <a:cubicBezTo>
                    <a:pt x="338" y="28"/>
                    <a:pt x="346" y="36"/>
                    <a:pt x="356" y="36"/>
                  </a:cubicBezTo>
                  <a:cubicBezTo>
                    <a:pt x="421" y="36"/>
                    <a:pt x="474" y="88"/>
                    <a:pt x="474" y="153"/>
                  </a:cubicBezTo>
                  <a:cubicBezTo>
                    <a:pt x="474" y="163"/>
                    <a:pt x="482" y="171"/>
                    <a:pt x="492" y="171"/>
                  </a:cubicBezTo>
                  <a:cubicBezTo>
                    <a:pt x="502" y="171"/>
                    <a:pt x="510" y="163"/>
                    <a:pt x="510" y="153"/>
                  </a:cubicBezTo>
                  <a:cubicBezTo>
                    <a:pt x="510" y="153"/>
                    <a:pt x="510" y="153"/>
                    <a:pt x="510" y="153"/>
                  </a:cubicBezTo>
                  <a:close/>
                  <a:moveTo>
                    <a:pt x="439" y="151"/>
                  </a:moveTo>
                  <a:cubicBezTo>
                    <a:pt x="430" y="111"/>
                    <a:pt x="399" y="79"/>
                    <a:pt x="359" y="71"/>
                  </a:cubicBezTo>
                  <a:cubicBezTo>
                    <a:pt x="349" y="69"/>
                    <a:pt x="340" y="75"/>
                    <a:pt x="338" y="85"/>
                  </a:cubicBezTo>
                  <a:cubicBezTo>
                    <a:pt x="336" y="95"/>
                    <a:pt x="342" y="104"/>
                    <a:pt x="352" y="106"/>
                  </a:cubicBezTo>
                  <a:cubicBezTo>
                    <a:pt x="378" y="111"/>
                    <a:pt x="398" y="132"/>
                    <a:pt x="403" y="158"/>
                  </a:cubicBezTo>
                  <a:cubicBezTo>
                    <a:pt x="405" y="168"/>
                    <a:pt x="415" y="174"/>
                    <a:pt x="425" y="172"/>
                  </a:cubicBezTo>
                  <a:cubicBezTo>
                    <a:pt x="434" y="170"/>
                    <a:pt x="441" y="160"/>
                    <a:pt x="439" y="151"/>
                  </a:cubicBezTo>
                  <a:close/>
                  <a:moveTo>
                    <a:pt x="168" y="258"/>
                  </a:moveTo>
                  <a:cubicBezTo>
                    <a:pt x="134" y="265"/>
                    <a:pt x="112" y="293"/>
                    <a:pt x="117" y="321"/>
                  </a:cubicBezTo>
                  <a:cubicBezTo>
                    <a:pt x="123" y="349"/>
                    <a:pt x="154" y="366"/>
                    <a:pt x="188" y="359"/>
                  </a:cubicBezTo>
                  <a:cubicBezTo>
                    <a:pt x="221" y="352"/>
                    <a:pt x="243" y="324"/>
                    <a:pt x="238" y="297"/>
                  </a:cubicBezTo>
                  <a:cubicBezTo>
                    <a:pt x="232" y="269"/>
                    <a:pt x="201" y="252"/>
                    <a:pt x="168" y="258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39" name="Freeform 41"/>
            <p:cNvSpPr>
              <a:spLocks noEditPoints="1"/>
            </p:cNvSpPr>
            <p:nvPr/>
          </p:nvSpPr>
          <p:spPr bwMode="auto">
            <a:xfrm rot="900000">
              <a:off x="5777702" y="4806959"/>
              <a:ext cx="1231040" cy="716368"/>
            </a:xfrm>
            <a:custGeom>
              <a:avLst/>
              <a:gdLst>
                <a:gd name="T0" fmla="*/ 522 w 674"/>
                <a:gd name="T1" fmla="*/ 221 h 392"/>
                <a:gd name="T2" fmla="*/ 348 w 674"/>
                <a:gd name="T3" fmla="*/ 146 h 392"/>
                <a:gd name="T4" fmla="*/ 151 w 674"/>
                <a:gd name="T5" fmla="*/ 221 h 392"/>
                <a:gd name="T6" fmla="*/ 96 w 674"/>
                <a:gd name="T7" fmla="*/ 198 h 392"/>
                <a:gd name="T8" fmla="*/ 96 w 674"/>
                <a:gd name="T9" fmla="*/ 265 h 392"/>
                <a:gd name="T10" fmla="*/ 111 w 674"/>
                <a:gd name="T11" fmla="*/ 286 h 392"/>
                <a:gd name="T12" fmla="*/ 96 w 674"/>
                <a:gd name="T13" fmla="*/ 306 h 392"/>
                <a:gd name="T14" fmla="*/ 112 w 674"/>
                <a:gd name="T15" fmla="*/ 352 h 392"/>
                <a:gd name="T16" fmla="*/ 64 w 674"/>
                <a:gd name="T17" fmla="*/ 352 h 392"/>
                <a:gd name="T18" fmla="*/ 80 w 674"/>
                <a:gd name="T19" fmla="*/ 306 h 392"/>
                <a:gd name="T20" fmla="*/ 67 w 674"/>
                <a:gd name="T21" fmla="*/ 286 h 392"/>
                <a:gd name="T22" fmla="*/ 80 w 674"/>
                <a:gd name="T23" fmla="*/ 266 h 392"/>
                <a:gd name="T24" fmla="*/ 80 w 674"/>
                <a:gd name="T25" fmla="*/ 191 h 392"/>
                <a:gd name="T26" fmla="*/ 0 w 674"/>
                <a:gd name="T27" fmla="*/ 158 h 392"/>
                <a:gd name="T28" fmla="*/ 352 w 674"/>
                <a:gd name="T29" fmla="*/ 0 h 392"/>
                <a:gd name="T30" fmla="*/ 674 w 674"/>
                <a:gd name="T31" fmla="*/ 160 h 392"/>
                <a:gd name="T32" fmla="*/ 522 w 674"/>
                <a:gd name="T33" fmla="*/ 221 h 392"/>
                <a:gd name="T34" fmla="*/ 344 w 674"/>
                <a:gd name="T35" fmla="*/ 184 h 392"/>
                <a:gd name="T36" fmla="*/ 495 w 674"/>
                <a:gd name="T37" fmla="*/ 238 h 392"/>
                <a:gd name="T38" fmla="*/ 495 w 674"/>
                <a:gd name="T39" fmla="*/ 350 h 392"/>
                <a:gd name="T40" fmla="*/ 336 w 674"/>
                <a:gd name="T41" fmla="*/ 392 h 392"/>
                <a:gd name="T42" fmla="*/ 192 w 674"/>
                <a:gd name="T43" fmla="*/ 350 h 392"/>
                <a:gd name="T44" fmla="*/ 192 w 674"/>
                <a:gd name="T45" fmla="*/ 238 h 392"/>
                <a:gd name="T46" fmla="*/ 344 w 674"/>
                <a:gd name="T47" fmla="*/ 184 h 392"/>
                <a:gd name="T48" fmla="*/ 342 w 674"/>
                <a:gd name="T49" fmla="*/ 368 h 392"/>
                <a:gd name="T50" fmla="*/ 469 w 674"/>
                <a:gd name="T51" fmla="*/ 336 h 392"/>
                <a:gd name="T52" fmla="*/ 342 w 674"/>
                <a:gd name="T53" fmla="*/ 304 h 392"/>
                <a:gd name="T54" fmla="*/ 214 w 674"/>
                <a:gd name="T55" fmla="*/ 336 h 392"/>
                <a:gd name="T56" fmla="*/ 342 w 674"/>
                <a:gd name="T57" fmla="*/ 368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74" h="392">
                  <a:moveTo>
                    <a:pt x="522" y="221"/>
                  </a:moveTo>
                  <a:cubicBezTo>
                    <a:pt x="522" y="221"/>
                    <a:pt x="449" y="146"/>
                    <a:pt x="348" y="146"/>
                  </a:cubicBezTo>
                  <a:cubicBezTo>
                    <a:pt x="249" y="146"/>
                    <a:pt x="151" y="221"/>
                    <a:pt x="151" y="221"/>
                  </a:cubicBezTo>
                  <a:cubicBezTo>
                    <a:pt x="96" y="198"/>
                    <a:pt x="96" y="198"/>
                    <a:pt x="96" y="198"/>
                  </a:cubicBezTo>
                  <a:cubicBezTo>
                    <a:pt x="96" y="265"/>
                    <a:pt x="96" y="265"/>
                    <a:pt x="96" y="265"/>
                  </a:cubicBezTo>
                  <a:cubicBezTo>
                    <a:pt x="105" y="268"/>
                    <a:pt x="111" y="276"/>
                    <a:pt x="111" y="286"/>
                  </a:cubicBezTo>
                  <a:cubicBezTo>
                    <a:pt x="111" y="296"/>
                    <a:pt x="104" y="304"/>
                    <a:pt x="96" y="306"/>
                  </a:cubicBezTo>
                  <a:cubicBezTo>
                    <a:pt x="112" y="352"/>
                    <a:pt x="112" y="352"/>
                    <a:pt x="112" y="352"/>
                  </a:cubicBezTo>
                  <a:cubicBezTo>
                    <a:pt x="64" y="352"/>
                    <a:pt x="64" y="352"/>
                    <a:pt x="64" y="352"/>
                  </a:cubicBezTo>
                  <a:cubicBezTo>
                    <a:pt x="80" y="306"/>
                    <a:pt x="80" y="306"/>
                    <a:pt x="80" y="306"/>
                  </a:cubicBezTo>
                  <a:cubicBezTo>
                    <a:pt x="72" y="303"/>
                    <a:pt x="67" y="295"/>
                    <a:pt x="67" y="286"/>
                  </a:cubicBezTo>
                  <a:cubicBezTo>
                    <a:pt x="67" y="277"/>
                    <a:pt x="72" y="269"/>
                    <a:pt x="80" y="266"/>
                  </a:cubicBezTo>
                  <a:cubicBezTo>
                    <a:pt x="80" y="191"/>
                    <a:pt x="80" y="191"/>
                    <a:pt x="80" y="191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674" y="160"/>
                    <a:pt x="674" y="160"/>
                    <a:pt x="674" y="160"/>
                  </a:cubicBezTo>
                  <a:lnTo>
                    <a:pt x="522" y="221"/>
                  </a:lnTo>
                  <a:close/>
                  <a:moveTo>
                    <a:pt x="344" y="184"/>
                  </a:moveTo>
                  <a:cubicBezTo>
                    <a:pt x="445" y="184"/>
                    <a:pt x="495" y="238"/>
                    <a:pt x="495" y="238"/>
                  </a:cubicBezTo>
                  <a:cubicBezTo>
                    <a:pt x="495" y="350"/>
                    <a:pt x="495" y="350"/>
                    <a:pt x="495" y="350"/>
                  </a:cubicBezTo>
                  <a:cubicBezTo>
                    <a:pt x="495" y="350"/>
                    <a:pt x="443" y="392"/>
                    <a:pt x="336" y="392"/>
                  </a:cubicBezTo>
                  <a:cubicBezTo>
                    <a:pt x="228" y="392"/>
                    <a:pt x="192" y="350"/>
                    <a:pt x="192" y="350"/>
                  </a:cubicBezTo>
                  <a:cubicBezTo>
                    <a:pt x="192" y="238"/>
                    <a:pt x="192" y="238"/>
                    <a:pt x="192" y="238"/>
                  </a:cubicBezTo>
                  <a:cubicBezTo>
                    <a:pt x="192" y="238"/>
                    <a:pt x="242" y="184"/>
                    <a:pt x="344" y="184"/>
                  </a:cubicBezTo>
                  <a:close/>
                  <a:moveTo>
                    <a:pt x="342" y="368"/>
                  </a:moveTo>
                  <a:cubicBezTo>
                    <a:pt x="412" y="368"/>
                    <a:pt x="469" y="353"/>
                    <a:pt x="469" y="336"/>
                  </a:cubicBezTo>
                  <a:cubicBezTo>
                    <a:pt x="469" y="318"/>
                    <a:pt x="412" y="304"/>
                    <a:pt x="342" y="304"/>
                  </a:cubicBezTo>
                  <a:cubicBezTo>
                    <a:pt x="271" y="304"/>
                    <a:pt x="214" y="318"/>
                    <a:pt x="214" y="336"/>
                  </a:cubicBezTo>
                  <a:cubicBezTo>
                    <a:pt x="214" y="353"/>
                    <a:pt x="271" y="368"/>
                    <a:pt x="342" y="36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0" name="Freeform 12"/>
            <p:cNvSpPr>
              <a:spLocks noEditPoints="1"/>
            </p:cNvSpPr>
            <p:nvPr/>
          </p:nvSpPr>
          <p:spPr bwMode="auto">
            <a:xfrm rot="900000">
              <a:off x="9069489" y="694979"/>
              <a:ext cx="918176" cy="918176"/>
            </a:xfrm>
            <a:custGeom>
              <a:avLst/>
              <a:gdLst>
                <a:gd name="T0" fmla="*/ 512 w 512"/>
                <a:gd name="T1" fmla="*/ 512 h 512"/>
                <a:gd name="T2" fmla="*/ 0 w 512"/>
                <a:gd name="T3" fmla="*/ 402 h 512"/>
                <a:gd name="T4" fmla="*/ 41 w 512"/>
                <a:gd name="T5" fmla="*/ 390 h 512"/>
                <a:gd name="T6" fmla="*/ 69 w 512"/>
                <a:gd name="T7" fmla="*/ 369 h 512"/>
                <a:gd name="T8" fmla="*/ 101 w 512"/>
                <a:gd name="T9" fmla="*/ 369 h 512"/>
                <a:gd name="T10" fmla="*/ 130 w 512"/>
                <a:gd name="T11" fmla="*/ 391 h 512"/>
                <a:gd name="T12" fmla="*/ 171 w 512"/>
                <a:gd name="T13" fmla="*/ 402 h 512"/>
                <a:gd name="T14" fmla="*/ 212 w 512"/>
                <a:gd name="T15" fmla="*/ 390 h 512"/>
                <a:gd name="T16" fmla="*/ 235 w 512"/>
                <a:gd name="T17" fmla="*/ 372 h 512"/>
                <a:gd name="T18" fmla="*/ 256 w 512"/>
                <a:gd name="T19" fmla="*/ 366 h 512"/>
                <a:gd name="T20" fmla="*/ 287 w 512"/>
                <a:gd name="T21" fmla="*/ 380 h 512"/>
                <a:gd name="T22" fmla="*/ 317 w 512"/>
                <a:gd name="T23" fmla="*/ 398 h 512"/>
                <a:gd name="T24" fmla="*/ 366 w 512"/>
                <a:gd name="T25" fmla="*/ 398 h 512"/>
                <a:gd name="T26" fmla="*/ 396 w 512"/>
                <a:gd name="T27" fmla="*/ 380 h 512"/>
                <a:gd name="T28" fmla="*/ 427 w 512"/>
                <a:gd name="T29" fmla="*/ 366 h 512"/>
                <a:gd name="T30" fmla="*/ 457 w 512"/>
                <a:gd name="T31" fmla="*/ 380 h 512"/>
                <a:gd name="T32" fmla="*/ 488 w 512"/>
                <a:gd name="T33" fmla="*/ 398 h 512"/>
                <a:gd name="T34" fmla="*/ 512 w 512"/>
                <a:gd name="T35" fmla="*/ 311 h 512"/>
                <a:gd name="T36" fmla="*/ 496 w 512"/>
                <a:gd name="T37" fmla="*/ 363 h 512"/>
                <a:gd name="T38" fmla="*/ 468 w 512"/>
                <a:gd name="T39" fmla="*/ 341 h 512"/>
                <a:gd name="T40" fmla="*/ 427 w 512"/>
                <a:gd name="T41" fmla="*/ 329 h 512"/>
                <a:gd name="T42" fmla="*/ 386 w 512"/>
                <a:gd name="T43" fmla="*/ 341 h 512"/>
                <a:gd name="T44" fmla="*/ 363 w 512"/>
                <a:gd name="T45" fmla="*/ 359 h 512"/>
                <a:gd name="T46" fmla="*/ 341 w 512"/>
                <a:gd name="T47" fmla="*/ 366 h 512"/>
                <a:gd name="T48" fmla="*/ 311 w 512"/>
                <a:gd name="T49" fmla="*/ 352 h 512"/>
                <a:gd name="T50" fmla="*/ 281 w 512"/>
                <a:gd name="T51" fmla="*/ 333 h 512"/>
                <a:gd name="T52" fmla="*/ 232 w 512"/>
                <a:gd name="T53" fmla="*/ 333 h 512"/>
                <a:gd name="T54" fmla="*/ 201 w 512"/>
                <a:gd name="T55" fmla="*/ 352 h 512"/>
                <a:gd name="T56" fmla="*/ 183 w 512"/>
                <a:gd name="T57" fmla="*/ 364 h 512"/>
                <a:gd name="T58" fmla="*/ 155 w 512"/>
                <a:gd name="T59" fmla="*/ 363 h 512"/>
                <a:gd name="T60" fmla="*/ 127 w 512"/>
                <a:gd name="T61" fmla="*/ 341 h 512"/>
                <a:gd name="T62" fmla="*/ 85 w 512"/>
                <a:gd name="T63" fmla="*/ 329 h 512"/>
                <a:gd name="T64" fmla="*/ 44 w 512"/>
                <a:gd name="T65" fmla="*/ 341 h 512"/>
                <a:gd name="T66" fmla="*/ 16 w 512"/>
                <a:gd name="T67" fmla="*/ 363 h 512"/>
                <a:gd name="T68" fmla="*/ 0 w 512"/>
                <a:gd name="T69" fmla="*/ 311 h 512"/>
                <a:gd name="T70" fmla="*/ 55 w 512"/>
                <a:gd name="T71" fmla="*/ 256 h 512"/>
                <a:gd name="T72" fmla="*/ 73 w 512"/>
                <a:gd name="T73" fmla="*/ 128 h 512"/>
                <a:gd name="T74" fmla="*/ 146 w 512"/>
                <a:gd name="T75" fmla="*/ 256 h 512"/>
                <a:gd name="T76" fmla="*/ 219 w 512"/>
                <a:gd name="T77" fmla="*/ 128 h 512"/>
                <a:gd name="T78" fmla="*/ 293 w 512"/>
                <a:gd name="T79" fmla="*/ 256 h 512"/>
                <a:gd name="T80" fmla="*/ 366 w 512"/>
                <a:gd name="T81" fmla="*/ 128 h 512"/>
                <a:gd name="T82" fmla="*/ 439 w 512"/>
                <a:gd name="T83" fmla="*/ 256 h 512"/>
                <a:gd name="T84" fmla="*/ 496 w 512"/>
                <a:gd name="T85" fmla="*/ 272 h 512"/>
                <a:gd name="T86" fmla="*/ 146 w 512"/>
                <a:gd name="T87" fmla="*/ 64 h 512"/>
                <a:gd name="T88" fmla="*/ 110 w 512"/>
                <a:gd name="T89" fmla="*/ 110 h 512"/>
                <a:gd name="T90" fmla="*/ 73 w 512"/>
                <a:gd name="T91" fmla="*/ 73 h 512"/>
                <a:gd name="T92" fmla="*/ 83 w 512"/>
                <a:gd name="T93" fmla="*/ 49 h 512"/>
                <a:gd name="T94" fmla="*/ 100 w 512"/>
                <a:gd name="T95" fmla="*/ 32 h 512"/>
                <a:gd name="T96" fmla="*/ 110 w 512"/>
                <a:gd name="T97" fmla="*/ 0 h 512"/>
                <a:gd name="T98" fmla="*/ 146 w 512"/>
                <a:gd name="T99" fmla="*/ 64 h 512"/>
                <a:gd name="T100" fmla="*/ 282 w 512"/>
                <a:gd name="T101" fmla="*/ 98 h 512"/>
                <a:gd name="T102" fmla="*/ 230 w 512"/>
                <a:gd name="T103" fmla="*/ 99 h 512"/>
                <a:gd name="T104" fmla="*/ 222 w 512"/>
                <a:gd name="T105" fmla="*/ 59 h 512"/>
                <a:gd name="T106" fmla="*/ 238 w 512"/>
                <a:gd name="T107" fmla="*/ 41 h 512"/>
                <a:gd name="T108" fmla="*/ 253 w 512"/>
                <a:gd name="T109" fmla="*/ 19 h 512"/>
                <a:gd name="T110" fmla="*/ 280 w 512"/>
                <a:gd name="T111" fmla="*/ 21 h 512"/>
                <a:gd name="T112" fmla="*/ 439 w 512"/>
                <a:gd name="T113" fmla="*/ 64 h 512"/>
                <a:gd name="T114" fmla="*/ 402 w 512"/>
                <a:gd name="T115" fmla="*/ 110 h 512"/>
                <a:gd name="T116" fmla="*/ 366 w 512"/>
                <a:gd name="T117" fmla="*/ 73 h 512"/>
                <a:gd name="T118" fmla="*/ 375 w 512"/>
                <a:gd name="T119" fmla="*/ 49 h 512"/>
                <a:gd name="T120" fmla="*/ 393 w 512"/>
                <a:gd name="T121" fmla="*/ 32 h 512"/>
                <a:gd name="T122" fmla="*/ 402 w 512"/>
                <a:gd name="T123" fmla="*/ 0 h 512"/>
                <a:gd name="T124" fmla="*/ 439 w 512"/>
                <a:gd name="T125" fmla="*/ 64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12" h="512">
                  <a:moveTo>
                    <a:pt x="512" y="402"/>
                  </a:moveTo>
                  <a:cubicBezTo>
                    <a:pt x="512" y="512"/>
                    <a:pt x="512" y="512"/>
                    <a:pt x="512" y="512"/>
                  </a:cubicBezTo>
                  <a:cubicBezTo>
                    <a:pt x="0" y="512"/>
                    <a:pt x="0" y="512"/>
                    <a:pt x="0" y="512"/>
                  </a:cubicBezTo>
                  <a:cubicBezTo>
                    <a:pt x="0" y="402"/>
                    <a:pt x="0" y="402"/>
                    <a:pt x="0" y="402"/>
                  </a:cubicBezTo>
                  <a:cubicBezTo>
                    <a:pt x="9" y="402"/>
                    <a:pt x="17" y="401"/>
                    <a:pt x="24" y="398"/>
                  </a:cubicBezTo>
                  <a:cubicBezTo>
                    <a:pt x="32" y="396"/>
                    <a:pt x="38" y="393"/>
                    <a:pt x="41" y="390"/>
                  </a:cubicBezTo>
                  <a:cubicBezTo>
                    <a:pt x="45" y="388"/>
                    <a:pt x="49" y="384"/>
                    <a:pt x="55" y="380"/>
                  </a:cubicBezTo>
                  <a:cubicBezTo>
                    <a:pt x="60" y="375"/>
                    <a:pt x="65" y="371"/>
                    <a:pt x="69" y="369"/>
                  </a:cubicBezTo>
                  <a:cubicBezTo>
                    <a:pt x="73" y="367"/>
                    <a:pt x="79" y="366"/>
                    <a:pt x="85" y="366"/>
                  </a:cubicBezTo>
                  <a:cubicBezTo>
                    <a:pt x="92" y="366"/>
                    <a:pt x="97" y="367"/>
                    <a:pt x="101" y="369"/>
                  </a:cubicBezTo>
                  <a:cubicBezTo>
                    <a:pt x="105" y="371"/>
                    <a:pt x="110" y="375"/>
                    <a:pt x="116" y="380"/>
                  </a:cubicBezTo>
                  <a:cubicBezTo>
                    <a:pt x="122" y="384"/>
                    <a:pt x="126" y="388"/>
                    <a:pt x="130" y="391"/>
                  </a:cubicBezTo>
                  <a:cubicBezTo>
                    <a:pt x="133" y="393"/>
                    <a:pt x="139" y="396"/>
                    <a:pt x="146" y="398"/>
                  </a:cubicBezTo>
                  <a:cubicBezTo>
                    <a:pt x="154" y="401"/>
                    <a:pt x="162" y="402"/>
                    <a:pt x="171" y="402"/>
                  </a:cubicBezTo>
                  <a:cubicBezTo>
                    <a:pt x="179" y="402"/>
                    <a:pt x="188" y="401"/>
                    <a:pt x="195" y="398"/>
                  </a:cubicBezTo>
                  <a:cubicBezTo>
                    <a:pt x="203" y="395"/>
                    <a:pt x="208" y="393"/>
                    <a:pt x="212" y="390"/>
                  </a:cubicBezTo>
                  <a:cubicBezTo>
                    <a:pt x="215" y="388"/>
                    <a:pt x="220" y="384"/>
                    <a:pt x="225" y="380"/>
                  </a:cubicBezTo>
                  <a:cubicBezTo>
                    <a:pt x="229" y="376"/>
                    <a:pt x="233" y="374"/>
                    <a:pt x="235" y="372"/>
                  </a:cubicBezTo>
                  <a:cubicBezTo>
                    <a:pt x="237" y="370"/>
                    <a:pt x="240" y="369"/>
                    <a:pt x="244" y="368"/>
                  </a:cubicBezTo>
                  <a:cubicBezTo>
                    <a:pt x="247" y="366"/>
                    <a:pt x="251" y="366"/>
                    <a:pt x="256" y="366"/>
                  </a:cubicBezTo>
                  <a:cubicBezTo>
                    <a:pt x="263" y="366"/>
                    <a:pt x="268" y="367"/>
                    <a:pt x="272" y="369"/>
                  </a:cubicBezTo>
                  <a:cubicBezTo>
                    <a:pt x="276" y="371"/>
                    <a:pt x="281" y="375"/>
                    <a:pt x="287" y="380"/>
                  </a:cubicBezTo>
                  <a:cubicBezTo>
                    <a:pt x="292" y="384"/>
                    <a:pt x="297" y="388"/>
                    <a:pt x="300" y="390"/>
                  </a:cubicBezTo>
                  <a:cubicBezTo>
                    <a:pt x="304" y="393"/>
                    <a:pt x="310" y="396"/>
                    <a:pt x="317" y="398"/>
                  </a:cubicBezTo>
                  <a:cubicBezTo>
                    <a:pt x="325" y="401"/>
                    <a:pt x="333" y="402"/>
                    <a:pt x="341" y="402"/>
                  </a:cubicBezTo>
                  <a:cubicBezTo>
                    <a:pt x="350" y="402"/>
                    <a:pt x="358" y="401"/>
                    <a:pt x="366" y="398"/>
                  </a:cubicBezTo>
                  <a:cubicBezTo>
                    <a:pt x="373" y="396"/>
                    <a:pt x="379" y="393"/>
                    <a:pt x="383" y="390"/>
                  </a:cubicBezTo>
                  <a:cubicBezTo>
                    <a:pt x="386" y="388"/>
                    <a:pt x="391" y="384"/>
                    <a:pt x="396" y="380"/>
                  </a:cubicBezTo>
                  <a:cubicBezTo>
                    <a:pt x="402" y="375"/>
                    <a:pt x="407" y="371"/>
                    <a:pt x="411" y="369"/>
                  </a:cubicBezTo>
                  <a:cubicBezTo>
                    <a:pt x="415" y="367"/>
                    <a:pt x="420" y="366"/>
                    <a:pt x="427" y="366"/>
                  </a:cubicBezTo>
                  <a:cubicBezTo>
                    <a:pt x="433" y="366"/>
                    <a:pt x="439" y="367"/>
                    <a:pt x="443" y="369"/>
                  </a:cubicBezTo>
                  <a:cubicBezTo>
                    <a:pt x="447" y="371"/>
                    <a:pt x="452" y="375"/>
                    <a:pt x="457" y="380"/>
                  </a:cubicBezTo>
                  <a:cubicBezTo>
                    <a:pt x="463" y="384"/>
                    <a:pt x="467" y="388"/>
                    <a:pt x="471" y="390"/>
                  </a:cubicBezTo>
                  <a:cubicBezTo>
                    <a:pt x="474" y="393"/>
                    <a:pt x="480" y="396"/>
                    <a:pt x="488" y="398"/>
                  </a:cubicBezTo>
                  <a:cubicBezTo>
                    <a:pt x="495" y="401"/>
                    <a:pt x="503" y="402"/>
                    <a:pt x="512" y="402"/>
                  </a:cubicBezTo>
                  <a:close/>
                  <a:moveTo>
                    <a:pt x="512" y="311"/>
                  </a:moveTo>
                  <a:cubicBezTo>
                    <a:pt x="512" y="366"/>
                    <a:pt x="512" y="366"/>
                    <a:pt x="512" y="366"/>
                  </a:cubicBezTo>
                  <a:cubicBezTo>
                    <a:pt x="505" y="366"/>
                    <a:pt x="500" y="365"/>
                    <a:pt x="496" y="363"/>
                  </a:cubicBezTo>
                  <a:cubicBezTo>
                    <a:pt x="492" y="360"/>
                    <a:pt x="487" y="357"/>
                    <a:pt x="481" y="352"/>
                  </a:cubicBezTo>
                  <a:cubicBezTo>
                    <a:pt x="476" y="347"/>
                    <a:pt x="471" y="343"/>
                    <a:pt x="468" y="341"/>
                  </a:cubicBezTo>
                  <a:cubicBezTo>
                    <a:pt x="464" y="338"/>
                    <a:pt x="459" y="336"/>
                    <a:pt x="451" y="333"/>
                  </a:cubicBezTo>
                  <a:cubicBezTo>
                    <a:pt x="444" y="330"/>
                    <a:pt x="435" y="329"/>
                    <a:pt x="427" y="329"/>
                  </a:cubicBezTo>
                  <a:cubicBezTo>
                    <a:pt x="418" y="329"/>
                    <a:pt x="410" y="330"/>
                    <a:pt x="402" y="333"/>
                  </a:cubicBezTo>
                  <a:cubicBezTo>
                    <a:pt x="395" y="336"/>
                    <a:pt x="389" y="338"/>
                    <a:pt x="386" y="341"/>
                  </a:cubicBezTo>
                  <a:cubicBezTo>
                    <a:pt x="382" y="343"/>
                    <a:pt x="378" y="347"/>
                    <a:pt x="372" y="352"/>
                  </a:cubicBezTo>
                  <a:cubicBezTo>
                    <a:pt x="368" y="355"/>
                    <a:pt x="365" y="358"/>
                    <a:pt x="363" y="359"/>
                  </a:cubicBezTo>
                  <a:cubicBezTo>
                    <a:pt x="361" y="361"/>
                    <a:pt x="358" y="362"/>
                    <a:pt x="354" y="364"/>
                  </a:cubicBezTo>
                  <a:cubicBezTo>
                    <a:pt x="350" y="365"/>
                    <a:pt x="346" y="366"/>
                    <a:pt x="341" y="366"/>
                  </a:cubicBezTo>
                  <a:cubicBezTo>
                    <a:pt x="335" y="366"/>
                    <a:pt x="329" y="365"/>
                    <a:pt x="325" y="363"/>
                  </a:cubicBezTo>
                  <a:cubicBezTo>
                    <a:pt x="321" y="360"/>
                    <a:pt x="316" y="357"/>
                    <a:pt x="311" y="352"/>
                  </a:cubicBezTo>
                  <a:cubicBezTo>
                    <a:pt x="305" y="347"/>
                    <a:pt x="301" y="343"/>
                    <a:pt x="297" y="341"/>
                  </a:cubicBezTo>
                  <a:cubicBezTo>
                    <a:pt x="294" y="338"/>
                    <a:pt x="288" y="336"/>
                    <a:pt x="281" y="333"/>
                  </a:cubicBezTo>
                  <a:cubicBezTo>
                    <a:pt x="273" y="330"/>
                    <a:pt x="265" y="329"/>
                    <a:pt x="256" y="329"/>
                  </a:cubicBezTo>
                  <a:cubicBezTo>
                    <a:pt x="247" y="329"/>
                    <a:pt x="239" y="331"/>
                    <a:pt x="232" y="333"/>
                  </a:cubicBezTo>
                  <a:cubicBezTo>
                    <a:pt x="224" y="336"/>
                    <a:pt x="219" y="339"/>
                    <a:pt x="215" y="341"/>
                  </a:cubicBezTo>
                  <a:cubicBezTo>
                    <a:pt x="212" y="343"/>
                    <a:pt x="207" y="347"/>
                    <a:pt x="201" y="352"/>
                  </a:cubicBezTo>
                  <a:cubicBezTo>
                    <a:pt x="197" y="355"/>
                    <a:pt x="194" y="358"/>
                    <a:pt x="192" y="359"/>
                  </a:cubicBezTo>
                  <a:cubicBezTo>
                    <a:pt x="190" y="361"/>
                    <a:pt x="187" y="362"/>
                    <a:pt x="183" y="364"/>
                  </a:cubicBezTo>
                  <a:cubicBezTo>
                    <a:pt x="180" y="365"/>
                    <a:pt x="175" y="366"/>
                    <a:pt x="171" y="366"/>
                  </a:cubicBezTo>
                  <a:cubicBezTo>
                    <a:pt x="164" y="366"/>
                    <a:pt x="159" y="365"/>
                    <a:pt x="155" y="363"/>
                  </a:cubicBezTo>
                  <a:cubicBezTo>
                    <a:pt x="151" y="360"/>
                    <a:pt x="146" y="357"/>
                    <a:pt x="140" y="352"/>
                  </a:cubicBezTo>
                  <a:cubicBezTo>
                    <a:pt x="135" y="347"/>
                    <a:pt x="130" y="344"/>
                    <a:pt x="127" y="341"/>
                  </a:cubicBezTo>
                  <a:cubicBezTo>
                    <a:pt x="123" y="338"/>
                    <a:pt x="117" y="336"/>
                    <a:pt x="110" y="333"/>
                  </a:cubicBezTo>
                  <a:cubicBezTo>
                    <a:pt x="102" y="330"/>
                    <a:pt x="94" y="329"/>
                    <a:pt x="85" y="329"/>
                  </a:cubicBezTo>
                  <a:cubicBezTo>
                    <a:pt x="77" y="329"/>
                    <a:pt x="68" y="330"/>
                    <a:pt x="61" y="333"/>
                  </a:cubicBezTo>
                  <a:cubicBezTo>
                    <a:pt x="53" y="336"/>
                    <a:pt x="48" y="338"/>
                    <a:pt x="44" y="341"/>
                  </a:cubicBezTo>
                  <a:cubicBezTo>
                    <a:pt x="41" y="343"/>
                    <a:pt x="36" y="347"/>
                    <a:pt x="31" y="352"/>
                  </a:cubicBezTo>
                  <a:cubicBezTo>
                    <a:pt x="25" y="357"/>
                    <a:pt x="20" y="360"/>
                    <a:pt x="16" y="363"/>
                  </a:cubicBezTo>
                  <a:cubicBezTo>
                    <a:pt x="12" y="365"/>
                    <a:pt x="7" y="366"/>
                    <a:pt x="0" y="366"/>
                  </a:cubicBezTo>
                  <a:cubicBezTo>
                    <a:pt x="0" y="311"/>
                    <a:pt x="0" y="311"/>
                    <a:pt x="0" y="311"/>
                  </a:cubicBezTo>
                  <a:cubicBezTo>
                    <a:pt x="0" y="296"/>
                    <a:pt x="5" y="283"/>
                    <a:pt x="16" y="272"/>
                  </a:cubicBezTo>
                  <a:cubicBezTo>
                    <a:pt x="27" y="261"/>
                    <a:pt x="40" y="256"/>
                    <a:pt x="55" y="256"/>
                  </a:cubicBezTo>
                  <a:cubicBezTo>
                    <a:pt x="73" y="256"/>
                    <a:pt x="73" y="256"/>
                    <a:pt x="73" y="256"/>
                  </a:cubicBezTo>
                  <a:cubicBezTo>
                    <a:pt x="73" y="128"/>
                    <a:pt x="73" y="128"/>
                    <a:pt x="73" y="128"/>
                  </a:cubicBezTo>
                  <a:cubicBezTo>
                    <a:pt x="146" y="128"/>
                    <a:pt x="146" y="128"/>
                    <a:pt x="146" y="128"/>
                  </a:cubicBezTo>
                  <a:cubicBezTo>
                    <a:pt x="146" y="256"/>
                    <a:pt x="146" y="256"/>
                    <a:pt x="146" y="256"/>
                  </a:cubicBezTo>
                  <a:cubicBezTo>
                    <a:pt x="219" y="256"/>
                    <a:pt x="219" y="256"/>
                    <a:pt x="219" y="256"/>
                  </a:cubicBezTo>
                  <a:cubicBezTo>
                    <a:pt x="219" y="128"/>
                    <a:pt x="219" y="128"/>
                    <a:pt x="219" y="128"/>
                  </a:cubicBezTo>
                  <a:cubicBezTo>
                    <a:pt x="293" y="128"/>
                    <a:pt x="293" y="128"/>
                    <a:pt x="293" y="128"/>
                  </a:cubicBezTo>
                  <a:cubicBezTo>
                    <a:pt x="293" y="256"/>
                    <a:pt x="293" y="256"/>
                    <a:pt x="293" y="256"/>
                  </a:cubicBezTo>
                  <a:cubicBezTo>
                    <a:pt x="366" y="256"/>
                    <a:pt x="366" y="256"/>
                    <a:pt x="366" y="256"/>
                  </a:cubicBezTo>
                  <a:cubicBezTo>
                    <a:pt x="366" y="128"/>
                    <a:pt x="366" y="128"/>
                    <a:pt x="366" y="128"/>
                  </a:cubicBezTo>
                  <a:cubicBezTo>
                    <a:pt x="439" y="128"/>
                    <a:pt x="439" y="128"/>
                    <a:pt x="439" y="128"/>
                  </a:cubicBezTo>
                  <a:cubicBezTo>
                    <a:pt x="439" y="256"/>
                    <a:pt x="439" y="256"/>
                    <a:pt x="439" y="256"/>
                  </a:cubicBezTo>
                  <a:cubicBezTo>
                    <a:pt x="457" y="256"/>
                    <a:pt x="457" y="256"/>
                    <a:pt x="457" y="256"/>
                  </a:cubicBezTo>
                  <a:cubicBezTo>
                    <a:pt x="472" y="256"/>
                    <a:pt x="485" y="261"/>
                    <a:pt x="496" y="272"/>
                  </a:cubicBezTo>
                  <a:cubicBezTo>
                    <a:pt x="507" y="283"/>
                    <a:pt x="512" y="296"/>
                    <a:pt x="512" y="311"/>
                  </a:cubicBezTo>
                  <a:close/>
                  <a:moveTo>
                    <a:pt x="146" y="64"/>
                  </a:moveTo>
                  <a:cubicBezTo>
                    <a:pt x="146" y="79"/>
                    <a:pt x="143" y="90"/>
                    <a:pt x="136" y="98"/>
                  </a:cubicBezTo>
                  <a:cubicBezTo>
                    <a:pt x="129" y="106"/>
                    <a:pt x="120" y="110"/>
                    <a:pt x="110" y="110"/>
                  </a:cubicBezTo>
                  <a:cubicBezTo>
                    <a:pt x="100" y="110"/>
                    <a:pt x="91" y="106"/>
                    <a:pt x="84" y="99"/>
                  </a:cubicBezTo>
                  <a:cubicBezTo>
                    <a:pt x="77" y="92"/>
                    <a:pt x="73" y="83"/>
                    <a:pt x="73" y="73"/>
                  </a:cubicBezTo>
                  <a:cubicBezTo>
                    <a:pt x="73" y="68"/>
                    <a:pt x="74" y="63"/>
                    <a:pt x="76" y="59"/>
                  </a:cubicBezTo>
                  <a:cubicBezTo>
                    <a:pt x="78" y="54"/>
                    <a:pt x="80" y="51"/>
                    <a:pt x="83" y="49"/>
                  </a:cubicBezTo>
                  <a:cubicBezTo>
                    <a:pt x="85" y="47"/>
                    <a:pt x="88" y="44"/>
                    <a:pt x="91" y="41"/>
                  </a:cubicBezTo>
                  <a:cubicBezTo>
                    <a:pt x="95" y="38"/>
                    <a:pt x="98" y="35"/>
                    <a:pt x="100" y="32"/>
                  </a:cubicBezTo>
                  <a:cubicBezTo>
                    <a:pt x="103" y="29"/>
                    <a:pt x="105" y="25"/>
                    <a:pt x="107" y="19"/>
                  </a:cubicBezTo>
                  <a:cubicBezTo>
                    <a:pt x="109" y="14"/>
                    <a:pt x="110" y="7"/>
                    <a:pt x="110" y="0"/>
                  </a:cubicBezTo>
                  <a:cubicBezTo>
                    <a:pt x="117" y="0"/>
                    <a:pt x="125" y="7"/>
                    <a:pt x="133" y="21"/>
                  </a:cubicBezTo>
                  <a:cubicBezTo>
                    <a:pt x="142" y="35"/>
                    <a:pt x="146" y="50"/>
                    <a:pt x="146" y="64"/>
                  </a:cubicBezTo>
                  <a:close/>
                  <a:moveTo>
                    <a:pt x="293" y="64"/>
                  </a:moveTo>
                  <a:cubicBezTo>
                    <a:pt x="293" y="79"/>
                    <a:pt x="289" y="90"/>
                    <a:pt x="282" y="98"/>
                  </a:cubicBezTo>
                  <a:cubicBezTo>
                    <a:pt x="275" y="106"/>
                    <a:pt x="267" y="110"/>
                    <a:pt x="256" y="110"/>
                  </a:cubicBezTo>
                  <a:cubicBezTo>
                    <a:pt x="246" y="110"/>
                    <a:pt x="237" y="106"/>
                    <a:pt x="230" y="99"/>
                  </a:cubicBezTo>
                  <a:cubicBezTo>
                    <a:pt x="223" y="92"/>
                    <a:pt x="219" y="83"/>
                    <a:pt x="219" y="73"/>
                  </a:cubicBezTo>
                  <a:cubicBezTo>
                    <a:pt x="219" y="68"/>
                    <a:pt x="220" y="63"/>
                    <a:pt x="222" y="59"/>
                  </a:cubicBezTo>
                  <a:cubicBezTo>
                    <a:pt x="224" y="54"/>
                    <a:pt x="226" y="51"/>
                    <a:pt x="229" y="49"/>
                  </a:cubicBezTo>
                  <a:cubicBezTo>
                    <a:pt x="232" y="47"/>
                    <a:pt x="234" y="44"/>
                    <a:pt x="238" y="41"/>
                  </a:cubicBezTo>
                  <a:cubicBezTo>
                    <a:pt x="241" y="38"/>
                    <a:pt x="244" y="35"/>
                    <a:pt x="247" y="32"/>
                  </a:cubicBezTo>
                  <a:cubicBezTo>
                    <a:pt x="249" y="29"/>
                    <a:pt x="251" y="25"/>
                    <a:pt x="253" y="19"/>
                  </a:cubicBezTo>
                  <a:cubicBezTo>
                    <a:pt x="255" y="14"/>
                    <a:pt x="256" y="7"/>
                    <a:pt x="256" y="0"/>
                  </a:cubicBezTo>
                  <a:cubicBezTo>
                    <a:pt x="263" y="0"/>
                    <a:pt x="271" y="7"/>
                    <a:pt x="280" y="21"/>
                  </a:cubicBezTo>
                  <a:cubicBezTo>
                    <a:pt x="288" y="35"/>
                    <a:pt x="293" y="50"/>
                    <a:pt x="293" y="64"/>
                  </a:cubicBezTo>
                  <a:close/>
                  <a:moveTo>
                    <a:pt x="439" y="64"/>
                  </a:moveTo>
                  <a:cubicBezTo>
                    <a:pt x="439" y="79"/>
                    <a:pt x="435" y="90"/>
                    <a:pt x="429" y="98"/>
                  </a:cubicBezTo>
                  <a:cubicBezTo>
                    <a:pt x="422" y="106"/>
                    <a:pt x="413" y="110"/>
                    <a:pt x="402" y="110"/>
                  </a:cubicBezTo>
                  <a:cubicBezTo>
                    <a:pt x="392" y="110"/>
                    <a:pt x="384" y="106"/>
                    <a:pt x="376" y="99"/>
                  </a:cubicBezTo>
                  <a:cubicBezTo>
                    <a:pt x="369" y="92"/>
                    <a:pt x="366" y="83"/>
                    <a:pt x="366" y="73"/>
                  </a:cubicBezTo>
                  <a:cubicBezTo>
                    <a:pt x="366" y="68"/>
                    <a:pt x="367" y="63"/>
                    <a:pt x="368" y="59"/>
                  </a:cubicBezTo>
                  <a:cubicBezTo>
                    <a:pt x="370" y="54"/>
                    <a:pt x="372" y="51"/>
                    <a:pt x="375" y="49"/>
                  </a:cubicBezTo>
                  <a:cubicBezTo>
                    <a:pt x="378" y="47"/>
                    <a:pt x="381" y="44"/>
                    <a:pt x="384" y="41"/>
                  </a:cubicBezTo>
                  <a:cubicBezTo>
                    <a:pt x="387" y="38"/>
                    <a:pt x="390" y="35"/>
                    <a:pt x="393" y="32"/>
                  </a:cubicBezTo>
                  <a:cubicBezTo>
                    <a:pt x="396" y="29"/>
                    <a:pt x="398" y="25"/>
                    <a:pt x="400" y="19"/>
                  </a:cubicBezTo>
                  <a:cubicBezTo>
                    <a:pt x="401" y="14"/>
                    <a:pt x="402" y="7"/>
                    <a:pt x="402" y="0"/>
                  </a:cubicBezTo>
                  <a:cubicBezTo>
                    <a:pt x="410" y="0"/>
                    <a:pt x="417" y="7"/>
                    <a:pt x="426" y="21"/>
                  </a:cubicBezTo>
                  <a:cubicBezTo>
                    <a:pt x="435" y="35"/>
                    <a:pt x="439" y="50"/>
                    <a:pt x="439" y="64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1" name="Freeform 11"/>
            <p:cNvSpPr>
              <a:spLocks noEditPoints="1"/>
            </p:cNvSpPr>
            <p:nvPr/>
          </p:nvSpPr>
          <p:spPr bwMode="auto">
            <a:xfrm rot="20700000">
              <a:off x="7525978" y="214750"/>
              <a:ext cx="931447" cy="1015779"/>
            </a:xfrm>
            <a:custGeom>
              <a:avLst/>
              <a:gdLst>
                <a:gd name="T0" fmla="*/ 224 w 416"/>
                <a:gd name="T1" fmla="*/ 453 h 453"/>
                <a:gd name="T2" fmla="*/ 384 w 416"/>
                <a:gd name="T3" fmla="*/ 453 h 453"/>
                <a:gd name="T4" fmla="*/ 384 w 416"/>
                <a:gd name="T5" fmla="*/ 293 h 453"/>
                <a:gd name="T6" fmla="*/ 224 w 416"/>
                <a:gd name="T7" fmla="*/ 293 h 453"/>
                <a:gd name="T8" fmla="*/ 224 w 416"/>
                <a:gd name="T9" fmla="*/ 453 h 453"/>
                <a:gd name="T10" fmla="*/ 32 w 416"/>
                <a:gd name="T11" fmla="*/ 453 h 453"/>
                <a:gd name="T12" fmla="*/ 192 w 416"/>
                <a:gd name="T13" fmla="*/ 453 h 453"/>
                <a:gd name="T14" fmla="*/ 192 w 416"/>
                <a:gd name="T15" fmla="*/ 293 h 453"/>
                <a:gd name="T16" fmla="*/ 32 w 416"/>
                <a:gd name="T17" fmla="*/ 293 h 453"/>
                <a:gd name="T18" fmla="*/ 32 w 416"/>
                <a:gd name="T19" fmla="*/ 453 h 453"/>
                <a:gd name="T20" fmla="*/ 224 w 416"/>
                <a:gd name="T21" fmla="*/ 161 h 453"/>
                <a:gd name="T22" fmla="*/ 268 w 416"/>
                <a:gd name="T23" fmla="*/ 156 h 453"/>
                <a:gd name="T24" fmla="*/ 352 w 416"/>
                <a:gd name="T25" fmla="*/ 72 h 453"/>
                <a:gd name="T26" fmla="*/ 285 w 416"/>
                <a:gd name="T27" fmla="*/ 5 h 453"/>
                <a:gd name="T28" fmla="*/ 208 w 416"/>
                <a:gd name="T29" fmla="*/ 62 h 453"/>
                <a:gd name="T30" fmla="*/ 131 w 416"/>
                <a:gd name="T31" fmla="*/ 4 h 453"/>
                <a:gd name="T32" fmla="*/ 64 w 416"/>
                <a:gd name="T33" fmla="*/ 72 h 453"/>
                <a:gd name="T34" fmla="*/ 148 w 416"/>
                <a:gd name="T35" fmla="*/ 156 h 453"/>
                <a:gd name="T36" fmla="*/ 192 w 416"/>
                <a:gd name="T37" fmla="*/ 161 h 453"/>
                <a:gd name="T38" fmla="*/ 192 w 416"/>
                <a:gd name="T39" fmla="*/ 165 h 453"/>
                <a:gd name="T40" fmla="*/ 224 w 416"/>
                <a:gd name="T41" fmla="*/ 165 h 453"/>
                <a:gd name="T42" fmla="*/ 224 w 416"/>
                <a:gd name="T43" fmla="*/ 161 h 453"/>
                <a:gd name="T44" fmla="*/ 278 w 416"/>
                <a:gd name="T45" fmla="*/ 43 h 453"/>
                <a:gd name="T46" fmla="*/ 314 w 416"/>
                <a:gd name="T47" fmla="*/ 80 h 453"/>
                <a:gd name="T48" fmla="*/ 269 w 416"/>
                <a:gd name="T49" fmla="*/ 125 h 453"/>
                <a:gd name="T50" fmla="*/ 232 w 416"/>
                <a:gd name="T51" fmla="*/ 89 h 453"/>
                <a:gd name="T52" fmla="*/ 278 w 416"/>
                <a:gd name="T53" fmla="*/ 43 h 453"/>
                <a:gd name="T54" fmla="*/ 147 w 416"/>
                <a:gd name="T55" fmla="*/ 125 h 453"/>
                <a:gd name="T56" fmla="*/ 102 w 416"/>
                <a:gd name="T57" fmla="*/ 80 h 453"/>
                <a:gd name="T58" fmla="*/ 138 w 416"/>
                <a:gd name="T59" fmla="*/ 43 h 453"/>
                <a:gd name="T60" fmla="*/ 184 w 416"/>
                <a:gd name="T61" fmla="*/ 89 h 453"/>
                <a:gd name="T62" fmla="*/ 147 w 416"/>
                <a:gd name="T63" fmla="*/ 125 h 453"/>
                <a:gd name="T64" fmla="*/ 224 w 416"/>
                <a:gd name="T65" fmla="*/ 165 h 453"/>
                <a:gd name="T66" fmla="*/ 224 w 416"/>
                <a:gd name="T67" fmla="*/ 261 h 453"/>
                <a:gd name="T68" fmla="*/ 416 w 416"/>
                <a:gd name="T69" fmla="*/ 261 h 453"/>
                <a:gd name="T70" fmla="*/ 416 w 416"/>
                <a:gd name="T71" fmla="*/ 165 h 453"/>
                <a:gd name="T72" fmla="*/ 224 w 416"/>
                <a:gd name="T73" fmla="*/ 165 h 453"/>
                <a:gd name="T74" fmla="*/ 0 w 416"/>
                <a:gd name="T75" fmla="*/ 261 h 453"/>
                <a:gd name="T76" fmla="*/ 192 w 416"/>
                <a:gd name="T77" fmla="*/ 261 h 453"/>
                <a:gd name="T78" fmla="*/ 192 w 416"/>
                <a:gd name="T79" fmla="*/ 165 h 453"/>
                <a:gd name="T80" fmla="*/ 0 w 416"/>
                <a:gd name="T81" fmla="*/ 165 h 453"/>
                <a:gd name="T82" fmla="*/ 0 w 416"/>
                <a:gd name="T83" fmla="*/ 261 h 4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16" h="453">
                  <a:moveTo>
                    <a:pt x="224" y="453"/>
                  </a:moveTo>
                  <a:cubicBezTo>
                    <a:pt x="384" y="453"/>
                    <a:pt x="384" y="453"/>
                    <a:pt x="384" y="453"/>
                  </a:cubicBezTo>
                  <a:cubicBezTo>
                    <a:pt x="384" y="293"/>
                    <a:pt x="384" y="293"/>
                    <a:pt x="384" y="293"/>
                  </a:cubicBezTo>
                  <a:cubicBezTo>
                    <a:pt x="224" y="293"/>
                    <a:pt x="224" y="293"/>
                    <a:pt x="224" y="293"/>
                  </a:cubicBezTo>
                  <a:lnTo>
                    <a:pt x="224" y="453"/>
                  </a:lnTo>
                  <a:close/>
                  <a:moveTo>
                    <a:pt x="32" y="453"/>
                  </a:moveTo>
                  <a:cubicBezTo>
                    <a:pt x="192" y="453"/>
                    <a:pt x="192" y="453"/>
                    <a:pt x="192" y="453"/>
                  </a:cubicBezTo>
                  <a:cubicBezTo>
                    <a:pt x="192" y="293"/>
                    <a:pt x="192" y="293"/>
                    <a:pt x="192" y="293"/>
                  </a:cubicBezTo>
                  <a:cubicBezTo>
                    <a:pt x="32" y="293"/>
                    <a:pt x="32" y="293"/>
                    <a:pt x="32" y="293"/>
                  </a:cubicBezTo>
                  <a:lnTo>
                    <a:pt x="32" y="453"/>
                  </a:lnTo>
                  <a:close/>
                  <a:moveTo>
                    <a:pt x="224" y="161"/>
                  </a:moveTo>
                  <a:cubicBezTo>
                    <a:pt x="240" y="159"/>
                    <a:pt x="257" y="157"/>
                    <a:pt x="268" y="156"/>
                  </a:cubicBezTo>
                  <a:cubicBezTo>
                    <a:pt x="310" y="152"/>
                    <a:pt x="347" y="114"/>
                    <a:pt x="352" y="72"/>
                  </a:cubicBezTo>
                  <a:cubicBezTo>
                    <a:pt x="357" y="30"/>
                    <a:pt x="326" y="0"/>
                    <a:pt x="285" y="5"/>
                  </a:cubicBezTo>
                  <a:cubicBezTo>
                    <a:pt x="252" y="8"/>
                    <a:pt x="222" y="32"/>
                    <a:pt x="208" y="62"/>
                  </a:cubicBezTo>
                  <a:cubicBezTo>
                    <a:pt x="194" y="32"/>
                    <a:pt x="164" y="8"/>
                    <a:pt x="131" y="4"/>
                  </a:cubicBezTo>
                  <a:cubicBezTo>
                    <a:pt x="90" y="0"/>
                    <a:pt x="59" y="30"/>
                    <a:pt x="64" y="72"/>
                  </a:cubicBezTo>
                  <a:cubicBezTo>
                    <a:pt x="69" y="114"/>
                    <a:pt x="107" y="152"/>
                    <a:pt x="148" y="156"/>
                  </a:cubicBezTo>
                  <a:cubicBezTo>
                    <a:pt x="159" y="157"/>
                    <a:pt x="176" y="159"/>
                    <a:pt x="192" y="161"/>
                  </a:cubicBezTo>
                  <a:cubicBezTo>
                    <a:pt x="192" y="163"/>
                    <a:pt x="192" y="165"/>
                    <a:pt x="192" y="165"/>
                  </a:cubicBezTo>
                  <a:cubicBezTo>
                    <a:pt x="224" y="165"/>
                    <a:pt x="224" y="165"/>
                    <a:pt x="224" y="165"/>
                  </a:cubicBezTo>
                  <a:cubicBezTo>
                    <a:pt x="224" y="165"/>
                    <a:pt x="224" y="163"/>
                    <a:pt x="224" y="161"/>
                  </a:cubicBezTo>
                  <a:close/>
                  <a:moveTo>
                    <a:pt x="278" y="43"/>
                  </a:moveTo>
                  <a:cubicBezTo>
                    <a:pt x="300" y="41"/>
                    <a:pt x="317" y="57"/>
                    <a:pt x="314" y="80"/>
                  </a:cubicBezTo>
                  <a:cubicBezTo>
                    <a:pt x="312" y="102"/>
                    <a:pt x="291" y="123"/>
                    <a:pt x="269" y="125"/>
                  </a:cubicBezTo>
                  <a:cubicBezTo>
                    <a:pt x="246" y="128"/>
                    <a:pt x="230" y="112"/>
                    <a:pt x="232" y="89"/>
                  </a:cubicBezTo>
                  <a:cubicBezTo>
                    <a:pt x="235" y="66"/>
                    <a:pt x="255" y="46"/>
                    <a:pt x="278" y="43"/>
                  </a:cubicBezTo>
                  <a:close/>
                  <a:moveTo>
                    <a:pt x="147" y="125"/>
                  </a:moveTo>
                  <a:cubicBezTo>
                    <a:pt x="125" y="123"/>
                    <a:pt x="104" y="102"/>
                    <a:pt x="102" y="80"/>
                  </a:cubicBezTo>
                  <a:cubicBezTo>
                    <a:pt x="99" y="57"/>
                    <a:pt x="116" y="41"/>
                    <a:pt x="138" y="43"/>
                  </a:cubicBezTo>
                  <a:cubicBezTo>
                    <a:pt x="161" y="46"/>
                    <a:pt x="181" y="66"/>
                    <a:pt x="184" y="89"/>
                  </a:cubicBezTo>
                  <a:cubicBezTo>
                    <a:pt x="186" y="112"/>
                    <a:pt x="170" y="128"/>
                    <a:pt x="147" y="125"/>
                  </a:cubicBezTo>
                  <a:close/>
                  <a:moveTo>
                    <a:pt x="224" y="165"/>
                  </a:moveTo>
                  <a:cubicBezTo>
                    <a:pt x="224" y="261"/>
                    <a:pt x="224" y="261"/>
                    <a:pt x="224" y="261"/>
                  </a:cubicBezTo>
                  <a:cubicBezTo>
                    <a:pt x="416" y="261"/>
                    <a:pt x="416" y="261"/>
                    <a:pt x="416" y="261"/>
                  </a:cubicBezTo>
                  <a:cubicBezTo>
                    <a:pt x="416" y="165"/>
                    <a:pt x="416" y="165"/>
                    <a:pt x="416" y="165"/>
                  </a:cubicBezTo>
                  <a:lnTo>
                    <a:pt x="224" y="165"/>
                  </a:lnTo>
                  <a:close/>
                  <a:moveTo>
                    <a:pt x="0" y="261"/>
                  </a:moveTo>
                  <a:cubicBezTo>
                    <a:pt x="192" y="261"/>
                    <a:pt x="192" y="261"/>
                    <a:pt x="192" y="261"/>
                  </a:cubicBezTo>
                  <a:cubicBezTo>
                    <a:pt x="192" y="165"/>
                    <a:pt x="192" y="165"/>
                    <a:pt x="192" y="165"/>
                  </a:cubicBezTo>
                  <a:cubicBezTo>
                    <a:pt x="0" y="165"/>
                    <a:pt x="0" y="165"/>
                    <a:pt x="0" y="165"/>
                  </a:cubicBezTo>
                  <a:lnTo>
                    <a:pt x="0" y="261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2" name="Freeform 17"/>
            <p:cNvSpPr>
              <a:spLocks noEditPoints="1"/>
            </p:cNvSpPr>
            <p:nvPr/>
          </p:nvSpPr>
          <p:spPr bwMode="auto">
            <a:xfrm rot="20436591">
              <a:off x="1068970" y="3928694"/>
              <a:ext cx="1132262" cy="1133198"/>
            </a:xfrm>
            <a:custGeom>
              <a:avLst/>
              <a:gdLst>
                <a:gd name="T0" fmla="*/ 0 w 1210"/>
                <a:gd name="T1" fmla="*/ 1211 h 1211"/>
                <a:gd name="T2" fmla="*/ 605 w 1210"/>
                <a:gd name="T3" fmla="*/ 1211 h 1211"/>
                <a:gd name="T4" fmla="*/ 605 w 1210"/>
                <a:gd name="T5" fmla="*/ 0 h 1211"/>
                <a:gd name="T6" fmla="*/ 0 w 1210"/>
                <a:gd name="T7" fmla="*/ 0 h 1211"/>
                <a:gd name="T8" fmla="*/ 0 w 1210"/>
                <a:gd name="T9" fmla="*/ 1211 h 1211"/>
                <a:gd name="T10" fmla="*/ 378 w 1210"/>
                <a:gd name="T11" fmla="*/ 151 h 1211"/>
                <a:gd name="T12" fmla="*/ 530 w 1210"/>
                <a:gd name="T13" fmla="*/ 151 h 1211"/>
                <a:gd name="T14" fmla="*/ 530 w 1210"/>
                <a:gd name="T15" fmla="*/ 303 h 1211"/>
                <a:gd name="T16" fmla="*/ 378 w 1210"/>
                <a:gd name="T17" fmla="*/ 303 h 1211"/>
                <a:gd name="T18" fmla="*/ 378 w 1210"/>
                <a:gd name="T19" fmla="*/ 151 h 1211"/>
                <a:gd name="T20" fmla="*/ 378 w 1210"/>
                <a:gd name="T21" fmla="*/ 454 h 1211"/>
                <a:gd name="T22" fmla="*/ 530 w 1210"/>
                <a:gd name="T23" fmla="*/ 454 h 1211"/>
                <a:gd name="T24" fmla="*/ 530 w 1210"/>
                <a:gd name="T25" fmla="*/ 605 h 1211"/>
                <a:gd name="T26" fmla="*/ 378 w 1210"/>
                <a:gd name="T27" fmla="*/ 605 h 1211"/>
                <a:gd name="T28" fmla="*/ 378 w 1210"/>
                <a:gd name="T29" fmla="*/ 454 h 1211"/>
                <a:gd name="T30" fmla="*/ 378 w 1210"/>
                <a:gd name="T31" fmla="*/ 757 h 1211"/>
                <a:gd name="T32" fmla="*/ 530 w 1210"/>
                <a:gd name="T33" fmla="*/ 757 h 1211"/>
                <a:gd name="T34" fmla="*/ 530 w 1210"/>
                <a:gd name="T35" fmla="*/ 908 h 1211"/>
                <a:gd name="T36" fmla="*/ 378 w 1210"/>
                <a:gd name="T37" fmla="*/ 908 h 1211"/>
                <a:gd name="T38" fmla="*/ 378 w 1210"/>
                <a:gd name="T39" fmla="*/ 757 h 1211"/>
                <a:gd name="T40" fmla="*/ 76 w 1210"/>
                <a:gd name="T41" fmla="*/ 151 h 1211"/>
                <a:gd name="T42" fmla="*/ 227 w 1210"/>
                <a:gd name="T43" fmla="*/ 151 h 1211"/>
                <a:gd name="T44" fmla="*/ 227 w 1210"/>
                <a:gd name="T45" fmla="*/ 303 h 1211"/>
                <a:gd name="T46" fmla="*/ 76 w 1210"/>
                <a:gd name="T47" fmla="*/ 303 h 1211"/>
                <a:gd name="T48" fmla="*/ 76 w 1210"/>
                <a:gd name="T49" fmla="*/ 151 h 1211"/>
                <a:gd name="T50" fmla="*/ 76 w 1210"/>
                <a:gd name="T51" fmla="*/ 454 h 1211"/>
                <a:gd name="T52" fmla="*/ 227 w 1210"/>
                <a:gd name="T53" fmla="*/ 454 h 1211"/>
                <a:gd name="T54" fmla="*/ 227 w 1210"/>
                <a:gd name="T55" fmla="*/ 605 h 1211"/>
                <a:gd name="T56" fmla="*/ 76 w 1210"/>
                <a:gd name="T57" fmla="*/ 605 h 1211"/>
                <a:gd name="T58" fmla="*/ 76 w 1210"/>
                <a:gd name="T59" fmla="*/ 454 h 1211"/>
                <a:gd name="T60" fmla="*/ 76 w 1210"/>
                <a:gd name="T61" fmla="*/ 757 h 1211"/>
                <a:gd name="T62" fmla="*/ 227 w 1210"/>
                <a:gd name="T63" fmla="*/ 757 h 1211"/>
                <a:gd name="T64" fmla="*/ 227 w 1210"/>
                <a:gd name="T65" fmla="*/ 908 h 1211"/>
                <a:gd name="T66" fmla="*/ 76 w 1210"/>
                <a:gd name="T67" fmla="*/ 908 h 1211"/>
                <a:gd name="T68" fmla="*/ 76 w 1210"/>
                <a:gd name="T69" fmla="*/ 757 h 1211"/>
                <a:gd name="T70" fmla="*/ 681 w 1210"/>
                <a:gd name="T71" fmla="*/ 378 h 1211"/>
                <a:gd name="T72" fmla="*/ 1210 w 1210"/>
                <a:gd name="T73" fmla="*/ 378 h 1211"/>
                <a:gd name="T74" fmla="*/ 1210 w 1210"/>
                <a:gd name="T75" fmla="*/ 454 h 1211"/>
                <a:gd name="T76" fmla="*/ 681 w 1210"/>
                <a:gd name="T77" fmla="*/ 454 h 1211"/>
                <a:gd name="T78" fmla="*/ 681 w 1210"/>
                <a:gd name="T79" fmla="*/ 378 h 1211"/>
                <a:gd name="T80" fmla="*/ 681 w 1210"/>
                <a:gd name="T81" fmla="*/ 1211 h 1211"/>
                <a:gd name="T82" fmla="*/ 832 w 1210"/>
                <a:gd name="T83" fmla="*/ 1211 h 1211"/>
                <a:gd name="T84" fmla="*/ 832 w 1210"/>
                <a:gd name="T85" fmla="*/ 908 h 1211"/>
                <a:gd name="T86" fmla="*/ 1059 w 1210"/>
                <a:gd name="T87" fmla="*/ 908 h 1211"/>
                <a:gd name="T88" fmla="*/ 1059 w 1210"/>
                <a:gd name="T89" fmla="*/ 1211 h 1211"/>
                <a:gd name="T90" fmla="*/ 1210 w 1210"/>
                <a:gd name="T91" fmla="*/ 1211 h 1211"/>
                <a:gd name="T92" fmla="*/ 1210 w 1210"/>
                <a:gd name="T93" fmla="*/ 530 h 1211"/>
                <a:gd name="T94" fmla="*/ 681 w 1210"/>
                <a:gd name="T95" fmla="*/ 530 h 1211"/>
                <a:gd name="T96" fmla="*/ 681 w 1210"/>
                <a:gd name="T97" fmla="*/ 1211 h 1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10" h="1211">
                  <a:moveTo>
                    <a:pt x="0" y="1211"/>
                  </a:moveTo>
                  <a:lnTo>
                    <a:pt x="605" y="1211"/>
                  </a:lnTo>
                  <a:lnTo>
                    <a:pt x="605" y="0"/>
                  </a:lnTo>
                  <a:lnTo>
                    <a:pt x="0" y="0"/>
                  </a:lnTo>
                  <a:lnTo>
                    <a:pt x="0" y="1211"/>
                  </a:lnTo>
                  <a:close/>
                  <a:moveTo>
                    <a:pt x="378" y="151"/>
                  </a:moveTo>
                  <a:lnTo>
                    <a:pt x="530" y="151"/>
                  </a:lnTo>
                  <a:lnTo>
                    <a:pt x="530" y="303"/>
                  </a:lnTo>
                  <a:lnTo>
                    <a:pt x="378" y="303"/>
                  </a:lnTo>
                  <a:lnTo>
                    <a:pt x="378" y="151"/>
                  </a:lnTo>
                  <a:close/>
                  <a:moveTo>
                    <a:pt x="378" y="454"/>
                  </a:moveTo>
                  <a:lnTo>
                    <a:pt x="530" y="454"/>
                  </a:lnTo>
                  <a:lnTo>
                    <a:pt x="530" y="605"/>
                  </a:lnTo>
                  <a:lnTo>
                    <a:pt x="378" y="605"/>
                  </a:lnTo>
                  <a:lnTo>
                    <a:pt x="378" y="454"/>
                  </a:lnTo>
                  <a:close/>
                  <a:moveTo>
                    <a:pt x="378" y="757"/>
                  </a:moveTo>
                  <a:lnTo>
                    <a:pt x="530" y="757"/>
                  </a:lnTo>
                  <a:lnTo>
                    <a:pt x="530" y="908"/>
                  </a:lnTo>
                  <a:lnTo>
                    <a:pt x="378" y="908"/>
                  </a:lnTo>
                  <a:lnTo>
                    <a:pt x="378" y="757"/>
                  </a:lnTo>
                  <a:close/>
                  <a:moveTo>
                    <a:pt x="76" y="151"/>
                  </a:moveTo>
                  <a:lnTo>
                    <a:pt x="227" y="151"/>
                  </a:lnTo>
                  <a:lnTo>
                    <a:pt x="227" y="303"/>
                  </a:lnTo>
                  <a:lnTo>
                    <a:pt x="76" y="303"/>
                  </a:lnTo>
                  <a:lnTo>
                    <a:pt x="76" y="151"/>
                  </a:lnTo>
                  <a:close/>
                  <a:moveTo>
                    <a:pt x="76" y="454"/>
                  </a:moveTo>
                  <a:lnTo>
                    <a:pt x="227" y="454"/>
                  </a:lnTo>
                  <a:lnTo>
                    <a:pt x="227" y="605"/>
                  </a:lnTo>
                  <a:lnTo>
                    <a:pt x="76" y="605"/>
                  </a:lnTo>
                  <a:lnTo>
                    <a:pt x="76" y="454"/>
                  </a:lnTo>
                  <a:close/>
                  <a:moveTo>
                    <a:pt x="76" y="757"/>
                  </a:moveTo>
                  <a:lnTo>
                    <a:pt x="227" y="757"/>
                  </a:lnTo>
                  <a:lnTo>
                    <a:pt x="227" y="908"/>
                  </a:lnTo>
                  <a:lnTo>
                    <a:pt x="76" y="908"/>
                  </a:lnTo>
                  <a:lnTo>
                    <a:pt x="76" y="757"/>
                  </a:lnTo>
                  <a:close/>
                  <a:moveTo>
                    <a:pt x="681" y="378"/>
                  </a:moveTo>
                  <a:lnTo>
                    <a:pt x="1210" y="378"/>
                  </a:lnTo>
                  <a:lnTo>
                    <a:pt x="1210" y="454"/>
                  </a:lnTo>
                  <a:lnTo>
                    <a:pt x="681" y="454"/>
                  </a:lnTo>
                  <a:lnTo>
                    <a:pt x="681" y="378"/>
                  </a:lnTo>
                  <a:close/>
                  <a:moveTo>
                    <a:pt x="681" y="1211"/>
                  </a:moveTo>
                  <a:lnTo>
                    <a:pt x="832" y="1211"/>
                  </a:lnTo>
                  <a:lnTo>
                    <a:pt x="832" y="908"/>
                  </a:lnTo>
                  <a:lnTo>
                    <a:pt x="1059" y="908"/>
                  </a:lnTo>
                  <a:lnTo>
                    <a:pt x="1059" y="1211"/>
                  </a:lnTo>
                  <a:lnTo>
                    <a:pt x="1210" y="1211"/>
                  </a:lnTo>
                  <a:lnTo>
                    <a:pt x="1210" y="530"/>
                  </a:lnTo>
                  <a:lnTo>
                    <a:pt x="681" y="530"/>
                  </a:lnTo>
                  <a:lnTo>
                    <a:pt x="681" y="1211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3" name="Freeform 21"/>
            <p:cNvSpPr>
              <a:spLocks noEditPoints="1"/>
            </p:cNvSpPr>
            <p:nvPr/>
          </p:nvSpPr>
          <p:spPr bwMode="auto">
            <a:xfrm rot="929619">
              <a:off x="5128007" y="1421919"/>
              <a:ext cx="939574" cy="763452"/>
            </a:xfrm>
            <a:custGeom>
              <a:avLst/>
              <a:gdLst>
                <a:gd name="T0" fmla="*/ 152 w 512"/>
                <a:gd name="T1" fmla="*/ 240 h 416"/>
                <a:gd name="T2" fmla="*/ 256 w 512"/>
                <a:gd name="T3" fmla="*/ 344 h 416"/>
                <a:gd name="T4" fmla="*/ 360 w 512"/>
                <a:gd name="T5" fmla="*/ 240 h 416"/>
                <a:gd name="T6" fmla="*/ 256 w 512"/>
                <a:gd name="T7" fmla="*/ 136 h 416"/>
                <a:gd name="T8" fmla="*/ 152 w 512"/>
                <a:gd name="T9" fmla="*/ 240 h 416"/>
                <a:gd name="T10" fmla="*/ 480 w 512"/>
                <a:gd name="T11" fmla="*/ 64 h 416"/>
                <a:gd name="T12" fmla="*/ 368 w 512"/>
                <a:gd name="T13" fmla="*/ 64 h 416"/>
                <a:gd name="T14" fmla="*/ 320 w 512"/>
                <a:gd name="T15" fmla="*/ 0 h 416"/>
                <a:gd name="T16" fmla="*/ 192 w 512"/>
                <a:gd name="T17" fmla="*/ 0 h 416"/>
                <a:gd name="T18" fmla="*/ 144 w 512"/>
                <a:gd name="T19" fmla="*/ 64 h 416"/>
                <a:gd name="T20" fmla="*/ 32 w 512"/>
                <a:gd name="T21" fmla="*/ 64 h 416"/>
                <a:gd name="T22" fmla="*/ 0 w 512"/>
                <a:gd name="T23" fmla="*/ 96 h 416"/>
                <a:gd name="T24" fmla="*/ 0 w 512"/>
                <a:gd name="T25" fmla="*/ 384 h 416"/>
                <a:gd name="T26" fmla="*/ 32 w 512"/>
                <a:gd name="T27" fmla="*/ 416 h 416"/>
                <a:gd name="T28" fmla="*/ 480 w 512"/>
                <a:gd name="T29" fmla="*/ 416 h 416"/>
                <a:gd name="T30" fmla="*/ 512 w 512"/>
                <a:gd name="T31" fmla="*/ 384 h 416"/>
                <a:gd name="T32" fmla="*/ 512 w 512"/>
                <a:gd name="T33" fmla="*/ 96 h 416"/>
                <a:gd name="T34" fmla="*/ 480 w 512"/>
                <a:gd name="T35" fmla="*/ 64 h 416"/>
                <a:gd name="T36" fmla="*/ 256 w 512"/>
                <a:gd name="T37" fmla="*/ 382 h 416"/>
                <a:gd name="T38" fmla="*/ 114 w 512"/>
                <a:gd name="T39" fmla="*/ 240 h 416"/>
                <a:gd name="T40" fmla="*/ 256 w 512"/>
                <a:gd name="T41" fmla="*/ 98 h 416"/>
                <a:gd name="T42" fmla="*/ 398 w 512"/>
                <a:gd name="T43" fmla="*/ 240 h 416"/>
                <a:gd name="T44" fmla="*/ 256 w 512"/>
                <a:gd name="T45" fmla="*/ 382 h 416"/>
                <a:gd name="T46" fmla="*/ 480 w 512"/>
                <a:gd name="T47" fmla="*/ 160 h 416"/>
                <a:gd name="T48" fmla="*/ 416 w 512"/>
                <a:gd name="T49" fmla="*/ 160 h 416"/>
                <a:gd name="T50" fmla="*/ 416 w 512"/>
                <a:gd name="T51" fmla="*/ 128 h 416"/>
                <a:gd name="T52" fmla="*/ 480 w 512"/>
                <a:gd name="T53" fmla="*/ 128 h 416"/>
                <a:gd name="T54" fmla="*/ 480 w 512"/>
                <a:gd name="T55" fmla="*/ 160 h 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12" h="416">
                  <a:moveTo>
                    <a:pt x="152" y="240"/>
                  </a:moveTo>
                  <a:cubicBezTo>
                    <a:pt x="152" y="297"/>
                    <a:pt x="199" y="344"/>
                    <a:pt x="256" y="344"/>
                  </a:cubicBezTo>
                  <a:cubicBezTo>
                    <a:pt x="313" y="344"/>
                    <a:pt x="360" y="297"/>
                    <a:pt x="360" y="240"/>
                  </a:cubicBezTo>
                  <a:cubicBezTo>
                    <a:pt x="360" y="183"/>
                    <a:pt x="313" y="136"/>
                    <a:pt x="256" y="136"/>
                  </a:cubicBezTo>
                  <a:cubicBezTo>
                    <a:pt x="199" y="136"/>
                    <a:pt x="152" y="183"/>
                    <a:pt x="152" y="240"/>
                  </a:cubicBezTo>
                  <a:close/>
                  <a:moveTo>
                    <a:pt x="480" y="64"/>
                  </a:moveTo>
                  <a:cubicBezTo>
                    <a:pt x="368" y="64"/>
                    <a:pt x="368" y="64"/>
                    <a:pt x="368" y="64"/>
                  </a:cubicBezTo>
                  <a:cubicBezTo>
                    <a:pt x="360" y="32"/>
                    <a:pt x="352" y="0"/>
                    <a:pt x="320" y="0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160" y="0"/>
                    <a:pt x="152" y="32"/>
                    <a:pt x="144" y="64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14" y="64"/>
                    <a:pt x="0" y="78"/>
                    <a:pt x="0" y="96"/>
                  </a:cubicBezTo>
                  <a:cubicBezTo>
                    <a:pt x="0" y="384"/>
                    <a:pt x="0" y="384"/>
                    <a:pt x="0" y="384"/>
                  </a:cubicBezTo>
                  <a:cubicBezTo>
                    <a:pt x="0" y="402"/>
                    <a:pt x="14" y="416"/>
                    <a:pt x="32" y="416"/>
                  </a:cubicBezTo>
                  <a:cubicBezTo>
                    <a:pt x="480" y="416"/>
                    <a:pt x="480" y="416"/>
                    <a:pt x="480" y="416"/>
                  </a:cubicBezTo>
                  <a:cubicBezTo>
                    <a:pt x="498" y="416"/>
                    <a:pt x="512" y="402"/>
                    <a:pt x="512" y="384"/>
                  </a:cubicBezTo>
                  <a:cubicBezTo>
                    <a:pt x="512" y="96"/>
                    <a:pt x="512" y="96"/>
                    <a:pt x="512" y="96"/>
                  </a:cubicBezTo>
                  <a:cubicBezTo>
                    <a:pt x="512" y="78"/>
                    <a:pt x="498" y="64"/>
                    <a:pt x="480" y="64"/>
                  </a:cubicBezTo>
                  <a:close/>
                  <a:moveTo>
                    <a:pt x="256" y="382"/>
                  </a:moveTo>
                  <a:cubicBezTo>
                    <a:pt x="178" y="382"/>
                    <a:pt x="114" y="318"/>
                    <a:pt x="114" y="240"/>
                  </a:cubicBezTo>
                  <a:cubicBezTo>
                    <a:pt x="114" y="162"/>
                    <a:pt x="178" y="98"/>
                    <a:pt x="256" y="98"/>
                  </a:cubicBezTo>
                  <a:cubicBezTo>
                    <a:pt x="334" y="98"/>
                    <a:pt x="398" y="162"/>
                    <a:pt x="398" y="240"/>
                  </a:cubicBezTo>
                  <a:cubicBezTo>
                    <a:pt x="398" y="318"/>
                    <a:pt x="334" y="382"/>
                    <a:pt x="256" y="382"/>
                  </a:cubicBezTo>
                  <a:close/>
                  <a:moveTo>
                    <a:pt x="480" y="160"/>
                  </a:moveTo>
                  <a:cubicBezTo>
                    <a:pt x="416" y="160"/>
                    <a:pt x="416" y="160"/>
                    <a:pt x="416" y="160"/>
                  </a:cubicBezTo>
                  <a:cubicBezTo>
                    <a:pt x="416" y="128"/>
                    <a:pt x="416" y="128"/>
                    <a:pt x="416" y="128"/>
                  </a:cubicBezTo>
                  <a:cubicBezTo>
                    <a:pt x="480" y="128"/>
                    <a:pt x="480" y="128"/>
                    <a:pt x="480" y="128"/>
                  </a:cubicBezTo>
                  <a:lnTo>
                    <a:pt x="480" y="160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4" name="Freeform 22"/>
            <p:cNvSpPr>
              <a:spLocks/>
            </p:cNvSpPr>
            <p:nvPr/>
          </p:nvSpPr>
          <p:spPr bwMode="auto">
            <a:xfrm rot="900000">
              <a:off x="6204248" y="79128"/>
              <a:ext cx="1051948" cy="1052818"/>
            </a:xfrm>
            <a:custGeom>
              <a:avLst/>
              <a:gdLst>
                <a:gd name="T0" fmla="*/ 480 w 512"/>
                <a:gd name="T1" fmla="*/ 0 h 512"/>
                <a:gd name="T2" fmla="*/ 512 w 512"/>
                <a:gd name="T3" fmla="*/ 0 h 512"/>
                <a:gd name="T4" fmla="*/ 512 w 512"/>
                <a:gd name="T5" fmla="*/ 368 h 512"/>
                <a:gd name="T6" fmla="*/ 400 w 512"/>
                <a:gd name="T7" fmla="*/ 448 h 512"/>
                <a:gd name="T8" fmla="*/ 288 w 512"/>
                <a:gd name="T9" fmla="*/ 368 h 512"/>
                <a:gd name="T10" fmla="*/ 400 w 512"/>
                <a:gd name="T11" fmla="*/ 288 h 512"/>
                <a:gd name="T12" fmla="*/ 480 w 512"/>
                <a:gd name="T13" fmla="*/ 312 h 512"/>
                <a:gd name="T14" fmla="*/ 480 w 512"/>
                <a:gd name="T15" fmla="*/ 128 h 512"/>
                <a:gd name="T16" fmla="*/ 224 w 512"/>
                <a:gd name="T17" fmla="*/ 185 h 512"/>
                <a:gd name="T18" fmla="*/ 224 w 512"/>
                <a:gd name="T19" fmla="*/ 432 h 512"/>
                <a:gd name="T20" fmla="*/ 112 w 512"/>
                <a:gd name="T21" fmla="*/ 512 h 512"/>
                <a:gd name="T22" fmla="*/ 0 w 512"/>
                <a:gd name="T23" fmla="*/ 432 h 512"/>
                <a:gd name="T24" fmla="*/ 112 w 512"/>
                <a:gd name="T25" fmla="*/ 352 h 512"/>
                <a:gd name="T26" fmla="*/ 192 w 512"/>
                <a:gd name="T27" fmla="*/ 376 h 512"/>
                <a:gd name="T28" fmla="*/ 192 w 512"/>
                <a:gd name="T29" fmla="*/ 64 h 512"/>
                <a:gd name="T30" fmla="*/ 480 w 512"/>
                <a:gd name="T31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12" h="512">
                  <a:moveTo>
                    <a:pt x="480" y="0"/>
                  </a:moveTo>
                  <a:cubicBezTo>
                    <a:pt x="512" y="0"/>
                    <a:pt x="512" y="0"/>
                    <a:pt x="512" y="0"/>
                  </a:cubicBezTo>
                  <a:cubicBezTo>
                    <a:pt x="512" y="368"/>
                    <a:pt x="512" y="368"/>
                    <a:pt x="512" y="368"/>
                  </a:cubicBezTo>
                  <a:cubicBezTo>
                    <a:pt x="512" y="412"/>
                    <a:pt x="462" y="448"/>
                    <a:pt x="400" y="448"/>
                  </a:cubicBezTo>
                  <a:cubicBezTo>
                    <a:pt x="338" y="448"/>
                    <a:pt x="288" y="412"/>
                    <a:pt x="288" y="368"/>
                  </a:cubicBezTo>
                  <a:cubicBezTo>
                    <a:pt x="288" y="324"/>
                    <a:pt x="338" y="288"/>
                    <a:pt x="400" y="288"/>
                  </a:cubicBezTo>
                  <a:cubicBezTo>
                    <a:pt x="431" y="288"/>
                    <a:pt x="460" y="297"/>
                    <a:pt x="480" y="312"/>
                  </a:cubicBezTo>
                  <a:cubicBezTo>
                    <a:pt x="480" y="128"/>
                    <a:pt x="480" y="128"/>
                    <a:pt x="480" y="128"/>
                  </a:cubicBezTo>
                  <a:cubicBezTo>
                    <a:pt x="224" y="185"/>
                    <a:pt x="224" y="185"/>
                    <a:pt x="224" y="185"/>
                  </a:cubicBezTo>
                  <a:cubicBezTo>
                    <a:pt x="224" y="432"/>
                    <a:pt x="224" y="432"/>
                    <a:pt x="224" y="432"/>
                  </a:cubicBezTo>
                  <a:cubicBezTo>
                    <a:pt x="224" y="476"/>
                    <a:pt x="174" y="512"/>
                    <a:pt x="112" y="512"/>
                  </a:cubicBezTo>
                  <a:cubicBezTo>
                    <a:pt x="50" y="512"/>
                    <a:pt x="0" y="476"/>
                    <a:pt x="0" y="432"/>
                  </a:cubicBezTo>
                  <a:cubicBezTo>
                    <a:pt x="0" y="388"/>
                    <a:pt x="50" y="352"/>
                    <a:pt x="112" y="352"/>
                  </a:cubicBezTo>
                  <a:cubicBezTo>
                    <a:pt x="143" y="352"/>
                    <a:pt x="172" y="361"/>
                    <a:pt x="192" y="376"/>
                  </a:cubicBezTo>
                  <a:cubicBezTo>
                    <a:pt x="192" y="64"/>
                    <a:pt x="192" y="64"/>
                    <a:pt x="192" y="64"/>
                  </a:cubicBezTo>
                  <a:lnTo>
                    <a:pt x="480" y="0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5" name="Freeform 27"/>
            <p:cNvSpPr>
              <a:spLocks noEditPoints="1"/>
            </p:cNvSpPr>
            <p:nvPr/>
          </p:nvSpPr>
          <p:spPr bwMode="auto">
            <a:xfrm rot="20700000">
              <a:off x="203517" y="2609489"/>
              <a:ext cx="603715" cy="967062"/>
            </a:xfrm>
            <a:custGeom>
              <a:avLst/>
              <a:gdLst>
                <a:gd name="T0" fmla="*/ 160 w 320"/>
                <a:gd name="T1" fmla="*/ 0 h 512"/>
                <a:gd name="T2" fmla="*/ 0 w 320"/>
                <a:gd name="T3" fmla="*/ 160 h 512"/>
                <a:gd name="T4" fmla="*/ 160 w 320"/>
                <a:gd name="T5" fmla="*/ 512 h 512"/>
                <a:gd name="T6" fmla="*/ 320 w 320"/>
                <a:gd name="T7" fmla="*/ 160 h 512"/>
                <a:gd name="T8" fmla="*/ 160 w 320"/>
                <a:gd name="T9" fmla="*/ 0 h 512"/>
                <a:gd name="T10" fmla="*/ 160 w 320"/>
                <a:gd name="T11" fmla="*/ 258 h 512"/>
                <a:gd name="T12" fmla="*/ 62 w 320"/>
                <a:gd name="T13" fmla="*/ 160 h 512"/>
                <a:gd name="T14" fmla="*/ 160 w 320"/>
                <a:gd name="T15" fmla="*/ 62 h 512"/>
                <a:gd name="T16" fmla="*/ 258 w 320"/>
                <a:gd name="T17" fmla="*/ 160 h 512"/>
                <a:gd name="T18" fmla="*/ 160 w 320"/>
                <a:gd name="T19" fmla="*/ 258 h 512"/>
                <a:gd name="T20" fmla="*/ 98 w 320"/>
                <a:gd name="T21" fmla="*/ 160 h 512"/>
                <a:gd name="T22" fmla="*/ 160 w 320"/>
                <a:gd name="T23" fmla="*/ 98 h 512"/>
                <a:gd name="T24" fmla="*/ 222 w 320"/>
                <a:gd name="T25" fmla="*/ 160 h 512"/>
                <a:gd name="T26" fmla="*/ 160 w 320"/>
                <a:gd name="T27" fmla="*/ 222 h 512"/>
                <a:gd name="T28" fmla="*/ 98 w 320"/>
                <a:gd name="T29" fmla="*/ 16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20" h="512">
                  <a:moveTo>
                    <a:pt x="160" y="0"/>
                  </a:moveTo>
                  <a:cubicBezTo>
                    <a:pt x="72" y="0"/>
                    <a:pt x="0" y="72"/>
                    <a:pt x="0" y="160"/>
                  </a:cubicBezTo>
                  <a:cubicBezTo>
                    <a:pt x="0" y="320"/>
                    <a:pt x="160" y="512"/>
                    <a:pt x="160" y="512"/>
                  </a:cubicBezTo>
                  <a:cubicBezTo>
                    <a:pt x="160" y="512"/>
                    <a:pt x="320" y="320"/>
                    <a:pt x="320" y="160"/>
                  </a:cubicBezTo>
                  <a:cubicBezTo>
                    <a:pt x="320" y="72"/>
                    <a:pt x="248" y="0"/>
                    <a:pt x="160" y="0"/>
                  </a:cubicBezTo>
                  <a:close/>
                  <a:moveTo>
                    <a:pt x="160" y="258"/>
                  </a:moveTo>
                  <a:cubicBezTo>
                    <a:pt x="106" y="258"/>
                    <a:pt x="62" y="214"/>
                    <a:pt x="62" y="160"/>
                  </a:cubicBezTo>
                  <a:cubicBezTo>
                    <a:pt x="62" y="106"/>
                    <a:pt x="106" y="62"/>
                    <a:pt x="160" y="62"/>
                  </a:cubicBezTo>
                  <a:cubicBezTo>
                    <a:pt x="214" y="62"/>
                    <a:pt x="258" y="106"/>
                    <a:pt x="258" y="160"/>
                  </a:cubicBezTo>
                  <a:cubicBezTo>
                    <a:pt x="258" y="214"/>
                    <a:pt x="214" y="258"/>
                    <a:pt x="160" y="258"/>
                  </a:cubicBezTo>
                  <a:close/>
                  <a:moveTo>
                    <a:pt x="98" y="160"/>
                  </a:moveTo>
                  <a:cubicBezTo>
                    <a:pt x="98" y="126"/>
                    <a:pt x="126" y="98"/>
                    <a:pt x="160" y="98"/>
                  </a:cubicBezTo>
                  <a:cubicBezTo>
                    <a:pt x="194" y="98"/>
                    <a:pt x="222" y="126"/>
                    <a:pt x="222" y="160"/>
                  </a:cubicBezTo>
                  <a:cubicBezTo>
                    <a:pt x="222" y="194"/>
                    <a:pt x="194" y="222"/>
                    <a:pt x="160" y="222"/>
                  </a:cubicBezTo>
                  <a:cubicBezTo>
                    <a:pt x="126" y="222"/>
                    <a:pt x="98" y="194"/>
                    <a:pt x="98" y="16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6" name="Freeform 30"/>
            <p:cNvSpPr>
              <a:spLocks/>
            </p:cNvSpPr>
            <p:nvPr/>
          </p:nvSpPr>
          <p:spPr bwMode="auto">
            <a:xfrm rot="1010921">
              <a:off x="3392679" y="2535898"/>
              <a:ext cx="821642" cy="762676"/>
            </a:xfrm>
            <a:custGeom>
              <a:avLst/>
              <a:gdLst>
                <a:gd name="T0" fmla="*/ 256 w 448"/>
                <a:gd name="T1" fmla="*/ 289 h 416"/>
                <a:gd name="T2" fmla="*/ 256 w 448"/>
                <a:gd name="T3" fmla="*/ 263 h 416"/>
                <a:gd name="T4" fmla="*/ 320 w 448"/>
                <a:gd name="T5" fmla="*/ 144 h 416"/>
                <a:gd name="T6" fmla="*/ 224 w 448"/>
                <a:gd name="T7" fmla="*/ 0 h 416"/>
                <a:gd name="T8" fmla="*/ 128 w 448"/>
                <a:gd name="T9" fmla="*/ 144 h 416"/>
                <a:gd name="T10" fmla="*/ 192 w 448"/>
                <a:gd name="T11" fmla="*/ 263 h 416"/>
                <a:gd name="T12" fmla="*/ 192 w 448"/>
                <a:gd name="T13" fmla="*/ 289 h 416"/>
                <a:gd name="T14" fmla="*/ 0 w 448"/>
                <a:gd name="T15" fmla="*/ 416 h 416"/>
                <a:gd name="T16" fmla="*/ 448 w 448"/>
                <a:gd name="T17" fmla="*/ 416 h 416"/>
                <a:gd name="T18" fmla="*/ 256 w 448"/>
                <a:gd name="T19" fmla="*/ 289 h 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48" h="416">
                  <a:moveTo>
                    <a:pt x="256" y="289"/>
                  </a:moveTo>
                  <a:cubicBezTo>
                    <a:pt x="256" y="263"/>
                    <a:pt x="256" y="263"/>
                    <a:pt x="256" y="263"/>
                  </a:cubicBezTo>
                  <a:cubicBezTo>
                    <a:pt x="291" y="243"/>
                    <a:pt x="320" y="194"/>
                    <a:pt x="320" y="144"/>
                  </a:cubicBezTo>
                  <a:cubicBezTo>
                    <a:pt x="320" y="64"/>
                    <a:pt x="320" y="0"/>
                    <a:pt x="224" y="0"/>
                  </a:cubicBezTo>
                  <a:cubicBezTo>
                    <a:pt x="128" y="0"/>
                    <a:pt x="128" y="64"/>
                    <a:pt x="128" y="144"/>
                  </a:cubicBezTo>
                  <a:cubicBezTo>
                    <a:pt x="128" y="194"/>
                    <a:pt x="157" y="243"/>
                    <a:pt x="192" y="263"/>
                  </a:cubicBezTo>
                  <a:cubicBezTo>
                    <a:pt x="192" y="289"/>
                    <a:pt x="192" y="289"/>
                    <a:pt x="192" y="289"/>
                  </a:cubicBezTo>
                  <a:cubicBezTo>
                    <a:pt x="83" y="298"/>
                    <a:pt x="0" y="352"/>
                    <a:pt x="0" y="416"/>
                  </a:cubicBezTo>
                  <a:cubicBezTo>
                    <a:pt x="448" y="416"/>
                    <a:pt x="448" y="416"/>
                    <a:pt x="448" y="416"/>
                  </a:cubicBezTo>
                  <a:cubicBezTo>
                    <a:pt x="448" y="352"/>
                    <a:pt x="365" y="298"/>
                    <a:pt x="256" y="289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7" name="Freeform 32"/>
            <p:cNvSpPr>
              <a:spLocks noEditPoints="1"/>
            </p:cNvSpPr>
            <p:nvPr/>
          </p:nvSpPr>
          <p:spPr bwMode="auto">
            <a:xfrm>
              <a:off x="5965484" y="2411290"/>
              <a:ext cx="938798" cy="821642"/>
            </a:xfrm>
            <a:custGeom>
              <a:avLst/>
              <a:gdLst>
                <a:gd name="T0" fmla="*/ 416 w 512"/>
                <a:gd name="T1" fmla="*/ 64 h 448"/>
                <a:gd name="T2" fmla="*/ 416 w 512"/>
                <a:gd name="T3" fmla="*/ 0 h 448"/>
                <a:gd name="T4" fmla="*/ 96 w 512"/>
                <a:gd name="T5" fmla="*/ 0 h 448"/>
                <a:gd name="T6" fmla="*/ 96 w 512"/>
                <a:gd name="T7" fmla="*/ 64 h 448"/>
                <a:gd name="T8" fmla="*/ 0 w 512"/>
                <a:gd name="T9" fmla="*/ 64 h 448"/>
                <a:gd name="T10" fmla="*/ 0 w 512"/>
                <a:gd name="T11" fmla="*/ 128 h 448"/>
                <a:gd name="T12" fmla="*/ 96 w 512"/>
                <a:gd name="T13" fmla="*/ 224 h 448"/>
                <a:gd name="T14" fmla="*/ 125 w 512"/>
                <a:gd name="T15" fmla="*/ 220 h 448"/>
                <a:gd name="T16" fmla="*/ 224 w 512"/>
                <a:gd name="T17" fmla="*/ 285 h 448"/>
                <a:gd name="T18" fmla="*/ 224 w 512"/>
                <a:gd name="T19" fmla="*/ 384 h 448"/>
                <a:gd name="T20" fmla="*/ 192 w 512"/>
                <a:gd name="T21" fmla="*/ 384 h 448"/>
                <a:gd name="T22" fmla="*/ 128 w 512"/>
                <a:gd name="T23" fmla="*/ 448 h 448"/>
                <a:gd name="T24" fmla="*/ 384 w 512"/>
                <a:gd name="T25" fmla="*/ 448 h 448"/>
                <a:gd name="T26" fmla="*/ 320 w 512"/>
                <a:gd name="T27" fmla="*/ 384 h 448"/>
                <a:gd name="T28" fmla="*/ 288 w 512"/>
                <a:gd name="T29" fmla="*/ 384 h 448"/>
                <a:gd name="T30" fmla="*/ 288 w 512"/>
                <a:gd name="T31" fmla="*/ 285 h 448"/>
                <a:gd name="T32" fmla="*/ 387 w 512"/>
                <a:gd name="T33" fmla="*/ 220 h 448"/>
                <a:gd name="T34" fmla="*/ 416 w 512"/>
                <a:gd name="T35" fmla="*/ 224 h 448"/>
                <a:gd name="T36" fmla="*/ 512 w 512"/>
                <a:gd name="T37" fmla="*/ 128 h 448"/>
                <a:gd name="T38" fmla="*/ 512 w 512"/>
                <a:gd name="T39" fmla="*/ 64 h 448"/>
                <a:gd name="T40" fmla="*/ 416 w 512"/>
                <a:gd name="T41" fmla="*/ 64 h 448"/>
                <a:gd name="T42" fmla="*/ 96 w 512"/>
                <a:gd name="T43" fmla="*/ 186 h 448"/>
                <a:gd name="T44" fmla="*/ 38 w 512"/>
                <a:gd name="T45" fmla="*/ 128 h 448"/>
                <a:gd name="T46" fmla="*/ 38 w 512"/>
                <a:gd name="T47" fmla="*/ 96 h 448"/>
                <a:gd name="T48" fmla="*/ 96 w 512"/>
                <a:gd name="T49" fmla="*/ 96 h 448"/>
                <a:gd name="T50" fmla="*/ 96 w 512"/>
                <a:gd name="T51" fmla="*/ 128 h 448"/>
                <a:gd name="T52" fmla="*/ 106 w 512"/>
                <a:gd name="T53" fmla="*/ 185 h 448"/>
                <a:gd name="T54" fmla="*/ 96 w 512"/>
                <a:gd name="T55" fmla="*/ 186 h 448"/>
                <a:gd name="T56" fmla="*/ 474 w 512"/>
                <a:gd name="T57" fmla="*/ 128 h 448"/>
                <a:gd name="T58" fmla="*/ 416 w 512"/>
                <a:gd name="T59" fmla="*/ 186 h 448"/>
                <a:gd name="T60" fmla="*/ 406 w 512"/>
                <a:gd name="T61" fmla="*/ 185 h 448"/>
                <a:gd name="T62" fmla="*/ 416 w 512"/>
                <a:gd name="T63" fmla="*/ 128 h 448"/>
                <a:gd name="T64" fmla="*/ 416 w 512"/>
                <a:gd name="T65" fmla="*/ 96 h 448"/>
                <a:gd name="T66" fmla="*/ 474 w 512"/>
                <a:gd name="T67" fmla="*/ 96 h 448"/>
                <a:gd name="T68" fmla="*/ 474 w 512"/>
                <a:gd name="T69" fmla="*/ 128 h 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12" h="448">
                  <a:moveTo>
                    <a:pt x="416" y="64"/>
                  </a:moveTo>
                  <a:cubicBezTo>
                    <a:pt x="416" y="0"/>
                    <a:pt x="416" y="0"/>
                    <a:pt x="416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6" y="64"/>
                    <a:pt x="96" y="64"/>
                    <a:pt x="96" y="64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0" y="181"/>
                    <a:pt x="43" y="224"/>
                    <a:pt x="96" y="224"/>
                  </a:cubicBezTo>
                  <a:cubicBezTo>
                    <a:pt x="106" y="224"/>
                    <a:pt x="116" y="222"/>
                    <a:pt x="125" y="220"/>
                  </a:cubicBezTo>
                  <a:cubicBezTo>
                    <a:pt x="148" y="253"/>
                    <a:pt x="183" y="276"/>
                    <a:pt x="224" y="285"/>
                  </a:cubicBezTo>
                  <a:cubicBezTo>
                    <a:pt x="224" y="384"/>
                    <a:pt x="224" y="384"/>
                    <a:pt x="224" y="384"/>
                  </a:cubicBezTo>
                  <a:cubicBezTo>
                    <a:pt x="192" y="384"/>
                    <a:pt x="192" y="384"/>
                    <a:pt x="192" y="384"/>
                  </a:cubicBezTo>
                  <a:cubicBezTo>
                    <a:pt x="157" y="384"/>
                    <a:pt x="128" y="413"/>
                    <a:pt x="128" y="448"/>
                  </a:cubicBezTo>
                  <a:cubicBezTo>
                    <a:pt x="384" y="448"/>
                    <a:pt x="384" y="448"/>
                    <a:pt x="384" y="448"/>
                  </a:cubicBezTo>
                  <a:cubicBezTo>
                    <a:pt x="384" y="413"/>
                    <a:pt x="355" y="384"/>
                    <a:pt x="320" y="384"/>
                  </a:cubicBezTo>
                  <a:cubicBezTo>
                    <a:pt x="288" y="384"/>
                    <a:pt x="288" y="384"/>
                    <a:pt x="288" y="384"/>
                  </a:cubicBezTo>
                  <a:cubicBezTo>
                    <a:pt x="288" y="285"/>
                    <a:pt x="288" y="285"/>
                    <a:pt x="288" y="285"/>
                  </a:cubicBezTo>
                  <a:cubicBezTo>
                    <a:pt x="329" y="276"/>
                    <a:pt x="364" y="253"/>
                    <a:pt x="387" y="220"/>
                  </a:cubicBezTo>
                  <a:cubicBezTo>
                    <a:pt x="396" y="222"/>
                    <a:pt x="406" y="224"/>
                    <a:pt x="416" y="224"/>
                  </a:cubicBezTo>
                  <a:cubicBezTo>
                    <a:pt x="469" y="224"/>
                    <a:pt x="512" y="181"/>
                    <a:pt x="512" y="128"/>
                  </a:cubicBezTo>
                  <a:cubicBezTo>
                    <a:pt x="512" y="64"/>
                    <a:pt x="512" y="64"/>
                    <a:pt x="512" y="64"/>
                  </a:cubicBezTo>
                  <a:lnTo>
                    <a:pt x="416" y="64"/>
                  </a:lnTo>
                  <a:close/>
                  <a:moveTo>
                    <a:pt x="96" y="186"/>
                  </a:moveTo>
                  <a:cubicBezTo>
                    <a:pt x="64" y="186"/>
                    <a:pt x="38" y="160"/>
                    <a:pt x="38" y="128"/>
                  </a:cubicBezTo>
                  <a:cubicBezTo>
                    <a:pt x="38" y="96"/>
                    <a:pt x="38" y="96"/>
                    <a:pt x="38" y="96"/>
                  </a:cubicBezTo>
                  <a:cubicBezTo>
                    <a:pt x="96" y="96"/>
                    <a:pt x="96" y="96"/>
                    <a:pt x="96" y="96"/>
                  </a:cubicBezTo>
                  <a:cubicBezTo>
                    <a:pt x="96" y="128"/>
                    <a:pt x="96" y="128"/>
                    <a:pt x="96" y="128"/>
                  </a:cubicBezTo>
                  <a:cubicBezTo>
                    <a:pt x="96" y="148"/>
                    <a:pt x="100" y="167"/>
                    <a:pt x="106" y="185"/>
                  </a:cubicBezTo>
                  <a:cubicBezTo>
                    <a:pt x="103" y="186"/>
                    <a:pt x="100" y="186"/>
                    <a:pt x="96" y="186"/>
                  </a:cubicBezTo>
                  <a:close/>
                  <a:moveTo>
                    <a:pt x="474" y="128"/>
                  </a:moveTo>
                  <a:cubicBezTo>
                    <a:pt x="474" y="160"/>
                    <a:pt x="448" y="186"/>
                    <a:pt x="416" y="186"/>
                  </a:cubicBezTo>
                  <a:cubicBezTo>
                    <a:pt x="412" y="186"/>
                    <a:pt x="409" y="186"/>
                    <a:pt x="406" y="185"/>
                  </a:cubicBezTo>
                  <a:cubicBezTo>
                    <a:pt x="412" y="167"/>
                    <a:pt x="416" y="148"/>
                    <a:pt x="416" y="128"/>
                  </a:cubicBezTo>
                  <a:cubicBezTo>
                    <a:pt x="416" y="96"/>
                    <a:pt x="416" y="96"/>
                    <a:pt x="416" y="96"/>
                  </a:cubicBezTo>
                  <a:cubicBezTo>
                    <a:pt x="474" y="96"/>
                    <a:pt x="474" y="96"/>
                    <a:pt x="474" y="96"/>
                  </a:cubicBezTo>
                  <a:lnTo>
                    <a:pt x="474" y="128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448" name="组合 447"/>
            <p:cNvGrpSpPr/>
            <p:nvPr/>
          </p:nvGrpSpPr>
          <p:grpSpPr>
            <a:xfrm rot="20399576">
              <a:off x="3928439" y="1582772"/>
              <a:ext cx="938798" cy="821642"/>
              <a:chOff x="3866161" y="1601830"/>
              <a:chExt cx="938798" cy="821642"/>
            </a:xfrm>
            <a:grpFill/>
          </p:grpSpPr>
          <p:sp>
            <p:nvSpPr>
              <p:cNvPr id="538" name="Freeform 18"/>
              <p:cNvSpPr>
                <a:spLocks noEditPoints="1"/>
              </p:cNvSpPr>
              <p:nvPr/>
            </p:nvSpPr>
            <p:spPr bwMode="auto">
              <a:xfrm>
                <a:off x="3866161" y="1601830"/>
                <a:ext cx="938798" cy="821642"/>
              </a:xfrm>
              <a:custGeom>
                <a:avLst/>
                <a:gdLst>
                  <a:gd name="T0" fmla="*/ 480 w 512"/>
                  <a:gd name="T1" fmla="*/ 32 h 448"/>
                  <a:gd name="T2" fmla="*/ 480 w 512"/>
                  <a:gd name="T3" fmla="*/ 32 h 448"/>
                  <a:gd name="T4" fmla="*/ 480 w 512"/>
                  <a:gd name="T5" fmla="*/ 416 h 448"/>
                  <a:gd name="T6" fmla="*/ 480 w 512"/>
                  <a:gd name="T7" fmla="*/ 416 h 448"/>
                  <a:gd name="T8" fmla="*/ 32 w 512"/>
                  <a:gd name="T9" fmla="*/ 416 h 448"/>
                  <a:gd name="T10" fmla="*/ 32 w 512"/>
                  <a:gd name="T11" fmla="*/ 416 h 448"/>
                  <a:gd name="T12" fmla="*/ 32 w 512"/>
                  <a:gd name="T13" fmla="*/ 32 h 448"/>
                  <a:gd name="T14" fmla="*/ 32 w 512"/>
                  <a:gd name="T15" fmla="*/ 32 h 448"/>
                  <a:gd name="T16" fmla="*/ 480 w 512"/>
                  <a:gd name="T17" fmla="*/ 32 h 448"/>
                  <a:gd name="T18" fmla="*/ 480 w 512"/>
                  <a:gd name="T19" fmla="*/ 0 h 448"/>
                  <a:gd name="T20" fmla="*/ 32 w 512"/>
                  <a:gd name="T21" fmla="*/ 0 h 448"/>
                  <a:gd name="T22" fmla="*/ 0 w 512"/>
                  <a:gd name="T23" fmla="*/ 32 h 448"/>
                  <a:gd name="T24" fmla="*/ 0 w 512"/>
                  <a:gd name="T25" fmla="*/ 416 h 448"/>
                  <a:gd name="T26" fmla="*/ 32 w 512"/>
                  <a:gd name="T27" fmla="*/ 448 h 448"/>
                  <a:gd name="T28" fmla="*/ 480 w 512"/>
                  <a:gd name="T29" fmla="*/ 448 h 448"/>
                  <a:gd name="T30" fmla="*/ 512 w 512"/>
                  <a:gd name="T31" fmla="*/ 416 h 448"/>
                  <a:gd name="T32" fmla="*/ 512 w 512"/>
                  <a:gd name="T33" fmla="*/ 32 h 448"/>
                  <a:gd name="T34" fmla="*/ 480 w 512"/>
                  <a:gd name="T35" fmla="*/ 0 h 4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12" h="448">
                    <a:moveTo>
                      <a:pt x="480" y="32"/>
                    </a:moveTo>
                    <a:cubicBezTo>
                      <a:pt x="480" y="32"/>
                      <a:pt x="480" y="32"/>
                      <a:pt x="480" y="32"/>
                    </a:cubicBezTo>
                    <a:cubicBezTo>
                      <a:pt x="480" y="416"/>
                      <a:pt x="480" y="416"/>
                      <a:pt x="480" y="416"/>
                    </a:cubicBezTo>
                    <a:cubicBezTo>
                      <a:pt x="480" y="416"/>
                      <a:pt x="480" y="416"/>
                      <a:pt x="480" y="416"/>
                    </a:cubicBezTo>
                    <a:cubicBezTo>
                      <a:pt x="32" y="416"/>
                      <a:pt x="32" y="416"/>
                      <a:pt x="32" y="416"/>
                    </a:cubicBezTo>
                    <a:cubicBezTo>
                      <a:pt x="32" y="416"/>
                      <a:pt x="32" y="416"/>
                      <a:pt x="32" y="416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lnTo>
                      <a:pt x="480" y="32"/>
                    </a:lnTo>
                    <a:close/>
                    <a:moveTo>
                      <a:pt x="480" y="0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14" y="0"/>
                      <a:pt x="0" y="14"/>
                      <a:pt x="0" y="32"/>
                    </a:cubicBezTo>
                    <a:cubicBezTo>
                      <a:pt x="0" y="416"/>
                      <a:pt x="0" y="416"/>
                      <a:pt x="0" y="416"/>
                    </a:cubicBezTo>
                    <a:cubicBezTo>
                      <a:pt x="0" y="434"/>
                      <a:pt x="14" y="448"/>
                      <a:pt x="32" y="448"/>
                    </a:cubicBezTo>
                    <a:cubicBezTo>
                      <a:pt x="480" y="448"/>
                      <a:pt x="480" y="448"/>
                      <a:pt x="480" y="448"/>
                    </a:cubicBezTo>
                    <a:cubicBezTo>
                      <a:pt x="498" y="448"/>
                      <a:pt x="512" y="434"/>
                      <a:pt x="512" y="416"/>
                    </a:cubicBezTo>
                    <a:cubicBezTo>
                      <a:pt x="512" y="32"/>
                      <a:pt x="512" y="32"/>
                      <a:pt x="512" y="32"/>
                    </a:cubicBezTo>
                    <a:cubicBezTo>
                      <a:pt x="512" y="14"/>
                      <a:pt x="498" y="0"/>
                      <a:pt x="48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39" name="Oval 19"/>
              <p:cNvSpPr>
                <a:spLocks noChangeArrowheads="1"/>
              </p:cNvSpPr>
              <p:nvPr/>
            </p:nvSpPr>
            <p:spPr bwMode="auto">
              <a:xfrm>
                <a:off x="4452716" y="1718986"/>
                <a:ext cx="176122" cy="1761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40" name="Freeform 20"/>
              <p:cNvSpPr>
                <a:spLocks/>
              </p:cNvSpPr>
              <p:nvPr/>
            </p:nvSpPr>
            <p:spPr bwMode="auto">
              <a:xfrm>
                <a:off x="3983317" y="1836142"/>
                <a:ext cx="704486" cy="470175"/>
              </a:xfrm>
              <a:custGeom>
                <a:avLst/>
                <a:gdLst>
                  <a:gd name="T0" fmla="*/ 908 w 908"/>
                  <a:gd name="T1" fmla="*/ 606 h 606"/>
                  <a:gd name="T2" fmla="*/ 0 w 908"/>
                  <a:gd name="T3" fmla="*/ 606 h 606"/>
                  <a:gd name="T4" fmla="*/ 0 w 908"/>
                  <a:gd name="T5" fmla="*/ 454 h 606"/>
                  <a:gd name="T6" fmla="*/ 265 w 908"/>
                  <a:gd name="T7" fmla="*/ 0 h 606"/>
                  <a:gd name="T8" fmla="*/ 567 w 908"/>
                  <a:gd name="T9" fmla="*/ 379 h 606"/>
                  <a:gd name="T10" fmla="*/ 643 w 908"/>
                  <a:gd name="T11" fmla="*/ 379 h 606"/>
                  <a:gd name="T12" fmla="*/ 908 w 908"/>
                  <a:gd name="T13" fmla="*/ 152 h 606"/>
                  <a:gd name="T14" fmla="*/ 908 w 908"/>
                  <a:gd name="T15" fmla="*/ 606 h 6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08" h="606">
                    <a:moveTo>
                      <a:pt x="908" y="606"/>
                    </a:moveTo>
                    <a:lnTo>
                      <a:pt x="0" y="606"/>
                    </a:lnTo>
                    <a:lnTo>
                      <a:pt x="0" y="454"/>
                    </a:lnTo>
                    <a:lnTo>
                      <a:pt x="265" y="0"/>
                    </a:lnTo>
                    <a:lnTo>
                      <a:pt x="567" y="379"/>
                    </a:lnTo>
                    <a:lnTo>
                      <a:pt x="643" y="379"/>
                    </a:lnTo>
                    <a:lnTo>
                      <a:pt x="908" y="152"/>
                    </a:lnTo>
                    <a:lnTo>
                      <a:pt x="908" y="60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449" name="Freeform 13"/>
            <p:cNvSpPr>
              <a:spLocks noEditPoints="1"/>
            </p:cNvSpPr>
            <p:nvPr/>
          </p:nvSpPr>
          <p:spPr bwMode="auto">
            <a:xfrm rot="852814">
              <a:off x="1702465" y="134401"/>
              <a:ext cx="814484" cy="523761"/>
            </a:xfrm>
            <a:custGeom>
              <a:avLst/>
              <a:gdLst>
                <a:gd name="T0" fmla="*/ 416 w 448"/>
                <a:gd name="T1" fmla="*/ 288 h 288"/>
                <a:gd name="T2" fmla="*/ 368 w 448"/>
                <a:gd name="T3" fmla="*/ 288 h 288"/>
                <a:gd name="T4" fmla="*/ 368 w 448"/>
                <a:gd name="T5" fmla="*/ 272 h 288"/>
                <a:gd name="T6" fmla="*/ 384 w 448"/>
                <a:gd name="T7" fmla="*/ 256 h 288"/>
                <a:gd name="T8" fmla="*/ 368 w 448"/>
                <a:gd name="T9" fmla="*/ 240 h 288"/>
                <a:gd name="T10" fmla="*/ 336 w 448"/>
                <a:gd name="T11" fmla="*/ 240 h 288"/>
                <a:gd name="T12" fmla="*/ 320 w 448"/>
                <a:gd name="T13" fmla="*/ 256 h 288"/>
                <a:gd name="T14" fmla="*/ 336 w 448"/>
                <a:gd name="T15" fmla="*/ 272 h 288"/>
                <a:gd name="T16" fmla="*/ 336 w 448"/>
                <a:gd name="T17" fmla="*/ 288 h 288"/>
                <a:gd name="T18" fmla="*/ 128 w 448"/>
                <a:gd name="T19" fmla="*/ 288 h 288"/>
                <a:gd name="T20" fmla="*/ 128 w 448"/>
                <a:gd name="T21" fmla="*/ 272 h 288"/>
                <a:gd name="T22" fmla="*/ 144 w 448"/>
                <a:gd name="T23" fmla="*/ 256 h 288"/>
                <a:gd name="T24" fmla="*/ 128 w 448"/>
                <a:gd name="T25" fmla="*/ 240 h 288"/>
                <a:gd name="T26" fmla="*/ 96 w 448"/>
                <a:gd name="T27" fmla="*/ 240 h 288"/>
                <a:gd name="T28" fmla="*/ 80 w 448"/>
                <a:gd name="T29" fmla="*/ 256 h 288"/>
                <a:gd name="T30" fmla="*/ 96 w 448"/>
                <a:gd name="T31" fmla="*/ 272 h 288"/>
                <a:gd name="T32" fmla="*/ 96 w 448"/>
                <a:gd name="T33" fmla="*/ 288 h 288"/>
                <a:gd name="T34" fmla="*/ 32 w 448"/>
                <a:gd name="T35" fmla="*/ 288 h 288"/>
                <a:gd name="T36" fmla="*/ 0 w 448"/>
                <a:gd name="T37" fmla="*/ 256 h 288"/>
                <a:gd name="T38" fmla="*/ 0 w 448"/>
                <a:gd name="T39" fmla="*/ 32 h 288"/>
                <a:gd name="T40" fmla="*/ 32 w 448"/>
                <a:gd name="T41" fmla="*/ 0 h 288"/>
                <a:gd name="T42" fmla="*/ 416 w 448"/>
                <a:gd name="T43" fmla="*/ 0 h 288"/>
                <a:gd name="T44" fmla="*/ 448 w 448"/>
                <a:gd name="T45" fmla="*/ 32 h 288"/>
                <a:gd name="T46" fmla="*/ 448 w 448"/>
                <a:gd name="T47" fmla="*/ 256 h 288"/>
                <a:gd name="T48" fmla="*/ 416 w 448"/>
                <a:gd name="T49" fmla="*/ 288 h 288"/>
                <a:gd name="T50" fmla="*/ 128 w 448"/>
                <a:gd name="T51" fmla="*/ 45 h 288"/>
                <a:gd name="T52" fmla="*/ 93 w 448"/>
                <a:gd name="T53" fmla="*/ 91 h 288"/>
                <a:gd name="T54" fmla="*/ 128 w 448"/>
                <a:gd name="T55" fmla="*/ 137 h 288"/>
                <a:gd name="T56" fmla="*/ 163 w 448"/>
                <a:gd name="T57" fmla="*/ 91 h 288"/>
                <a:gd name="T58" fmla="*/ 128 w 448"/>
                <a:gd name="T59" fmla="*/ 45 h 288"/>
                <a:gd name="T60" fmla="*/ 184 w 448"/>
                <a:gd name="T61" fmla="*/ 155 h 288"/>
                <a:gd name="T62" fmla="*/ 150 w 448"/>
                <a:gd name="T63" fmla="*/ 145 h 288"/>
                <a:gd name="T64" fmla="*/ 127 w 448"/>
                <a:gd name="T65" fmla="*/ 163 h 288"/>
                <a:gd name="T66" fmla="*/ 105 w 448"/>
                <a:gd name="T67" fmla="*/ 145 h 288"/>
                <a:gd name="T68" fmla="*/ 71 w 448"/>
                <a:gd name="T69" fmla="*/ 155 h 288"/>
                <a:gd name="T70" fmla="*/ 59 w 448"/>
                <a:gd name="T71" fmla="*/ 191 h 288"/>
                <a:gd name="T72" fmla="*/ 196 w 448"/>
                <a:gd name="T73" fmla="*/ 191 h 288"/>
                <a:gd name="T74" fmla="*/ 184 w 448"/>
                <a:gd name="T75" fmla="*/ 155 h 288"/>
                <a:gd name="T76" fmla="*/ 384 w 448"/>
                <a:gd name="T77" fmla="*/ 64 h 288"/>
                <a:gd name="T78" fmla="*/ 240 w 448"/>
                <a:gd name="T79" fmla="*/ 64 h 288"/>
                <a:gd name="T80" fmla="*/ 240 w 448"/>
                <a:gd name="T81" fmla="*/ 80 h 288"/>
                <a:gd name="T82" fmla="*/ 384 w 448"/>
                <a:gd name="T83" fmla="*/ 80 h 288"/>
                <a:gd name="T84" fmla="*/ 384 w 448"/>
                <a:gd name="T85" fmla="*/ 64 h 288"/>
                <a:gd name="T86" fmla="*/ 384 w 448"/>
                <a:gd name="T87" fmla="*/ 96 h 288"/>
                <a:gd name="T88" fmla="*/ 240 w 448"/>
                <a:gd name="T89" fmla="*/ 96 h 288"/>
                <a:gd name="T90" fmla="*/ 240 w 448"/>
                <a:gd name="T91" fmla="*/ 112 h 288"/>
                <a:gd name="T92" fmla="*/ 384 w 448"/>
                <a:gd name="T93" fmla="*/ 112 h 288"/>
                <a:gd name="T94" fmla="*/ 384 w 448"/>
                <a:gd name="T95" fmla="*/ 96 h 288"/>
                <a:gd name="T96" fmla="*/ 384 w 448"/>
                <a:gd name="T97" fmla="*/ 128 h 288"/>
                <a:gd name="T98" fmla="*/ 240 w 448"/>
                <a:gd name="T99" fmla="*/ 128 h 288"/>
                <a:gd name="T100" fmla="*/ 240 w 448"/>
                <a:gd name="T101" fmla="*/ 144 h 288"/>
                <a:gd name="T102" fmla="*/ 384 w 448"/>
                <a:gd name="T103" fmla="*/ 144 h 288"/>
                <a:gd name="T104" fmla="*/ 384 w 448"/>
                <a:gd name="T105" fmla="*/ 128 h 288"/>
                <a:gd name="T106" fmla="*/ 384 w 448"/>
                <a:gd name="T107" fmla="*/ 160 h 288"/>
                <a:gd name="T108" fmla="*/ 240 w 448"/>
                <a:gd name="T109" fmla="*/ 160 h 288"/>
                <a:gd name="T110" fmla="*/ 240 w 448"/>
                <a:gd name="T111" fmla="*/ 176 h 288"/>
                <a:gd name="T112" fmla="*/ 384 w 448"/>
                <a:gd name="T113" fmla="*/ 176 h 288"/>
                <a:gd name="T114" fmla="*/ 384 w 448"/>
                <a:gd name="T115" fmla="*/ 16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48" h="288">
                  <a:moveTo>
                    <a:pt x="416" y="288"/>
                  </a:moveTo>
                  <a:cubicBezTo>
                    <a:pt x="368" y="288"/>
                    <a:pt x="368" y="288"/>
                    <a:pt x="368" y="288"/>
                  </a:cubicBezTo>
                  <a:cubicBezTo>
                    <a:pt x="368" y="272"/>
                    <a:pt x="368" y="272"/>
                    <a:pt x="368" y="272"/>
                  </a:cubicBezTo>
                  <a:cubicBezTo>
                    <a:pt x="377" y="272"/>
                    <a:pt x="384" y="265"/>
                    <a:pt x="384" y="256"/>
                  </a:cubicBezTo>
                  <a:cubicBezTo>
                    <a:pt x="384" y="247"/>
                    <a:pt x="377" y="240"/>
                    <a:pt x="368" y="240"/>
                  </a:cubicBezTo>
                  <a:cubicBezTo>
                    <a:pt x="336" y="240"/>
                    <a:pt x="336" y="240"/>
                    <a:pt x="336" y="240"/>
                  </a:cubicBezTo>
                  <a:cubicBezTo>
                    <a:pt x="327" y="240"/>
                    <a:pt x="320" y="247"/>
                    <a:pt x="320" y="256"/>
                  </a:cubicBezTo>
                  <a:cubicBezTo>
                    <a:pt x="320" y="265"/>
                    <a:pt x="327" y="272"/>
                    <a:pt x="336" y="272"/>
                  </a:cubicBezTo>
                  <a:cubicBezTo>
                    <a:pt x="336" y="288"/>
                    <a:pt x="336" y="288"/>
                    <a:pt x="336" y="288"/>
                  </a:cubicBezTo>
                  <a:cubicBezTo>
                    <a:pt x="128" y="288"/>
                    <a:pt x="128" y="288"/>
                    <a:pt x="128" y="288"/>
                  </a:cubicBezTo>
                  <a:cubicBezTo>
                    <a:pt x="128" y="272"/>
                    <a:pt x="128" y="272"/>
                    <a:pt x="128" y="272"/>
                  </a:cubicBezTo>
                  <a:cubicBezTo>
                    <a:pt x="137" y="272"/>
                    <a:pt x="144" y="265"/>
                    <a:pt x="144" y="256"/>
                  </a:cubicBezTo>
                  <a:cubicBezTo>
                    <a:pt x="144" y="247"/>
                    <a:pt x="137" y="240"/>
                    <a:pt x="128" y="240"/>
                  </a:cubicBezTo>
                  <a:cubicBezTo>
                    <a:pt x="96" y="240"/>
                    <a:pt x="96" y="240"/>
                    <a:pt x="96" y="240"/>
                  </a:cubicBezTo>
                  <a:cubicBezTo>
                    <a:pt x="87" y="240"/>
                    <a:pt x="80" y="247"/>
                    <a:pt x="80" y="256"/>
                  </a:cubicBezTo>
                  <a:cubicBezTo>
                    <a:pt x="80" y="265"/>
                    <a:pt x="87" y="272"/>
                    <a:pt x="96" y="272"/>
                  </a:cubicBezTo>
                  <a:cubicBezTo>
                    <a:pt x="96" y="288"/>
                    <a:pt x="96" y="288"/>
                    <a:pt x="96" y="288"/>
                  </a:cubicBezTo>
                  <a:cubicBezTo>
                    <a:pt x="32" y="288"/>
                    <a:pt x="32" y="288"/>
                    <a:pt x="32" y="288"/>
                  </a:cubicBezTo>
                  <a:cubicBezTo>
                    <a:pt x="14" y="288"/>
                    <a:pt x="0" y="274"/>
                    <a:pt x="0" y="256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4"/>
                    <a:pt x="14" y="0"/>
                    <a:pt x="32" y="0"/>
                  </a:cubicBezTo>
                  <a:cubicBezTo>
                    <a:pt x="416" y="0"/>
                    <a:pt x="416" y="0"/>
                    <a:pt x="416" y="0"/>
                  </a:cubicBezTo>
                  <a:cubicBezTo>
                    <a:pt x="434" y="0"/>
                    <a:pt x="448" y="14"/>
                    <a:pt x="448" y="32"/>
                  </a:cubicBezTo>
                  <a:cubicBezTo>
                    <a:pt x="448" y="256"/>
                    <a:pt x="448" y="256"/>
                    <a:pt x="448" y="256"/>
                  </a:cubicBezTo>
                  <a:cubicBezTo>
                    <a:pt x="448" y="274"/>
                    <a:pt x="434" y="288"/>
                    <a:pt x="416" y="288"/>
                  </a:cubicBezTo>
                  <a:close/>
                  <a:moveTo>
                    <a:pt x="128" y="45"/>
                  </a:moveTo>
                  <a:cubicBezTo>
                    <a:pt x="109" y="45"/>
                    <a:pt x="93" y="66"/>
                    <a:pt x="93" y="91"/>
                  </a:cubicBezTo>
                  <a:cubicBezTo>
                    <a:pt x="93" y="116"/>
                    <a:pt x="109" y="137"/>
                    <a:pt x="128" y="137"/>
                  </a:cubicBezTo>
                  <a:cubicBezTo>
                    <a:pt x="147" y="137"/>
                    <a:pt x="163" y="116"/>
                    <a:pt x="163" y="91"/>
                  </a:cubicBezTo>
                  <a:cubicBezTo>
                    <a:pt x="163" y="66"/>
                    <a:pt x="147" y="45"/>
                    <a:pt x="128" y="45"/>
                  </a:cubicBezTo>
                  <a:close/>
                  <a:moveTo>
                    <a:pt x="184" y="155"/>
                  </a:moveTo>
                  <a:cubicBezTo>
                    <a:pt x="175" y="149"/>
                    <a:pt x="150" y="145"/>
                    <a:pt x="150" y="145"/>
                  </a:cubicBezTo>
                  <a:cubicBezTo>
                    <a:pt x="150" y="145"/>
                    <a:pt x="134" y="163"/>
                    <a:pt x="127" y="163"/>
                  </a:cubicBezTo>
                  <a:cubicBezTo>
                    <a:pt x="121" y="163"/>
                    <a:pt x="105" y="145"/>
                    <a:pt x="105" y="145"/>
                  </a:cubicBezTo>
                  <a:cubicBezTo>
                    <a:pt x="105" y="145"/>
                    <a:pt x="80" y="149"/>
                    <a:pt x="71" y="155"/>
                  </a:cubicBezTo>
                  <a:cubicBezTo>
                    <a:pt x="62" y="161"/>
                    <a:pt x="59" y="191"/>
                    <a:pt x="59" y="191"/>
                  </a:cubicBezTo>
                  <a:cubicBezTo>
                    <a:pt x="196" y="191"/>
                    <a:pt x="196" y="191"/>
                    <a:pt x="196" y="191"/>
                  </a:cubicBezTo>
                  <a:cubicBezTo>
                    <a:pt x="196" y="191"/>
                    <a:pt x="194" y="162"/>
                    <a:pt x="184" y="155"/>
                  </a:cubicBezTo>
                  <a:close/>
                  <a:moveTo>
                    <a:pt x="384" y="64"/>
                  </a:moveTo>
                  <a:cubicBezTo>
                    <a:pt x="240" y="64"/>
                    <a:pt x="240" y="64"/>
                    <a:pt x="240" y="64"/>
                  </a:cubicBezTo>
                  <a:cubicBezTo>
                    <a:pt x="240" y="80"/>
                    <a:pt x="240" y="80"/>
                    <a:pt x="240" y="80"/>
                  </a:cubicBezTo>
                  <a:cubicBezTo>
                    <a:pt x="384" y="80"/>
                    <a:pt x="384" y="80"/>
                    <a:pt x="384" y="80"/>
                  </a:cubicBezTo>
                  <a:lnTo>
                    <a:pt x="384" y="64"/>
                  </a:lnTo>
                  <a:close/>
                  <a:moveTo>
                    <a:pt x="384" y="96"/>
                  </a:moveTo>
                  <a:cubicBezTo>
                    <a:pt x="240" y="96"/>
                    <a:pt x="240" y="96"/>
                    <a:pt x="240" y="96"/>
                  </a:cubicBezTo>
                  <a:cubicBezTo>
                    <a:pt x="240" y="112"/>
                    <a:pt x="240" y="112"/>
                    <a:pt x="240" y="112"/>
                  </a:cubicBezTo>
                  <a:cubicBezTo>
                    <a:pt x="384" y="112"/>
                    <a:pt x="384" y="112"/>
                    <a:pt x="384" y="112"/>
                  </a:cubicBezTo>
                  <a:lnTo>
                    <a:pt x="384" y="96"/>
                  </a:lnTo>
                  <a:close/>
                  <a:moveTo>
                    <a:pt x="384" y="128"/>
                  </a:moveTo>
                  <a:cubicBezTo>
                    <a:pt x="240" y="128"/>
                    <a:pt x="240" y="128"/>
                    <a:pt x="240" y="128"/>
                  </a:cubicBezTo>
                  <a:cubicBezTo>
                    <a:pt x="240" y="144"/>
                    <a:pt x="240" y="144"/>
                    <a:pt x="240" y="144"/>
                  </a:cubicBezTo>
                  <a:cubicBezTo>
                    <a:pt x="384" y="144"/>
                    <a:pt x="384" y="144"/>
                    <a:pt x="384" y="144"/>
                  </a:cubicBezTo>
                  <a:lnTo>
                    <a:pt x="384" y="128"/>
                  </a:lnTo>
                  <a:close/>
                  <a:moveTo>
                    <a:pt x="384" y="160"/>
                  </a:moveTo>
                  <a:cubicBezTo>
                    <a:pt x="240" y="160"/>
                    <a:pt x="240" y="160"/>
                    <a:pt x="240" y="160"/>
                  </a:cubicBezTo>
                  <a:cubicBezTo>
                    <a:pt x="240" y="176"/>
                    <a:pt x="240" y="176"/>
                    <a:pt x="240" y="176"/>
                  </a:cubicBezTo>
                  <a:cubicBezTo>
                    <a:pt x="384" y="176"/>
                    <a:pt x="384" y="176"/>
                    <a:pt x="384" y="176"/>
                  </a:cubicBezTo>
                  <a:lnTo>
                    <a:pt x="384" y="160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50" name="Freeform 35"/>
            <p:cNvSpPr>
              <a:spLocks noEditPoints="1"/>
            </p:cNvSpPr>
            <p:nvPr/>
          </p:nvSpPr>
          <p:spPr bwMode="auto">
            <a:xfrm rot="1050382">
              <a:off x="9937192" y="4628075"/>
              <a:ext cx="1207373" cy="1044615"/>
            </a:xfrm>
            <a:custGeom>
              <a:avLst/>
              <a:gdLst>
                <a:gd name="T0" fmla="*/ 503 w 518"/>
                <a:gd name="T1" fmla="*/ 71 h 448"/>
                <a:gd name="T2" fmla="*/ 423 w 518"/>
                <a:gd name="T3" fmla="*/ 7 h 448"/>
                <a:gd name="T4" fmla="*/ 403 w 518"/>
                <a:gd name="T5" fmla="*/ 0 h 448"/>
                <a:gd name="T6" fmla="*/ 115 w 518"/>
                <a:gd name="T7" fmla="*/ 0 h 448"/>
                <a:gd name="T8" fmla="*/ 95 w 518"/>
                <a:gd name="T9" fmla="*/ 7 h 448"/>
                <a:gd name="T10" fmla="*/ 15 w 518"/>
                <a:gd name="T11" fmla="*/ 71 h 448"/>
                <a:gd name="T12" fmla="*/ 5 w 518"/>
                <a:gd name="T13" fmla="*/ 106 h 448"/>
                <a:gd name="T14" fmla="*/ 37 w 518"/>
                <a:gd name="T15" fmla="*/ 202 h 448"/>
                <a:gd name="T16" fmla="*/ 57 w 518"/>
                <a:gd name="T17" fmla="*/ 222 h 448"/>
                <a:gd name="T18" fmla="*/ 67 w 518"/>
                <a:gd name="T19" fmla="*/ 224 h 448"/>
                <a:gd name="T20" fmla="*/ 83 w 518"/>
                <a:gd name="T21" fmla="*/ 220 h 448"/>
                <a:gd name="T22" fmla="*/ 83 w 518"/>
                <a:gd name="T23" fmla="*/ 416 h 448"/>
                <a:gd name="T24" fmla="*/ 115 w 518"/>
                <a:gd name="T25" fmla="*/ 448 h 448"/>
                <a:gd name="T26" fmla="*/ 403 w 518"/>
                <a:gd name="T27" fmla="*/ 448 h 448"/>
                <a:gd name="T28" fmla="*/ 435 w 518"/>
                <a:gd name="T29" fmla="*/ 416 h 448"/>
                <a:gd name="T30" fmla="*/ 435 w 518"/>
                <a:gd name="T31" fmla="*/ 220 h 448"/>
                <a:gd name="T32" fmla="*/ 451 w 518"/>
                <a:gd name="T33" fmla="*/ 224 h 448"/>
                <a:gd name="T34" fmla="*/ 461 w 518"/>
                <a:gd name="T35" fmla="*/ 222 h 448"/>
                <a:gd name="T36" fmla="*/ 481 w 518"/>
                <a:gd name="T37" fmla="*/ 202 h 448"/>
                <a:gd name="T38" fmla="*/ 513 w 518"/>
                <a:gd name="T39" fmla="*/ 106 h 448"/>
                <a:gd name="T40" fmla="*/ 503 w 518"/>
                <a:gd name="T41" fmla="*/ 71 h 448"/>
                <a:gd name="T42" fmla="*/ 319 w 518"/>
                <a:gd name="T43" fmla="*/ 32 h 448"/>
                <a:gd name="T44" fmla="*/ 259 w 518"/>
                <a:gd name="T45" fmla="*/ 64 h 448"/>
                <a:gd name="T46" fmla="*/ 199 w 518"/>
                <a:gd name="T47" fmla="*/ 32 h 448"/>
                <a:gd name="T48" fmla="*/ 319 w 518"/>
                <a:gd name="T49" fmla="*/ 32 h 448"/>
                <a:gd name="T50" fmla="*/ 451 w 518"/>
                <a:gd name="T51" fmla="*/ 192 h 448"/>
                <a:gd name="T52" fmla="*/ 403 w 518"/>
                <a:gd name="T53" fmla="*/ 160 h 448"/>
                <a:gd name="T54" fmla="*/ 403 w 518"/>
                <a:gd name="T55" fmla="*/ 416 h 448"/>
                <a:gd name="T56" fmla="*/ 115 w 518"/>
                <a:gd name="T57" fmla="*/ 416 h 448"/>
                <a:gd name="T58" fmla="*/ 115 w 518"/>
                <a:gd name="T59" fmla="*/ 160 h 448"/>
                <a:gd name="T60" fmla="*/ 67 w 518"/>
                <a:gd name="T61" fmla="*/ 192 h 448"/>
                <a:gd name="T62" fmla="*/ 35 w 518"/>
                <a:gd name="T63" fmla="*/ 96 h 448"/>
                <a:gd name="T64" fmla="*/ 115 w 518"/>
                <a:gd name="T65" fmla="*/ 32 h 448"/>
                <a:gd name="T66" fmla="*/ 182 w 518"/>
                <a:gd name="T67" fmla="*/ 32 h 448"/>
                <a:gd name="T68" fmla="*/ 259 w 518"/>
                <a:gd name="T69" fmla="*/ 80 h 448"/>
                <a:gd name="T70" fmla="*/ 336 w 518"/>
                <a:gd name="T71" fmla="*/ 32 h 448"/>
                <a:gd name="T72" fmla="*/ 403 w 518"/>
                <a:gd name="T73" fmla="*/ 32 h 448"/>
                <a:gd name="T74" fmla="*/ 483 w 518"/>
                <a:gd name="T75" fmla="*/ 96 h 448"/>
                <a:gd name="T76" fmla="*/ 451 w 518"/>
                <a:gd name="T77" fmla="*/ 192 h 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18" h="448">
                  <a:moveTo>
                    <a:pt x="503" y="71"/>
                  </a:moveTo>
                  <a:cubicBezTo>
                    <a:pt x="423" y="7"/>
                    <a:pt x="423" y="7"/>
                    <a:pt x="423" y="7"/>
                  </a:cubicBezTo>
                  <a:cubicBezTo>
                    <a:pt x="417" y="2"/>
                    <a:pt x="410" y="0"/>
                    <a:pt x="403" y="0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108" y="0"/>
                    <a:pt x="101" y="2"/>
                    <a:pt x="95" y="7"/>
                  </a:cubicBezTo>
                  <a:cubicBezTo>
                    <a:pt x="15" y="71"/>
                    <a:pt x="15" y="71"/>
                    <a:pt x="15" y="71"/>
                  </a:cubicBezTo>
                  <a:cubicBezTo>
                    <a:pt x="5" y="79"/>
                    <a:pt x="0" y="93"/>
                    <a:pt x="5" y="106"/>
                  </a:cubicBezTo>
                  <a:cubicBezTo>
                    <a:pt x="37" y="202"/>
                    <a:pt x="37" y="202"/>
                    <a:pt x="37" y="202"/>
                  </a:cubicBezTo>
                  <a:cubicBezTo>
                    <a:pt x="40" y="212"/>
                    <a:pt x="47" y="219"/>
                    <a:pt x="57" y="222"/>
                  </a:cubicBezTo>
                  <a:cubicBezTo>
                    <a:pt x="60" y="223"/>
                    <a:pt x="64" y="224"/>
                    <a:pt x="67" y="224"/>
                  </a:cubicBezTo>
                  <a:cubicBezTo>
                    <a:pt x="73" y="224"/>
                    <a:pt x="78" y="223"/>
                    <a:pt x="83" y="220"/>
                  </a:cubicBezTo>
                  <a:cubicBezTo>
                    <a:pt x="83" y="416"/>
                    <a:pt x="83" y="416"/>
                    <a:pt x="83" y="416"/>
                  </a:cubicBezTo>
                  <a:cubicBezTo>
                    <a:pt x="83" y="434"/>
                    <a:pt x="97" y="448"/>
                    <a:pt x="115" y="448"/>
                  </a:cubicBezTo>
                  <a:cubicBezTo>
                    <a:pt x="403" y="448"/>
                    <a:pt x="403" y="448"/>
                    <a:pt x="403" y="448"/>
                  </a:cubicBezTo>
                  <a:cubicBezTo>
                    <a:pt x="421" y="448"/>
                    <a:pt x="435" y="434"/>
                    <a:pt x="435" y="416"/>
                  </a:cubicBezTo>
                  <a:cubicBezTo>
                    <a:pt x="435" y="220"/>
                    <a:pt x="435" y="220"/>
                    <a:pt x="435" y="220"/>
                  </a:cubicBezTo>
                  <a:cubicBezTo>
                    <a:pt x="440" y="223"/>
                    <a:pt x="445" y="224"/>
                    <a:pt x="451" y="224"/>
                  </a:cubicBezTo>
                  <a:cubicBezTo>
                    <a:pt x="455" y="224"/>
                    <a:pt x="458" y="223"/>
                    <a:pt x="461" y="222"/>
                  </a:cubicBezTo>
                  <a:cubicBezTo>
                    <a:pt x="471" y="219"/>
                    <a:pt x="478" y="212"/>
                    <a:pt x="481" y="202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8" y="93"/>
                    <a:pt x="513" y="79"/>
                    <a:pt x="503" y="71"/>
                  </a:cubicBezTo>
                  <a:close/>
                  <a:moveTo>
                    <a:pt x="319" y="32"/>
                  </a:moveTo>
                  <a:cubicBezTo>
                    <a:pt x="310" y="51"/>
                    <a:pt x="287" y="64"/>
                    <a:pt x="259" y="64"/>
                  </a:cubicBezTo>
                  <a:cubicBezTo>
                    <a:pt x="231" y="64"/>
                    <a:pt x="208" y="51"/>
                    <a:pt x="199" y="32"/>
                  </a:cubicBezTo>
                  <a:lnTo>
                    <a:pt x="319" y="32"/>
                  </a:lnTo>
                  <a:close/>
                  <a:moveTo>
                    <a:pt x="451" y="192"/>
                  </a:moveTo>
                  <a:cubicBezTo>
                    <a:pt x="403" y="160"/>
                    <a:pt x="403" y="160"/>
                    <a:pt x="403" y="160"/>
                  </a:cubicBezTo>
                  <a:cubicBezTo>
                    <a:pt x="403" y="416"/>
                    <a:pt x="403" y="416"/>
                    <a:pt x="403" y="416"/>
                  </a:cubicBezTo>
                  <a:cubicBezTo>
                    <a:pt x="115" y="416"/>
                    <a:pt x="115" y="416"/>
                    <a:pt x="115" y="416"/>
                  </a:cubicBezTo>
                  <a:cubicBezTo>
                    <a:pt x="115" y="160"/>
                    <a:pt x="115" y="160"/>
                    <a:pt x="115" y="160"/>
                  </a:cubicBezTo>
                  <a:cubicBezTo>
                    <a:pt x="67" y="192"/>
                    <a:pt x="67" y="192"/>
                    <a:pt x="67" y="192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82" y="32"/>
                    <a:pt x="182" y="32"/>
                    <a:pt x="182" y="32"/>
                  </a:cubicBezTo>
                  <a:cubicBezTo>
                    <a:pt x="191" y="60"/>
                    <a:pt x="222" y="80"/>
                    <a:pt x="259" y="80"/>
                  </a:cubicBezTo>
                  <a:cubicBezTo>
                    <a:pt x="296" y="80"/>
                    <a:pt x="327" y="60"/>
                    <a:pt x="336" y="32"/>
                  </a:cubicBezTo>
                  <a:cubicBezTo>
                    <a:pt x="403" y="32"/>
                    <a:pt x="403" y="32"/>
                    <a:pt x="403" y="32"/>
                  </a:cubicBezTo>
                  <a:cubicBezTo>
                    <a:pt x="483" y="96"/>
                    <a:pt x="483" y="96"/>
                    <a:pt x="483" y="96"/>
                  </a:cubicBezTo>
                  <a:lnTo>
                    <a:pt x="451" y="192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51" name="Freeform 31"/>
            <p:cNvSpPr>
              <a:spLocks noEditPoints="1"/>
            </p:cNvSpPr>
            <p:nvPr/>
          </p:nvSpPr>
          <p:spPr bwMode="auto">
            <a:xfrm rot="1806918">
              <a:off x="9934003" y="2203612"/>
              <a:ext cx="534343" cy="777751"/>
            </a:xfrm>
            <a:custGeom>
              <a:avLst/>
              <a:gdLst>
                <a:gd name="T0" fmla="*/ 304 w 352"/>
                <a:gd name="T1" fmla="*/ 0 h 512"/>
                <a:gd name="T2" fmla="*/ 48 w 352"/>
                <a:gd name="T3" fmla="*/ 0 h 512"/>
                <a:gd name="T4" fmla="*/ 0 w 352"/>
                <a:gd name="T5" fmla="*/ 48 h 512"/>
                <a:gd name="T6" fmla="*/ 0 w 352"/>
                <a:gd name="T7" fmla="*/ 464 h 512"/>
                <a:gd name="T8" fmla="*/ 48 w 352"/>
                <a:gd name="T9" fmla="*/ 512 h 512"/>
                <a:gd name="T10" fmla="*/ 304 w 352"/>
                <a:gd name="T11" fmla="*/ 512 h 512"/>
                <a:gd name="T12" fmla="*/ 352 w 352"/>
                <a:gd name="T13" fmla="*/ 464 h 512"/>
                <a:gd name="T14" fmla="*/ 352 w 352"/>
                <a:gd name="T15" fmla="*/ 48 h 512"/>
                <a:gd name="T16" fmla="*/ 304 w 352"/>
                <a:gd name="T17" fmla="*/ 0 h 512"/>
                <a:gd name="T18" fmla="*/ 320 w 352"/>
                <a:gd name="T19" fmla="*/ 464 h 512"/>
                <a:gd name="T20" fmla="*/ 304 w 352"/>
                <a:gd name="T21" fmla="*/ 480 h 512"/>
                <a:gd name="T22" fmla="*/ 48 w 352"/>
                <a:gd name="T23" fmla="*/ 480 h 512"/>
                <a:gd name="T24" fmla="*/ 32 w 352"/>
                <a:gd name="T25" fmla="*/ 464 h 512"/>
                <a:gd name="T26" fmla="*/ 32 w 352"/>
                <a:gd name="T27" fmla="*/ 432 h 512"/>
                <a:gd name="T28" fmla="*/ 320 w 352"/>
                <a:gd name="T29" fmla="*/ 432 h 512"/>
                <a:gd name="T30" fmla="*/ 320 w 352"/>
                <a:gd name="T31" fmla="*/ 464 h 512"/>
                <a:gd name="T32" fmla="*/ 320 w 352"/>
                <a:gd name="T33" fmla="*/ 416 h 512"/>
                <a:gd name="T34" fmla="*/ 32 w 352"/>
                <a:gd name="T35" fmla="*/ 416 h 512"/>
                <a:gd name="T36" fmla="*/ 32 w 352"/>
                <a:gd name="T37" fmla="*/ 96 h 512"/>
                <a:gd name="T38" fmla="*/ 320 w 352"/>
                <a:gd name="T39" fmla="*/ 96 h 512"/>
                <a:gd name="T40" fmla="*/ 320 w 352"/>
                <a:gd name="T41" fmla="*/ 416 h 512"/>
                <a:gd name="T42" fmla="*/ 320 w 352"/>
                <a:gd name="T43" fmla="*/ 80 h 512"/>
                <a:gd name="T44" fmla="*/ 32 w 352"/>
                <a:gd name="T45" fmla="*/ 80 h 512"/>
                <a:gd name="T46" fmla="*/ 32 w 352"/>
                <a:gd name="T47" fmla="*/ 48 h 512"/>
                <a:gd name="T48" fmla="*/ 48 w 352"/>
                <a:gd name="T49" fmla="*/ 32 h 512"/>
                <a:gd name="T50" fmla="*/ 304 w 352"/>
                <a:gd name="T51" fmla="*/ 32 h 512"/>
                <a:gd name="T52" fmla="*/ 320 w 352"/>
                <a:gd name="T53" fmla="*/ 48 h 512"/>
                <a:gd name="T54" fmla="*/ 320 w 352"/>
                <a:gd name="T55" fmla="*/ 80 h 512"/>
                <a:gd name="T56" fmla="*/ 208 w 352"/>
                <a:gd name="T57" fmla="*/ 56 h 512"/>
                <a:gd name="T58" fmla="*/ 200 w 352"/>
                <a:gd name="T59" fmla="*/ 64 h 512"/>
                <a:gd name="T60" fmla="*/ 152 w 352"/>
                <a:gd name="T61" fmla="*/ 64 h 512"/>
                <a:gd name="T62" fmla="*/ 144 w 352"/>
                <a:gd name="T63" fmla="*/ 56 h 512"/>
                <a:gd name="T64" fmla="*/ 144 w 352"/>
                <a:gd name="T65" fmla="*/ 56 h 512"/>
                <a:gd name="T66" fmla="*/ 152 w 352"/>
                <a:gd name="T67" fmla="*/ 48 h 512"/>
                <a:gd name="T68" fmla="*/ 200 w 352"/>
                <a:gd name="T69" fmla="*/ 48 h 512"/>
                <a:gd name="T70" fmla="*/ 208 w 352"/>
                <a:gd name="T71" fmla="*/ 56 h 512"/>
                <a:gd name="T72" fmla="*/ 192 w 352"/>
                <a:gd name="T73" fmla="*/ 456 h 512"/>
                <a:gd name="T74" fmla="*/ 184 w 352"/>
                <a:gd name="T75" fmla="*/ 464 h 512"/>
                <a:gd name="T76" fmla="*/ 168 w 352"/>
                <a:gd name="T77" fmla="*/ 464 h 512"/>
                <a:gd name="T78" fmla="*/ 160 w 352"/>
                <a:gd name="T79" fmla="*/ 456 h 512"/>
                <a:gd name="T80" fmla="*/ 160 w 352"/>
                <a:gd name="T81" fmla="*/ 456 h 512"/>
                <a:gd name="T82" fmla="*/ 168 w 352"/>
                <a:gd name="T83" fmla="*/ 448 h 512"/>
                <a:gd name="T84" fmla="*/ 184 w 352"/>
                <a:gd name="T85" fmla="*/ 448 h 512"/>
                <a:gd name="T86" fmla="*/ 192 w 352"/>
                <a:gd name="T87" fmla="*/ 456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52" h="512">
                  <a:moveTo>
                    <a:pt x="304" y="0"/>
                  </a:moveTo>
                  <a:cubicBezTo>
                    <a:pt x="48" y="0"/>
                    <a:pt x="48" y="0"/>
                    <a:pt x="48" y="0"/>
                  </a:cubicBezTo>
                  <a:cubicBezTo>
                    <a:pt x="21" y="0"/>
                    <a:pt x="0" y="21"/>
                    <a:pt x="0" y="48"/>
                  </a:cubicBezTo>
                  <a:cubicBezTo>
                    <a:pt x="0" y="464"/>
                    <a:pt x="0" y="464"/>
                    <a:pt x="0" y="464"/>
                  </a:cubicBezTo>
                  <a:cubicBezTo>
                    <a:pt x="0" y="491"/>
                    <a:pt x="21" y="512"/>
                    <a:pt x="48" y="512"/>
                  </a:cubicBezTo>
                  <a:cubicBezTo>
                    <a:pt x="304" y="512"/>
                    <a:pt x="304" y="512"/>
                    <a:pt x="304" y="512"/>
                  </a:cubicBezTo>
                  <a:cubicBezTo>
                    <a:pt x="330" y="512"/>
                    <a:pt x="352" y="490"/>
                    <a:pt x="352" y="464"/>
                  </a:cubicBezTo>
                  <a:cubicBezTo>
                    <a:pt x="352" y="48"/>
                    <a:pt x="352" y="48"/>
                    <a:pt x="352" y="48"/>
                  </a:cubicBezTo>
                  <a:cubicBezTo>
                    <a:pt x="352" y="21"/>
                    <a:pt x="330" y="0"/>
                    <a:pt x="304" y="0"/>
                  </a:cubicBezTo>
                  <a:close/>
                  <a:moveTo>
                    <a:pt x="320" y="464"/>
                  </a:moveTo>
                  <a:cubicBezTo>
                    <a:pt x="320" y="473"/>
                    <a:pt x="313" y="480"/>
                    <a:pt x="304" y="480"/>
                  </a:cubicBezTo>
                  <a:cubicBezTo>
                    <a:pt x="48" y="480"/>
                    <a:pt x="48" y="480"/>
                    <a:pt x="48" y="480"/>
                  </a:cubicBezTo>
                  <a:cubicBezTo>
                    <a:pt x="39" y="480"/>
                    <a:pt x="32" y="473"/>
                    <a:pt x="32" y="464"/>
                  </a:cubicBezTo>
                  <a:cubicBezTo>
                    <a:pt x="32" y="432"/>
                    <a:pt x="32" y="432"/>
                    <a:pt x="32" y="432"/>
                  </a:cubicBezTo>
                  <a:cubicBezTo>
                    <a:pt x="320" y="432"/>
                    <a:pt x="320" y="432"/>
                    <a:pt x="320" y="432"/>
                  </a:cubicBezTo>
                  <a:lnTo>
                    <a:pt x="320" y="464"/>
                  </a:lnTo>
                  <a:close/>
                  <a:moveTo>
                    <a:pt x="320" y="416"/>
                  </a:moveTo>
                  <a:cubicBezTo>
                    <a:pt x="32" y="416"/>
                    <a:pt x="32" y="416"/>
                    <a:pt x="32" y="416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20" y="96"/>
                    <a:pt x="320" y="96"/>
                    <a:pt x="320" y="96"/>
                  </a:cubicBezTo>
                  <a:lnTo>
                    <a:pt x="320" y="416"/>
                  </a:lnTo>
                  <a:close/>
                  <a:moveTo>
                    <a:pt x="320" y="80"/>
                  </a:moveTo>
                  <a:cubicBezTo>
                    <a:pt x="32" y="80"/>
                    <a:pt x="32" y="80"/>
                    <a:pt x="32" y="80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39"/>
                    <a:pt x="39" y="32"/>
                    <a:pt x="48" y="32"/>
                  </a:cubicBezTo>
                  <a:cubicBezTo>
                    <a:pt x="304" y="32"/>
                    <a:pt x="304" y="32"/>
                    <a:pt x="304" y="32"/>
                  </a:cubicBezTo>
                  <a:cubicBezTo>
                    <a:pt x="313" y="32"/>
                    <a:pt x="320" y="39"/>
                    <a:pt x="320" y="48"/>
                  </a:cubicBezTo>
                  <a:lnTo>
                    <a:pt x="320" y="80"/>
                  </a:lnTo>
                  <a:close/>
                  <a:moveTo>
                    <a:pt x="208" y="56"/>
                  </a:moveTo>
                  <a:cubicBezTo>
                    <a:pt x="208" y="60"/>
                    <a:pt x="204" y="64"/>
                    <a:pt x="200" y="64"/>
                  </a:cubicBezTo>
                  <a:cubicBezTo>
                    <a:pt x="152" y="64"/>
                    <a:pt x="152" y="64"/>
                    <a:pt x="152" y="64"/>
                  </a:cubicBezTo>
                  <a:cubicBezTo>
                    <a:pt x="148" y="64"/>
                    <a:pt x="144" y="60"/>
                    <a:pt x="144" y="56"/>
                  </a:cubicBezTo>
                  <a:cubicBezTo>
                    <a:pt x="144" y="56"/>
                    <a:pt x="144" y="56"/>
                    <a:pt x="144" y="56"/>
                  </a:cubicBezTo>
                  <a:cubicBezTo>
                    <a:pt x="144" y="52"/>
                    <a:pt x="148" y="48"/>
                    <a:pt x="152" y="48"/>
                  </a:cubicBezTo>
                  <a:cubicBezTo>
                    <a:pt x="200" y="48"/>
                    <a:pt x="200" y="48"/>
                    <a:pt x="200" y="48"/>
                  </a:cubicBezTo>
                  <a:cubicBezTo>
                    <a:pt x="204" y="48"/>
                    <a:pt x="208" y="52"/>
                    <a:pt x="208" y="56"/>
                  </a:cubicBezTo>
                  <a:close/>
                  <a:moveTo>
                    <a:pt x="192" y="456"/>
                  </a:moveTo>
                  <a:cubicBezTo>
                    <a:pt x="192" y="460"/>
                    <a:pt x="188" y="464"/>
                    <a:pt x="184" y="464"/>
                  </a:cubicBezTo>
                  <a:cubicBezTo>
                    <a:pt x="168" y="464"/>
                    <a:pt x="168" y="464"/>
                    <a:pt x="168" y="464"/>
                  </a:cubicBezTo>
                  <a:cubicBezTo>
                    <a:pt x="164" y="464"/>
                    <a:pt x="160" y="460"/>
                    <a:pt x="160" y="456"/>
                  </a:cubicBezTo>
                  <a:cubicBezTo>
                    <a:pt x="160" y="456"/>
                    <a:pt x="160" y="456"/>
                    <a:pt x="160" y="456"/>
                  </a:cubicBezTo>
                  <a:cubicBezTo>
                    <a:pt x="160" y="452"/>
                    <a:pt x="164" y="448"/>
                    <a:pt x="168" y="448"/>
                  </a:cubicBezTo>
                  <a:cubicBezTo>
                    <a:pt x="184" y="448"/>
                    <a:pt x="184" y="448"/>
                    <a:pt x="184" y="448"/>
                  </a:cubicBezTo>
                  <a:cubicBezTo>
                    <a:pt x="188" y="448"/>
                    <a:pt x="192" y="452"/>
                    <a:pt x="192" y="456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52" name="Freeform 287"/>
            <p:cNvSpPr>
              <a:spLocks noEditPoints="1"/>
            </p:cNvSpPr>
            <p:nvPr/>
          </p:nvSpPr>
          <p:spPr bwMode="auto">
            <a:xfrm rot="854953">
              <a:off x="2667457" y="5108562"/>
              <a:ext cx="897770" cy="1027600"/>
            </a:xfrm>
            <a:custGeom>
              <a:avLst/>
              <a:gdLst>
                <a:gd name="T0" fmla="*/ 16 w 448"/>
                <a:gd name="T1" fmla="*/ 160 h 512"/>
                <a:gd name="T2" fmla="*/ 0 w 448"/>
                <a:gd name="T3" fmla="*/ 320 h 512"/>
                <a:gd name="T4" fmla="*/ 32 w 448"/>
                <a:gd name="T5" fmla="*/ 336 h 512"/>
                <a:gd name="T6" fmla="*/ 48 w 448"/>
                <a:gd name="T7" fmla="*/ 512 h 512"/>
                <a:gd name="T8" fmla="*/ 416 w 448"/>
                <a:gd name="T9" fmla="*/ 496 h 512"/>
                <a:gd name="T10" fmla="*/ 432 w 448"/>
                <a:gd name="T11" fmla="*/ 336 h 512"/>
                <a:gd name="T12" fmla="*/ 448 w 448"/>
                <a:gd name="T13" fmla="*/ 176 h 512"/>
                <a:gd name="T14" fmla="*/ 192 w 448"/>
                <a:gd name="T15" fmla="*/ 464 h 512"/>
                <a:gd name="T16" fmla="*/ 80 w 448"/>
                <a:gd name="T17" fmla="*/ 480 h 512"/>
                <a:gd name="T18" fmla="*/ 64 w 448"/>
                <a:gd name="T19" fmla="*/ 336 h 512"/>
                <a:gd name="T20" fmla="*/ 176 w 448"/>
                <a:gd name="T21" fmla="*/ 320 h 512"/>
                <a:gd name="T22" fmla="*/ 192 w 448"/>
                <a:gd name="T23" fmla="*/ 464 h 512"/>
                <a:gd name="T24" fmla="*/ 176 w 448"/>
                <a:gd name="T25" fmla="*/ 288 h 512"/>
                <a:gd name="T26" fmla="*/ 32 w 448"/>
                <a:gd name="T27" fmla="*/ 272 h 512"/>
                <a:gd name="T28" fmla="*/ 48 w 448"/>
                <a:gd name="T29" fmla="*/ 192 h 512"/>
                <a:gd name="T30" fmla="*/ 192 w 448"/>
                <a:gd name="T31" fmla="*/ 208 h 512"/>
                <a:gd name="T32" fmla="*/ 384 w 448"/>
                <a:gd name="T33" fmla="*/ 464 h 512"/>
                <a:gd name="T34" fmla="*/ 272 w 448"/>
                <a:gd name="T35" fmla="*/ 480 h 512"/>
                <a:gd name="T36" fmla="*/ 256 w 448"/>
                <a:gd name="T37" fmla="*/ 336 h 512"/>
                <a:gd name="T38" fmla="*/ 368 w 448"/>
                <a:gd name="T39" fmla="*/ 320 h 512"/>
                <a:gd name="T40" fmla="*/ 384 w 448"/>
                <a:gd name="T41" fmla="*/ 464 h 512"/>
                <a:gd name="T42" fmla="*/ 400 w 448"/>
                <a:gd name="T43" fmla="*/ 288 h 512"/>
                <a:gd name="T44" fmla="*/ 256 w 448"/>
                <a:gd name="T45" fmla="*/ 272 h 512"/>
                <a:gd name="T46" fmla="*/ 272 w 448"/>
                <a:gd name="T47" fmla="*/ 192 h 512"/>
                <a:gd name="T48" fmla="*/ 416 w 448"/>
                <a:gd name="T49" fmla="*/ 208 h 512"/>
                <a:gd name="T50" fmla="*/ 153 w 448"/>
                <a:gd name="T51" fmla="*/ 160 h 512"/>
                <a:gd name="T52" fmla="*/ 352 w 448"/>
                <a:gd name="T53" fmla="*/ 93 h 512"/>
                <a:gd name="T54" fmla="*/ 295 w 448"/>
                <a:gd name="T55" fmla="*/ 32 h 512"/>
                <a:gd name="T56" fmla="*/ 144 w 448"/>
                <a:gd name="T57" fmla="*/ 0 h 512"/>
                <a:gd name="T58" fmla="*/ 81 w 448"/>
                <a:gd name="T59" fmla="*/ 76 h 512"/>
                <a:gd name="T60" fmla="*/ 295 w 448"/>
                <a:gd name="T61" fmla="*/ 70 h 512"/>
                <a:gd name="T62" fmla="*/ 316 w 448"/>
                <a:gd name="T63" fmla="*/ 88 h 512"/>
                <a:gd name="T64" fmla="*/ 295 w 448"/>
                <a:gd name="T65" fmla="*/ 70 h 512"/>
                <a:gd name="T66" fmla="*/ 144 w 448"/>
                <a:gd name="T67" fmla="*/ 38 h 512"/>
                <a:gd name="T68" fmla="*/ 116 w 448"/>
                <a:gd name="T69" fmla="*/ 7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48" h="512">
                  <a:moveTo>
                    <a:pt x="432" y="160"/>
                  </a:moveTo>
                  <a:cubicBezTo>
                    <a:pt x="16" y="160"/>
                    <a:pt x="16" y="160"/>
                    <a:pt x="16" y="160"/>
                  </a:cubicBezTo>
                  <a:cubicBezTo>
                    <a:pt x="7" y="160"/>
                    <a:pt x="0" y="167"/>
                    <a:pt x="0" y="176"/>
                  </a:cubicBezTo>
                  <a:cubicBezTo>
                    <a:pt x="0" y="320"/>
                    <a:pt x="0" y="320"/>
                    <a:pt x="0" y="320"/>
                  </a:cubicBezTo>
                  <a:cubicBezTo>
                    <a:pt x="0" y="329"/>
                    <a:pt x="7" y="336"/>
                    <a:pt x="16" y="336"/>
                  </a:cubicBezTo>
                  <a:cubicBezTo>
                    <a:pt x="32" y="336"/>
                    <a:pt x="32" y="336"/>
                    <a:pt x="32" y="336"/>
                  </a:cubicBezTo>
                  <a:cubicBezTo>
                    <a:pt x="32" y="496"/>
                    <a:pt x="32" y="496"/>
                    <a:pt x="32" y="496"/>
                  </a:cubicBezTo>
                  <a:cubicBezTo>
                    <a:pt x="32" y="505"/>
                    <a:pt x="39" y="512"/>
                    <a:pt x="48" y="512"/>
                  </a:cubicBezTo>
                  <a:cubicBezTo>
                    <a:pt x="400" y="512"/>
                    <a:pt x="400" y="512"/>
                    <a:pt x="400" y="512"/>
                  </a:cubicBezTo>
                  <a:cubicBezTo>
                    <a:pt x="409" y="512"/>
                    <a:pt x="416" y="505"/>
                    <a:pt x="416" y="496"/>
                  </a:cubicBezTo>
                  <a:cubicBezTo>
                    <a:pt x="416" y="336"/>
                    <a:pt x="416" y="336"/>
                    <a:pt x="416" y="336"/>
                  </a:cubicBezTo>
                  <a:cubicBezTo>
                    <a:pt x="432" y="336"/>
                    <a:pt x="432" y="336"/>
                    <a:pt x="432" y="336"/>
                  </a:cubicBezTo>
                  <a:cubicBezTo>
                    <a:pt x="441" y="336"/>
                    <a:pt x="448" y="329"/>
                    <a:pt x="448" y="320"/>
                  </a:cubicBezTo>
                  <a:cubicBezTo>
                    <a:pt x="448" y="176"/>
                    <a:pt x="448" y="176"/>
                    <a:pt x="448" y="176"/>
                  </a:cubicBezTo>
                  <a:cubicBezTo>
                    <a:pt x="448" y="167"/>
                    <a:pt x="441" y="160"/>
                    <a:pt x="432" y="160"/>
                  </a:cubicBezTo>
                  <a:close/>
                  <a:moveTo>
                    <a:pt x="192" y="464"/>
                  </a:moveTo>
                  <a:cubicBezTo>
                    <a:pt x="192" y="473"/>
                    <a:pt x="185" y="480"/>
                    <a:pt x="176" y="480"/>
                  </a:cubicBezTo>
                  <a:cubicBezTo>
                    <a:pt x="80" y="480"/>
                    <a:pt x="80" y="480"/>
                    <a:pt x="80" y="480"/>
                  </a:cubicBezTo>
                  <a:cubicBezTo>
                    <a:pt x="71" y="480"/>
                    <a:pt x="64" y="473"/>
                    <a:pt x="64" y="464"/>
                  </a:cubicBezTo>
                  <a:cubicBezTo>
                    <a:pt x="64" y="336"/>
                    <a:pt x="64" y="336"/>
                    <a:pt x="64" y="336"/>
                  </a:cubicBezTo>
                  <a:cubicBezTo>
                    <a:pt x="64" y="327"/>
                    <a:pt x="71" y="320"/>
                    <a:pt x="80" y="320"/>
                  </a:cubicBezTo>
                  <a:cubicBezTo>
                    <a:pt x="176" y="320"/>
                    <a:pt x="176" y="320"/>
                    <a:pt x="176" y="320"/>
                  </a:cubicBezTo>
                  <a:cubicBezTo>
                    <a:pt x="185" y="320"/>
                    <a:pt x="192" y="327"/>
                    <a:pt x="192" y="336"/>
                  </a:cubicBezTo>
                  <a:lnTo>
                    <a:pt x="192" y="464"/>
                  </a:lnTo>
                  <a:close/>
                  <a:moveTo>
                    <a:pt x="192" y="272"/>
                  </a:moveTo>
                  <a:cubicBezTo>
                    <a:pt x="192" y="281"/>
                    <a:pt x="185" y="288"/>
                    <a:pt x="176" y="288"/>
                  </a:cubicBezTo>
                  <a:cubicBezTo>
                    <a:pt x="48" y="288"/>
                    <a:pt x="48" y="288"/>
                    <a:pt x="48" y="288"/>
                  </a:cubicBezTo>
                  <a:cubicBezTo>
                    <a:pt x="39" y="288"/>
                    <a:pt x="32" y="281"/>
                    <a:pt x="32" y="272"/>
                  </a:cubicBezTo>
                  <a:cubicBezTo>
                    <a:pt x="32" y="208"/>
                    <a:pt x="32" y="208"/>
                    <a:pt x="32" y="208"/>
                  </a:cubicBezTo>
                  <a:cubicBezTo>
                    <a:pt x="32" y="199"/>
                    <a:pt x="39" y="192"/>
                    <a:pt x="48" y="192"/>
                  </a:cubicBezTo>
                  <a:cubicBezTo>
                    <a:pt x="176" y="192"/>
                    <a:pt x="176" y="192"/>
                    <a:pt x="176" y="192"/>
                  </a:cubicBezTo>
                  <a:cubicBezTo>
                    <a:pt x="185" y="192"/>
                    <a:pt x="192" y="199"/>
                    <a:pt x="192" y="208"/>
                  </a:cubicBezTo>
                  <a:lnTo>
                    <a:pt x="192" y="272"/>
                  </a:lnTo>
                  <a:close/>
                  <a:moveTo>
                    <a:pt x="384" y="464"/>
                  </a:moveTo>
                  <a:cubicBezTo>
                    <a:pt x="384" y="473"/>
                    <a:pt x="377" y="480"/>
                    <a:pt x="368" y="480"/>
                  </a:cubicBezTo>
                  <a:cubicBezTo>
                    <a:pt x="272" y="480"/>
                    <a:pt x="272" y="480"/>
                    <a:pt x="272" y="480"/>
                  </a:cubicBezTo>
                  <a:cubicBezTo>
                    <a:pt x="263" y="480"/>
                    <a:pt x="256" y="473"/>
                    <a:pt x="256" y="464"/>
                  </a:cubicBezTo>
                  <a:cubicBezTo>
                    <a:pt x="256" y="336"/>
                    <a:pt x="256" y="336"/>
                    <a:pt x="256" y="336"/>
                  </a:cubicBezTo>
                  <a:cubicBezTo>
                    <a:pt x="256" y="327"/>
                    <a:pt x="263" y="320"/>
                    <a:pt x="272" y="320"/>
                  </a:cubicBezTo>
                  <a:cubicBezTo>
                    <a:pt x="368" y="320"/>
                    <a:pt x="368" y="320"/>
                    <a:pt x="368" y="320"/>
                  </a:cubicBezTo>
                  <a:cubicBezTo>
                    <a:pt x="377" y="320"/>
                    <a:pt x="384" y="327"/>
                    <a:pt x="384" y="336"/>
                  </a:cubicBezTo>
                  <a:lnTo>
                    <a:pt x="384" y="464"/>
                  </a:lnTo>
                  <a:close/>
                  <a:moveTo>
                    <a:pt x="416" y="272"/>
                  </a:moveTo>
                  <a:cubicBezTo>
                    <a:pt x="416" y="281"/>
                    <a:pt x="409" y="288"/>
                    <a:pt x="400" y="288"/>
                  </a:cubicBezTo>
                  <a:cubicBezTo>
                    <a:pt x="272" y="288"/>
                    <a:pt x="272" y="288"/>
                    <a:pt x="272" y="288"/>
                  </a:cubicBezTo>
                  <a:cubicBezTo>
                    <a:pt x="263" y="288"/>
                    <a:pt x="256" y="281"/>
                    <a:pt x="256" y="272"/>
                  </a:cubicBezTo>
                  <a:cubicBezTo>
                    <a:pt x="256" y="208"/>
                    <a:pt x="256" y="208"/>
                    <a:pt x="256" y="208"/>
                  </a:cubicBezTo>
                  <a:cubicBezTo>
                    <a:pt x="256" y="199"/>
                    <a:pt x="263" y="192"/>
                    <a:pt x="272" y="192"/>
                  </a:cubicBezTo>
                  <a:cubicBezTo>
                    <a:pt x="400" y="192"/>
                    <a:pt x="400" y="192"/>
                    <a:pt x="400" y="192"/>
                  </a:cubicBezTo>
                  <a:cubicBezTo>
                    <a:pt x="409" y="192"/>
                    <a:pt x="416" y="199"/>
                    <a:pt x="416" y="208"/>
                  </a:cubicBezTo>
                  <a:lnTo>
                    <a:pt x="416" y="272"/>
                  </a:lnTo>
                  <a:close/>
                  <a:moveTo>
                    <a:pt x="153" y="160"/>
                  </a:moveTo>
                  <a:cubicBezTo>
                    <a:pt x="300" y="160"/>
                    <a:pt x="300" y="160"/>
                    <a:pt x="300" y="160"/>
                  </a:cubicBezTo>
                  <a:cubicBezTo>
                    <a:pt x="325" y="142"/>
                    <a:pt x="349" y="118"/>
                    <a:pt x="352" y="93"/>
                  </a:cubicBezTo>
                  <a:cubicBezTo>
                    <a:pt x="353" y="80"/>
                    <a:pt x="351" y="62"/>
                    <a:pt x="330" y="46"/>
                  </a:cubicBezTo>
                  <a:cubicBezTo>
                    <a:pt x="319" y="36"/>
                    <a:pt x="307" y="32"/>
                    <a:pt x="295" y="32"/>
                  </a:cubicBezTo>
                  <a:cubicBezTo>
                    <a:pt x="259" y="32"/>
                    <a:pt x="238" y="77"/>
                    <a:pt x="227" y="117"/>
                  </a:cubicBezTo>
                  <a:cubicBezTo>
                    <a:pt x="214" y="66"/>
                    <a:pt x="188" y="0"/>
                    <a:pt x="144" y="0"/>
                  </a:cubicBezTo>
                  <a:cubicBezTo>
                    <a:pt x="131" y="0"/>
                    <a:pt x="118" y="6"/>
                    <a:pt x="106" y="17"/>
                  </a:cubicBezTo>
                  <a:cubicBezTo>
                    <a:pt x="81" y="38"/>
                    <a:pt x="78" y="61"/>
                    <a:pt x="81" y="76"/>
                  </a:cubicBezTo>
                  <a:cubicBezTo>
                    <a:pt x="86" y="110"/>
                    <a:pt x="120" y="139"/>
                    <a:pt x="153" y="160"/>
                  </a:cubicBezTo>
                  <a:close/>
                  <a:moveTo>
                    <a:pt x="295" y="70"/>
                  </a:moveTo>
                  <a:cubicBezTo>
                    <a:pt x="299" y="70"/>
                    <a:pt x="304" y="72"/>
                    <a:pt x="309" y="76"/>
                  </a:cubicBezTo>
                  <a:cubicBezTo>
                    <a:pt x="317" y="83"/>
                    <a:pt x="316" y="87"/>
                    <a:pt x="316" y="88"/>
                  </a:cubicBezTo>
                  <a:cubicBezTo>
                    <a:pt x="315" y="102"/>
                    <a:pt x="289" y="124"/>
                    <a:pt x="258" y="142"/>
                  </a:cubicBezTo>
                  <a:cubicBezTo>
                    <a:pt x="267" y="104"/>
                    <a:pt x="282" y="70"/>
                    <a:pt x="295" y="70"/>
                  </a:cubicBezTo>
                  <a:close/>
                  <a:moveTo>
                    <a:pt x="129" y="46"/>
                  </a:moveTo>
                  <a:cubicBezTo>
                    <a:pt x="133" y="43"/>
                    <a:pt x="138" y="38"/>
                    <a:pt x="144" y="38"/>
                  </a:cubicBezTo>
                  <a:cubicBezTo>
                    <a:pt x="164" y="38"/>
                    <a:pt x="184" y="90"/>
                    <a:pt x="196" y="141"/>
                  </a:cubicBezTo>
                  <a:cubicBezTo>
                    <a:pt x="158" y="121"/>
                    <a:pt x="120" y="93"/>
                    <a:pt x="116" y="70"/>
                  </a:cubicBezTo>
                  <a:cubicBezTo>
                    <a:pt x="116" y="67"/>
                    <a:pt x="115" y="59"/>
                    <a:pt x="129" y="4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53" name="Freeform 288"/>
            <p:cNvSpPr>
              <a:spLocks noEditPoints="1"/>
            </p:cNvSpPr>
            <p:nvPr/>
          </p:nvSpPr>
          <p:spPr bwMode="auto">
            <a:xfrm rot="21239470">
              <a:off x="11124394" y="5773376"/>
              <a:ext cx="925887" cy="926653"/>
            </a:xfrm>
            <a:custGeom>
              <a:avLst/>
              <a:gdLst>
                <a:gd name="T0" fmla="*/ 392 w 512"/>
                <a:gd name="T1" fmla="*/ 0 h 512"/>
                <a:gd name="T2" fmla="*/ 120 w 512"/>
                <a:gd name="T3" fmla="*/ 0 h 512"/>
                <a:gd name="T4" fmla="*/ 0 w 512"/>
                <a:gd name="T5" fmla="*/ 120 h 512"/>
                <a:gd name="T6" fmla="*/ 120 w 512"/>
                <a:gd name="T7" fmla="*/ 240 h 512"/>
                <a:gd name="T8" fmla="*/ 142 w 512"/>
                <a:gd name="T9" fmla="*/ 240 h 512"/>
                <a:gd name="T10" fmla="*/ 240 w 512"/>
                <a:gd name="T11" fmla="*/ 287 h 512"/>
                <a:gd name="T12" fmla="*/ 240 w 512"/>
                <a:gd name="T13" fmla="*/ 448 h 512"/>
                <a:gd name="T14" fmla="*/ 192 w 512"/>
                <a:gd name="T15" fmla="*/ 448 h 512"/>
                <a:gd name="T16" fmla="*/ 128 w 512"/>
                <a:gd name="T17" fmla="*/ 512 h 512"/>
                <a:gd name="T18" fmla="*/ 384 w 512"/>
                <a:gd name="T19" fmla="*/ 512 h 512"/>
                <a:gd name="T20" fmla="*/ 320 w 512"/>
                <a:gd name="T21" fmla="*/ 448 h 512"/>
                <a:gd name="T22" fmla="*/ 272 w 512"/>
                <a:gd name="T23" fmla="*/ 448 h 512"/>
                <a:gd name="T24" fmla="*/ 272 w 512"/>
                <a:gd name="T25" fmla="*/ 287 h 512"/>
                <a:gd name="T26" fmla="*/ 370 w 512"/>
                <a:gd name="T27" fmla="*/ 240 h 512"/>
                <a:gd name="T28" fmla="*/ 392 w 512"/>
                <a:gd name="T29" fmla="*/ 240 h 512"/>
                <a:gd name="T30" fmla="*/ 512 w 512"/>
                <a:gd name="T31" fmla="*/ 120 h 512"/>
                <a:gd name="T32" fmla="*/ 392 w 512"/>
                <a:gd name="T33" fmla="*/ 0 h 512"/>
                <a:gd name="T34" fmla="*/ 32 w 512"/>
                <a:gd name="T35" fmla="*/ 120 h 512"/>
                <a:gd name="T36" fmla="*/ 96 w 512"/>
                <a:gd name="T37" fmla="*/ 36 h 512"/>
                <a:gd name="T38" fmla="*/ 96 w 512"/>
                <a:gd name="T39" fmla="*/ 128 h 512"/>
                <a:gd name="T40" fmla="*/ 117 w 512"/>
                <a:gd name="T41" fmla="*/ 208 h 512"/>
                <a:gd name="T42" fmla="*/ 32 w 512"/>
                <a:gd name="T43" fmla="*/ 120 h 512"/>
                <a:gd name="T44" fmla="*/ 395 w 512"/>
                <a:gd name="T45" fmla="*/ 208 h 512"/>
                <a:gd name="T46" fmla="*/ 416 w 512"/>
                <a:gd name="T47" fmla="*/ 128 h 512"/>
                <a:gd name="T48" fmla="*/ 416 w 512"/>
                <a:gd name="T49" fmla="*/ 36 h 512"/>
                <a:gd name="T50" fmla="*/ 480 w 512"/>
                <a:gd name="T51" fmla="*/ 120 h 512"/>
                <a:gd name="T52" fmla="*/ 395 w 512"/>
                <a:gd name="T53" fmla="*/ 208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12" h="512">
                  <a:moveTo>
                    <a:pt x="392" y="0"/>
                  </a:moveTo>
                  <a:cubicBezTo>
                    <a:pt x="120" y="0"/>
                    <a:pt x="120" y="0"/>
                    <a:pt x="120" y="0"/>
                  </a:cubicBezTo>
                  <a:cubicBezTo>
                    <a:pt x="54" y="0"/>
                    <a:pt x="0" y="54"/>
                    <a:pt x="0" y="120"/>
                  </a:cubicBezTo>
                  <a:cubicBezTo>
                    <a:pt x="0" y="186"/>
                    <a:pt x="54" y="240"/>
                    <a:pt x="120" y="240"/>
                  </a:cubicBezTo>
                  <a:cubicBezTo>
                    <a:pt x="142" y="240"/>
                    <a:pt x="142" y="240"/>
                    <a:pt x="142" y="240"/>
                  </a:cubicBezTo>
                  <a:cubicBezTo>
                    <a:pt x="167" y="266"/>
                    <a:pt x="202" y="283"/>
                    <a:pt x="240" y="287"/>
                  </a:cubicBezTo>
                  <a:cubicBezTo>
                    <a:pt x="240" y="448"/>
                    <a:pt x="240" y="448"/>
                    <a:pt x="240" y="448"/>
                  </a:cubicBezTo>
                  <a:cubicBezTo>
                    <a:pt x="192" y="448"/>
                    <a:pt x="192" y="448"/>
                    <a:pt x="192" y="448"/>
                  </a:cubicBezTo>
                  <a:cubicBezTo>
                    <a:pt x="128" y="512"/>
                    <a:pt x="128" y="512"/>
                    <a:pt x="128" y="512"/>
                  </a:cubicBezTo>
                  <a:cubicBezTo>
                    <a:pt x="384" y="512"/>
                    <a:pt x="384" y="512"/>
                    <a:pt x="384" y="512"/>
                  </a:cubicBezTo>
                  <a:cubicBezTo>
                    <a:pt x="320" y="448"/>
                    <a:pt x="320" y="448"/>
                    <a:pt x="320" y="448"/>
                  </a:cubicBezTo>
                  <a:cubicBezTo>
                    <a:pt x="272" y="448"/>
                    <a:pt x="272" y="448"/>
                    <a:pt x="272" y="448"/>
                  </a:cubicBezTo>
                  <a:cubicBezTo>
                    <a:pt x="272" y="287"/>
                    <a:pt x="272" y="287"/>
                    <a:pt x="272" y="287"/>
                  </a:cubicBezTo>
                  <a:cubicBezTo>
                    <a:pt x="310" y="283"/>
                    <a:pt x="345" y="266"/>
                    <a:pt x="370" y="240"/>
                  </a:cubicBezTo>
                  <a:cubicBezTo>
                    <a:pt x="392" y="240"/>
                    <a:pt x="392" y="240"/>
                    <a:pt x="392" y="240"/>
                  </a:cubicBezTo>
                  <a:cubicBezTo>
                    <a:pt x="458" y="240"/>
                    <a:pt x="512" y="186"/>
                    <a:pt x="512" y="120"/>
                  </a:cubicBezTo>
                  <a:cubicBezTo>
                    <a:pt x="512" y="54"/>
                    <a:pt x="458" y="0"/>
                    <a:pt x="392" y="0"/>
                  </a:cubicBezTo>
                  <a:close/>
                  <a:moveTo>
                    <a:pt x="32" y="120"/>
                  </a:moveTo>
                  <a:cubicBezTo>
                    <a:pt x="32" y="80"/>
                    <a:pt x="59" y="46"/>
                    <a:pt x="96" y="36"/>
                  </a:cubicBezTo>
                  <a:cubicBezTo>
                    <a:pt x="96" y="128"/>
                    <a:pt x="96" y="128"/>
                    <a:pt x="96" y="128"/>
                  </a:cubicBezTo>
                  <a:cubicBezTo>
                    <a:pt x="96" y="157"/>
                    <a:pt x="104" y="184"/>
                    <a:pt x="117" y="208"/>
                  </a:cubicBezTo>
                  <a:cubicBezTo>
                    <a:pt x="70" y="206"/>
                    <a:pt x="32" y="168"/>
                    <a:pt x="32" y="120"/>
                  </a:cubicBezTo>
                  <a:close/>
                  <a:moveTo>
                    <a:pt x="395" y="208"/>
                  </a:moveTo>
                  <a:cubicBezTo>
                    <a:pt x="408" y="184"/>
                    <a:pt x="416" y="157"/>
                    <a:pt x="416" y="128"/>
                  </a:cubicBezTo>
                  <a:cubicBezTo>
                    <a:pt x="416" y="36"/>
                    <a:pt x="416" y="36"/>
                    <a:pt x="416" y="36"/>
                  </a:cubicBezTo>
                  <a:cubicBezTo>
                    <a:pt x="453" y="46"/>
                    <a:pt x="480" y="80"/>
                    <a:pt x="480" y="120"/>
                  </a:cubicBezTo>
                  <a:cubicBezTo>
                    <a:pt x="480" y="168"/>
                    <a:pt x="442" y="206"/>
                    <a:pt x="395" y="20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54" name="Freeform 5"/>
            <p:cNvSpPr>
              <a:spLocks noEditPoints="1"/>
            </p:cNvSpPr>
            <p:nvPr/>
          </p:nvSpPr>
          <p:spPr bwMode="auto">
            <a:xfrm rot="571912">
              <a:off x="7014728" y="3758063"/>
              <a:ext cx="861100" cy="861100"/>
            </a:xfrm>
            <a:custGeom>
              <a:avLst/>
              <a:gdLst>
                <a:gd name="T0" fmla="*/ 0 w 1135"/>
                <a:gd name="T1" fmla="*/ 530 h 1135"/>
                <a:gd name="T2" fmla="*/ 0 w 1135"/>
                <a:gd name="T3" fmla="*/ 161 h 1135"/>
                <a:gd name="T4" fmla="*/ 454 w 1135"/>
                <a:gd name="T5" fmla="*/ 100 h 1135"/>
                <a:gd name="T6" fmla="*/ 454 w 1135"/>
                <a:gd name="T7" fmla="*/ 530 h 1135"/>
                <a:gd name="T8" fmla="*/ 0 w 1135"/>
                <a:gd name="T9" fmla="*/ 530 h 1135"/>
                <a:gd name="T10" fmla="*/ 530 w 1135"/>
                <a:gd name="T11" fmla="*/ 88 h 1135"/>
                <a:gd name="T12" fmla="*/ 1132 w 1135"/>
                <a:gd name="T13" fmla="*/ 0 h 1135"/>
                <a:gd name="T14" fmla="*/ 1132 w 1135"/>
                <a:gd name="T15" fmla="*/ 530 h 1135"/>
                <a:gd name="T16" fmla="*/ 530 w 1135"/>
                <a:gd name="T17" fmla="*/ 530 h 1135"/>
                <a:gd name="T18" fmla="*/ 530 w 1135"/>
                <a:gd name="T19" fmla="*/ 88 h 1135"/>
                <a:gd name="T20" fmla="*/ 1135 w 1135"/>
                <a:gd name="T21" fmla="*/ 606 h 1135"/>
                <a:gd name="T22" fmla="*/ 1132 w 1135"/>
                <a:gd name="T23" fmla="*/ 1135 h 1135"/>
                <a:gd name="T24" fmla="*/ 530 w 1135"/>
                <a:gd name="T25" fmla="*/ 1050 h 1135"/>
                <a:gd name="T26" fmla="*/ 530 w 1135"/>
                <a:gd name="T27" fmla="*/ 606 h 1135"/>
                <a:gd name="T28" fmla="*/ 1135 w 1135"/>
                <a:gd name="T29" fmla="*/ 606 h 1135"/>
                <a:gd name="T30" fmla="*/ 454 w 1135"/>
                <a:gd name="T31" fmla="*/ 1041 h 1135"/>
                <a:gd name="T32" fmla="*/ 0 w 1135"/>
                <a:gd name="T33" fmla="*/ 977 h 1135"/>
                <a:gd name="T34" fmla="*/ 0 w 1135"/>
                <a:gd name="T35" fmla="*/ 606 h 1135"/>
                <a:gd name="T36" fmla="*/ 454 w 1135"/>
                <a:gd name="T37" fmla="*/ 606 h 1135"/>
                <a:gd name="T38" fmla="*/ 454 w 1135"/>
                <a:gd name="T39" fmla="*/ 1041 h 1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35" h="1135">
                  <a:moveTo>
                    <a:pt x="0" y="530"/>
                  </a:moveTo>
                  <a:lnTo>
                    <a:pt x="0" y="161"/>
                  </a:lnTo>
                  <a:lnTo>
                    <a:pt x="454" y="100"/>
                  </a:lnTo>
                  <a:lnTo>
                    <a:pt x="454" y="530"/>
                  </a:lnTo>
                  <a:lnTo>
                    <a:pt x="0" y="530"/>
                  </a:lnTo>
                  <a:close/>
                  <a:moveTo>
                    <a:pt x="530" y="88"/>
                  </a:moveTo>
                  <a:lnTo>
                    <a:pt x="1132" y="0"/>
                  </a:lnTo>
                  <a:lnTo>
                    <a:pt x="1132" y="530"/>
                  </a:lnTo>
                  <a:lnTo>
                    <a:pt x="530" y="530"/>
                  </a:lnTo>
                  <a:lnTo>
                    <a:pt x="530" y="88"/>
                  </a:lnTo>
                  <a:close/>
                  <a:moveTo>
                    <a:pt x="1135" y="606"/>
                  </a:moveTo>
                  <a:lnTo>
                    <a:pt x="1132" y="1135"/>
                  </a:lnTo>
                  <a:lnTo>
                    <a:pt x="530" y="1050"/>
                  </a:lnTo>
                  <a:lnTo>
                    <a:pt x="530" y="606"/>
                  </a:lnTo>
                  <a:lnTo>
                    <a:pt x="1135" y="606"/>
                  </a:lnTo>
                  <a:close/>
                  <a:moveTo>
                    <a:pt x="454" y="1041"/>
                  </a:moveTo>
                  <a:lnTo>
                    <a:pt x="0" y="977"/>
                  </a:lnTo>
                  <a:lnTo>
                    <a:pt x="0" y="606"/>
                  </a:lnTo>
                  <a:lnTo>
                    <a:pt x="454" y="606"/>
                  </a:lnTo>
                  <a:lnTo>
                    <a:pt x="454" y="1041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55" name="Freeform 29"/>
            <p:cNvSpPr>
              <a:spLocks noEditPoints="1"/>
            </p:cNvSpPr>
            <p:nvPr/>
          </p:nvSpPr>
          <p:spPr bwMode="auto">
            <a:xfrm>
              <a:off x="9738121" y="56563"/>
              <a:ext cx="751802" cy="712598"/>
            </a:xfrm>
            <a:custGeom>
              <a:avLst/>
              <a:gdLst>
                <a:gd name="T0" fmla="*/ 412 w 414"/>
                <a:gd name="T1" fmla="*/ 92 h 392"/>
                <a:gd name="T2" fmla="*/ 388 w 414"/>
                <a:gd name="T3" fmla="*/ 25 h 392"/>
                <a:gd name="T4" fmla="*/ 326 w 414"/>
                <a:gd name="T5" fmla="*/ 0 h 392"/>
                <a:gd name="T6" fmla="*/ 265 w 414"/>
                <a:gd name="T7" fmla="*/ 27 h 392"/>
                <a:gd name="T8" fmla="*/ 228 w 414"/>
                <a:gd name="T9" fmla="*/ 104 h 392"/>
                <a:gd name="T10" fmla="*/ 193 w 414"/>
                <a:gd name="T11" fmla="*/ 70 h 392"/>
                <a:gd name="T12" fmla="*/ 163 w 414"/>
                <a:gd name="T13" fmla="*/ 70 h 392"/>
                <a:gd name="T14" fmla="*/ 163 w 414"/>
                <a:gd name="T15" fmla="*/ 100 h 392"/>
                <a:gd name="T16" fmla="*/ 169 w 414"/>
                <a:gd name="T17" fmla="*/ 106 h 392"/>
                <a:gd name="T18" fmla="*/ 58 w 414"/>
                <a:gd name="T19" fmla="*/ 218 h 392"/>
                <a:gd name="T20" fmla="*/ 37 w 414"/>
                <a:gd name="T21" fmla="*/ 250 h 392"/>
                <a:gd name="T22" fmla="*/ 35 w 414"/>
                <a:gd name="T23" fmla="*/ 377 h 392"/>
                <a:gd name="T24" fmla="*/ 81 w 414"/>
                <a:gd name="T25" fmla="*/ 392 h 392"/>
                <a:gd name="T26" fmla="*/ 162 w 414"/>
                <a:gd name="T27" fmla="*/ 375 h 392"/>
                <a:gd name="T28" fmla="*/ 194 w 414"/>
                <a:gd name="T29" fmla="*/ 355 h 392"/>
                <a:gd name="T30" fmla="*/ 306 w 414"/>
                <a:gd name="T31" fmla="*/ 243 h 392"/>
                <a:gd name="T32" fmla="*/ 312 w 414"/>
                <a:gd name="T33" fmla="*/ 249 h 392"/>
                <a:gd name="T34" fmla="*/ 327 w 414"/>
                <a:gd name="T35" fmla="*/ 256 h 392"/>
                <a:gd name="T36" fmla="*/ 342 w 414"/>
                <a:gd name="T37" fmla="*/ 249 h 392"/>
                <a:gd name="T38" fmla="*/ 342 w 414"/>
                <a:gd name="T39" fmla="*/ 219 h 392"/>
                <a:gd name="T40" fmla="*/ 308 w 414"/>
                <a:gd name="T41" fmla="*/ 185 h 392"/>
                <a:gd name="T42" fmla="*/ 386 w 414"/>
                <a:gd name="T43" fmla="*/ 147 h 392"/>
                <a:gd name="T44" fmla="*/ 412 w 414"/>
                <a:gd name="T45" fmla="*/ 92 h 392"/>
                <a:gd name="T46" fmla="*/ 65 w 414"/>
                <a:gd name="T47" fmla="*/ 347 h 392"/>
                <a:gd name="T48" fmla="*/ 68 w 414"/>
                <a:gd name="T49" fmla="*/ 292 h 392"/>
                <a:gd name="T50" fmla="*/ 120 w 414"/>
                <a:gd name="T51" fmla="*/ 344 h 392"/>
                <a:gd name="T52" fmla="*/ 65 w 414"/>
                <a:gd name="T53" fmla="*/ 347 h 392"/>
                <a:gd name="T54" fmla="*/ 164 w 414"/>
                <a:gd name="T55" fmla="*/ 325 h 392"/>
                <a:gd name="T56" fmla="*/ 146 w 414"/>
                <a:gd name="T57" fmla="*/ 336 h 392"/>
                <a:gd name="T58" fmla="*/ 143 w 414"/>
                <a:gd name="T59" fmla="*/ 337 h 392"/>
                <a:gd name="T60" fmla="*/ 76 w 414"/>
                <a:gd name="T61" fmla="*/ 269 h 392"/>
                <a:gd name="T62" fmla="*/ 76 w 414"/>
                <a:gd name="T63" fmla="*/ 266 h 392"/>
                <a:gd name="T64" fmla="*/ 88 w 414"/>
                <a:gd name="T65" fmla="*/ 248 h 392"/>
                <a:gd name="T66" fmla="*/ 199 w 414"/>
                <a:gd name="T67" fmla="*/ 136 h 392"/>
                <a:gd name="T68" fmla="*/ 276 w 414"/>
                <a:gd name="T69" fmla="*/ 213 h 392"/>
                <a:gd name="T70" fmla="*/ 164 w 414"/>
                <a:gd name="T71" fmla="*/ 325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14" h="392">
                  <a:moveTo>
                    <a:pt x="412" y="92"/>
                  </a:moveTo>
                  <a:cubicBezTo>
                    <a:pt x="414" y="67"/>
                    <a:pt x="405" y="41"/>
                    <a:pt x="388" y="25"/>
                  </a:cubicBezTo>
                  <a:cubicBezTo>
                    <a:pt x="372" y="9"/>
                    <a:pt x="349" y="0"/>
                    <a:pt x="326" y="0"/>
                  </a:cubicBezTo>
                  <a:cubicBezTo>
                    <a:pt x="301" y="0"/>
                    <a:pt x="279" y="10"/>
                    <a:pt x="265" y="27"/>
                  </a:cubicBezTo>
                  <a:cubicBezTo>
                    <a:pt x="251" y="45"/>
                    <a:pt x="236" y="83"/>
                    <a:pt x="228" y="104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5" y="61"/>
                    <a:pt x="171" y="61"/>
                    <a:pt x="163" y="70"/>
                  </a:cubicBezTo>
                  <a:cubicBezTo>
                    <a:pt x="155" y="78"/>
                    <a:pt x="155" y="92"/>
                    <a:pt x="163" y="100"/>
                  </a:cubicBezTo>
                  <a:cubicBezTo>
                    <a:pt x="169" y="106"/>
                    <a:pt x="169" y="106"/>
                    <a:pt x="169" y="106"/>
                  </a:cubicBezTo>
                  <a:cubicBezTo>
                    <a:pt x="58" y="218"/>
                    <a:pt x="58" y="218"/>
                    <a:pt x="58" y="218"/>
                  </a:cubicBezTo>
                  <a:cubicBezTo>
                    <a:pt x="50" y="226"/>
                    <a:pt x="42" y="237"/>
                    <a:pt x="37" y="250"/>
                  </a:cubicBezTo>
                  <a:cubicBezTo>
                    <a:pt x="37" y="251"/>
                    <a:pt x="0" y="343"/>
                    <a:pt x="35" y="377"/>
                  </a:cubicBezTo>
                  <a:cubicBezTo>
                    <a:pt x="46" y="389"/>
                    <a:pt x="63" y="392"/>
                    <a:pt x="81" y="392"/>
                  </a:cubicBezTo>
                  <a:cubicBezTo>
                    <a:pt x="119" y="392"/>
                    <a:pt x="162" y="376"/>
                    <a:pt x="162" y="375"/>
                  </a:cubicBezTo>
                  <a:cubicBezTo>
                    <a:pt x="175" y="370"/>
                    <a:pt x="187" y="363"/>
                    <a:pt x="194" y="355"/>
                  </a:cubicBezTo>
                  <a:cubicBezTo>
                    <a:pt x="306" y="243"/>
                    <a:pt x="306" y="243"/>
                    <a:pt x="306" y="243"/>
                  </a:cubicBezTo>
                  <a:cubicBezTo>
                    <a:pt x="312" y="249"/>
                    <a:pt x="312" y="249"/>
                    <a:pt x="312" y="249"/>
                  </a:cubicBezTo>
                  <a:cubicBezTo>
                    <a:pt x="316" y="253"/>
                    <a:pt x="322" y="256"/>
                    <a:pt x="327" y="256"/>
                  </a:cubicBezTo>
                  <a:cubicBezTo>
                    <a:pt x="333" y="256"/>
                    <a:pt x="338" y="253"/>
                    <a:pt x="342" y="249"/>
                  </a:cubicBezTo>
                  <a:cubicBezTo>
                    <a:pt x="351" y="241"/>
                    <a:pt x="351" y="228"/>
                    <a:pt x="342" y="219"/>
                  </a:cubicBezTo>
                  <a:cubicBezTo>
                    <a:pt x="308" y="185"/>
                    <a:pt x="308" y="185"/>
                    <a:pt x="308" y="185"/>
                  </a:cubicBezTo>
                  <a:cubicBezTo>
                    <a:pt x="330" y="177"/>
                    <a:pt x="367" y="162"/>
                    <a:pt x="386" y="147"/>
                  </a:cubicBezTo>
                  <a:cubicBezTo>
                    <a:pt x="401" y="135"/>
                    <a:pt x="411" y="115"/>
                    <a:pt x="412" y="92"/>
                  </a:cubicBezTo>
                  <a:close/>
                  <a:moveTo>
                    <a:pt x="65" y="347"/>
                  </a:moveTo>
                  <a:cubicBezTo>
                    <a:pt x="60" y="341"/>
                    <a:pt x="63" y="315"/>
                    <a:pt x="68" y="292"/>
                  </a:cubicBezTo>
                  <a:cubicBezTo>
                    <a:pt x="120" y="344"/>
                    <a:pt x="120" y="344"/>
                    <a:pt x="120" y="344"/>
                  </a:cubicBezTo>
                  <a:cubicBezTo>
                    <a:pt x="97" y="349"/>
                    <a:pt x="71" y="352"/>
                    <a:pt x="65" y="347"/>
                  </a:cubicBezTo>
                  <a:close/>
                  <a:moveTo>
                    <a:pt x="164" y="325"/>
                  </a:moveTo>
                  <a:cubicBezTo>
                    <a:pt x="160" y="329"/>
                    <a:pt x="153" y="333"/>
                    <a:pt x="146" y="336"/>
                  </a:cubicBezTo>
                  <a:cubicBezTo>
                    <a:pt x="145" y="336"/>
                    <a:pt x="144" y="337"/>
                    <a:pt x="143" y="337"/>
                  </a:cubicBezTo>
                  <a:cubicBezTo>
                    <a:pt x="76" y="269"/>
                    <a:pt x="76" y="269"/>
                    <a:pt x="76" y="269"/>
                  </a:cubicBezTo>
                  <a:cubicBezTo>
                    <a:pt x="76" y="268"/>
                    <a:pt x="76" y="267"/>
                    <a:pt x="76" y="266"/>
                  </a:cubicBezTo>
                  <a:cubicBezTo>
                    <a:pt x="80" y="259"/>
                    <a:pt x="84" y="252"/>
                    <a:pt x="88" y="248"/>
                  </a:cubicBezTo>
                  <a:cubicBezTo>
                    <a:pt x="199" y="136"/>
                    <a:pt x="199" y="136"/>
                    <a:pt x="199" y="136"/>
                  </a:cubicBezTo>
                  <a:cubicBezTo>
                    <a:pt x="276" y="213"/>
                    <a:pt x="276" y="213"/>
                    <a:pt x="276" y="213"/>
                  </a:cubicBezTo>
                  <a:lnTo>
                    <a:pt x="164" y="325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56" name="Freeform 30"/>
            <p:cNvSpPr>
              <a:spLocks noEditPoints="1"/>
            </p:cNvSpPr>
            <p:nvPr/>
          </p:nvSpPr>
          <p:spPr bwMode="auto">
            <a:xfrm>
              <a:off x="7850964" y="5949299"/>
              <a:ext cx="714135" cy="714904"/>
            </a:xfrm>
            <a:custGeom>
              <a:avLst/>
              <a:gdLst>
                <a:gd name="T0" fmla="*/ 384 w 393"/>
                <a:gd name="T1" fmla="*/ 92 h 393"/>
                <a:gd name="T2" fmla="*/ 301 w 393"/>
                <a:gd name="T3" fmla="*/ 9 h 393"/>
                <a:gd name="T4" fmla="*/ 279 w 393"/>
                <a:gd name="T5" fmla="*/ 0 h 393"/>
                <a:gd name="T6" fmla="*/ 256 w 393"/>
                <a:gd name="T7" fmla="*/ 9 h 393"/>
                <a:gd name="T8" fmla="*/ 23 w 393"/>
                <a:gd name="T9" fmla="*/ 242 h 393"/>
                <a:gd name="T10" fmla="*/ 7 w 393"/>
                <a:gd name="T11" fmla="*/ 268 h 393"/>
                <a:gd name="T12" fmla="*/ 0 w 393"/>
                <a:gd name="T13" fmla="*/ 297 h 393"/>
                <a:gd name="T14" fmla="*/ 0 w 393"/>
                <a:gd name="T15" fmla="*/ 393 h 393"/>
                <a:gd name="T16" fmla="*/ 96 w 393"/>
                <a:gd name="T17" fmla="*/ 393 h 393"/>
                <a:gd name="T18" fmla="*/ 125 w 393"/>
                <a:gd name="T19" fmla="*/ 386 h 393"/>
                <a:gd name="T20" fmla="*/ 151 w 393"/>
                <a:gd name="T21" fmla="*/ 370 h 393"/>
                <a:gd name="T22" fmla="*/ 384 w 393"/>
                <a:gd name="T23" fmla="*/ 137 h 393"/>
                <a:gd name="T24" fmla="*/ 393 w 393"/>
                <a:gd name="T25" fmla="*/ 114 h 393"/>
                <a:gd name="T26" fmla="*/ 384 w 393"/>
                <a:gd name="T27" fmla="*/ 92 h 393"/>
                <a:gd name="T28" fmla="*/ 59 w 393"/>
                <a:gd name="T29" fmla="*/ 266 h 393"/>
                <a:gd name="T30" fmla="*/ 236 w 393"/>
                <a:gd name="T31" fmla="*/ 89 h 393"/>
                <a:gd name="T32" fmla="*/ 262 w 393"/>
                <a:gd name="T33" fmla="*/ 116 h 393"/>
                <a:gd name="T34" fmla="*/ 85 w 393"/>
                <a:gd name="T35" fmla="*/ 293 h 393"/>
                <a:gd name="T36" fmla="*/ 59 w 393"/>
                <a:gd name="T37" fmla="*/ 266 h 393"/>
                <a:gd name="T38" fmla="*/ 96 w 393"/>
                <a:gd name="T39" fmla="*/ 350 h 393"/>
                <a:gd name="T40" fmla="*/ 64 w 393"/>
                <a:gd name="T41" fmla="*/ 350 h 393"/>
                <a:gd name="T42" fmla="*/ 43 w 393"/>
                <a:gd name="T43" fmla="*/ 329 h 393"/>
                <a:gd name="T44" fmla="*/ 43 w 393"/>
                <a:gd name="T45" fmla="*/ 297 h 393"/>
                <a:gd name="T46" fmla="*/ 46 w 393"/>
                <a:gd name="T47" fmla="*/ 284 h 393"/>
                <a:gd name="T48" fmla="*/ 109 w 393"/>
                <a:gd name="T49" fmla="*/ 347 h 393"/>
                <a:gd name="T50" fmla="*/ 96 w 393"/>
                <a:gd name="T51" fmla="*/ 350 h 393"/>
                <a:gd name="T52" fmla="*/ 127 w 393"/>
                <a:gd name="T53" fmla="*/ 334 h 393"/>
                <a:gd name="T54" fmla="*/ 100 w 393"/>
                <a:gd name="T55" fmla="*/ 308 h 393"/>
                <a:gd name="T56" fmla="*/ 277 w 393"/>
                <a:gd name="T57" fmla="*/ 131 h 393"/>
                <a:gd name="T58" fmla="*/ 304 w 393"/>
                <a:gd name="T59" fmla="*/ 157 h 393"/>
                <a:gd name="T60" fmla="*/ 127 w 393"/>
                <a:gd name="T61" fmla="*/ 334 h 393"/>
                <a:gd name="T62" fmla="*/ 319 w 393"/>
                <a:gd name="T63" fmla="*/ 142 h 393"/>
                <a:gd name="T64" fmla="*/ 251 w 393"/>
                <a:gd name="T65" fmla="*/ 74 h 393"/>
                <a:gd name="T66" fmla="*/ 279 w 393"/>
                <a:gd name="T67" fmla="*/ 47 h 393"/>
                <a:gd name="T68" fmla="*/ 346 w 393"/>
                <a:gd name="T69" fmla="*/ 114 h 393"/>
                <a:gd name="T70" fmla="*/ 319 w 393"/>
                <a:gd name="T71" fmla="*/ 142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93" h="393">
                  <a:moveTo>
                    <a:pt x="384" y="92"/>
                  </a:moveTo>
                  <a:cubicBezTo>
                    <a:pt x="301" y="9"/>
                    <a:pt x="301" y="9"/>
                    <a:pt x="301" y="9"/>
                  </a:cubicBezTo>
                  <a:cubicBezTo>
                    <a:pt x="295" y="3"/>
                    <a:pt x="287" y="0"/>
                    <a:pt x="279" y="0"/>
                  </a:cubicBezTo>
                  <a:cubicBezTo>
                    <a:pt x="270" y="0"/>
                    <a:pt x="262" y="3"/>
                    <a:pt x="256" y="9"/>
                  </a:cubicBezTo>
                  <a:cubicBezTo>
                    <a:pt x="23" y="242"/>
                    <a:pt x="23" y="242"/>
                    <a:pt x="23" y="242"/>
                  </a:cubicBezTo>
                  <a:cubicBezTo>
                    <a:pt x="16" y="249"/>
                    <a:pt x="11" y="258"/>
                    <a:pt x="7" y="268"/>
                  </a:cubicBezTo>
                  <a:cubicBezTo>
                    <a:pt x="3" y="278"/>
                    <a:pt x="0" y="288"/>
                    <a:pt x="0" y="297"/>
                  </a:cubicBezTo>
                  <a:cubicBezTo>
                    <a:pt x="0" y="393"/>
                    <a:pt x="0" y="393"/>
                    <a:pt x="0" y="393"/>
                  </a:cubicBezTo>
                  <a:cubicBezTo>
                    <a:pt x="96" y="393"/>
                    <a:pt x="96" y="393"/>
                    <a:pt x="96" y="393"/>
                  </a:cubicBezTo>
                  <a:cubicBezTo>
                    <a:pt x="105" y="393"/>
                    <a:pt x="115" y="390"/>
                    <a:pt x="125" y="386"/>
                  </a:cubicBezTo>
                  <a:cubicBezTo>
                    <a:pt x="135" y="382"/>
                    <a:pt x="144" y="377"/>
                    <a:pt x="151" y="370"/>
                  </a:cubicBezTo>
                  <a:cubicBezTo>
                    <a:pt x="384" y="137"/>
                    <a:pt x="384" y="137"/>
                    <a:pt x="384" y="137"/>
                  </a:cubicBezTo>
                  <a:cubicBezTo>
                    <a:pt x="390" y="131"/>
                    <a:pt x="393" y="123"/>
                    <a:pt x="393" y="114"/>
                  </a:cubicBezTo>
                  <a:cubicBezTo>
                    <a:pt x="393" y="106"/>
                    <a:pt x="390" y="98"/>
                    <a:pt x="384" y="92"/>
                  </a:cubicBezTo>
                  <a:close/>
                  <a:moveTo>
                    <a:pt x="59" y="266"/>
                  </a:moveTo>
                  <a:cubicBezTo>
                    <a:pt x="236" y="89"/>
                    <a:pt x="236" y="89"/>
                    <a:pt x="236" y="89"/>
                  </a:cubicBezTo>
                  <a:cubicBezTo>
                    <a:pt x="262" y="116"/>
                    <a:pt x="262" y="116"/>
                    <a:pt x="262" y="116"/>
                  </a:cubicBezTo>
                  <a:cubicBezTo>
                    <a:pt x="85" y="293"/>
                    <a:pt x="85" y="293"/>
                    <a:pt x="85" y="293"/>
                  </a:cubicBezTo>
                  <a:lnTo>
                    <a:pt x="59" y="266"/>
                  </a:lnTo>
                  <a:close/>
                  <a:moveTo>
                    <a:pt x="96" y="350"/>
                  </a:moveTo>
                  <a:cubicBezTo>
                    <a:pt x="64" y="350"/>
                    <a:pt x="64" y="350"/>
                    <a:pt x="64" y="350"/>
                  </a:cubicBezTo>
                  <a:cubicBezTo>
                    <a:pt x="43" y="329"/>
                    <a:pt x="43" y="329"/>
                    <a:pt x="43" y="329"/>
                  </a:cubicBezTo>
                  <a:cubicBezTo>
                    <a:pt x="43" y="297"/>
                    <a:pt x="43" y="297"/>
                    <a:pt x="43" y="297"/>
                  </a:cubicBezTo>
                  <a:cubicBezTo>
                    <a:pt x="43" y="295"/>
                    <a:pt x="43" y="290"/>
                    <a:pt x="46" y="284"/>
                  </a:cubicBezTo>
                  <a:cubicBezTo>
                    <a:pt x="46" y="284"/>
                    <a:pt x="109" y="347"/>
                    <a:pt x="109" y="347"/>
                  </a:cubicBezTo>
                  <a:cubicBezTo>
                    <a:pt x="102" y="350"/>
                    <a:pt x="98" y="350"/>
                    <a:pt x="96" y="350"/>
                  </a:cubicBezTo>
                  <a:close/>
                  <a:moveTo>
                    <a:pt x="127" y="334"/>
                  </a:moveTo>
                  <a:cubicBezTo>
                    <a:pt x="100" y="308"/>
                    <a:pt x="100" y="308"/>
                    <a:pt x="100" y="308"/>
                  </a:cubicBezTo>
                  <a:cubicBezTo>
                    <a:pt x="277" y="131"/>
                    <a:pt x="277" y="131"/>
                    <a:pt x="277" y="131"/>
                  </a:cubicBezTo>
                  <a:cubicBezTo>
                    <a:pt x="304" y="157"/>
                    <a:pt x="304" y="157"/>
                    <a:pt x="304" y="157"/>
                  </a:cubicBezTo>
                  <a:lnTo>
                    <a:pt x="127" y="334"/>
                  </a:lnTo>
                  <a:close/>
                  <a:moveTo>
                    <a:pt x="319" y="142"/>
                  </a:moveTo>
                  <a:cubicBezTo>
                    <a:pt x="251" y="74"/>
                    <a:pt x="251" y="74"/>
                    <a:pt x="251" y="74"/>
                  </a:cubicBezTo>
                  <a:cubicBezTo>
                    <a:pt x="279" y="47"/>
                    <a:pt x="279" y="47"/>
                    <a:pt x="279" y="47"/>
                  </a:cubicBezTo>
                  <a:cubicBezTo>
                    <a:pt x="346" y="114"/>
                    <a:pt x="346" y="114"/>
                    <a:pt x="346" y="114"/>
                  </a:cubicBezTo>
                  <a:cubicBezTo>
                    <a:pt x="319" y="142"/>
                    <a:pt x="319" y="142"/>
                    <a:pt x="319" y="142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57" name="Freeform 78"/>
            <p:cNvSpPr>
              <a:spLocks noEditPoints="1"/>
            </p:cNvSpPr>
            <p:nvPr/>
          </p:nvSpPr>
          <p:spPr bwMode="auto">
            <a:xfrm>
              <a:off x="3481383" y="4283179"/>
              <a:ext cx="1108823" cy="1108823"/>
            </a:xfrm>
            <a:custGeom>
              <a:avLst/>
              <a:gdLst>
                <a:gd name="T0" fmla="*/ 309 w 384"/>
                <a:gd name="T1" fmla="*/ 192 h 384"/>
                <a:gd name="T2" fmla="*/ 332 w 384"/>
                <a:gd name="T3" fmla="*/ 183 h 384"/>
                <a:gd name="T4" fmla="*/ 341 w 384"/>
                <a:gd name="T5" fmla="*/ 160 h 384"/>
                <a:gd name="T6" fmla="*/ 332 w 384"/>
                <a:gd name="T7" fmla="*/ 137 h 384"/>
                <a:gd name="T8" fmla="*/ 309 w 384"/>
                <a:gd name="T9" fmla="*/ 128 h 384"/>
                <a:gd name="T10" fmla="*/ 287 w 384"/>
                <a:gd name="T11" fmla="*/ 137 h 384"/>
                <a:gd name="T12" fmla="*/ 277 w 384"/>
                <a:gd name="T13" fmla="*/ 160 h 384"/>
                <a:gd name="T14" fmla="*/ 287 w 384"/>
                <a:gd name="T15" fmla="*/ 183 h 384"/>
                <a:gd name="T16" fmla="*/ 309 w 384"/>
                <a:gd name="T17" fmla="*/ 192 h 384"/>
                <a:gd name="T18" fmla="*/ 245 w 384"/>
                <a:gd name="T19" fmla="*/ 107 h 384"/>
                <a:gd name="T20" fmla="*/ 268 w 384"/>
                <a:gd name="T21" fmla="*/ 97 h 384"/>
                <a:gd name="T22" fmla="*/ 277 w 384"/>
                <a:gd name="T23" fmla="*/ 75 h 384"/>
                <a:gd name="T24" fmla="*/ 268 w 384"/>
                <a:gd name="T25" fmla="*/ 52 h 384"/>
                <a:gd name="T26" fmla="*/ 245 w 384"/>
                <a:gd name="T27" fmla="*/ 43 h 384"/>
                <a:gd name="T28" fmla="*/ 223 w 384"/>
                <a:gd name="T29" fmla="*/ 52 h 384"/>
                <a:gd name="T30" fmla="*/ 213 w 384"/>
                <a:gd name="T31" fmla="*/ 75 h 384"/>
                <a:gd name="T32" fmla="*/ 223 w 384"/>
                <a:gd name="T33" fmla="*/ 97 h 384"/>
                <a:gd name="T34" fmla="*/ 245 w 384"/>
                <a:gd name="T35" fmla="*/ 107 h 384"/>
                <a:gd name="T36" fmla="*/ 139 w 384"/>
                <a:gd name="T37" fmla="*/ 107 h 384"/>
                <a:gd name="T38" fmla="*/ 162 w 384"/>
                <a:gd name="T39" fmla="*/ 97 h 384"/>
                <a:gd name="T40" fmla="*/ 171 w 384"/>
                <a:gd name="T41" fmla="*/ 75 h 384"/>
                <a:gd name="T42" fmla="*/ 162 w 384"/>
                <a:gd name="T43" fmla="*/ 52 h 384"/>
                <a:gd name="T44" fmla="*/ 139 w 384"/>
                <a:gd name="T45" fmla="*/ 43 h 384"/>
                <a:gd name="T46" fmla="*/ 117 w 384"/>
                <a:gd name="T47" fmla="*/ 52 h 384"/>
                <a:gd name="T48" fmla="*/ 107 w 384"/>
                <a:gd name="T49" fmla="*/ 75 h 384"/>
                <a:gd name="T50" fmla="*/ 117 w 384"/>
                <a:gd name="T51" fmla="*/ 97 h 384"/>
                <a:gd name="T52" fmla="*/ 139 w 384"/>
                <a:gd name="T53" fmla="*/ 107 h 384"/>
                <a:gd name="T54" fmla="*/ 75 w 384"/>
                <a:gd name="T55" fmla="*/ 192 h 384"/>
                <a:gd name="T56" fmla="*/ 98 w 384"/>
                <a:gd name="T57" fmla="*/ 183 h 384"/>
                <a:gd name="T58" fmla="*/ 107 w 384"/>
                <a:gd name="T59" fmla="*/ 160 h 384"/>
                <a:gd name="T60" fmla="*/ 98 w 384"/>
                <a:gd name="T61" fmla="*/ 137 h 384"/>
                <a:gd name="T62" fmla="*/ 75 w 384"/>
                <a:gd name="T63" fmla="*/ 128 h 384"/>
                <a:gd name="T64" fmla="*/ 53 w 384"/>
                <a:gd name="T65" fmla="*/ 137 h 384"/>
                <a:gd name="T66" fmla="*/ 43 w 384"/>
                <a:gd name="T67" fmla="*/ 160 h 384"/>
                <a:gd name="T68" fmla="*/ 53 w 384"/>
                <a:gd name="T69" fmla="*/ 183 h 384"/>
                <a:gd name="T70" fmla="*/ 75 w 384"/>
                <a:gd name="T71" fmla="*/ 192 h 384"/>
                <a:gd name="T72" fmla="*/ 192 w 384"/>
                <a:gd name="T73" fmla="*/ 0 h 384"/>
                <a:gd name="T74" fmla="*/ 328 w 384"/>
                <a:gd name="T75" fmla="*/ 50 h 384"/>
                <a:gd name="T76" fmla="*/ 384 w 384"/>
                <a:gd name="T77" fmla="*/ 171 h 384"/>
                <a:gd name="T78" fmla="*/ 353 w 384"/>
                <a:gd name="T79" fmla="*/ 246 h 384"/>
                <a:gd name="T80" fmla="*/ 277 w 384"/>
                <a:gd name="T81" fmla="*/ 277 h 384"/>
                <a:gd name="T82" fmla="*/ 240 w 384"/>
                <a:gd name="T83" fmla="*/ 277 h 384"/>
                <a:gd name="T84" fmla="*/ 217 w 384"/>
                <a:gd name="T85" fmla="*/ 286 h 384"/>
                <a:gd name="T86" fmla="*/ 208 w 384"/>
                <a:gd name="T87" fmla="*/ 309 h 384"/>
                <a:gd name="T88" fmla="*/ 216 w 384"/>
                <a:gd name="T89" fmla="*/ 330 h 384"/>
                <a:gd name="T90" fmla="*/ 224 w 384"/>
                <a:gd name="T91" fmla="*/ 352 h 384"/>
                <a:gd name="T92" fmla="*/ 215 w 384"/>
                <a:gd name="T93" fmla="*/ 375 h 384"/>
                <a:gd name="T94" fmla="*/ 192 w 384"/>
                <a:gd name="T95" fmla="*/ 384 h 384"/>
                <a:gd name="T96" fmla="*/ 56 w 384"/>
                <a:gd name="T97" fmla="*/ 328 h 384"/>
                <a:gd name="T98" fmla="*/ 0 w 384"/>
                <a:gd name="T99" fmla="*/ 192 h 384"/>
                <a:gd name="T100" fmla="*/ 56 w 384"/>
                <a:gd name="T101" fmla="*/ 56 h 384"/>
                <a:gd name="T102" fmla="*/ 192 w 384"/>
                <a:gd name="T103" fmla="*/ 0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84" h="384">
                  <a:moveTo>
                    <a:pt x="309" y="192"/>
                  </a:moveTo>
                  <a:cubicBezTo>
                    <a:pt x="318" y="192"/>
                    <a:pt x="325" y="189"/>
                    <a:pt x="332" y="183"/>
                  </a:cubicBezTo>
                  <a:cubicBezTo>
                    <a:pt x="338" y="177"/>
                    <a:pt x="341" y="169"/>
                    <a:pt x="341" y="160"/>
                  </a:cubicBezTo>
                  <a:cubicBezTo>
                    <a:pt x="341" y="151"/>
                    <a:pt x="338" y="143"/>
                    <a:pt x="332" y="137"/>
                  </a:cubicBezTo>
                  <a:cubicBezTo>
                    <a:pt x="325" y="131"/>
                    <a:pt x="318" y="128"/>
                    <a:pt x="309" y="128"/>
                  </a:cubicBezTo>
                  <a:cubicBezTo>
                    <a:pt x="300" y="128"/>
                    <a:pt x="293" y="131"/>
                    <a:pt x="287" y="137"/>
                  </a:cubicBezTo>
                  <a:cubicBezTo>
                    <a:pt x="280" y="143"/>
                    <a:pt x="277" y="151"/>
                    <a:pt x="277" y="160"/>
                  </a:cubicBezTo>
                  <a:cubicBezTo>
                    <a:pt x="277" y="169"/>
                    <a:pt x="280" y="177"/>
                    <a:pt x="287" y="183"/>
                  </a:cubicBezTo>
                  <a:cubicBezTo>
                    <a:pt x="293" y="189"/>
                    <a:pt x="300" y="192"/>
                    <a:pt x="309" y="192"/>
                  </a:cubicBezTo>
                  <a:close/>
                  <a:moveTo>
                    <a:pt x="245" y="107"/>
                  </a:moveTo>
                  <a:cubicBezTo>
                    <a:pt x="254" y="107"/>
                    <a:pt x="261" y="104"/>
                    <a:pt x="268" y="97"/>
                  </a:cubicBezTo>
                  <a:cubicBezTo>
                    <a:pt x="274" y="91"/>
                    <a:pt x="277" y="84"/>
                    <a:pt x="277" y="75"/>
                  </a:cubicBezTo>
                  <a:cubicBezTo>
                    <a:pt x="277" y="66"/>
                    <a:pt x="274" y="59"/>
                    <a:pt x="268" y="52"/>
                  </a:cubicBezTo>
                  <a:cubicBezTo>
                    <a:pt x="261" y="46"/>
                    <a:pt x="254" y="43"/>
                    <a:pt x="245" y="43"/>
                  </a:cubicBezTo>
                  <a:cubicBezTo>
                    <a:pt x="236" y="43"/>
                    <a:pt x="229" y="46"/>
                    <a:pt x="223" y="52"/>
                  </a:cubicBezTo>
                  <a:cubicBezTo>
                    <a:pt x="216" y="59"/>
                    <a:pt x="213" y="66"/>
                    <a:pt x="213" y="75"/>
                  </a:cubicBezTo>
                  <a:cubicBezTo>
                    <a:pt x="213" y="84"/>
                    <a:pt x="216" y="91"/>
                    <a:pt x="223" y="97"/>
                  </a:cubicBezTo>
                  <a:cubicBezTo>
                    <a:pt x="229" y="104"/>
                    <a:pt x="236" y="107"/>
                    <a:pt x="245" y="107"/>
                  </a:cubicBezTo>
                  <a:close/>
                  <a:moveTo>
                    <a:pt x="139" y="107"/>
                  </a:moveTo>
                  <a:cubicBezTo>
                    <a:pt x="148" y="107"/>
                    <a:pt x="155" y="104"/>
                    <a:pt x="162" y="97"/>
                  </a:cubicBezTo>
                  <a:cubicBezTo>
                    <a:pt x="168" y="91"/>
                    <a:pt x="171" y="84"/>
                    <a:pt x="171" y="75"/>
                  </a:cubicBezTo>
                  <a:cubicBezTo>
                    <a:pt x="171" y="66"/>
                    <a:pt x="168" y="59"/>
                    <a:pt x="162" y="52"/>
                  </a:cubicBezTo>
                  <a:cubicBezTo>
                    <a:pt x="155" y="46"/>
                    <a:pt x="148" y="43"/>
                    <a:pt x="139" y="43"/>
                  </a:cubicBezTo>
                  <a:cubicBezTo>
                    <a:pt x="130" y="43"/>
                    <a:pt x="123" y="46"/>
                    <a:pt x="117" y="52"/>
                  </a:cubicBezTo>
                  <a:cubicBezTo>
                    <a:pt x="110" y="59"/>
                    <a:pt x="107" y="66"/>
                    <a:pt x="107" y="75"/>
                  </a:cubicBezTo>
                  <a:cubicBezTo>
                    <a:pt x="107" y="84"/>
                    <a:pt x="110" y="91"/>
                    <a:pt x="117" y="97"/>
                  </a:cubicBezTo>
                  <a:cubicBezTo>
                    <a:pt x="123" y="104"/>
                    <a:pt x="130" y="107"/>
                    <a:pt x="139" y="107"/>
                  </a:cubicBezTo>
                  <a:close/>
                  <a:moveTo>
                    <a:pt x="75" y="192"/>
                  </a:moveTo>
                  <a:cubicBezTo>
                    <a:pt x="84" y="192"/>
                    <a:pt x="91" y="189"/>
                    <a:pt x="98" y="183"/>
                  </a:cubicBezTo>
                  <a:cubicBezTo>
                    <a:pt x="104" y="177"/>
                    <a:pt x="107" y="169"/>
                    <a:pt x="107" y="160"/>
                  </a:cubicBezTo>
                  <a:cubicBezTo>
                    <a:pt x="107" y="151"/>
                    <a:pt x="104" y="143"/>
                    <a:pt x="98" y="137"/>
                  </a:cubicBezTo>
                  <a:cubicBezTo>
                    <a:pt x="91" y="131"/>
                    <a:pt x="84" y="128"/>
                    <a:pt x="75" y="128"/>
                  </a:cubicBezTo>
                  <a:cubicBezTo>
                    <a:pt x="66" y="128"/>
                    <a:pt x="59" y="131"/>
                    <a:pt x="53" y="137"/>
                  </a:cubicBezTo>
                  <a:cubicBezTo>
                    <a:pt x="46" y="143"/>
                    <a:pt x="43" y="151"/>
                    <a:pt x="43" y="160"/>
                  </a:cubicBezTo>
                  <a:cubicBezTo>
                    <a:pt x="43" y="169"/>
                    <a:pt x="46" y="177"/>
                    <a:pt x="53" y="183"/>
                  </a:cubicBezTo>
                  <a:cubicBezTo>
                    <a:pt x="59" y="189"/>
                    <a:pt x="66" y="192"/>
                    <a:pt x="75" y="192"/>
                  </a:cubicBezTo>
                  <a:close/>
                  <a:moveTo>
                    <a:pt x="192" y="0"/>
                  </a:moveTo>
                  <a:cubicBezTo>
                    <a:pt x="245" y="0"/>
                    <a:pt x="290" y="17"/>
                    <a:pt x="328" y="50"/>
                  </a:cubicBezTo>
                  <a:cubicBezTo>
                    <a:pt x="365" y="83"/>
                    <a:pt x="384" y="124"/>
                    <a:pt x="384" y="171"/>
                  </a:cubicBezTo>
                  <a:cubicBezTo>
                    <a:pt x="384" y="200"/>
                    <a:pt x="374" y="225"/>
                    <a:pt x="353" y="246"/>
                  </a:cubicBezTo>
                  <a:cubicBezTo>
                    <a:pt x="332" y="267"/>
                    <a:pt x="306" y="277"/>
                    <a:pt x="277" y="277"/>
                  </a:cubicBezTo>
                  <a:cubicBezTo>
                    <a:pt x="240" y="277"/>
                    <a:pt x="240" y="277"/>
                    <a:pt x="240" y="277"/>
                  </a:cubicBezTo>
                  <a:cubicBezTo>
                    <a:pt x="231" y="277"/>
                    <a:pt x="223" y="280"/>
                    <a:pt x="217" y="286"/>
                  </a:cubicBezTo>
                  <a:cubicBezTo>
                    <a:pt x="211" y="293"/>
                    <a:pt x="208" y="300"/>
                    <a:pt x="208" y="309"/>
                  </a:cubicBezTo>
                  <a:cubicBezTo>
                    <a:pt x="208" y="316"/>
                    <a:pt x="211" y="323"/>
                    <a:pt x="216" y="330"/>
                  </a:cubicBezTo>
                  <a:cubicBezTo>
                    <a:pt x="221" y="337"/>
                    <a:pt x="224" y="344"/>
                    <a:pt x="224" y="352"/>
                  </a:cubicBezTo>
                  <a:cubicBezTo>
                    <a:pt x="224" y="361"/>
                    <a:pt x="221" y="369"/>
                    <a:pt x="215" y="375"/>
                  </a:cubicBezTo>
                  <a:cubicBezTo>
                    <a:pt x="209" y="381"/>
                    <a:pt x="201" y="384"/>
                    <a:pt x="192" y="384"/>
                  </a:cubicBezTo>
                  <a:cubicBezTo>
                    <a:pt x="139" y="384"/>
                    <a:pt x="93" y="365"/>
                    <a:pt x="56" y="328"/>
                  </a:cubicBezTo>
                  <a:cubicBezTo>
                    <a:pt x="19" y="291"/>
                    <a:pt x="0" y="245"/>
                    <a:pt x="0" y="192"/>
                  </a:cubicBezTo>
                  <a:cubicBezTo>
                    <a:pt x="0" y="139"/>
                    <a:pt x="19" y="93"/>
                    <a:pt x="56" y="56"/>
                  </a:cubicBezTo>
                  <a:cubicBezTo>
                    <a:pt x="93" y="19"/>
                    <a:pt x="139" y="0"/>
                    <a:pt x="192" y="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58" name="Freeform 84"/>
            <p:cNvSpPr>
              <a:spLocks noEditPoints="1"/>
            </p:cNvSpPr>
            <p:nvPr/>
          </p:nvSpPr>
          <p:spPr bwMode="auto">
            <a:xfrm>
              <a:off x="11496981" y="4708023"/>
              <a:ext cx="659556" cy="774095"/>
            </a:xfrm>
            <a:custGeom>
              <a:avLst/>
              <a:gdLst>
                <a:gd name="T0" fmla="*/ 267 w 363"/>
                <a:gd name="T1" fmla="*/ 85 h 426"/>
                <a:gd name="T2" fmla="*/ 237 w 363"/>
                <a:gd name="T3" fmla="*/ 72 h 426"/>
                <a:gd name="T4" fmla="*/ 224 w 363"/>
                <a:gd name="T5" fmla="*/ 42 h 426"/>
                <a:gd name="T6" fmla="*/ 237 w 363"/>
                <a:gd name="T7" fmla="*/ 12 h 426"/>
                <a:gd name="T8" fmla="*/ 267 w 363"/>
                <a:gd name="T9" fmla="*/ 0 h 426"/>
                <a:gd name="T10" fmla="*/ 298 w 363"/>
                <a:gd name="T11" fmla="*/ 12 h 426"/>
                <a:gd name="T12" fmla="*/ 310 w 363"/>
                <a:gd name="T13" fmla="*/ 42 h 426"/>
                <a:gd name="T14" fmla="*/ 298 w 363"/>
                <a:gd name="T15" fmla="*/ 72 h 426"/>
                <a:gd name="T16" fmla="*/ 267 w 363"/>
                <a:gd name="T17" fmla="*/ 85 h 426"/>
                <a:gd name="T18" fmla="*/ 75 w 363"/>
                <a:gd name="T19" fmla="*/ 85 h 426"/>
                <a:gd name="T20" fmla="*/ 45 w 363"/>
                <a:gd name="T21" fmla="*/ 72 h 426"/>
                <a:gd name="T22" fmla="*/ 32 w 363"/>
                <a:gd name="T23" fmla="*/ 42 h 426"/>
                <a:gd name="T24" fmla="*/ 45 w 363"/>
                <a:gd name="T25" fmla="*/ 12 h 426"/>
                <a:gd name="T26" fmla="*/ 75 w 363"/>
                <a:gd name="T27" fmla="*/ 0 h 426"/>
                <a:gd name="T28" fmla="*/ 106 w 363"/>
                <a:gd name="T29" fmla="*/ 12 h 426"/>
                <a:gd name="T30" fmla="*/ 118 w 363"/>
                <a:gd name="T31" fmla="*/ 42 h 426"/>
                <a:gd name="T32" fmla="*/ 106 w 363"/>
                <a:gd name="T33" fmla="*/ 72 h 426"/>
                <a:gd name="T34" fmla="*/ 75 w 363"/>
                <a:gd name="T35" fmla="*/ 85 h 426"/>
                <a:gd name="T36" fmla="*/ 299 w 363"/>
                <a:gd name="T37" fmla="*/ 426 h 426"/>
                <a:gd name="T38" fmla="*/ 235 w 363"/>
                <a:gd name="T39" fmla="*/ 426 h 426"/>
                <a:gd name="T40" fmla="*/ 235 w 363"/>
                <a:gd name="T41" fmla="*/ 298 h 426"/>
                <a:gd name="T42" fmla="*/ 171 w 363"/>
                <a:gd name="T43" fmla="*/ 298 h 426"/>
                <a:gd name="T44" fmla="*/ 225 w 363"/>
                <a:gd name="T45" fmla="*/ 136 h 426"/>
                <a:gd name="T46" fmla="*/ 266 w 363"/>
                <a:gd name="T47" fmla="*/ 106 h 426"/>
                <a:gd name="T48" fmla="*/ 268 w 363"/>
                <a:gd name="T49" fmla="*/ 106 h 426"/>
                <a:gd name="T50" fmla="*/ 309 w 363"/>
                <a:gd name="T51" fmla="*/ 136 h 426"/>
                <a:gd name="T52" fmla="*/ 363 w 363"/>
                <a:gd name="T53" fmla="*/ 298 h 426"/>
                <a:gd name="T54" fmla="*/ 299 w 363"/>
                <a:gd name="T55" fmla="*/ 298 h 426"/>
                <a:gd name="T56" fmla="*/ 299 w 363"/>
                <a:gd name="T57" fmla="*/ 426 h 426"/>
                <a:gd name="T58" fmla="*/ 32 w 363"/>
                <a:gd name="T59" fmla="*/ 426 h 426"/>
                <a:gd name="T60" fmla="*/ 32 w 363"/>
                <a:gd name="T61" fmla="*/ 266 h 426"/>
                <a:gd name="T62" fmla="*/ 0 w 363"/>
                <a:gd name="T63" fmla="*/ 266 h 426"/>
                <a:gd name="T64" fmla="*/ 0 w 363"/>
                <a:gd name="T65" fmla="*/ 149 h 426"/>
                <a:gd name="T66" fmla="*/ 13 w 363"/>
                <a:gd name="T67" fmla="*/ 119 h 426"/>
                <a:gd name="T68" fmla="*/ 43 w 363"/>
                <a:gd name="T69" fmla="*/ 106 h 426"/>
                <a:gd name="T70" fmla="*/ 107 w 363"/>
                <a:gd name="T71" fmla="*/ 106 h 426"/>
                <a:gd name="T72" fmla="*/ 137 w 363"/>
                <a:gd name="T73" fmla="*/ 119 h 426"/>
                <a:gd name="T74" fmla="*/ 150 w 363"/>
                <a:gd name="T75" fmla="*/ 149 h 426"/>
                <a:gd name="T76" fmla="*/ 150 w 363"/>
                <a:gd name="T77" fmla="*/ 266 h 426"/>
                <a:gd name="T78" fmla="*/ 118 w 363"/>
                <a:gd name="T79" fmla="*/ 266 h 426"/>
                <a:gd name="T80" fmla="*/ 118 w 363"/>
                <a:gd name="T81" fmla="*/ 426 h 426"/>
                <a:gd name="T82" fmla="*/ 32 w 363"/>
                <a:gd name="T83" fmla="*/ 426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63" h="426">
                  <a:moveTo>
                    <a:pt x="267" y="85"/>
                  </a:moveTo>
                  <a:cubicBezTo>
                    <a:pt x="255" y="85"/>
                    <a:pt x="245" y="81"/>
                    <a:pt x="237" y="72"/>
                  </a:cubicBezTo>
                  <a:cubicBezTo>
                    <a:pt x="228" y="64"/>
                    <a:pt x="224" y="54"/>
                    <a:pt x="224" y="42"/>
                  </a:cubicBezTo>
                  <a:cubicBezTo>
                    <a:pt x="224" y="30"/>
                    <a:pt x="228" y="20"/>
                    <a:pt x="237" y="12"/>
                  </a:cubicBezTo>
                  <a:cubicBezTo>
                    <a:pt x="245" y="4"/>
                    <a:pt x="255" y="0"/>
                    <a:pt x="267" y="0"/>
                  </a:cubicBezTo>
                  <a:cubicBezTo>
                    <a:pt x="279" y="0"/>
                    <a:pt x="289" y="4"/>
                    <a:pt x="298" y="12"/>
                  </a:cubicBezTo>
                  <a:cubicBezTo>
                    <a:pt x="306" y="20"/>
                    <a:pt x="310" y="30"/>
                    <a:pt x="310" y="42"/>
                  </a:cubicBezTo>
                  <a:cubicBezTo>
                    <a:pt x="310" y="54"/>
                    <a:pt x="306" y="64"/>
                    <a:pt x="298" y="72"/>
                  </a:cubicBezTo>
                  <a:cubicBezTo>
                    <a:pt x="289" y="81"/>
                    <a:pt x="279" y="85"/>
                    <a:pt x="267" y="85"/>
                  </a:cubicBezTo>
                  <a:close/>
                  <a:moveTo>
                    <a:pt x="75" y="85"/>
                  </a:moveTo>
                  <a:cubicBezTo>
                    <a:pt x="63" y="85"/>
                    <a:pt x="53" y="81"/>
                    <a:pt x="45" y="72"/>
                  </a:cubicBezTo>
                  <a:cubicBezTo>
                    <a:pt x="36" y="64"/>
                    <a:pt x="32" y="54"/>
                    <a:pt x="32" y="42"/>
                  </a:cubicBezTo>
                  <a:cubicBezTo>
                    <a:pt x="32" y="30"/>
                    <a:pt x="36" y="20"/>
                    <a:pt x="45" y="12"/>
                  </a:cubicBezTo>
                  <a:cubicBezTo>
                    <a:pt x="53" y="4"/>
                    <a:pt x="63" y="0"/>
                    <a:pt x="75" y="0"/>
                  </a:cubicBezTo>
                  <a:cubicBezTo>
                    <a:pt x="87" y="0"/>
                    <a:pt x="97" y="4"/>
                    <a:pt x="106" y="12"/>
                  </a:cubicBezTo>
                  <a:cubicBezTo>
                    <a:pt x="114" y="20"/>
                    <a:pt x="118" y="30"/>
                    <a:pt x="118" y="42"/>
                  </a:cubicBezTo>
                  <a:cubicBezTo>
                    <a:pt x="118" y="54"/>
                    <a:pt x="114" y="64"/>
                    <a:pt x="106" y="72"/>
                  </a:cubicBezTo>
                  <a:cubicBezTo>
                    <a:pt x="97" y="81"/>
                    <a:pt x="87" y="85"/>
                    <a:pt x="75" y="85"/>
                  </a:cubicBezTo>
                  <a:close/>
                  <a:moveTo>
                    <a:pt x="299" y="426"/>
                  </a:moveTo>
                  <a:cubicBezTo>
                    <a:pt x="235" y="426"/>
                    <a:pt x="235" y="426"/>
                    <a:pt x="235" y="426"/>
                  </a:cubicBezTo>
                  <a:cubicBezTo>
                    <a:pt x="235" y="298"/>
                    <a:pt x="235" y="298"/>
                    <a:pt x="235" y="298"/>
                  </a:cubicBezTo>
                  <a:cubicBezTo>
                    <a:pt x="171" y="298"/>
                    <a:pt x="171" y="298"/>
                    <a:pt x="171" y="298"/>
                  </a:cubicBezTo>
                  <a:cubicBezTo>
                    <a:pt x="225" y="136"/>
                    <a:pt x="225" y="136"/>
                    <a:pt x="225" y="136"/>
                  </a:cubicBezTo>
                  <a:cubicBezTo>
                    <a:pt x="232" y="116"/>
                    <a:pt x="246" y="106"/>
                    <a:pt x="266" y="106"/>
                  </a:cubicBezTo>
                  <a:cubicBezTo>
                    <a:pt x="268" y="106"/>
                    <a:pt x="268" y="106"/>
                    <a:pt x="268" y="106"/>
                  </a:cubicBezTo>
                  <a:cubicBezTo>
                    <a:pt x="288" y="106"/>
                    <a:pt x="302" y="116"/>
                    <a:pt x="309" y="136"/>
                  </a:cubicBezTo>
                  <a:cubicBezTo>
                    <a:pt x="363" y="298"/>
                    <a:pt x="363" y="298"/>
                    <a:pt x="363" y="298"/>
                  </a:cubicBezTo>
                  <a:cubicBezTo>
                    <a:pt x="299" y="298"/>
                    <a:pt x="299" y="298"/>
                    <a:pt x="299" y="298"/>
                  </a:cubicBezTo>
                  <a:lnTo>
                    <a:pt x="299" y="426"/>
                  </a:lnTo>
                  <a:close/>
                  <a:moveTo>
                    <a:pt x="32" y="426"/>
                  </a:moveTo>
                  <a:cubicBezTo>
                    <a:pt x="32" y="266"/>
                    <a:pt x="32" y="266"/>
                    <a:pt x="32" y="266"/>
                  </a:cubicBezTo>
                  <a:cubicBezTo>
                    <a:pt x="0" y="266"/>
                    <a:pt x="0" y="266"/>
                    <a:pt x="0" y="266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138"/>
                    <a:pt x="4" y="128"/>
                    <a:pt x="13" y="119"/>
                  </a:cubicBezTo>
                  <a:cubicBezTo>
                    <a:pt x="22" y="110"/>
                    <a:pt x="32" y="106"/>
                    <a:pt x="43" y="106"/>
                  </a:cubicBezTo>
                  <a:cubicBezTo>
                    <a:pt x="107" y="106"/>
                    <a:pt x="107" y="106"/>
                    <a:pt x="107" y="106"/>
                  </a:cubicBezTo>
                  <a:cubicBezTo>
                    <a:pt x="118" y="106"/>
                    <a:pt x="128" y="110"/>
                    <a:pt x="137" y="119"/>
                  </a:cubicBezTo>
                  <a:cubicBezTo>
                    <a:pt x="146" y="128"/>
                    <a:pt x="150" y="138"/>
                    <a:pt x="150" y="149"/>
                  </a:cubicBezTo>
                  <a:cubicBezTo>
                    <a:pt x="150" y="266"/>
                    <a:pt x="150" y="266"/>
                    <a:pt x="150" y="266"/>
                  </a:cubicBezTo>
                  <a:cubicBezTo>
                    <a:pt x="118" y="266"/>
                    <a:pt x="118" y="266"/>
                    <a:pt x="118" y="266"/>
                  </a:cubicBezTo>
                  <a:cubicBezTo>
                    <a:pt x="118" y="426"/>
                    <a:pt x="118" y="426"/>
                    <a:pt x="118" y="426"/>
                  </a:cubicBezTo>
                  <a:lnTo>
                    <a:pt x="32" y="426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459" name="组合 458"/>
            <p:cNvGrpSpPr/>
            <p:nvPr/>
          </p:nvGrpSpPr>
          <p:grpSpPr>
            <a:xfrm>
              <a:off x="3267737" y="561787"/>
              <a:ext cx="925185" cy="885179"/>
              <a:chOff x="5392738" y="-3175"/>
              <a:chExt cx="587375" cy="561976"/>
            </a:xfrm>
            <a:grpFill/>
          </p:grpSpPr>
          <p:sp>
            <p:nvSpPr>
              <p:cNvPr id="533" name="Rectangle 181"/>
              <p:cNvSpPr>
                <a:spLocks noChangeArrowheads="1"/>
              </p:cNvSpPr>
              <p:nvPr/>
            </p:nvSpPr>
            <p:spPr bwMode="auto">
              <a:xfrm>
                <a:off x="5392738" y="-3175"/>
                <a:ext cx="106363" cy="5619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34" name="Rectangle 182"/>
              <p:cNvSpPr>
                <a:spLocks noChangeArrowheads="1"/>
              </p:cNvSpPr>
              <p:nvPr/>
            </p:nvSpPr>
            <p:spPr bwMode="auto">
              <a:xfrm>
                <a:off x="5554663" y="255588"/>
                <a:ext cx="106363" cy="3032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35" name="Rectangle 183"/>
              <p:cNvSpPr>
                <a:spLocks noChangeArrowheads="1"/>
              </p:cNvSpPr>
              <p:nvPr/>
            </p:nvSpPr>
            <p:spPr bwMode="auto">
              <a:xfrm>
                <a:off x="5715000" y="188913"/>
                <a:ext cx="106363" cy="3698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36" name="Rectangle 184"/>
              <p:cNvSpPr>
                <a:spLocks noChangeArrowheads="1"/>
              </p:cNvSpPr>
              <p:nvPr/>
            </p:nvSpPr>
            <p:spPr bwMode="auto">
              <a:xfrm>
                <a:off x="5873750" y="119063"/>
                <a:ext cx="106363" cy="4397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37" name="Freeform 185"/>
              <p:cNvSpPr>
                <a:spLocks/>
              </p:cNvSpPr>
              <p:nvPr/>
            </p:nvSpPr>
            <p:spPr bwMode="auto">
              <a:xfrm>
                <a:off x="5549900" y="-3175"/>
                <a:ext cx="265113" cy="215900"/>
              </a:xfrm>
              <a:custGeom>
                <a:avLst/>
                <a:gdLst>
                  <a:gd name="T0" fmla="*/ 0 w 105"/>
                  <a:gd name="T1" fmla="*/ 85 h 85"/>
                  <a:gd name="T2" fmla="*/ 61 w 105"/>
                  <a:gd name="T3" fmla="*/ 28 h 85"/>
                  <a:gd name="T4" fmla="*/ 40 w 105"/>
                  <a:gd name="T5" fmla="*/ 13 h 85"/>
                  <a:gd name="T6" fmla="*/ 94 w 105"/>
                  <a:gd name="T7" fmla="*/ 0 h 85"/>
                  <a:gd name="T8" fmla="*/ 105 w 105"/>
                  <a:gd name="T9" fmla="*/ 52 h 85"/>
                  <a:gd name="T10" fmla="*/ 82 w 105"/>
                  <a:gd name="T11" fmla="*/ 40 h 85"/>
                  <a:gd name="T12" fmla="*/ 0 w 105"/>
                  <a:gd name="T13" fmla="*/ 85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5" h="85">
                    <a:moveTo>
                      <a:pt x="0" y="85"/>
                    </a:moveTo>
                    <a:cubicBezTo>
                      <a:pt x="0" y="85"/>
                      <a:pt x="56" y="70"/>
                      <a:pt x="61" y="28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105" y="52"/>
                      <a:pt x="105" y="52"/>
                      <a:pt x="105" y="52"/>
                    </a:cubicBezTo>
                    <a:cubicBezTo>
                      <a:pt x="82" y="40"/>
                      <a:pt x="82" y="40"/>
                      <a:pt x="82" y="40"/>
                    </a:cubicBezTo>
                    <a:cubicBezTo>
                      <a:pt x="82" y="40"/>
                      <a:pt x="66" y="85"/>
                      <a:pt x="0" y="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460" name="组合 459"/>
            <p:cNvGrpSpPr/>
            <p:nvPr/>
          </p:nvGrpSpPr>
          <p:grpSpPr>
            <a:xfrm>
              <a:off x="9203419" y="2909088"/>
              <a:ext cx="970903" cy="728177"/>
              <a:chOff x="1716088" y="1390650"/>
              <a:chExt cx="495300" cy="371475"/>
            </a:xfrm>
            <a:grpFill/>
          </p:grpSpPr>
          <p:sp>
            <p:nvSpPr>
              <p:cNvPr id="524" name="Freeform 63"/>
              <p:cNvSpPr>
                <a:spLocks noEditPoints="1"/>
              </p:cNvSpPr>
              <p:nvPr/>
            </p:nvSpPr>
            <p:spPr bwMode="auto">
              <a:xfrm>
                <a:off x="1716088" y="1390650"/>
                <a:ext cx="106363" cy="368300"/>
              </a:xfrm>
              <a:custGeom>
                <a:avLst/>
                <a:gdLst>
                  <a:gd name="T0" fmla="*/ 27 w 28"/>
                  <a:gd name="T1" fmla="*/ 0 h 97"/>
                  <a:gd name="T2" fmla="*/ 1 w 28"/>
                  <a:gd name="T3" fmla="*/ 0 h 97"/>
                  <a:gd name="T4" fmla="*/ 0 w 28"/>
                  <a:gd name="T5" fmla="*/ 1 h 97"/>
                  <a:gd name="T6" fmla="*/ 0 w 28"/>
                  <a:gd name="T7" fmla="*/ 96 h 97"/>
                  <a:gd name="T8" fmla="*/ 1 w 28"/>
                  <a:gd name="T9" fmla="*/ 97 h 97"/>
                  <a:gd name="T10" fmla="*/ 27 w 28"/>
                  <a:gd name="T11" fmla="*/ 97 h 97"/>
                  <a:gd name="T12" fmla="*/ 28 w 28"/>
                  <a:gd name="T13" fmla="*/ 96 h 97"/>
                  <a:gd name="T14" fmla="*/ 28 w 28"/>
                  <a:gd name="T15" fmla="*/ 1 h 97"/>
                  <a:gd name="T16" fmla="*/ 27 w 28"/>
                  <a:gd name="T17" fmla="*/ 0 h 97"/>
                  <a:gd name="T18" fmla="*/ 14 w 28"/>
                  <a:gd name="T19" fmla="*/ 94 h 97"/>
                  <a:gd name="T20" fmla="*/ 7 w 28"/>
                  <a:gd name="T21" fmla="*/ 87 h 97"/>
                  <a:gd name="T22" fmla="*/ 14 w 28"/>
                  <a:gd name="T23" fmla="*/ 80 h 97"/>
                  <a:gd name="T24" fmla="*/ 21 w 28"/>
                  <a:gd name="T25" fmla="*/ 87 h 97"/>
                  <a:gd name="T26" fmla="*/ 14 w 28"/>
                  <a:gd name="T27" fmla="*/ 94 h 97"/>
                  <a:gd name="T28" fmla="*/ 24 w 28"/>
                  <a:gd name="T29" fmla="*/ 54 h 97"/>
                  <a:gd name="T30" fmla="*/ 23 w 28"/>
                  <a:gd name="T31" fmla="*/ 55 h 97"/>
                  <a:gd name="T32" fmla="*/ 5 w 28"/>
                  <a:gd name="T33" fmla="*/ 55 h 97"/>
                  <a:gd name="T34" fmla="*/ 4 w 28"/>
                  <a:gd name="T35" fmla="*/ 54 h 97"/>
                  <a:gd name="T36" fmla="*/ 4 w 28"/>
                  <a:gd name="T37" fmla="*/ 6 h 97"/>
                  <a:gd name="T38" fmla="*/ 5 w 28"/>
                  <a:gd name="T39" fmla="*/ 5 h 97"/>
                  <a:gd name="T40" fmla="*/ 23 w 28"/>
                  <a:gd name="T41" fmla="*/ 5 h 97"/>
                  <a:gd name="T42" fmla="*/ 24 w 28"/>
                  <a:gd name="T43" fmla="*/ 6 h 97"/>
                  <a:gd name="T44" fmla="*/ 24 w 28"/>
                  <a:gd name="T45" fmla="*/ 54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8" h="97">
                    <a:moveTo>
                      <a:pt x="27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1"/>
                    </a:cubicBezTo>
                    <a:cubicBezTo>
                      <a:pt x="0" y="96"/>
                      <a:pt x="0" y="96"/>
                      <a:pt x="0" y="96"/>
                    </a:cubicBezTo>
                    <a:cubicBezTo>
                      <a:pt x="0" y="97"/>
                      <a:pt x="1" y="97"/>
                      <a:pt x="1" y="97"/>
                    </a:cubicBezTo>
                    <a:cubicBezTo>
                      <a:pt x="27" y="97"/>
                      <a:pt x="27" y="97"/>
                      <a:pt x="27" y="97"/>
                    </a:cubicBezTo>
                    <a:cubicBezTo>
                      <a:pt x="27" y="97"/>
                      <a:pt x="28" y="97"/>
                      <a:pt x="28" y="96"/>
                    </a:cubicBezTo>
                    <a:cubicBezTo>
                      <a:pt x="28" y="1"/>
                      <a:pt x="28" y="1"/>
                      <a:pt x="28" y="1"/>
                    </a:cubicBezTo>
                    <a:cubicBezTo>
                      <a:pt x="28" y="1"/>
                      <a:pt x="27" y="0"/>
                      <a:pt x="27" y="0"/>
                    </a:cubicBezTo>
                    <a:close/>
                    <a:moveTo>
                      <a:pt x="14" y="94"/>
                    </a:moveTo>
                    <a:cubicBezTo>
                      <a:pt x="10" y="94"/>
                      <a:pt x="7" y="91"/>
                      <a:pt x="7" y="87"/>
                    </a:cubicBezTo>
                    <a:cubicBezTo>
                      <a:pt x="7" y="83"/>
                      <a:pt x="10" y="80"/>
                      <a:pt x="14" y="80"/>
                    </a:cubicBezTo>
                    <a:cubicBezTo>
                      <a:pt x="18" y="80"/>
                      <a:pt x="21" y="83"/>
                      <a:pt x="21" y="87"/>
                    </a:cubicBezTo>
                    <a:cubicBezTo>
                      <a:pt x="21" y="91"/>
                      <a:pt x="18" y="94"/>
                      <a:pt x="14" y="94"/>
                    </a:cubicBezTo>
                    <a:close/>
                    <a:moveTo>
                      <a:pt x="24" y="54"/>
                    </a:moveTo>
                    <a:cubicBezTo>
                      <a:pt x="24" y="55"/>
                      <a:pt x="24" y="55"/>
                      <a:pt x="23" y="55"/>
                    </a:cubicBezTo>
                    <a:cubicBezTo>
                      <a:pt x="5" y="55"/>
                      <a:pt x="5" y="55"/>
                      <a:pt x="5" y="55"/>
                    </a:cubicBezTo>
                    <a:cubicBezTo>
                      <a:pt x="5" y="55"/>
                      <a:pt x="4" y="55"/>
                      <a:pt x="4" y="54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6"/>
                      <a:pt x="5" y="5"/>
                      <a:pt x="5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4" y="5"/>
                      <a:pt x="24" y="6"/>
                      <a:pt x="24" y="6"/>
                    </a:cubicBezTo>
                    <a:lnTo>
                      <a:pt x="24" y="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25" name="Freeform 64"/>
              <p:cNvSpPr>
                <a:spLocks/>
              </p:cNvSpPr>
              <p:nvPr/>
            </p:nvSpPr>
            <p:spPr bwMode="auto">
              <a:xfrm>
                <a:off x="1743076" y="1436688"/>
                <a:ext cx="55563" cy="14287"/>
              </a:xfrm>
              <a:custGeom>
                <a:avLst/>
                <a:gdLst>
                  <a:gd name="T0" fmla="*/ 15 w 15"/>
                  <a:gd name="T1" fmla="*/ 3 h 4"/>
                  <a:gd name="T2" fmla="*/ 14 w 15"/>
                  <a:gd name="T3" fmla="*/ 4 h 4"/>
                  <a:gd name="T4" fmla="*/ 0 w 15"/>
                  <a:gd name="T5" fmla="*/ 4 h 4"/>
                  <a:gd name="T6" fmla="*/ 0 w 15"/>
                  <a:gd name="T7" fmla="*/ 3 h 4"/>
                  <a:gd name="T8" fmla="*/ 0 w 15"/>
                  <a:gd name="T9" fmla="*/ 1 h 4"/>
                  <a:gd name="T10" fmla="*/ 0 w 15"/>
                  <a:gd name="T11" fmla="*/ 0 h 4"/>
                  <a:gd name="T12" fmla="*/ 14 w 15"/>
                  <a:gd name="T13" fmla="*/ 0 h 4"/>
                  <a:gd name="T14" fmla="*/ 15 w 15"/>
                  <a:gd name="T15" fmla="*/ 1 h 4"/>
                  <a:gd name="T16" fmla="*/ 15 w 15"/>
                  <a:gd name="T17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4">
                    <a:moveTo>
                      <a:pt x="15" y="3"/>
                    </a:moveTo>
                    <a:cubicBezTo>
                      <a:pt x="15" y="3"/>
                      <a:pt x="14" y="4"/>
                      <a:pt x="14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3"/>
                      <a:pt x="0" y="3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0"/>
                      <a:pt x="15" y="0"/>
                      <a:pt x="15" y="1"/>
                    </a:cubicBezTo>
                    <a:lnTo>
                      <a:pt x="15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26" name="Freeform 65"/>
              <p:cNvSpPr>
                <a:spLocks/>
              </p:cNvSpPr>
              <p:nvPr/>
            </p:nvSpPr>
            <p:spPr bwMode="auto">
              <a:xfrm>
                <a:off x="1743076" y="1455738"/>
                <a:ext cx="55563" cy="14287"/>
              </a:xfrm>
              <a:custGeom>
                <a:avLst/>
                <a:gdLst>
                  <a:gd name="T0" fmla="*/ 15 w 15"/>
                  <a:gd name="T1" fmla="*/ 3 h 4"/>
                  <a:gd name="T2" fmla="*/ 14 w 15"/>
                  <a:gd name="T3" fmla="*/ 4 h 4"/>
                  <a:gd name="T4" fmla="*/ 1 w 15"/>
                  <a:gd name="T5" fmla="*/ 4 h 4"/>
                  <a:gd name="T6" fmla="*/ 0 w 15"/>
                  <a:gd name="T7" fmla="*/ 3 h 4"/>
                  <a:gd name="T8" fmla="*/ 0 w 15"/>
                  <a:gd name="T9" fmla="*/ 1 h 4"/>
                  <a:gd name="T10" fmla="*/ 1 w 15"/>
                  <a:gd name="T11" fmla="*/ 0 h 4"/>
                  <a:gd name="T12" fmla="*/ 14 w 15"/>
                  <a:gd name="T13" fmla="*/ 0 h 4"/>
                  <a:gd name="T14" fmla="*/ 15 w 15"/>
                  <a:gd name="T15" fmla="*/ 1 h 4"/>
                  <a:gd name="T16" fmla="*/ 15 w 15"/>
                  <a:gd name="T17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4">
                    <a:moveTo>
                      <a:pt x="15" y="3"/>
                    </a:moveTo>
                    <a:cubicBezTo>
                      <a:pt x="15" y="3"/>
                      <a:pt x="14" y="4"/>
                      <a:pt x="14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4"/>
                      <a:pt x="0" y="3"/>
                      <a:pt x="0" y="3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0"/>
                      <a:pt x="15" y="0"/>
                      <a:pt x="15" y="1"/>
                    </a:cubicBezTo>
                    <a:lnTo>
                      <a:pt x="15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27" name="Freeform 66"/>
              <p:cNvSpPr>
                <a:spLocks noEditPoints="1"/>
              </p:cNvSpPr>
              <p:nvPr/>
            </p:nvSpPr>
            <p:spPr bwMode="auto">
              <a:xfrm>
                <a:off x="1841501" y="1390650"/>
                <a:ext cx="101600" cy="368300"/>
              </a:xfrm>
              <a:custGeom>
                <a:avLst/>
                <a:gdLst>
                  <a:gd name="T0" fmla="*/ 27 w 27"/>
                  <a:gd name="T1" fmla="*/ 0 h 97"/>
                  <a:gd name="T2" fmla="*/ 1 w 27"/>
                  <a:gd name="T3" fmla="*/ 0 h 97"/>
                  <a:gd name="T4" fmla="*/ 0 w 27"/>
                  <a:gd name="T5" fmla="*/ 1 h 97"/>
                  <a:gd name="T6" fmla="*/ 0 w 27"/>
                  <a:gd name="T7" fmla="*/ 96 h 97"/>
                  <a:gd name="T8" fmla="*/ 1 w 27"/>
                  <a:gd name="T9" fmla="*/ 97 h 97"/>
                  <a:gd name="T10" fmla="*/ 27 w 27"/>
                  <a:gd name="T11" fmla="*/ 97 h 97"/>
                  <a:gd name="T12" fmla="*/ 27 w 27"/>
                  <a:gd name="T13" fmla="*/ 96 h 97"/>
                  <a:gd name="T14" fmla="*/ 27 w 27"/>
                  <a:gd name="T15" fmla="*/ 1 h 97"/>
                  <a:gd name="T16" fmla="*/ 27 w 27"/>
                  <a:gd name="T17" fmla="*/ 0 h 97"/>
                  <a:gd name="T18" fmla="*/ 14 w 27"/>
                  <a:gd name="T19" fmla="*/ 94 h 97"/>
                  <a:gd name="T20" fmla="*/ 7 w 27"/>
                  <a:gd name="T21" fmla="*/ 87 h 97"/>
                  <a:gd name="T22" fmla="*/ 14 w 27"/>
                  <a:gd name="T23" fmla="*/ 80 h 97"/>
                  <a:gd name="T24" fmla="*/ 21 w 27"/>
                  <a:gd name="T25" fmla="*/ 87 h 97"/>
                  <a:gd name="T26" fmla="*/ 14 w 27"/>
                  <a:gd name="T27" fmla="*/ 94 h 97"/>
                  <a:gd name="T28" fmla="*/ 24 w 27"/>
                  <a:gd name="T29" fmla="*/ 54 h 97"/>
                  <a:gd name="T30" fmla="*/ 23 w 27"/>
                  <a:gd name="T31" fmla="*/ 55 h 97"/>
                  <a:gd name="T32" fmla="*/ 5 w 27"/>
                  <a:gd name="T33" fmla="*/ 55 h 97"/>
                  <a:gd name="T34" fmla="*/ 4 w 27"/>
                  <a:gd name="T35" fmla="*/ 54 h 97"/>
                  <a:gd name="T36" fmla="*/ 4 w 27"/>
                  <a:gd name="T37" fmla="*/ 6 h 97"/>
                  <a:gd name="T38" fmla="*/ 5 w 27"/>
                  <a:gd name="T39" fmla="*/ 5 h 97"/>
                  <a:gd name="T40" fmla="*/ 23 w 27"/>
                  <a:gd name="T41" fmla="*/ 5 h 97"/>
                  <a:gd name="T42" fmla="*/ 24 w 27"/>
                  <a:gd name="T43" fmla="*/ 6 h 97"/>
                  <a:gd name="T44" fmla="*/ 24 w 27"/>
                  <a:gd name="T45" fmla="*/ 54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7" h="97">
                    <a:moveTo>
                      <a:pt x="27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1"/>
                    </a:cubicBezTo>
                    <a:cubicBezTo>
                      <a:pt x="0" y="96"/>
                      <a:pt x="0" y="96"/>
                      <a:pt x="0" y="96"/>
                    </a:cubicBezTo>
                    <a:cubicBezTo>
                      <a:pt x="0" y="97"/>
                      <a:pt x="1" y="97"/>
                      <a:pt x="1" y="97"/>
                    </a:cubicBezTo>
                    <a:cubicBezTo>
                      <a:pt x="27" y="97"/>
                      <a:pt x="27" y="97"/>
                      <a:pt x="27" y="97"/>
                    </a:cubicBezTo>
                    <a:cubicBezTo>
                      <a:pt x="27" y="97"/>
                      <a:pt x="27" y="97"/>
                      <a:pt x="27" y="96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7" y="1"/>
                      <a:pt x="27" y="0"/>
                      <a:pt x="27" y="0"/>
                    </a:cubicBezTo>
                    <a:close/>
                    <a:moveTo>
                      <a:pt x="14" y="94"/>
                    </a:moveTo>
                    <a:cubicBezTo>
                      <a:pt x="10" y="94"/>
                      <a:pt x="7" y="91"/>
                      <a:pt x="7" y="87"/>
                    </a:cubicBezTo>
                    <a:cubicBezTo>
                      <a:pt x="7" y="83"/>
                      <a:pt x="10" y="80"/>
                      <a:pt x="14" y="80"/>
                    </a:cubicBezTo>
                    <a:cubicBezTo>
                      <a:pt x="18" y="80"/>
                      <a:pt x="21" y="83"/>
                      <a:pt x="21" y="87"/>
                    </a:cubicBezTo>
                    <a:cubicBezTo>
                      <a:pt x="21" y="91"/>
                      <a:pt x="18" y="94"/>
                      <a:pt x="14" y="94"/>
                    </a:cubicBezTo>
                    <a:close/>
                    <a:moveTo>
                      <a:pt x="24" y="54"/>
                    </a:moveTo>
                    <a:cubicBezTo>
                      <a:pt x="24" y="55"/>
                      <a:pt x="24" y="55"/>
                      <a:pt x="23" y="55"/>
                    </a:cubicBezTo>
                    <a:cubicBezTo>
                      <a:pt x="5" y="55"/>
                      <a:pt x="5" y="55"/>
                      <a:pt x="5" y="55"/>
                    </a:cubicBezTo>
                    <a:cubicBezTo>
                      <a:pt x="5" y="55"/>
                      <a:pt x="4" y="55"/>
                      <a:pt x="4" y="54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6"/>
                      <a:pt x="5" y="5"/>
                      <a:pt x="5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4" y="5"/>
                      <a:pt x="24" y="6"/>
                      <a:pt x="24" y="6"/>
                    </a:cubicBezTo>
                    <a:lnTo>
                      <a:pt x="24" y="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28" name="Freeform 67"/>
              <p:cNvSpPr>
                <a:spLocks/>
              </p:cNvSpPr>
              <p:nvPr/>
            </p:nvSpPr>
            <p:spPr bwMode="auto">
              <a:xfrm>
                <a:off x="1866901" y="1436688"/>
                <a:ext cx="53975" cy="14287"/>
              </a:xfrm>
              <a:custGeom>
                <a:avLst/>
                <a:gdLst>
                  <a:gd name="T0" fmla="*/ 14 w 14"/>
                  <a:gd name="T1" fmla="*/ 3 h 4"/>
                  <a:gd name="T2" fmla="*/ 14 w 14"/>
                  <a:gd name="T3" fmla="*/ 4 h 4"/>
                  <a:gd name="T4" fmla="*/ 0 w 14"/>
                  <a:gd name="T5" fmla="*/ 4 h 4"/>
                  <a:gd name="T6" fmla="*/ 0 w 14"/>
                  <a:gd name="T7" fmla="*/ 3 h 4"/>
                  <a:gd name="T8" fmla="*/ 0 w 14"/>
                  <a:gd name="T9" fmla="*/ 1 h 4"/>
                  <a:gd name="T10" fmla="*/ 0 w 14"/>
                  <a:gd name="T11" fmla="*/ 0 h 4"/>
                  <a:gd name="T12" fmla="*/ 14 w 14"/>
                  <a:gd name="T13" fmla="*/ 0 h 4"/>
                  <a:gd name="T14" fmla="*/ 14 w 14"/>
                  <a:gd name="T15" fmla="*/ 1 h 4"/>
                  <a:gd name="T16" fmla="*/ 14 w 14"/>
                  <a:gd name="T17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" h="4">
                    <a:moveTo>
                      <a:pt x="14" y="3"/>
                    </a:moveTo>
                    <a:cubicBezTo>
                      <a:pt x="14" y="3"/>
                      <a:pt x="14" y="4"/>
                      <a:pt x="14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3"/>
                      <a:pt x="0" y="3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1"/>
                    </a:cubicBezTo>
                    <a:lnTo>
                      <a:pt x="14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29" name="Freeform 68"/>
              <p:cNvSpPr>
                <a:spLocks/>
              </p:cNvSpPr>
              <p:nvPr/>
            </p:nvSpPr>
            <p:spPr bwMode="auto">
              <a:xfrm>
                <a:off x="1866901" y="1455738"/>
                <a:ext cx="57150" cy="14287"/>
              </a:xfrm>
              <a:custGeom>
                <a:avLst/>
                <a:gdLst>
                  <a:gd name="T0" fmla="*/ 15 w 15"/>
                  <a:gd name="T1" fmla="*/ 3 h 4"/>
                  <a:gd name="T2" fmla="*/ 14 w 15"/>
                  <a:gd name="T3" fmla="*/ 4 h 4"/>
                  <a:gd name="T4" fmla="*/ 0 w 15"/>
                  <a:gd name="T5" fmla="*/ 4 h 4"/>
                  <a:gd name="T6" fmla="*/ 0 w 15"/>
                  <a:gd name="T7" fmla="*/ 3 h 4"/>
                  <a:gd name="T8" fmla="*/ 0 w 15"/>
                  <a:gd name="T9" fmla="*/ 1 h 4"/>
                  <a:gd name="T10" fmla="*/ 0 w 15"/>
                  <a:gd name="T11" fmla="*/ 0 h 4"/>
                  <a:gd name="T12" fmla="*/ 14 w 15"/>
                  <a:gd name="T13" fmla="*/ 0 h 4"/>
                  <a:gd name="T14" fmla="*/ 15 w 15"/>
                  <a:gd name="T15" fmla="*/ 1 h 4"/>
                  <a:gd name="T16" fmla="*/ 15 w 15"/>
                  <a:gd name="T17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4">
                    <a:moveTo>
                      <a:pt x="15" y="3"/>
                    </a:moveTo>
                    <a:cubicBezTo>
                      <a:pt x="15" y="3"/>
                      <a:pt x="14" y="4"/>
                      <a:pt x="14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3"/>
                      <a:pt x="0" y="3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0"/>
                      <a:pt x="15" y="0"/>
                      <a:pt x="15" y="1"/>
                    </a:cubicBezTo>
                    <a:lnTo>
                      <a:pt x="15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30" name="Freeform 69"/>
              <p:cNvSpPr>
                <a:spLocks noEditPoints="1"/>
              </p:cNvSpPr>
              <p:nvPr/>
            </p:nvSpPr>
            <p:spPr bwMode="auto">
              <a:xfrm>
                <a:off x="1954213" y="1390650"/>
                <a:ext cx="257175" cy="371475"/>
              </a:xfrm>
              <a:custGeom>
                <a:avLst/>
                <a:gdLst>
                  <a:gd name="T0" fmla="*/ 23 w 68"/>
                  <a:gd name="T1" fmla="*/ 0 h 98"/>
                  <a:gd name="T2" fmla="*/ 0 w 68"/>
                  <a:gd name="T3" fmla="*/ 12 h 98"/>
                  <a:gd name="T4" fmla="*/ 0 w 68"/>
                  <a:gd name="T5" fmla="*/ 13 h 98"/>
                  <a:gd name="T6" fmla="*/ 44 w 68"/>
                  <a:gd name="T7" fmla="*/ 97 h 98"/>
                  <a:gd name="T8" fmla="*/ 45 w 68"/>
                  <a:gd name="T9" fmla="*/ 98 h 98"/>
                  <a:gd name="T10" fmla="*/ 67 w 68"/>
                  <a:gd name="T11" fmla="*/ 86 h 98"/>
                  <a:gd name="T12" fmla="*/ 68 w 68"/>
                  <a:gd name="T13" fmla="*/ 85 h 98"/>
                  <a:gd name="T14" fmla="*/ 24 w 68"/>
                  <a:gd name="T15" fmla="*/ 0 h 98"/>
                  <a:gd name="T16" fmla="*/ 23 w 68"/>
                  <a:gd name="T17" fmla="*/ 0 h 98"/>
                  <a:gd name="T18" fmla="*/ 54 w 68"/>
                  <a:gd name="T19" fmla="*/ 89 h 98"/>
                  <a:gd name="T20" fmla="*/ 45 w 68"/>
                  <a:gd name="T21" fmla="*/ 86 h 98"/>
                  <a:gd name="T22" fmla="*/ 48 w 68"/>
                  <a:gd name="T23" fmla="*/ 77 h 98"/>
                  <a:gd name="T24" fmla="*/ 57 w 68"/>
                  <a:gd name="T25" fmla="*/ 80 h 98"/>
                  <a:gd name="T26" fmla="*/ 54 w 68"/>
                  <a:gd name="T27" fmla="*/ 89 h 98"/>
                  <a:gd name="T28" fmla="*/ 45 w 68"/>
                  <a:gd name="T29" fmla="*/ 49 h 98"/>
                  <a:gd name="T30" fmla="*/ 45 w 68"/>
                  <a:gd name="T31" fmla="*/ 50 h 98"/>
                  <a:gd name="T32" fmla="*/ 29 w 68"/>
                  <a:gd name="T33" fmla="*/ 59 h 98"/>
                  <a:gd name="T34" fmla="*/ 28 w 68"/>
                  <a:gd name="T35" fmla="*/ 58 h 98"/>
                  <a:gd name="T36" fmla="*/ 6 w 68"/>
                  <a:gd name="T37" fmla="*/ 15 h 98"/>
                  <a:gd name="T38" fmla="*/ 6 w 68"/>
                  <a:gd name="T39" fmla="*/ 14 h 98"/>
                  <a:gd name="T40" fmla="*/ 22 w 68"/>
                  <a:gd name="T41" fmla="*/ 6 h 98"/>
                  <a:gd name="T42" fmla="*/ 23 w 68"/>
                  <a:gd name="T43" fmla="*/ 6 h 98"/>
                  <a:gd name="T44" fmla="*/ 45 w 68"/>
                  <a:gd name="T45" fmla="*/ 4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8" h="98">
                    <a:moveTo>
                      <a:pt x="23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3"/>
                    </a:cubicBezTo>
                    <a:cubicBezTo>
                      <a:pt x="44" y="97"/>
                      <a:pt x="44" y="97"/>
                      <a:pt x="44" y="97"/>
                    </a:cubicBezTo>
                    <a:cubicBezTo>
                      <a:pt x="44" y="98"/>
                      <a:pt x="44" y="98"/>
                      <a:pt x="45" y="98"/>
                    </a:cubicBezTo>
                    <a:cubicBezTo>
                      <a:pt x="67" y="86"/>
                      <a:pt x="67" y="86"/>
                      <a:pt x="67" y="86"/>
                    </a:cubicBezTo>
                    <a:cubicBezTo>
                      <a:pt x="68" y="86"/>
                      <a:pt x="68" y="85"/>
                      <a:pt x="68" y="85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3" y="0"/>
                      <a:pt x="23" y="0"/>
                    </a:cubicBezTo>
                    <a:close/>
                    <a:moveTo>
                      <a:pt x="54" y="89"/>
                    </a:moveTo>
                    <a:cubicBezTo>
                      <a:pt x="51" y="90"/>
                      <a:pt x="47" y="89"/>
                      <a:pt x="45" y="86"/>
                    </a:cubicBezTo>
                    <a:cubicBezTo>
                      <a:pt x="44" y="83"/>
                      <a:pt x="45" y="79"/>
                      <a:pt x="48" y="77"/>
                    </a:cubicBezTo>
                    <a:cubicBezTo>
                      <a:pt x="52" y="75"/>
                      <a:pt x="56" y="76"/>
                      <a:pt x="57" y="80"/>
                    </a:cubicBezTo>
                    <a:cubicBezTo>
                      <a:pt x="59" y="83"/>
                      <a:pt x="58" y="87"/>
                      <a:pt x="54" y="89"/>
                    </a:cubicBezTo>
                    <a:close/>
                    <a:moveTo>
                      <a:pt x="45" y="49"/>
                    </a:moveTo>
                    <a:cubicBezTo>
                      <a:pt x="46" y="50"/>
                      <a:pt x="45" y="50"/>
                      <a:pt x="45" y="50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8" y="59"/>
                      <a:pt x="28" y="58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6" y="15"/>
                      <a:pt x="6" y="14"/>
                      <a:pt x="6" y="14"/>
                    </a:cubicBezTo>
                    <a:cubicBezTo>
                      <a:pt x="22" y="6"/>
                      <a:pt x="22" y="6"/>
                      <a:pt x="22" y="6"/>
                    </a:cubicBezTo>
                    <a:cubicBezTo>
                      <a:pt x="22" y="6"/>
                      <a:pt x="23" y="6"/>
                      <a:pt x="23" y="6"/>
                    </a:cubicBezTo>
                    <a:lnTo>
                      <a:pt x="45" y="4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31" name="Freeform 70"/>
              <p:cNvSpPr>
                <a:spLocks/>
              </p:cNvSpPr>
              <p:nvPr/>
            </p:nvSpPr>
            <p:spPr bwMode="auto">
              <a:xfrm>
                <a:off x="1995488" y="1439863"/>
                <a:ext cx="52388" cy="38100"/>
              </a:xfrm>
              <a:custGeom>
                <a:avLst/>
                <a:gdLst>
                  <a:gd name="T0" fmla="*/ 14 w 14"/>
                  <a:gd name="T1" fmla="*/ 2 h 10"/>
                  <a:gd name="T2" fmla="*/ 14 w 14"/>
                  <a:gd name="T3" fmla="*/ 3 h 10"/>
                  <a:gd name="T4" fmla="*/ 2 w 14"/>
                  <a:gd name="T5" fmla="*/ 9 h 10"/>
                  <a:gd name="T6" fmla="*/ 1 w 14"/>
                  <a:gd name="T7" fmla="*/ 9 h 10"/>
                  <a:gd name="T8" fmla="*/ 0 w 14"/>
                  <a:gd name="T9" fmla="*/ 7 h 10"/>
                  <a:gd name="T10" fmla="*/ 0 w 14"/>
                  <a:gd name="T11" fmla="*/ 6 h 10"/>
                  <a:gd name="T12" fmla="*/ 12 w 14"/>
                  <a:gd name="T13" fmla="*/ 0 h 10"/>
                  <a:gd name="T14" fmla="*/ 13 w 14"/>
                  <a:gd name="T15" fmla="*/ 0 h 10"/>
                  <a:gd name="T16" fmla="*/ 14 w 14"/>
                  <a:gd name="T17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" h="10">
                    <a:moveTo>
                      <a:pt x="14" y="2"/>
                    </a:moveTo>
                    <a:cubicBezTo>
                      <a:pt x="14" y="3"/>
                      <a:pt x="14" y="3"/>
                      <a:pt x="14" y="3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1" y="10"/>
                      <a:pt x="1" y="9"/>
                      <a:pt x="1" y="9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6"/>
                      <a:pt x="0" y="6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4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32" name="Freeform 71"/>
              <p:cNvSpPr>
                <a:spLocks/>
              </p:cNvSpPr>
              <p:nvPr/>
            </p:nvSpPr>
            <p:spPr bwMode="auto">
              <a:xfrm>
                <a:off x="2003426" y="1455738"/>
                <a:ext cx="57150" cy="38100"/>
              </a:xfrm>
              <a:custGeom>
                <a:avLst/>
                <a:gdLst>
                  <a:gd name="T0" fmla="*/ 14 w 15"/>
                  <a:gd name="T1" fmla="*/ 3 h 10"/>
                  <a:gd name="T2" fmla="*/ 14 w 15"/>
                  <a:gd name="T3" fmla="*/ 4 h 10"/>
                  <a:gd name="T4" fmla="*/ 2 w 15"/>
                  <a:gd name="T5" fmla="*/ 10 h 10"/>
                  <a:gd name="T6" fmla="*/ 1 w 15"/>
                  <a:gd name="T7" fmla="*/ 9 h 10"/>
                  <a:gd name="T8" fmla="*/ 0 w 15"/>
                  <a:gd name="T9" fmla="*/ 8 h 10"/>
                  <a:gd name="T10" fmla="*/ 1 w 15"/>
                  <a:gd name="T11" fmla="*/ 6 h 10"/>
                  <a:gd name="T12" fmla="*/ 12 w 15"/>
                  <a:gd name="T13" fmla="*/ 0 h 10"/>
                  <a:gd name="T14" fmla="*/ 13 w 15"/>
                  <a:gd name="T15" fmla="*/ 1 h 10"/>
                  <a:gd name="T16" fmla="*/ 14 w 15"/>
                  <a:gd name="T17" fmla="*/ 3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10">
                    <a:moveTo>
                      <a:pt x="14" y="3"/>
                    </a:moveTo>
                    <a:cubicBezTo>
                      <a:pt x="15" y="3"/>
                      <a:pt x="14" y="3"/>
                      <a:pt x="14" y="4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0"/>
                      <a:pt x="1" y="10"/>
                      <a:pt x="1" y="9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7"/>
                      <a:pt x="0" y="7"/>
                      <a:pt x="1" y="6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3" y="0"/>
                      <a:pt x="13" y="0"/>
                      <a:pt x="13" y="1"/>
                    </a:cubicBezTo>
                    <a:lnTo>
                      <a:pt x="14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461" name="Freeform 20"/>
            <p:cNvSpPr>
              <a:spLocks noEditPoints="1"/>
            </p:cNvSpPr>
            <p:nvPr/>
          </p:nvSpPr>
          <p:spPr bwMode="auto">
            <a:xfrm rot="610271">
              <a:off x="1038604" y="3044836"/>
              <a:ext cx="813779" cy="652583"/>
            </a:xfrm>
            <a:custGeom>
              <a:avLst/>
              <a:gdLst>
                <a:gd name="T0" fmla="*/ 227 w 232"/>
                <a:gd name="T1" fmla="*/ 0 h 186"/>
                <a:gd name="T2" fmla="*/ 213 w 232"/>
                <a:gd name="T3" fmla="*/ 0 h 186"/>
                <a:gd name="T4" fmla="*/ 208 w 232"/>
                <a:gd name="T5" fmla="*/ 5 h 186"/>
                <a:gd name="T6" fmla="*/ 208 w 232"/>
                <a:gd name="T7" fmla="*/ 28 h 186"/>
                <a:gd name="T8" fmla="*/ 24 w 232"/>
                <a:gd name="T9" fmla="*/ 28 h 186"/>
                <a:gd name="T10" fmla="*/ 24 w 232"/>
                <a:gd name="T11" fmla="*/ 5 h 186"/>
                <a:gd name="T12" fmla="*/ 19 w 232"/>
                <a:gd name="T13" fmla="*/ 0 h 186"/>
                <a:gd name="T14" fmla="*/ 5 w 232"/>
                <a:gd name="T15" fmla="*/ 0 h 186"/>
                <a:gd name="T16" fmla="*/ 0 w 232"/>
                <a:gd name="T17" fmla="*/ 5 h 186"/>
                <a:gd name="T18" fmla="*/ 0 w 232"/>
                <a:gd name="T19" fmla="*/ 180 h 186"/>
                <a:gd name="T20" fmla="*/ 5 w 232"/>
                <a:gd name="T21" fmla="*/ 186 h 186"/>
                <a:gd name="T22" fmla="*/ 19 w 232"/>
                <a:gd name="T23" fmla="*/ 186 h 186"/>
                <a:gd name="T24" fmla="*/ 24 w 232"/>
                <a:gd name="T25" fmla="*/ 180 h 186"/>
                <a:gd name="T26" fmla="*/ 24 w 232"/>
                <a:gd name="T27" fmla="*/ 157 h 186"/>
                <a:gd name="T28" fmla="*/ 208 w 232"/>
                <a:gd name="T29" fmla="*/ 157 h 186"/>
                <a:gd name="T30" fmla="*/ 208 w 232"/>
                <a:gd name="T31" fmla="*/ 180 h 186"/>
                <a:gd name="T32" fmla="*/ 213 w 232"/>
                <a:gd name="T33" fmla="*/ 186 h 186"/>
                <a:gd name="T34" fmla="*/ 227 w 232"/>
                <a:gd name="T35" fmla="*/ 186 h 186"/>
                <a:gd name="T36" fmla="*/ 232 w 232"/>
                <a:gd name="T37" fmla="*/ 180 h 186"/>
                <a:gd name="T38" fmla="*/ 232 w 232"/>
                <a:gd name="T39" fmla="*/ 5 h 186"/>
                <a:gd name="T40" fmla="*/ 227 w 232"/>
                <a:gd name="T41" fmla="*/ 0 h 186"/>
                <a:gd name="T42" fmla="*/ 157 w 232"/>
                <a:gd name="T43" fmla="*/ 98 h 186"/>
                <a:gd name="T44" fmla="*/ 97 w 232"/>
                <a:gd name="T45" fmla="*/ 135 h 186"/>
                <a:gd name="T46" fmla="*/ 92 w 232"/>
                <a:gd name="T47" fmla="*/ 130 h 186"/>
                <a:gd name="T48" fmla="*/ 92 w 232"/>
                <a:gd name="T49" fmla="*/ 56 h 186"/>
                <a:gd name="T50" fmla="*/ 97 w 232"/>
                <a:gd name="T51" fmla="*/ 50 h 186"/>
                <a:gd name="T52" fmla="*/ 157 w 232"/>
                <a:gd name="T53" fmla="*/ 87 h 186"/>
                <a:gd name="T54" fmla="*/ 162 w 232"/>
                <a:gd name="T55" fmla="*/ 93 h 186"/>
                <a:gd name="T56" fmla="*/ 157 w 232"/>
                <a:gd name="T57" fmla="*/ 98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2" h="186">
                  <a:moveTo>
                    <a:pt x="227" y="0"/>
                  </a:moveTo>
                  <a:cubicBezTo>
                    <a:pt x="213" y="0"/>
                    <a:pt x="213" y="0"/>
                    <a:pt x="213" y="0"/>
                  </a:cubicBezTo>
                  <a:cubicBezTo>
                    <a:pt x="210" y="0"/>
                    <a:pt x="208" y="2"/>
                    <a:pt x="208" y="5"/>
                  </a:cubicBezTo>
                  <a:cubicBezTo>
                    <a:pt x="208" y="28"/>
                    <a:pt x="208" y="28"/>
                    <a:pt x="208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4" y="2"/>
                    <a:pt x="22" y="0"/>
                    <a:pt x="19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180"/>
                    <a:pt x="0" y="180"/>
                    <a:pt x="0" y="180"/>
                  </a:cubicBezTo>
                  <a:cubicBezTo>
                    <a:pt x="0" y="183"/>
                    <a:pt x="2" y="186"/>
                    <a:pt x="5" y="186"/>
                  </a:cubicBezTo>
                  <a:cubicBezTo>
                    <a:pt x="19" y="186"/>
                    <a:pt x="19" y="186"/>
                    <a:pt x="19" y="186"/>
                  </a:cubicBezTo>
                  <a:cubicBezTo>
                    <a:pt x="22" y="186"/>
                    <a:pt x="24" y="183"/>
                    <a:pt x="24" y="180"/>
                  </a:cubicBezTo>
                  <a:cubicBezTo>
                    <a:pt x="24" y="157"/>
                    <a:pt x="24" y="157"/>
                    <a:pt x="24" y="157"/>
                  </a:cubicBezTo>
                  <a:cubicBezTo>
                    <a:pt x="208" y="157"/>
                    <a:pt x="208" y="157"/>
                    <a:pt x="208" y="157"/>
                  </a:cubicBezTo>
                  <a:cubicBezTo>
                    <a:pt x="208" y="180"/>
                    <a:pt x="208" y="180"/>
                    <a:pt x="208" y="180"/>
                  </a:cubicBezTo>
                  <a:cubicBezTo>
                    <a:pt x="208" y="183"/>
                    <a:pt x="210" y="186"/>
                    <a:pt x="213" y="186"/>
                  </a:cubicBezTo>
                  <a:cubicBezTo>
                    <a:pt x="227" y="186"/>
                    <a:pt x="227" y="186"/>
                    <a:pt x="227" y="186"/>
                  </a:cubicBezTo>
                  <a:cubicBezTo>
                    <a:pt x="230" y="186"/>
                    <a:pt x="232" y="183"/>
                    <a:pt x="232" y="180"/>
                  </a:cubicBezTo>
                  <a:cubicBezTo>
                    <a:pt x="232" y="5"/>
                    <a:pt x="232" y="5"/>
                    <a:pt x="232" y="5"/>
                  </a:cubicBezTo>
                  <a:cubicBezTo>
                    <a:pt x="232" y="2"/>
                    <a:pt x="230" y="0"/>
                    <a:pt x="227" y="0"/>
                  </a:cubicBezTo>
                  <a:close/>
                  <a:moveTo>
                    <a:pt x="157" y="98"/>
                  </a:moveTo>
                  <a:cubicBezTo>
                    <a:pt x="156" y="98"/>
                    <a:pt x="100" y="135"/>
                    <a:pt x="97" y="135"/>
                  </a:cubicBezTo>
                  <a:cubicBezTo>
                    <a:pt x="95" y="135"/>
                    <a:pt x="92" y="133"/>
                    <a:pt x="92" y="130"/>
                  </a:cubicBezTo>
                  <a:cubicBezTo>
                    <a:pt x="92" y="128"/>
                    <a:pt x="92" y="57"/>
                    <a:pt x="92" y="56"/>
                  </a:cubicBezTo>
                  <a:cubicBezTo>
                    <a:pt x="92" y="53"/>
                    <a:pt x="95" y="50"/>
                    <a:pt x="97" y="50"/>
                  </a:cubicBezTo>
                  <a:cubicBezTo>
                    <a:pt x="100" y="50"/>
                    <a:pt x="156" y="87"/>
                    <a:pt x="157" y="87"/>
                  </a:cubicBezTo>
                  <a:cubicBezTo>
                    <a:pt x="159" y="89"/>
                    <a:pt x="162" y="90"/>
                    <a:pt x="162" y="93"/>
                  </a:cubicBezTo>
                  <a:cubicBezTo>
                    <a:pt x="162" y="96"/>
                    <a:pt x="159" y="96"/>
                    <a:pt x="157" y="98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462" name="组合 461"/>
            <p:cNvGrpSpPr/>
            <p:nvPr/>
          </p:nvGrpSpPr>
          <p:grpSpPr>
            <a:xfrm>
              <a:off x="1312614" y="920277"/>
              <a:ext cx="707517" cy="675061"/>
              <a:chOff x="-917575" y="1497013"/>
              <a:chExt cx="692150" cy="660399"/>
            </a:xfrm>
            <a:grpFill/>
          </p:grpSpPr>
          <p:sp>
            <p:nvSpPr>
              <p:cNvPr id="520" name="Oval 16"/>
              <p:cNvSpPr>
                <a:spLocks noChangeArrowheads="1"/>
              </p:cNvSpPr>
              <p:nvPr/>
            </p:nvSpPr>
            <p:spPr bwMode="auto">
              <a:xfrm>
                <a:off x="-703263" y="1687513"/>
                <a:ext cx="268288" cy="27146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21" name="Freeform 17"/>
              <p:cNvSpPr>
                <a:spLocks/>
              </p:cNvSpPr>
              <p:nvPr/>
            </p:nvSpPr>
            <p:spPr bwMode="auto">
              <a:xfrm>
                <a:off x="-833438" y="1497013"/>
                <a:ext cx="558800" cy="296862"/>
              </a:xfrm>
              <a:custGeom>
                <a:avLst/>
                <a:gdLst>
                  <a:gd name="T0" fmla="*/ 69 w 146"/>
                  <a:gd name="T1" fmla="*/ 43 h 78"/>
                  <a:gd name="T2" fmla="*/ 83 w 146"/>
                  <a:gd name="T3" fmla="*/ 45 h 78"/>
                  <a:gd name="T4" fmla="*/ 146 w 146"/>
                  <a:gd name="T5" fmla="*/ 45 h 78"/>
                  <a:gd name="T6" fmla="*/ 70 w 146"/>
                  <a:gd name="T7" fmla="*/ 0 h 78"/>
                  <a:gd name="T8" fmla="*/ 0 w 146"/>
                  <a:gd name="T9" fmla="*/ 34 h 78"/>
                  <a:gd name="T10" fmla="*/ 26 w 146"/>
                  <a:gd name="T11" fmla="*/ 78 h 78"/>
                  <a:gd name="T12" fmla="*/ 69 w 146"/>
                  <a:gd name="T13" fmla="*/ 43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6" h="78">
                    <a:moveTo>
                      <a:pt x="69" y="43"/>
                    </a:moveTo>
                    <a:cubicBezTo>
                      <a:pt x="74" y="43"/>
                      <a:pt x="78" y="44"/>
                      <a:pt x="83" y="45"/>
                    </a:cubicBezTo>
                    <a:cubicBezTo>
                      <a:pt x="146" y="45"/>
                      <a:pt x="146" y="45"/>
                      <a:pt x="146" y="45"/>
                    </a:cubicBezTo>
                    <a:cubicBezTo>
                      <a:pt x="131" y="17"/>
                      <a:pt x="102" y="0"/>
                      <a:pt x="70" y="0"/>
                    </a:cubicBezTo>
                    <a:cubicBezTo>
                      <a:pt x="43" y="0"/>
                      <a:pt x="17" y="13"/>
                      <a:pt x="0" y="34"/>
                    </a:cubicBezTo>
                    <a:cubicBezTo>
                      <a:pt x="26" y="78"/>
                      <a:pt x="26" y="78"/>
                      <a:pt x="26" y="78"/>
                    </a:cubicBezTo>
                    <a:cubicBezTo>
                      <a:pt x="30" y="58"/>
                      <a:pt x="48" y="43"/>
                      <a:pt x="69" y="43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22" name="Freeform 18"/>
              <p:cNvSpPr>
                <a:spLocks/>
              </p:cNvSpPr>
              <p:nvPr/>
            </p:nvSpPr>
            <p:spPr bwMode="auto">
              <a:xfrm>
                <a:off x="-581025" y="1695450"/>
                <a:ext cx="355600" cy="461962"/>
              </a:xfrm>
              <a:custGeom>
                <a:avLst/>
                <a:gdLst>
                  <a:gd name="T0" fmla="*/ 82 w 93"/>
                  <a:gd name="T1" fmla="*/ 0 h 121"/>
                  <a:gd name="T2" fmla="*/ 30 w 93"/>
                  <a:gd name="T3" fmla="*/ 0 h 121"/>
                  <a:gd name="T4" fmla="*/ 46 w 93"/>
                  <a:gd name="T5" fmla="*/ 34 h 121"/>
                  <a:gd name="T6" fmla="*/ 31 w 93"/>
                  <a:gd name="T7" fmla="*/ 67 h 121"/>
                  <a:gd name="T8" fmla="*/ 0 w 93"/>
                  <a:gd name="T9" fmla="*/ 121 h 121"/>
                  <a:gd name="T10" fmla="*/ 2 w 93"/>
                  <a:gd name="T11" fmla="*/ 121 h 121"/>
                  <a:gd name="T12" fmla="*/ 77 w 93"/>
                  <a:gd name="T13" fmla="*/ 77 h 121"/>
                  <a:gd name="T14" fmla="*/ 82 w 93"/>
                  <a:gd name="T15" fmla="*/ 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3" h="121">
                    <a:moveTo>
                      <a:pt x="82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40" y="8"/>
                      <a:pt x="46" y="20"/>
                      <a:pt x="46" y="34"/>
                    </a:cubicBezTo>
                    <a:cubicBezTo>
                      <a:pt x="46" y="48"/>
                      <a:pt x="40" y="59"/>
                      <a:pt x="31" y="67"/>
                    </a:cubicBezTo>
                    <a:cubicBezTo>
                      <a:pt x="0" y="121"/>
                      <a:pt x="0" y="121"/>
                      <a:pt x="0" y="121"/>
                    </a:cubicBezTo>
                    <a:cubicBezTo>
                      <a:pt x="1" y="121"/>
                      <a:pt x="2" y="121"/>
                      <a:pt x="2" y="121"/>
                    </a:cubicBezTo>
                    <a:cubicBezTo>
                      <a:pt x="33" y="121"/>
                      <a:pt x="62" y="104"/>
                      <a:pt x="77" y="77"/>
                    </a:cubicBezTo>
                    <a:cubicBezTo>
                      <a:pt x="91" y="54"/>
                      <a:pt x="93" y="25"/>
                      <a:pt x="8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23" name="Freeform 19"/>
              <p:cNvSpPr>
                <a:spLocks/>
              </p:cNvSpPr>
              <p:nvPr/>
            </p:nvSpPr>
            <p:spPr bwMode="auto">
              <a:xfrm>
                <a:off x="-917575" y="1652588"/>
                <a:ext cx="409575" cy="500062"/>
              </a:xfrm>
              <a:custGeom>
                <a:avLst/>
                <a:gdLst>
                  <a:gd name="T0" fmla="*/ 48 w 107"/>
                  <a:gd name="T1" fmla="*/ 53 h 131"/>
                  <a:gd name="T2" fmla="*/ 17 w 107"/>
                  <a:gd name="T3" fmla="*/ 0 h 131"/>
                  <a:gd name="T4" fmla="*/ 16 w 107"/>
                  <a:gd name="T5" fmla="*/ 88 h 131"/>
                  <a:gd name="T6" fmla="*/ 81 w 107"/>
                  <a:gd name="T7" fmla="*/ 131 h 131"/>
                  <a:gd name="T8" fmla="*/ 107 w 107"/>
                  <a:gd name="T9" fmla="*/ 85 h 131"/>
                  <a:gd name="T10" fmla="*/ 91 w 107"/>
                  <a:gd name="T11" fmla="*/ 89 h 131"/>
                  <a:gd name="T12" fmla="*/ 48 w 107"/>
                  <a:gd name="T13" fmla="*/ 5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" h="131">
                    <a:moveTo>
                      <a:pt x="48" y="53"/>
                    </a:moveTo>
                    <a:cubicBezTo>
                      <a:pt x="17" y="0"/>
                      <a:pt x="17" y="0"/>
                      <a:pt x="17" y="0"/>
                    </a:cubicBezTo>
                    <a:cubicBezTo>
                      <a:pt x="1" y="27"/>
                      <a:pt x="0" y="61"/>
                      <a:pt x="16" y="88"/>
                    </a:cubicBezTo>
                    <a:cubicBezTo>
                      <a:pt x="30" y="112"/>
                      <a:pt x="54" y="128"/>
                      <a:pt x="81" y="131"/>
                    </a:cubicBezTo>
                    <a:cubicBezTo>
                      <a:pt x="107" y="85"/>
                      <a:pt x="107" y="85"/>
                      <a:pt x="107" y="85"/>
                    </a:cubicBezTo>
                    <a:cubicBezTo>
                      <a:pt x="102" y="87"/>
                      <a:pt x="97" y="89"/>
                      <a:pt x="91" y="89"/>
                    </a:cubicBezTo>
                    <a:cubicBezTo>
                      <a:pt x="70" y="89"/>
                      <a:pt x="52" y="73"/>
                      <a:pt x="48" y="53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463" name="组合 462"/>
            <p:cNvGrpSpPr/>
            <p:nvPr/>
          </p:nvGrpSpPr>
          <p:grpSpPr>
            <a:xfrm>
              <a:off x="0" y="4599012"/>
              <a:ext cx="659046" cy="684887"/>
              <a:chOff x="9737725" y="1438276"/>
              <a:chExt cx="404813" cy="420686"/>
            </a:xfrm>
            <a:grpFill/>
          </p:grpSpPr>
          <p:sp>
            <p:nvSpPr>
              <p:cNvPr id="514" name="Freeform 11"/>
              <p:cNvSpPr>
                <a:spLocks/>
              </p:cNvSpPr>
              <p:nvPr/>
            </p:nvSpPr>
            <p:spPr bwMode="auto">
              <a:xfrm>
                <a:off x="9918700" y="1689100"/>
                <a:ext cx="223838" cy="169862"/>
              </a:xfrm>
              <a:custGeom>
                <a:avLst/>
                <a:gdLst>
                  <a:gd name="T0" fmla="*/ 56 w 58"/>
                  <a:gd name="T1" fmla="*/ 11 h 44"/>
                  <a:gd name="T2" fmla="*/ 25 w 58"/>
                  <a:gd name="T3" fmla="*/ 11 h 44"/>
                  <a:gd name="T4" fmla="*/ 21 w 58"/>
                  <a:gd name="T5" fmla="*/ 11 h 44"/>
                  <a:gd name="T6" fmla="*/ 21 w 58"/>
                  <a:gd name="T7" fmla="*/ 3 h 44"/>
                  <a:gd name="T8" fmla="*/ 19 w 58"/>
                  <a:gd name="T9" fmla="*/ 2 h 44"/>
                  <a:gd name="T10" fmla="*/ 1 w 58"/>
                  <a:gd name="T11" fmla="*/ 21 h 44"/>
                  <a:gd name="T12" fmla="*/ 1 w 58"/>
                  <a:gd name="T13" fmla="*/ 23 h 44"/>
                  <a:gd name="T14" fmla="*/ 19 w 58"/>
                  <a:gd name="T15" fmla="*/ 41 h 44"/>
                  <a:gd name="T16" fmla="*/ 22 w 58"/>
                  <a:gd name="T17" fmla="*/ 41 h 44"/>
                  <a:gd name="T18" fmla="*/ 22 w 58"/>
                  <a:gd name="T19" fmla="*/ 33 h 44"/>
                  <a:gd name="T20" fmla="*/ 25 w 58"/>
                  <a:gd name="T21" fmla="*/ 33 h 44"/>
                  <a:gd name="T22" fmla="*/ 51 w 58"/>
                  <a:gd name="T23" fmla="*/ 33 h 44"/>
                  <a:gd name="T24" fmla="*/ 52 w 58"/>
                  <a:gd name="T25" fmla="*/ 32 h 44"/>
                  <a:gd name="T26" fmla="*/ 58 w 58"/>
                  <a:gd name="T27" fmla="*/ 13 h 44"/>
                  <a:gd name="T28" fmla="*/ 56 w 58"/>
                  <a:gd name="T29" fmla="*/ 11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" h="44">
                    <a:moveTo>
                      <a:pt x="56" y="11"/>
                    </a:moveTo>
                    <a:cubicBezTo>
                      <a:pt x="25" y="11"/>
                      <a:pt x="25" y="11"/>
                      <a:pt x="25" y="11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21" y="0"/>
                      <a:pt x="19" y="2"/>
                      <a:pt x="19" y="2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1"/>
                      <a:pt x="0" y="22"/>
                      <a:pt x="1" y="23"/>
                    </a:cubicBezTo>
                    <a:cubicBezTo>
                      <a:pt x="3" y="25"/>
                      <a:pt x="19" y="41"/>
                      <a:pt x="19" y="41"/>
                    </a:cubicBezTo>
                    <a:cubicBezTo>
                      <a:pt x="19" y="41"/>
                      <a:pt x="22" y="44"/>
                      <a:pt x="22" y="41"/>
                    </a:cubicBezTo>
                    <a:cubicBezTo>
                      <a:pt x="22" y="33"/>
                      <a:pt x="22" y="33"/>
                      <a:pt x="22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51" y="33"/>
                      <a:pt x="51" y="33"/>
                      <a:pt x="51" y="33"/>
                    </a:cubicBezTo>
                    <a:cubicBezTo>
                      <a:pt x="51" y="33"/>
                      <a:pt x="52" y="33"/>
                      <a:pt x="52" y="32"/>
                    </a:cubicBezTo>
                    <a:cubicBezTo>
                      <a:pt x="52" y="30"/>
                      <a:pt x="58" y="15"/>
                      <a:pt x="58" y="13"/>
                    </a:cubicBezTo>
                    <a:cubicBezTo>
                      <a:pt x="58" y="11"/>
                      <a:pt x="56" y="11"/>
                      <a:pt x="56" y="1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15" name="Freeform 12"/>
              <p:cNvSpPr>
                <a:spLocks/>
              </p:cNvSpPr>
              <p:nvPr/>
            </p:nvSpPr>
            <p:spPr bwMode="auto">
              <a:xfrm>
                <a:off x="10040938" y="1643063"/>
                <a:ext cx="96838" cy="77787"/>
              </a:xfrm>
              <a:custGeom>
                <a:avLst/>
                <a:gdLst>
                  <a:gd name="T0" fmla="*/ 1 w 25"/>
                  <a:gd name="T1" fmla="*/ 10 h 20"/>
                  <a:gd name="T2" fmla="*/ 5 w 25"/>
                  <a:gd name="T3" fmla="*/ 18 h 20"/>
                  <a:gd name="T4" fmla="*/ 8 w 25"/>
                  <a:gd name="T5" fmla="*/ 20 h 20"/>
                  <a:gd name="T6" fmla="*/ 23 w 25"/>
                  <a:gd name="T7" fmla="*/ 20 h 20"/>
                  <a:gd name="T8" fmla="*/ 25 w 25"/>
                  <a:gd name="T9" fmla="*/ 18 h 20"/>
                  <a:gd name="T10" fmla="*/ 18 w 25"/>
                  <a:gd name="T11" fmla="*/ 2 h 20"/>
                  <a:gd name="T12" fmla="*/ 16 w 25"/>
                  <a:gd name="T13" fmla="*/ 1 h 20"/>
                  <a:gd name="T14" fmla="*/ 2 w 25"/>
                  <a:gd name="T15" fmla="*/ 7 h 20"/>
                  <a:gd name="T16" fmla="*/ 1 w 25"/>
                  <a:gd name="T17" fmla="*/ 1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" h="20">
                    <a:moveTo>
                      <a:pt x="1" y="10"/>
                    </a:moveTo>
                    <a:cubicBezTo>
                      <a:pt x="5" y="18"/>
                      <a:pt x="5" y="18"/>
                      <a:pt x="5" y="18"/>
                    </a:cubicBezTo>
                    <a:cubicBezTo>
                      <a:pt x="5" y="19"/>
                      <a:pt x="7" y="20"/>
                      <a:pt x="8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4" y="20"/>
                      <a:pt x="25" y="19"/>
                      <a:pt x="25" y="18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18" y="2"/>
                      <a:pt x="17" y="0"/>
                      <a:pt x="16" y="1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1" y="8"/>
                      <a:pt x="0" y="8"/>
                      <a:pt x="1" y="1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16" name="Freeform 13"/>
              <p:cNvSpPr>
                <a:spLocks/>
              </p:cNvSpPr>
              <p:nvPr/>
            </p:nvSpPr>
            <p:spPr bwMode="auto">
              <a:xfrm>
                <a:off x="9913938" y="1438276"/>
                <a:ext cx="177800" cy="196850"/>
              </a:xfrm>
              <a:custGeom>
                <a:avLst/>
                <a:gdLst>
                  <a:gd name="T0" fmla="*/ 16 w 46"/>
                  <a:gd name="T1" fmla="*/ 35 h 51"/>
                  <a:gd name="T2" fmla="*/ 18 w 46"/>
                  <a:gd name="T3" fmla="*/ 38 h 51"/>
                  <a:gd name="T4" fmla="*/ 11 w 46"/>
                  <a:gd name="T5" fmla="*/ 42 h 51"/>
                  <a:gd name="T6" fmla="*/ 12 w 46"/>
                  <a:gd name="T7" fmla="*/ 44 h 51"/>
                  <a:gd name="T8" fmla="*/ 37 w 46"/>
                  <a:gd name="T9" fmla="*/ 50 h 51"/>
                  <a:gd name="T10" fmla="*/ 39 w 46"/>
                  <a:gd name="T11" fmla="*/ 49 h 51"/>
                  <a:gd name="T12" fmla="*/ 45 w 46"/>
                  <a:gd name="T13" fmla="*/ 24 h 51"/>
                  <a:gd name="T14" fmla="*/ 44 w 46"/>
                  <a:gd name="T15" fmla="*/ 23 h 51"/>
                  <a:gd name="T16" fmla="*/ 37 w 46"/>
                  <a:gd name="T17" fmla="*/ 27 h 51"/>
                  <a:gd name="T18" fmla="*/ 35 w 46"/>
                  <a:gd name="T19" fmla="*/ 24 h 51"/>
                  <a:gd name="T20" fmla="*/ 22 w 46"/>
                  <a:gd name="T21" fmla="*/ 1 h 51"/>
                  <a:gd name="T22" fmla="*/ 21 w 46"/>
                  <a:gd name="T23" fmla="*/ 1 h 51"/>
                  <a:gd name="T24" fmla="*/ 2 w 46"/>
                  <a:gd name="T25" fmla="*/ 6 h 51"/>
                  <a:gd name="T26" fmla="*/ 1 w 46"/>
                  <a:gd name="T27" fmla="*/ 7 h 51"/>
                  <a:gd name="T28" fmla="*/ 16 w 46"/>
                  <a:gd name="T29" fmla="*/ 35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6" h="51">
                    <a:moveTo>
                      <a:pt x="16" y="35"/>
                    </a:moveTo>
                    <a:cubicBezTo>
                      <a:pt x="18" y="37"/>
                      <a:pt x="18" y="38"/>
                      <a:pt x="18" y="38"/>
                    </a:cubicBezTo>
                    <a:cubicBezTo>
                      <a:pt x="18" y="38"/>
                      <a:pt x="13" y="41"/>
                      <a:pt x="11" y="42"/>
                    </a:cubicBezTo>
                    <a:cubicBezTo>
                      <a:pt x="9" y="43"/>
                      <a:pt x="12" y="44"/>
                      <a:pt x="12" y="44"/>
                    </a:cubicBezTo>
                    <a:cubicBezTo>
                      <a:pt x="37" y="50"/>
                      <a:pt x="37" y="50"/>
                      <a:pt x="37" y="50"/>
                    </a:cubicBezTo>
                    <a:cubicBezTo>
                      <a:pt x="37" y="50"/>
                      <a:pt x="39" y="51"/>
                      <a:pt x="39" y="49"/>
                    </a:cubicBezTo>
                    <a:cubicBezTo>
                      <a:pt x="40" y="47"/>
                      <a:pt x="45" y="24"/>
                      <a:pt x="45" y="24"/>
                    </a:cubicBezTo>
                    <a:cubicBezTo>
                      <a:pt x="45" y="24"/>
                      <a:pt x="46" y="21"/>
                      <a:pt x="44" y="23"/>
                    </a:cubicBezTo>
                    <a:cubicBezTo>
                      <a:pt x="41" y="24"/>
                      <a:pt x="37" y="27"/>
                      <a:pt x="37" y="27"/>
                    </a:cubicBezTo>
                    <a:cubicBezTo>
                      <a:pt x="37" y="27"/>
                      <a:pt x="36" y="25"/>
                      <a:pt x="35" y="24"/>
                    </a:cubicBezTo>
                    <a:cubicBezTo>
                      <a:pt x="32" y="18"/>
                      <a:pt x="25" y="5"/>
                      <a:pt x="22" y="1"/>
                    </a:cubicBezTo>
                    <a:cubicBezTo>
                      <a:pt x="22" y="1"/>
                      <a:pt x="22" y="0"/>
                      <a:pt x="21" y="1"/>
                    </a:cubicBezTo>
                    <a:cubicBezTo>
                      <a:pt x="20" y="2"/>
                      <a:pt x="3" y="5"/>
                      <a:pt x="2" y="6"/>
                    </a:cubicBezTo>
                    <a:cubicBezTo>
                      <a:pt x="0" y="7"/>
                      <a:pt x="1" y="7"/>
                      <a:pt x="1" y="7"/>
                    </a:cubicBezTo>
                    <a:cubicBezTo>
                      <a:pt x="3" y="12"/>
                      <a:pt x="13" y="29"/>
                      <a:pt x="16" y="35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17" name="Freeform 14"/>
              <p:cNvSpPr>
                <a:spLocks/>
              </p:cNvSpPr>
              <p:nvPr/>
            </p:nvSpPr>
            <p:spPr bwMode="auto">
              <a:xfrm>
                <a:off x="9852025" y="1473200"/>
                <a:ext cx="88900" cy="104775"/>
              </a:xfrm>
              <a:custGeom>
                <a:avLst/>
                <a:gdLst>
                  <a:gd name="T0" fmla="*/ 22 w 23"/>
                  <a:gd name="T1" fmla="*/ 14 h 27"/>
                  <a:gd name="T2" fmla="*/ 15 w 23"/>
                  <a:gd name="T3" fmla="*/ 1 h 27"/>
                  <a:gd name="T4" fmla="*/ 12 w 23"/>
                  <a:gd name="T5" fmla="*/ 0 h 27"/>
                  <a:gd name="T6" fmla="*/ 2 w 23"/>
                  <a:gd name="T7" fmla="*/ 14 h 27"/>
                  <a:gd name="T8" fmla="*/ 2 w 23"/>
                  <a:gd name="T9" fmla="*/ 17 h 27"/>
                  <a:gd name="T10" fmla="*/ 14 w 23"/>
                  <a:gd name="T11" fmla="*/ 26 h 27"/>
                  <a:gd name="T12" fmla="*/ 17 w 23"/>
                  <a:gd name="T13" fmla="*/ 25 h 27"/>
                  <a:gd name="T14" fmla="*/ 22 w 23"/>
                  <a:gd name="T15" fmla="*/ 18 h 27"/>
                  <a:gd name="T16" fmla="*/ 22 w 23"/>
                  <a:gd name="T17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" h="27">
                    <a:moveTo>
                      <a:pt x="22" y="14"/>
                    </a:moveTo>
                    <a:cubicBezTo>
                      <a:pt x="15" y="1"/>
                      <a:pt x="15" y="1"/>
                      <a:pt x="15" y="1"/>
                    </a:cubicBezTo>
                    <a:cubicBezTo>
                      <a:pt x="14" y="0"/>
                      <a:pt x="13" y="0"/>
                      <a:pt x="12" y="0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2" y="14"/>
                      <a:pt x="0" y="16"/>
                      <a:pt x="2" y="17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15" y="26"/>
                      <a:pt x="16" y="27"/>
                      <a:pt x="17" y="25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3" y="17"/>
                      <a:pt x="22" y="15"/>
                      <a:pt x="22" y="1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18" name="Freeform 15"/>
              <p:cNvSpPr>
                <a:spLocks/>
              </p:cNvSpPr>
              <p:nvPr/>
            </p:nvSpPr>
            <p:spPr bwMode="auto">
              <a:xfrm>
                <a:off x="9737725" y="1581150"/>
                <a:ext cx="165100" cy="220662"/>
              </a:xfrm>
              <a:custGeom>
                <a:avLst/>
                <a:gdLst>
                  <a:gd name="T0" fmla="*/ 33 w 43"/>
                  <a:gd name="T1" fmla="*/ 2 h 57"/>
                  <a:gd name="T2" fmla="*/ 30 w 43"/>
                  <a:gd name="T3" fmla="*/ 1 h 57"/>
                  <a:gd name="T4" fmla="*/ 6 w 43"/>
                  <a:gd name="T5" fmla="*/ 10 h 57"/>
                  <a:gd name="T6" fmla="*/ 6 w 43"/>
                  <a:gd name="T7" fmla="*/ 12 h 57"/>
                  <a:gd name="T8" fmla="*/ 13 w 43"/>
                  <a:gd name="T9" fmla="*/ 15 h 57"/>
                  <a:gd name="T10" fmla="*/ 11 w 43"/>
                  <a:gd name="T11" fmla="*/ 18 h 57"/>
                  <a:gd name="T12" fmla="*/ 0 w 43"/>
                  <a:gd name="T13" fmla="*/ 42 h 57"/>
                  <a:gd name="T14" fmla="*/ 1 w 43"/>
                  <a:gd name="T15" fmla="*/ 43 h 57"/>
                  <a:gd name="T16" fmla="*/ 16 w 43"/>
                  <a:gd name="T17" fmla="*/ 56 h 57"/>
                  <a:gd name="T18" fmla="*/ 18 w 43"/>
                  <a:gd name="T19" fmla="*/ 56 h 57"/>
                  <a:gd name="T20" fmla="*/ 31 w 43"/>
                  <a:gd name="T21" fmla="*/ 27 h 57"/>
                  <a:gd name="T22" fmla="*/ 33 w 43"/>
                  <a:gd name="T23" fmla="*/ 24 h 57"/>
                  <a:gd name="T24" fmla="*/ 40 w 43"/>
                  <a:gd name="T25" fmla="*/ 28 h 57"/>
                  <a:gd name="T26" fmla="*/ 42 w 43"/>
                  <a:gd name="T27" fmla="*/ 26 h 57"/>
                  <a:gd name="T28" fmla="*/ 33 w 43"/>
                  <a:gd name="T29" fmla="*/ 2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3" h="57">
                    <a:moveTo>
                      <a:pt x="33" y="2"/>
                    </a:moveTo>
                    <a:cubicBezTo>
                      <a:pt x="33" y="2"/>
                      <a:pt x="32" y="0"/>
                      <a:pt x="30" y="1"/>
                    </a:cubicBezTo>
                    <a:cubicBezTo>
                      <a:pt x="28" y="1"/>
                      <a:pt x="6" y="10"/>
                      <a:pt x="6" y="10"/>
                    </a:cubicBezTo>
                    <a:cubicBezTo>
                      <a:pt x="6" y="10"/>
                      <a:pt x="3" y="11"/>
                      <a:pt x="6" y="12"/>
                    </a:cubicBezTo>
                    <a:cubicBezTo>
                      <a:pt x="9" y="13"/>
                      <a:pt x="13" y="15"/>
                      <a:pt x="13" y="15"/>
                    </a:cubicBezTo>
                    <a:cubicBezTo>
                      <a:pt x="13" y="15"/>
                      <a:pt x="12" y="16"/>
                      <a:pt x="11" y="18"/>
                    </a:cubicBezTo>
                    <a:cubicBezTo>
                      <a:pt x="9" y="24"/>
                      <a:pt x="2" y="38"/>
                      <a:pt x="0" y="42"/>
                    </a:cubicBezTo>
                    <a:cubicBezTo>
                      <a:pt x="0" y="42"/>
                      <a:pt x="0" y="43"/>
                      <a:pt x="1" y="43"/>
                    </a:cubicBezTo>
                    <a:cubicBezTo>
                      <a:pt x="2" y="44"/>
                      <a:pt x="14" y="56"/>
                      <a:pt x="16" y="56"/>
                    </a:cubicBezTo>
                    <a:cubicBezTo>
                      <a:pt x="18" y="57"/>
                      <a:pt x="18" y="56"/>
                      <a:pt x="18" y="56"/>
                    </a:cubicBezTo>
                    <a:cubicBezTo>
                      <a:pt x="20" y="52"/>
                      <a:pt x="29" y="33"/>
                      <a:pt x="31" y="27"/>
                    </a:cubicBezTo>
                    <a:cubicBezTo>
                      <a:pt x="32" y="25"/>
                      <a:pt x="33" y="24"/>
                      <a:pt x="33" y="24"/>
                    </a:cubicBezTo>
                    <a:cubicBezTo>
                      <a:pt x="33" y="24"/>
                      <a:pt x="38" y="27"/>
                      <a:pt x="40" y="28"/>
                    </a:cubicBezTo>
                    <a:cubicBezTo>
                      <a:pt x="43" y="29"/>
                      <a:pt x="42" y="26"/>
                      <a:pt x="42" y="26"/>
                    </a:cubicBezTo>
                    <a:lnTo>
                      <a:pt x="33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19" name="Freeform 16"/>
              <p:cNvSpPr>
                <a:spLocks/>
              </p:cNvSpPr>
              <p:nvPr/>
            </p:nvSpPr>
            <p:spPr bwMode="auto">
              <a:xfrm>
                <a:off x="9818688" y="1735138"/>
                <a:ext cx="80963" cy="77787"/>
              </a:xfrm>
              <a:custGeom>
                <a:avLst/>
                <a:gdLst>
                  <a:gd name="T0" fmla="*/ 19 w 21"/>
                  <a:gd name="T1" fmla="*/ 0 h 20"/>
                  <a:gd name="T2" fmla="*/ 10 w 21"/>
                  <a:gd name="T3" fmla="*/ 0 h 20"/>
                  <a:gd name="T4" fmla="*/ 7 w 21"/>
                  <a:gd name="T5" fmla="*/ 3 h 20"/>
                  <a:gd name="T6" fmla="*/ 0 w 21"/>
                  <a:gd name="T7" fmla="*/ 16 h 20"/>
                  <a:gd name="T8" fmla="*/ 1 w 21"/>
                  <a:gd name="T9" fmla="*/ 18 h 20"/>
                  <a:gd name="T10" fmla="*/ 18 w 21"/>
                  <a:gd name="T11" fmla="*/ 19 h 20"/>
                  <a:gd name="T12" fmla="*/ 20 w 21"/>
                  <a:gd name="T13" fmla="*/ 17 h 20"/>
                  <a:gd name="T14" fmla="*/ 21 w 21"/>
                  <a:gd name="T15" fmla="*/ 2 h 20"/>
                  <a:gd name="T16" fmla="*/ 19 w 21"/>
                  <a:gd name="T1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" h="20">
                    <a:moveTo>
                      <a:pt x="19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9" y="1"/>
                      <a:pt x="7" y="2"/>
                      <a:pt x="7" y="3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7"/>
                      <a:pt x="0" y="18"/>
                      <a:pt x="1" y="18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8" y="19"/>
                      <a:pt x="21" y="20"/>
                      <a:pt x="20" y="17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21" y="1"/>
                      <a:pt x="20" y="0"/>
                      <a:pt x="19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464" name="组合 463"/>
            <p:cNvGrpSpPr/>
            <p:nvPr/>
          </p:nvGrpSpPr>
          <p:grpSpPr>
            <a:xfrm>
              <a:off x="4677593" y="5927211"/>
              <a:ext cx="801483" cy="687438"/>
              <a:chOff x="9074150" y="1255713"/>
              <a:chExt cx="401638" cy="344488"/>
            </a:xfrm>
            <a:grpFill/>
          </p:grpSpPr>
          <p:sp>
            <p:nvSpPr>
              <p:cNvPr id="510" name="Oval 28"/>
              <p:cNvSpPr>
                <a:spLocks noChangeArrowheads="1"/>
              </p:cNvSpPr>
              <p:nvPr/>
            </p:nvSpPr>
            <p:spPr bwMode="auto">
              <a:xfrm>
                <a:off x="9359900" y="1552576"/>
                <a:ext cx="46038" cy="476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11" name="Oval 29"/>
              <p:cNvSpPr>
                <a:spLocks noChangeArrowheads="1"/>
              </p:cNvSpPr>
              <p:nvPr/>
            </p:nvSpPr>
            <p:spPr bwMode="auto">
              <a:xfrm>
                <a:off x="9213850" y="1552576"/>
                <a:ext cx="46038" cy="476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12" name="Freeform 30"/>
              <p:cNvSpPr>
                <a:spLocks/>
              </p:cNvSpPr>
              <p:nvPr/>
            </p:nvSpPr>
            <p:spPr bwMode="auto">
              <a:xfrm>
                <a:off x="9074150" y="1255713"/>
                <a:ext cx="355600" cy="277813"/>
              </a:xfrm>
              <a:custGeom>
                <a:avLst/>
                <a:gdLst>
                  <a:gd name="T0" fmla="*/ 28 w 92"/>
                  <a:gd name="T1" fmla="*/ 58 h 72"/>
                  <a:gd name="T2" fmla="*/ 22 w 92"/>
                  <a:gd name="T3" fmla="*/ 21 h 72"/>
                  <a:gd name="T4" fmla="*/ 0 w 92"/>
                  <a:gd name="T5" fmla="*/ 0 h 72"/>
                  <a:gd name="T6" fmla="*/ 0 w 92"/>
                  <a:gd name="T7" fmla="*/ 6 h 72"/>
                  <a:gd name="T8" fmla="*/ 17 w 92"/>
                  <a:gd name="T9" fmla="*/ 22 h 72"/>
                  <a:gd name="T10" fmla="*/ 22 w 92"/>
                  <a:gd name="T11" fmla="*/ 58 h 72"/>
                  <a:gd name="T12" fmla="*/ 37 w 92"/>
                  <a:gd name="T13" fmla="*/ 72 h 72"/>
                  <a:gd name="T14" fmla="*/ 92 w 92"/>
                  <a:gd name="T15" fmla="*/ 72 h 72"/>
                  <a:gd name="T16" fmla="*/ 92 w 92"/>
                  <a:gd name="T17" fmla="*/ 67 h 72"/>
                  <a:gd name="T18" fmla="*/ 37 w 92"/>
                  <a:gd name="T19" fmla="*/ 67 h 72"/>
                  <a:gd name="T20" fmla="*/ 28 w 92"/>
                  <a:gd name="T21" fmla="*/ 58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72">
                    <a:moveTo>
                      <a:pt x="28" y="58"/>
                    </a:moveTo>
                    <a:cubicBezTo>
                      <a:pt x="22" y="21"/>
                      <a:pt x="22" y="21"/>
                      <a:pt x="22" y="21"/>
                    </a:cubicBezTo>
                    <a:cubicBezTo>
                      <a:pt x="19" y="0"/>
                      <a:pt x="0" y="0"/>
                      <a:pt x="0" y="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1" y="6"/>
                      <a:pt x="14" y="6"/>
                      <a:pt x="17" y="22"/>
                    </a:cubicBezTo>
                    <a:cubicBezTo>
                      <a:pt x="22" y="58"/>
                      <a:pt x="22" y="58"/>
                      <a:pt x="22" y="58"/>
                    </a:cubicBezTo>
                    <a:cubicBezTo>
                      <a:pt x="23" y="63"/>
                      <a:pt x="26" y="72"/>
                      <a:pt x="37" y="72"/>
                    </a:cubicBezTo>
                    <a:cubicBezTo>
                      <a:pt x="92" y="72"/>
                      <a:pt x="92" y="72"/>
                      <a:pt x="92" y="72"/>
                    </a:cubicBezTo>
                    <a:cubicBezTo>
                      <a:pt x="92" y="67"/>
                      <a:pt x="92" y="67"/>
                      <a:pt x="92" y="67"/>
                    </a:cubicBezTo>
                    <a:cubicBezTo>
                      <a:pt x="37" y="67"/>
                      <a:pt x="37" y="67"/>
                      <a:pt x="37" y="67"/>
                    </a:cubicBezTo>
                    <a:cubicBezTo>
                      <a:pt x="29" y="67"/>
                      <a:pt x="28" y="59"/>
                      <a:pt x="28" y="5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13" name="Freeform 31"/>
              <p:cNvSpPr>
                <a:spLocks/>
              </p:cNvSpPr>
              <p:nvPr/>
            </p:nvSpPr>
            <p:spPr bwMode="auto">
              <a:xfrm>
                <a:off x="9174163" y="1296988"/>
                <a:ext cx="301625" cy="198438"/>
              </a:xfrm>
              <a:custGeom>
                <a:avLst/>
                <a:gdLst>
                  <a:gd name="T0" fmla="*/ 67 w 78"/>
                  <a:gd name="T1" fmla="*/ 8 h 51"/>
                  <a:gd name="T2" fmla="*/ 11 w 78"/>
                  <a:gd name="T3" fmla="*/ 2 h 51"/>
                  <a:gd name="T4" fmla="*/ 2 w 78"/>
                  <a:gd name="T5" fmla="*/ 12 h 51"/>
                  <a:gd name="T6" fmla="*/ 6 w 78"/>
                  <a:gd name="T7" fmla="*/ 42 h 51"/>
                  <a:gd name="T8" fmla="*/ 18 w 78"/>
                  <a:gd name="T9" fmla="*/ 51 h 51"/>
                  <a:gd name="T10" fmla="*/ 58 w 78"/>
                  <a:gd name="T11" fmla="*/ 51 h 51"/>
                  <a:gd name="T12" fmla="*/ 70 w 78"/>
                  <a:gd name="T13" fmla="*/ 40 h 51"/>
                  <a:gd name="T14" fmla="*/ 75 w 78"/>
                  <a:gd name="T15" fmla="*/ 17 h 51"/>
                  <a:gd name="T16" fmla="*/ 67 w 78"/>
                  <a:gd name="T17" fmla="*/ 8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8" h="51">
                    <a:moveTo>
                      <a:pt x="67" y="8"/>
                    </a:moveTo>
                    <a:cubicBezTo>
                      <a:pt x="57" y="8"/>
                      <a:pt x="11" y="2"/>
                      <a:pt x="11" y="2"/>
                    </a:cubicBezTo>
                    <a:cubicBezTo>
                      <a:pt x="11" y="2"/>
                      <a:pt x="0" y="0"/>
                      <a:pt x="2" y="12"/>
                    </a:cubicBezTo>
                    <a:cubicBezTo>
                      <a:pt x="4" y="24"/>
                      <a:pt x="6" y="42"/>
                      <a:pt x="6" y="42"/>
                    </a:cubicBezTo>
                    <a:cubicBezTo>
                      <a:pt x="6" y="42"/>
                      <a:pt x="9" y="51"/>
                      <a:pt x="18" y="51"/>
                    </a:cubicBezTo>
                    <a:cubicBezTo>
                      <a:pt x="58" y="51"/>
                      <a:pt x="58" y="51"/>
                      <a:pt x="58" y="51"/>
                    </a:cubicBezTo>
                    <a:cubicBezTo>
                      <a:pt x="67" y="51"/>
                      <a:pt x="70" y="40"/>
                      <a:pt x="70" y="40"/>
                    </a:cubicBezTo>
                    <a:cubicBezTo>
                      <a:pt x="75" y="17"/>
                      <a:pt x="75" y="17"/>
                      <a:pt x="75" y="17"/>
                    </a:cubicBezTo>
                    <a:cubicBezTo>
                      <a:pt x="75" y="17"/>
                      <a:pt x="78" y="8"/>
                      <a:pt x="67" y="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465" name="Freeform 5"/>
            <p:cNvSpPr>
              <a:spLocks noEditPoints="1"/>
            </p:cNvSpPr>
            <p:nvPr/>
          </p:nvSpPr>
          <p:spPr bwMode="auto">
            <a:xfrm>
              <a:off x="9041840" y="4549731"/>
              <a:ext cx="780841" cy="873431"/>
            </a:xfrm>
            <a:custGeom>
              <a:avLst/>
              <a:gdLst>
                <a:gd name="T0" fmla="*/ 91 w 104"/>
                <a:gd name="T1" fmla="*/ 5 h 116"/>
                <a:gd name="T2" fmla="*/ 79 w 104"/>
                <a:gd name="T3" fmla="*/ 22 h 116"/>
                <a:gd name="T4" fmla="*/ 57 w 104"/>
                <a:gd name="T5" fmla="*/ 24 h 116"/>
                <a:gd name="T6" fmla="*/ 0 w 104"/>
                <a:gd name="T7" fmla="*/ 80 h 116"/>
                <a:gd name="T8" fmla="*/ 36 w 104"/>
                <a:gd name="T9" fmla="*/ 116 h 116"/>
                <a:gd name="T10" fmla="*/ 93 w 104"/>
                <a:gd name="T11" fmla="*/ 60 h 116"/>
                <a:gd name="T12" fmla="*/ 94 w 104"/>
                <a:gd name="T13" fmla="*/ 34 h 116"/>
                <a:gd name="T14" fmla="*/ 104 w 104"/>
                <a:gd name="T15" fmla="*/ 13 h 116"/>
                <a:gd name="T16" fmla="*/ 91 w 104"/>
                <a:gd name="T17" fmla="*/ 5 h 116"/>
                <a:gd name="T18" fmla="*/ 82 w 104"/>
                <a:gd name="T19" fmla="*/ 45 h 116"/>
                <a:gd name="T20" fmla="*/ 71 w 104"/>
                <a:gd name="T21" fmla="*/ 45 h 116"/>
                <a:gd name="T22" fmla="*/ 71 w 104"/>
                <a:gd name="T23" fmla="*/ 34 h 116"/>
                <a:gd name="T24" fmla="*/ 77 w 104"/>
                <a:gd name="T25" fmla="*/ 32 h 116"/>
                <a:gd name="T26" fmla="*/ 84 w 104"/>
                <a:gd name="T27" fmla="*/ 40 h 116"/>
                <a:gd name="T28" fmla="*/ 82 w 104"/>
                <a:gd name="T29" fmla="*/ 45 h 116"/>
                <a:gd name="T30" fmla="*/ 79 w 104"/>
                <a:gd name="T31" fmla="*/ 32 h 116"/>
                <a:gd name="T32" fmla="*/ 82 w 104"/>
                <a:gd name="T33" fmla="*/ 34 h 116"/>
                <a:gd name="T34" fmla="*/ 84 w 104"/>
                <a:gd name="T35" fmla="*/ 38 h 116"/>
                <a:gd name="T36" fmla="*/ 79 w 104"/>
                <a:gd name="T37" fmla="*/ 32 h 116"/>
                <a:gd name="T38" fmla="*/ 80 w 104"/>
                <a:gd name="T39" fmla="*/ 22 h 116"/>
                <a:gd name="T40" fmla="*/ 91 w 104"/>
                <a:gd name="T41" fmla="*/ 7 h 116"/>
                <a:gd name="T42" fmla="*/ 102 w 104"/>
                <a:gd name="T43" fmla="*/ 14 h 116"/>
                <a:gd name="T44" fmla="*/ 94 w 104"/>
                <a:gd name="T45" fmla="*/ 32 h 116"/>
                <a:gd name="T46" fmla="*/ 94 w 104"/>
                <a:gd name="T47" fmla="*/ 21 h 116"/>
                <a:gd name="T48" fmla="*/ 80 w 104"/>
                <a:gd name="T49" fmla="*/ 22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4" h="116">
                  <a:moveTo>
                    <a:pt x="91" y="5"/>
                  </a:moveTo>
                  <a:cubicBezTo>
                    <a:pt x="86" y="8"/>
                    <a:pt x="81" y="15"/>
                    <a:pt x="79" y="22"/>
                  </a:cubicBezTo>
                  <a:cubicBezTo>
                    <a:pt x="57" y="24"/>
                    <a:pt x="57" y="24"/>
                    <a:pt x="57" y="24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36" y="116"/>
                    <a:pt x="36" y="116"/>
                    <a:pt x="36" y="116"/>
                  </a:cubicBezTo>
                  <a:cubicBezTo>
                    <a:pt x="93" y="60"/>
                    <a:pt x="93" y="60"/>
                    <a:pt x="93" y="60"/>
                  </a:cubicBezTo>
                  <a:cubicBezTo>
                    <a:pt x="94" y="34"/>
                    <a:pt x="94" y="34"/>
                    <a:pt x="94" y="34"/>
                  </a:cubicBezTo>
                  <a:cubicBezTo>
                    <a:pt x="99" y="29"/>
                    <a:pt x="103" y="20"/>
                    <a:pt x="104" y="13"/>
                  </a:cubicBezTo>
                  <a:cubicBezTo>
                    <a:pt x="104" y="3"/>
                    <a:pt x="98" y="0"/>
                    <a:pt x="91" y="5"/>
                  </a:cubicBezTo>
                  <a:moveTo>
                    <a:pt x="82" y="45"/>
                  </a:moveTo>
                  <a:cubicBezTo>
                    <a:pt x="79" y="48"/>
                    <a:pt x="74" y="48"/>
                    <a:pt x="71" y="45"/>
                  </a:cubicBezTo>
                  <a:cubicBezTo>
                    <a:pt x="68" y="42"/>
                    <a:pt x="68" y="37"/>
                    <a:pt x="71" y="34"/>
                  </a:cubicBezTo>
                  <a:cubicBezTo>
                    <a:pt x="73" y="32"/>
                    <a:pt x="75" y="32"/>
                    <a:pt x="77" y="32"/>
                  </a:cubicBezTo>
                  <a:cubicBezTo>
                    <a:pt x="77" y="37"/>
                    <a:pt x="80" y="40"/>
                    <a:pt x="84" y="40"/>
                  </a:cubicBezTo>
                  <a:cubicBezTo>
                    <a:pt x="84" y="42"/>
                    <a:pt x="83" y="44"/>
                    <a:pt x="82" y="45"/>
                  </a:cubicBezTo>
                  <a:moveTo>
                    <a:pt x="79" y="32"/>
                  </a:moveTo>
                  <a:cubicBezTo>
                    <a:pt x="80" y="33"/>
                    <a:pt x="81" y="33"/>
                    <a:pt x="82" y="34"/>
                  </a:cubicBezTo>
                  <a:cubicBezTo>
                    <a:pt x="83" y="35"/>
                    <a:pt x="84" y="36"/>
                    <a:pt x="84" y="38"/>
                  </a:cubicBezTo>
                  <a:cubicBezTo>
                    <a:pt x="81" y="38"/>
                    <a:pt x="79" y="36"/>
                    <a:pt x="79" y="32"/>
                  </a:cubicBezTo>
                  <a:moveTo>
                    <a:pt x="80" y="22"/>
                  </a:moveTo>
                  <a:cubicBezTo>
                    <a:pt x="82" y="16"/>
                    <a:pt x="86" y="10"/>
                    <a:pt x="91" y="7"/>
                  </a:cubicBezTo>
                  <a:cubicBezTo>
                    <a:pt x="97" y="3"/>
                    <a:pt x="102" y="6"/>
                    <a:pt x="102" y="14"/>
                  </a:cubicBezTo>
                  <a:cubicBezTo>
                    <a:pt x="102" y="20"/>
                    <a:pt x="98" y="27"/>
                    <a:pt x="94" y="32"/>
                  </a:cubicBezTo>
                  <a:cubicBezTo>
                    <a:pt x="94" y="21"/>
                    <a:pt x="94" y="21"/>
                    <a:pt x="94" y="21"/>
                  </a:cubicBezTo>
                  <a:lnTo>
                    <a:pt x="80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66" name="Freeform 63"/>
            <p:cNvSpPr>
              <a:spLocks noChangeAspect="1" noEditPoints="1"/>
            </p:cNvSpPr>
            <p:nvPr/>
          </p:nvSpPr>
          <p:spPr bwMode="auto">
            <a:xfrm>
              <a:off x="3994764" y="3187251"/>
              <a:ext cx="824215" cy="936159"/>
            </a:xfrm>
            <a:custGeom>
              <a:avLst/>
              <a:gdLst>
                <a:gd name="T0" fmla="*/ 319 w 352"/>
                <a:gd name="T1" fmla="*/ 209 h 400"/>
                <a:gd name="T2" fmla="*/ 238 w 352"/>
                <a:gd name="T3" fmla="*/ 134 h 400"/>
                <a:gd name="T4" fmla="*/ 251 w 352"/>
                <a:gd name="T5" fmla="*/ 134 h 400"/>
                <a:gd name="T6" fmla="*/ 313 w 352"/>
                <a:gd name="T7" fmla="*/ 114 h 400"/>
                <a:gd name="T8" fmla="*/ 283 w 352"/>
                <a:gd name="T9" fmla="*/ 96 h 400"/>
                <a:gd name="T10" fmla="*/ 292 w 352"/>
                <a:gd name="T11" fmla="*/ 82 h 400"/>
                <a:gd name="T12" fmla="*/ 289 w 352"/>
                <a:gd name="T13" fmla="*/ 75 h 400"/>
                <a:gd name="T14" fmla="*/ 237 w 352"/>
                <a:gd name="T15" fmla="*/ 97 h 400"/>
                <a:gd name="T16" fmla="*/ 231 w 352"/>
                <a:gd name="T17" fmla="*/ 16 h 400"/>
                <a:gd name="T18" fmla="*/ 142 w 352"/>
                <a:gd name="T19" fmla="*/ 17 h 400"/>
                <a:gd name="T20" fmla="*/ 136 w 352"/>
                <a:gd name="T21" fmla="*/ 108 h 400"/>
                <a:gd name="T22" fmla="*/ 121 w 352"/>
                <a:gd name="T23" fmla="*/ 112 h 400"/>
                <a:gd name="T24" fmla="*/ 111 w 352"/>
                <a:gd name="T25" fmla="*/ 119 h 400"/>
                <a:gd name="T26" fmla="*/ 127 w 352"/>
                <a:gd name="T27" fmla="*/ 130 h 400"/>
                <a:gd name="T28" fmla="*/ 34 w 352"/>
                <a:gd name="T29" fmla="*/ 214 h 400"/>
                <a:gd name="T30" fmla="*/ 149 w 352"/>
                <a:gd name="T31" fmla="*/ 391 h 400"/>
                <a:gd name="T32" fmla="*/ 343 w 352"/>
                <a:gd name="T33" fmla="*/ 268 h 400"/>
                <a:gd name="T34" fmla="*/ 303 w 352"/>
                <a:gd name="T35" fmla="*/ 109 h 400"/>
                <a:gd name="T36" fmla="*/ 251 w 352"/>
                <a:gd name="T37" fmla="*/ 123 h 400"/>
                <a:gd name="T38" fmla="*/ 243 w 352"/>
                <a:gd name="T39" fmla="*/ 122 h 400"/>
                <a:gd name="T40" fmla="*/ 280 w 352"/>
                <a:gd name="T41" fmla="*/ 85 h 400"/>
                <a:gd name="T42" fmla="*/ 239 w 352"/>
                <a:gd name="T43" fmla="*/ 111 h 400"/>
                <a:gd name="T44" fmla="*/ 280 w 352"/>
                <a:gd name="T45" fmla="*/ 85 h 400"/>
                <a:gd name="T46" fmla="*/ 218 w 352"/>
                <a:gd name="T47" fmla="*/ 315 h 400"/>
                <a:gd name="T48" fmla="*/ 183 w 352"/>
                <a:gd name="T49" fmla="*/ 326 h 400"/>
                <a:gd name="T50" fmla="*/ 169 w 352"/>
                <a:gd name="T51" fmla="*/ 344 h 400"/>
                <a:gd name="T52" fmla="*/ 147 w 352"/>
                <a:gd name="T53" fmla="*/ 322 h 400"/>
                <a:gd name="T54" fmla="*/ 122 w 352"/>
                <a:gd name="T55" fmla="*/ 300 h 400"/>
                <a:gd name="T56" fmla="*/ 155 w 352"/>
                <a:gd name="T57" fmla="*/ 280 h 400"/>
                <a:gd name="T58" fmla="*/ 169 w 352"/>
                <a:gd name="T59" fmla="*/ 301 h 400"/>
                <a:gd name="T60" fmla="*/ 142 w 352"/>
                <a:gd name="T61" fmla="*/ 258 h 400"/>
                <a:gd name="T62" fmla="*/ 122 w 352"/>
                <a:gd name="T63" fmla="*/ 225 h 400"/>
                <a:gd name="T64" fmla="*/ 169 w 352"/>
                <a:gd name="T65" fmla="*/ 184 h 400"/>
                <a:gd name="T66" fmla="*/ 183 w 352"/>
                <a:gd name="T67" fmla="*/ 175 h 400"/>
                <a:gd name="T68" fmla="*/ 215 w 352"/>
                <a:gd name="T69" fmla="*/ 194 h 400"/>
                <a:gd name="T70" fmla="*/ 195 w 352"/>
                <a:gd name="T71" fmla="*/ 223 h 400"/>
                <a:gd name="T72" fmla="*/ 183 w 352"/>
                <a:gd name="T73" fmla="*/ 209 h 400"/>
                <a:gd name="T74" fmla="*/ 221 w 352"/>
                <a:gd name="T75" fmla="*/ 252 h 400"/>
                <a:gd name="T76" fmla="*/ 230 w 352"/>
                <a:gd name="T77" fmla="*/ 301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52" h="400">
                  <a:moveTo>
                    <a:pt x="343" y="268"/>
                  </a:moveTo>
                  <a:cubicBezTo>
                    <a:pt x="339" y="245"/>
                    <a:pt x="331" y="231"/>
                    <a:pt x="319" y="209"/>
                  </a:cubicBezTo>
                  <a:cubicBezTo>
                    <a:pt x="308" y="192"/>
                    <a:pt x="288" y="172"/>
                    <a:pt x="273" y="160"/>
                  </a:cubicBezTo>
                  <a:cubicBezTo>
                    <a:pt x="262" y="151"/>
                    <a:pt x="249" y="143"/>
                    <a:pt x="238" y="134"/>
                  </a:cubicBezTo>
                  <a:cubicBezTo>
                    <a:pt x="241" y="134"/>
                    <a:pt x="241" y="134"/>
                    <a:pt x="241" y="134"/>
                  </a:cubicBezTo>
                  <a:cubicBezTo>
                    <a:pt x="251" y="134"/>
                    <a:pt x="251" y="134"/>
                    <a:pt x="251" y="134"/>
                  </a:cubicBezTo>
                  <a:cubicBezTo>
                    <a:pt x="258" y="134"/>
                    <a:pt x="266" y="134"/>
                    <a:pt x="274" y="133"/>
                  </a:cubicBezTo>
                  <a:cubicBezTo>
                    <a:pt x="283" y="132"/>
                    <a:pt x="306" y="128"/>
                    <a:pt x="313" y="114"/>
                  </a:cubicBezTo>
                  <a:cubicBezTo>
                    <a:pt x="318" y="104"/>
                    <a:pt x="314" y="99"/>
                    <a:pt x="311" y="97"/>
                  </a:cubicBezTo>
                  <a:cubicBezTo>
                    <a:pt x="306" y="93"/>
                    <a:pt x="295" y="94"/>
                    <a:pt x="283" y="96"/>
                  </a:cubicBezTo>
                  <a:cubicBezTo>
                    <a:pt x="288" y="92"/>
                    <a:pt x="291" y="88"/>
                    <a:pt x="292" y="84"/>
                  </a:cubicBezTo>
                  <a:cubicBezTo>
                    <a:pt x="292" y="84"/>
                    <a:pt x="292" y="83"/>
                    <a:pt x="292" y="82"/>
                  </a:cubicBezTo>
                  <a:cubicBezTo>
                    <a:pt x="292" y="80"/>
                    <a:pt x="292" y="78"/>
                    <a:pt x="290" y="76"/>
                  </a:cubicBezTo>
                  <a:cubicBezTo>
                    <a:pt x="289" y="75"/>
                    <a:pt x="289" y="75"/>
                    <a:pt x="289" y="75"/>
                  </a:cubicBezTo>
                  <a:cubicBezTo>
                    <a:pt x="287" y="74"/>
                    <a:pt x="287" y="74"/>
                    <a:pt x="287" y="74"/>
                  </a:cubicBezTo>
                  <a:cubicBezTo>
                    <a:pt x="272" y="72"/>
                    <a:pt x="251" y="83"/>
                    <a:pt x="237" y="97"/>
                  </a:cubicBezTo>
                  <a:cubicBezTo>
                    <a:pt x="252" y="77"/>
                    <a:pt x="280" y="51"/>
                    <a:pt x="285" y="30"/>
                  </a:cubicBezTo>
                  <a:cubicBezTo>
                    <a:pt x="266" y="29"/>
                    <a:pt x="247" y="25"/>
                    <a:pt x="231" y="16"/>
                  </a:cubicBezTo>
                  <a:cubicBezTo>
                    <a:pt x="216" y="8"/>
                    <a:pt x="209" y="0"/>
                    <a:pt x="191" y="3"/>
                  </a:cubicBezTo>
                  <a:cubicBezTo>
                    <a:pt x="174" y="5"/>
                    <a:pt x="158" y="13"/>
                    <a:pt x="142" y="17"/>
                  </a:cubicBezTo>
                  <a:cubicBezTo>
                    <a:pt x="124" y="22"/>
                    <a:pt x="108" y="15"/>
                    <a:pt x="90" y="18"/>
                  </a:cubicBezTo>
                  <a:cubicBezTo>
                    <a:pt x="87" y="49"/>
                    <a:pt x="125" y="79"/>
                    <a:pt x="136" y="108"/>
                  </a:cubicBezTo>
                  <a:cubicBezTo>
                    <a:pt x="131" y="109"/>
                    <a:pt x="126" y="110"/>
                    <a:pt x="121" y="112"/>
                  </a:cubicBezTo>
                  <a:cubicBezTo>
                    <a:pt x="121" y="112"/>
                    <a:pt x="121" y="112"/>
                    <a:pt x="121" y="112"/>
                  </a:cubicBezTo>
                  <a:cubicBezTo>
                    <a:pt x="118" y="113"/>
                    <a:pt x="115" y="114"/>
                    <a:pt x="114" y="116"/>
                  </a:cubicBezTo>
                  <a:cubicBezTo>
                    <a:pt x="111" y="119"/>
                    <a:pt x="111" y="119"/>
                    <a:pt x="111" y="119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16" y="127"/>
                    <a:pt x="120" y="129"/>
                    <a:pt x="127" y="130"/>
                  </a:cubicBezTo>
                  <a:cubicBezTo>
                    <a:pt x="113" y="139"/>
                    <a:pt x="96" y="149"/>
                    <a:pt x="84" y="159"/>
                  </a:cubicBezTo>
                  <a:cubicBezTo>
                    <a:pt x="69" y="172"/>
                    <a:pt x="46" y="198"/>
                    <a:pt x="34" y="214"/>
                  </a:cubicBezTo>
                  <a:cubicBezTo>
                    <a:pt x="13" y="240"/>
                    <a:pt x="0" y="275"/>
                    <a:pt x="6" y="307"/>
                  </a:cubicBezTo>
                  <a:cubicBezTo>
                    <a:pt x="18" y="370"/>
                    <a:pt x="92" y="391"/>
                    <a:pt x="149" y="391"/>
                  </a:cubicBezTo>
                  <a:cubicBezTo>
                    <a:pt x="212" y="391"/>
                    <a:pt x="293" y="400"/>
                    <a:pt x="335" y="348"/>
                  </a:cubicBezTo>
                  <a:cubicBezTo>
                    <a:pt x="352" y="327"/>
                    <a:pt x="347" y="295"/>
                    <a:pt x="343" y="268"/>
                  </a:cubicBezTo>
                  <a:close/>
                  <a:moveTo>
                    <a:pt x="305" y="105"/>
                  </a:moveTo>
                  <a:cubicBezTo>
                    <a:pt x="305" y="105"/>
                    <a:pt x="305" y="106"/>
                    <a:pt x="303" y="109"/>
                  </a:cubicBezTo>
                  <a:cubicBezTo>
                    <a:pt x="299" y="117"/>
                    <a:pt x="284" y="121"/>
                    <a:pt x="273" y="123"/>
                  </a:cubicBezTo>
                  <a:cubicBezTo>
                    <a:pt x="266" y="124"/>
                    <a:pt x="258" y="124"/>
                    <a:pt x="251" y="123"/>
                  </a:cubicBezTo>
                  <a:cubicBezTo>
                    <a:pt x="243" y="123"/>
                    <a:pt x="243" y="123"/>
                    <a:pt x="243" y="123"/>
                  </a:cubicBezTo>
                  <a:cubicBezTo>
                    <a:pt x="243" y="122"/>
                    <a:pt x="243" y="122"/>
                    <a:pt x="243" y="122"/>
                  </a:cubicBezTo>
                  <a:cubicBezTo>
                    <a:pt x="263" y="112"/>
                    <a:pt x="300" y="101"/>
                    <a:pt x="305" y="105"/>
                  </a:cubicBezTo>
                  <a:close/>
                  <a:moveTo>
                    <a:pt x="280" y="85"/>
                  </a:moveTo>
                  <a:cubicBezTo>
                    <a:pt x="275" y="90"/>
                    <a:pt x="260" y="99"/>
                    <a:pt x="251" y="104"/>
                  </a:cubicBezTo>
                  <a:cubicBezTo>
                    <a:pt x="247" y="106"/>
                    <a:pt x="243" y="108"/>
                    <a:pt x="239" y="111"/>
                  </a:cubicBezTo>
                  <a:cubicBezTo>
                    <a:pt x="239" y="111"/>
                    <a:pt x="239" y="111"/>
                    <a:pt x="239" y="111"/>
                  </a:cubicBezTo>
                  <a:cubicBezTo>
                    <a:pt x="249" y="98"/>
                    <a:pt x="267" y="86"/>
                    <a:pt x="280" y="85"/>
                  </a:cubicBezTo>
                  <a:close/>
                  <a:moveTo>
                    <a:pt x="230" y="301"/>
                  </a:moveTo>
                  <a:cubicBezTo>
                    <a:pt x="227" y="306"/>
                    <a:pt x="223" y="311"/>
                    <a:pt x="218" y="315"/>
                  </a:cubicBezTo>
                  <a:cubicBezTo>
                    <a:pt x="213" y="319"/>
                    <a:pt x="208" y="322"/>
                    <a:pt x="203" y="323"/>
                  </a:cubicBezTo>
                  <a:cubicBezTo>
                    <a:pt x="197" y="325"/>
                    <a:pt x="191" y="326"/>
                    <a:pt x="183" y="326"/>
                  </a:cubicBezTo>
                  <a:cubicBezTo>
                    <a:pt x="183" y="344"/>
                    <a:pt x="183" y="344"/>
                    <a:pt x="183" y="344"/>
                  </a:cubicBezTo>
                  <a:cubicBezTo>
                    <a:pt x="169" y="344"/>
                    <a:pt x="169" y="344"/>
                    <a:pt x="169" y="344"/>
                  </a:cubicBezTo>
                  <a:cubicBezTo>
                    <a:pt x="169" y="326"/>
                    <a:pt x="169" y="326"/>
                    <a:pt x="169" y="326"/>
                  </a:cubicBezTo>
                  <a:cubicBezTo>
                    <a:pt x="160" y="326"/>
                    <a:pt x="152" y="324"/>
                    <a:pt x="147" y="322"/>
                  </a:cubicBezTo>
                  <a:cubicBezTo>
                    <a:pt x="141" y="320"/>
                    <a:pt x="136" y="317"/>
                    <a:pt x="132" y="313"/>
                  </a:cubicBezTo>
                  <a:cubicBezTo>
                    <a:pt x="127" y="309"/>
                    <a:pt x="124" y="305"/>
                    <a:pt x="122" y="300"/>
                  </a:cubicBezTo>
                  <a:cubicBezTo>
                    <a:pt x="120" y="296"/>
                    <a:pt x="118" y="291"/>
                    <a:pt x="117" y="284"/>
                  </a:cubicBezTo>
                  <a:cubicBezTo>
                    <a:pt x="155" y="280"/>
                    <a:pt x="155" y="280"/>
                    <a:pt x="155" y="280"/>
                  </a:cubicBezTo>
                  <a:cubicBezTo>
                    <a:pt x="156" y="286"/>
                    <a:pt x="158" y="291"/>
                    <a:pt x="160" y="293"/>
                  </a:cubicBezTo>
                  <a:cubicBezTo>
                    <a:pt x="162" y="296"/>
                    <a:pt x="165" y="299"/>
                    <a:pt x="169" y="301"/>
                  </a:cubicBezTo>
                  <a:cubicBezTo>
                    <a:pt x="169" y="267"/>
                    <a:pt x="169" y="267"/>
                    <a:pt x="169" y="267"/>
                  </a:cubicBezTo>
                  <a:cubicBezTo>
                    <a:pt x="156" y="264"/>
                    <a:pt x="147" y="261"/>
                    <a:pt x="142" y="258"/>
                  </a:cubicBezTo>
                  <a:cubicBezTo>
                    <a:pt x="137" y="255"/>
                    <a:pt x="132" y="251"/>
                    <a:pt x="128" y="246"/>
                  </a:cubicBezTo>
                  <a:cubicBezTo>
                    <a:pt x="124" y="240"/>
                    <a:pt x="122" y="233"/>
                    <a:pt x="122" y="225"/>
                  </a:cubicBezTo>
                  <a:cubicBezTo>
                    <a:pt x="122" y="213"/>
                    <a:pt x="126" y="204"/>
                    <a:pt x="134" y="196"/>
                  </a:cubicBezTo>
                  <a:cubicBezTo>
                    <a:pt x="142" y="189"/>
                    <a:pt x="154" y="185"/>
                    <a:pt x="169" y="184"/>
                  </a:cubicBezTo>
                  <a:cubicBezTo>
                    <a:pt x="169" y="175"/>
                    <a:pt x="169" y="175"/>
                    <a:pt x="169" y="175"/>
                  </a:cubicBezTo>
                  <a:cubicBezTo>
                    <a:pt x="183" y="175"/>
                    <a:pt x="183" y="175"/>
                    <a:pt x="183" y="175"/>
                  </a:cubicBezTo>
                  <a:cubicBezTo>
                    <a:pt x="183" y="184"/>
                    <a:pt x="183" y="184"/>
                    <a:pt x="183" y="184"/>
                  </a:cubicBezTo>
                  <a:cubicBezTo>
                    <a:pt x="197" y="185"/>
                    <a:pt x="208" y="188"/>
                    <a:pt x="215" y="194"/>
                  </a:cubicBezTo>
                  <a:cubicBezTo>
                    <a:pt x="223" y="200"/>
                    <a:pt x="228" y="208"/>
                    <a:pt x="230" y="218"/>
                  </a:cubicBezTo>
                  <a:cubicBezTo>
                    <a:pt x="195" y="223"/>
                    <a:pt x="195" y="223"/>
                    <a:pt x="195" y="223"/>
                  </a:cubicBezTo>
                  <a:cubicBezTo>
                    <a:pt x="193" y="219"/>
                    <a:pt x="191" y="216"/>
                    <a:pt x="190" y="214"/>
                  </a:cubicBezTo>
                  <a:cubicBezTo>
                    <a:pt x="189" y="212"/>
                    <a:pt x="186" y="211"/>
                    <a:pt x="183" y="209"/>
                  </a:cubicBezTo>
                  <a:cubicBezTo>
                    <a:pt x="183" y="236"/>
                    <a:pt x="183" y="236"/>
                    <a:pt x="183" y="236"/>
                  </a:cubicBezTo>
                  <a:cubicBezTo>
                    <a:pt x="202" y="241"/>
                    <a:pt x="215" y="247"/>
                    <a:pt x="221" y="252"/>
                  </a:cubicBezTo>
                  <a:cubicBezTo>
                    <a:pt x="230" y="260"/>
                    <a:pt x="234" y="270"/>
                    <a:pt x="234" y="282"/>
                  </a:cubicBezTo>
                  <a:cubicBezTo>
                    <a:pt x="234" y="288"/>
                    <a:pt x="233" y="295"/>
                    <a:pt x="230" y="301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67" name="Freeform 19"/>
            <p:cNvSpPr>
              <a:spLocks/>
            </p:cNvSpPr>
            <p:nvPr/>
          </p:nvSpPr>
          <p:spPr bwMode="auto">
            <a:xfrm>
              <a:off x="5928922" y="3841650"/>
              <a:ext cx="842201" cy="842201"/>
            </a:xfrm>
            <a:custGeom>
              <a:avLst/>
              <a:gdLst>
                <a:gd name="T0" fmla="*/ 194 w 240"/>
                <a:gd name="T1" fmla="*/ 157 h 240"/>
                <a:gd name="T2" fmla="*/ 163 w 240"/>
                <a:gd name="T3" fmla="*/ 167 h 240"/>
                <a:gd name="T4" fmla="*/ 92 w 240"/>
                <a:gd name="T5" fmla="*/ 127 h 240"/>
                <a:gd name="T6" fmla="*/ 92 w 240"/>
                <a:gd name="T7" fmla="*/ 120 h 240"/>
                <a:gd name="T8" fmla="*/ 165 w 240"/>
                <a:gd name="T9" fmla="*/ 78 h 240"/>
                <a:gd name="T10" fmla="*/ 189 w 240"/>
                <a:gd name="T11" fmla="*/ 84 h 240"/>
                <a:gd name="T12" fmla="*/ 235 w 240"/>
                <a:gd name="T13" fmla="*/ 42 h 240"/>
                <a:gd name="T14" fmla="*/ 189 w 240"/>
                <a:gd name="T15" fmla="*/ 0 h 240"/>
                <a:gd name="T16" fmla="*/ 143 w 240"/>
                <a:gd name="T17" fmla="*/ 42 h 240"/>
                <a:gd name="T18" fmla="*/ 145 w 240"/>
                <a:gd name="T19" fmla="*/ 55 h 240"/>
                <a:gd name="T20" fmla="*/ 75 w 240"/>
                <a:gd name="T21" fmla="*/ 95 h 240"/>
                <a:gd name="T22" fmla="*/ 46 w 240"/>
                <a:gd name="T23" fmla="*/ 85 h 240"/>
                <a:gd name="T24" fmla="*/ 0 w 240"/>
                <a:gd name="T25" fmla="*/ 127 h 240"/>
                <a:gd name="T26" fmla="*/ 46 w 240"/>
                <a:gd name="T27" fmla="*/ 169 h 240"/>
                <a:gd name="T28" fmla="*/ 81 w 240"/>
                <a:gd name="T29" fmla="*/ 155 h 240"/>
                <a:gd name="T30" fmla="*/ 148 w 240"/>
                <a:gd name="T31" fmla="*/ 193 h 240"/>
                <a:gd name="T32" fmla="*/ 148 w 240"/>
                <a:gd name="T33" fmla="*/ 198 h 240"/>
                <a:gd name="T34" fmla="*/ 194 w 240"/>
                <a:gd name="T35" fmla="*/ 240 h 240"/>
                <a:gd name="T36" fmla="*/ 240 w 240"/>
                <a:gd name="T37" fmla="*/ 198 h 240"/>
                <a:gd name="T38" fmla="*/ 194 w 240"/>
                <a:gd name="T39" fmla="*/ 157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40" h="240">
                  <a:moveTo>
                    <a:pt x="194" y="157"/>
                  </a:moveTo>
                  <a:cubicBezTo>
                    <a:pt x="182" y="157"/>
                    <a:pt x="171" y="161"/>
                    <a:pt x="163" y="167"/>
                  </a:cubicBezTo>
                  <a:cubicBezTo>
                    <a:pt x="92" y="127"/>
                    <a:pt x="92" y="127"/>
                    <a:pt x="92" y="127"/>
                  </a:cubicBezTo>
                  <a:cubicBezTo>
                    <a:pt x="92" y="124"/>
                    <a:pt x="92" y="122"/>
                    <a:pt x="92" y="120"/>
                  </a:cubicBezTo>
                  <a:cubicBezTo>
                    <a:pt x="165" y="78"/>
                    <a:pt x="165" y="78"/>
                    <a:pt x="165" y="78"/>
                  </a:cubicBezTo>
                  <a:cubicBezTo>
                    <a:pt x="172" y="82"/>
                    <a:pt x="180" y="84"/>
                    <a:pt x="189" y="84"/>
                  </a:cubicBezTo>
                  <a:cubicBezTo>
                    <a:pt x="215" y="84"/>
                    <a:pt x="235" y="65"/>
                    <a:pt x="235" y="42"/>
                  </a:cubicBezTo>
                  <a:cubicBezTo>
                    <a:pt x="235" y="19"/>
                    <a:pt x="215" y="0"/>
                    <a:pt x="189" y="0"/>
                  </a:cubicBezTo>
                  <a:cubicBezTo>
                    <a:pt x="164" y="0"/>
                    <a:pt x="143" y="19"/>
                    <a:pt x="143" y="42"/>
                  </a:cubicBezTo>
                  <a:cubicBezTo>
                    <a:pt x="143" y="47"/>
                    <a:pt x="144" y="51"/>
                    <a:pt x="145" y="55"/>
                  </a:cubicBezTo>
                  <a:cubicBezTo>
                    <a:pt x="75" y="95"/>
                    <a:pt x="75" y="95"/>
                    <a:pt x="75" y="95"/>
                  </a:cubicBezTo>
                  <a:cubicBezTo>
                    <a:pt x="67" y="89"/>
                    <a:pt x="57" y="85"/>
                    <a:pt x="46" y="85"/>
                  </a:cubicBezTo>
                  <a:cubicBezTo>
                    <a:pt x="21" y="85"/>
                    <a:pt x="0" y="104"/>
                    <a:pt x="0" y="127"/>
                  </a:cubicBezTo>
                  <a:cubicBezTo>
                    <a:pt x="0" y="150"/>
                    <a:pt x="21" y="169"/>
                    <a:pt x="46" y="169"/>
                  </a:cubicBezTo>
                  <a:cubicBezTo>
                    <a:pt x="60" y="169"/>
                    <a:pt x="73" y="164"/>
                    <a:pt x="81" y="155"/>
                  </a:cubicBezTo>
                  <a:cubicBezTo>
                    <a:pt x="148" y="193"/>
                    <a:pt x="148" y="193"/>
                    <a:pt x="148" y="193"/>
                  </a:cubicBezTo>
                  <a:cubicBezTo>
                    <a:pt x="148" y="195"/>
                    <a:pt x="148" y="197"/>
                    <a:pt x="148" y="198"/>
                  </a:cubicBezTo>
                  <a:cubicBezTo>
                    <a:pt x="148" y="221"/>
                    <a:pt x="168" y="240"/>
                    <a:pt x="194" y="240"/>
                  </a:cubicBezTo>
                  <a:cubicBezTo>
                    <a:pt x="219" y="240"/>
                    <a:pt x="240" y="221"/>
                    <a:pt x="240" y="198"/>
                  </a:cubicBezTo>
                  <a:cubicBezTo>
                    <a:pt x="240" y="175"/>
                    <a:pt x="219" y="157"/>
                    <a:pt x="194" y="157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68" name="Freeform 14"/>
            <p:cNvSpPr>
              <a:spLocks noEditPoints="1"/>
            </p:cNvSpPr>
            <p:nvPr/>
          </p:nvSpPr>
          <p:spPr bwMode="auto">
            <a:xfrm rot="20124708">
              <a:off x="8031082" y="3985831"/>
              <a:ext cx="855195" cy="986763"/>
            </a:xfrm>
            <a:custGeom>
              <a:avLst/>
              <a:gdLst>
                <a:gd name="T0" fmla="*/ 83 w 131"/>
                <a:gd name="T1" fmla="*/ 130 h 151"/>
                <a:gd name="T2" fmla="*/ 86 w 131"/>
                <a:gd name="T3" fmla="*/ 136 h 151"/>
                <a:gd name="T4" fmla="*/ 48 w 131"/>
                <a:gd name="T5" fmla="*/ 138 h 151"/>
                <a:gd name="T6" fmla="*/ 45 w 131"/>
                <a:gd name="T7" fmla="*/ 132 h 151"/>
                <a:gd name="T8" fmla="*/ 48 w 131"/>
                <a:gd name="T9" fmla="*/ 130 h 151"/>
                <a:gd name="T10" fmla="*/ 78 w 131"/>
                <a:gd name="T11" fmla="*/ 147 h 151"/>
                <a:gd name="T12" fmla="*/ 57 w 131"/>
                <a:gd name="T13" fmla="*/ 151 h 151"/>
                <a:gd name="T14" fmla="*/ 52 w 131"/>
                <a:gd name="T15" fmla="*/ 143 h 151"/>
                <a:gd name="T16" fmla="*/ 65 w 131"/>
                <a:gd name="T17" fmla="*/ 34 h 151"/>
                <a:gd name="T18" fmla="*/ 82 w 131"/>
                <a:gd name="T19" fmla="*/ 125 h 151"/>
                <a:gd name="T20" fmla="*/ 31 w 131"/>
                <a:gd name="T21" fmla="*/ 68 h 151"/>
                <a:gd name="T22" fmla="*/ 65 w 131"/>
                <a:gd name="T23" fmla="*/ 34 h 151"/>
                <a:gd name="T24" fmla="*/ 72 w 131"/>
                <a:gd name="T25" fmla="*/ 41 h 151"/>
                <a:gd name="T26" fmla="*/ 79 w 131"/>
                <a:gd name="T27" fmla="*/ 45 h 151"/>
                <a:gd name="T28" fmla="*/ 71 w 131"/>
                <a:gd name="T29" fmla="*/ 43 h 151"/>
                <a:gd name="T30" fmla="*/ 50 w 131"/>
                <a:gd name="T31" fmla="*/ 53 h 151"/>
                <a:gd name="T32" fmla="*/ 42 w 131"/>
                <a:gd name="T33" fmla="*/ 68 h 151"/>
                <a:gd name="T34" fmla="*/ 40 w 131"/>
                <a:gd name="T35" fmla="*/ 81 h 151"/>
                <a:gd name="T36" fmla="*/ 38 w 131"/>
                <a:gd name="T37" fmla="*/ 74 h 151"/>
                <a:gd name="T38" fmla="*/ 38 w 131"/>
                <a:gd name="T39" fmla="*/ 60 h 151"/>
                <a:gd name="T40" fmla="*/ 47 w 131"/>
                <a:gd name="T41" fmla="*/ 47 h 151"/>
                <a:gd name="T42" fmla="*/ 65 w 131"/>
                <a:gd name="T43" fmla="*/ 40 h 151"/>
                <a:gd name="T44" fmla="*/ 70 w 131"/>
                <a:gd name="T45" fmla="*/ 40 h 151"/>
                <a:gd name="T46" fmla="*/ 70 w 131"/>
                <a:gd name="T47" fmla="*/ 0 h 151"/>
                <a:gd name="T48" fmla="*/ 66 w 131"/>
                <a:gd name="T49" fmla="*/ 23 h 151"/>
                <a:gd name="T50" fmla="*/ 62 w 131"/>
                <a:gd name="T51" fmla="*/ 0 h 151"/>
                <a:gd name="T52" fmla="*/ 115 w 131"/>
                <a:gd name="T53" fmla="*/ 22 h 151"/>
                <a:gd name="T54" fmla="*/ 93 w 131"/>
                <a:gd name="T55" fmla="*/ 32 h 151"/>
                <a:gd name="T56" fmla="*/ 34 w 131"/>
                <a:gd name="T57" fmla="*/ 102 h 151"/>
                <a:gd name="T58" fmla="*/ 17 w 131"/>
                <a:gd name="T59" fmla="*/ 108 h 151"/>
                <a:gd name="T60" fmla="*/ 34 w 131"/>
                <a:gd name="T61" fmla="*/ 102 h 151"/>
                <a:gd name="T62" fmla="*/ 22 w 131"/>
                <a:gd name="T63" fmla="*/ 16 h 151"/>
                <a:gd name="T64" fmla="*/ 32 w 131"/>
                <a:gd name="T65" fmla="*/ 37 h 151"/>
                <a:gd name="T66" fmla="*/ 22 w 131"/>
                <a:gd name="T67" fmla="*/ 16 h 151"/>
                <a:gd name="T68" fmla="*/ 109 w 131"/>
                <a:gd name="T69" fmla="*/ 114 h 151"/>
                <a:gd name="T70" fmla="*/ 102 w 131"/>
                <a:gd name="T71" fmla="*/ 96 h 151"/>
                <a:gd name="T72" fmla="*/ 97 w 131"/>
                <a:gd name="T73" fmla="*/ 102 h 151"/>
                <a:gd name="T74" fmla="*/ 131 w 131"/>
                <a:gd name="T75" fmla="*/ 69 h 151"/>
                <a:gd name="T76" fmla="*/ 112 w 131"/>
                <a:gd name="T77" fmla="*/ 68 h 151"/>
                <a:gd name="T78" fmla="*/ 131 w 131"/>
                <a:gd name="T79" fmla="*/ 61 h 151"/>
                <a:gd name="T80" fmla="*/ 0 w 131"/>
                <a:gd name="T81" fmla="*/ 69 h 151"/>
                <a:gd name="T82" fmla="*/ 20 w 131"/>
                <a:gd name="T83" fmla="*/ 61 h 151"/>
                <a:gd name="T84" fmla="*/ 20 w 131"/>
                <a:gd name="T85" fmla="*/ 69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1" h="151">
                  <a:moveTo>
                    <a:pt x="48" y="130"/>
                  </a:moveTo>
                  <a:cubicBezTo>
                    <a:pt x="83" y="130"/>
                    <a:pt x="83" y="130"/>
                    <a:pt x="83" y="130"/>
                  </a:cubicBezTo>
                  <a:cubicBezTo>
                    <a:pt x="84" y="130"/>
                    <a:pt x="86" y="131"/>
                    <a:pt x="86" y="132"/>
                  </a:cubicBezTo>
                  <a:cubicBezTo>
                    <a:pt x="86" y="136"/>
                    <a:pt x="86" y="136"/>
                    <a:pt x="86" y="136"/>
                  </a:cubicBezTo>
                  <a:cubicBezTo>
                    <a:pt x="86" y="137"/>
                    <a:pt x="84" y="138"/>
                    <a:pt x="83" y="138"/>
                  </a:cubicBezTo>
                  <a:cubicBezTo>
                    <a:pt x="48" y="138"/>
                    <a:pt x="48" y="138"/>
                    <a:pt x="48" y="138"/>
                  </a:cubicBezTo>
                  <a:cubicBezTo>
                    <a:pt x="46" y="138"/>
                    <a:pt x="45" y="137"/>
                    <a:pt x="45" y="136"/>
                  </a:cubicBezTo>
                  <a:cubicBezTo>
                    <a:pt x="45" y="132"/>
                    <a:pt x="45" y="132"/>
                    <a:pt x="45" y="132"/>
                  </a:cubicBezTo>
                  <a:cubicBezTo>
                    <a:pt x="45" y="131"/>
                    <a:pt x="46" y="130"/>
                    <a:pt x="48" y="130"/>
                  </a:cubicBezTo>
                  <a:cubicBezTo>
                    <a:pt x="48" y="130"/>
                    <a:pt x="48" y="130"/>
                    <a:pt x="48" y="130"/>
                  </a:cubicBezTo>
                  <a:close/>
                  <a:moveTo>
                    <a:pt x="78" y="143"/>
                  </a:moveTo>
                  <a:cubicBezTo>
                    <a:pt x="78" y="147"/>
                    <a:pt x="78" y="147"/>
                    <a:pt x="78" y="147"/>
                  </a:cubicBezTo>
                  <a:cubicBezTo>
                    <a:pt x="78" y="149"/>
                    <a:pt x="76" y="151"/>
                    <a:pt x="74" y="151"/>
                  </a:cubicBezTo>
                  <a:cubicBezTo>
                    <a:pt x="57" y="151"/>
                    <a:pt x="57" y="151"/>
                    <a:pt x="57" y="151"/>
                  </a:cubicBezTo>
                  <a:cubicBezTo>
                    <a:pt x="54" y="151"/>
                    <a:pt x="52" y="149"/>
                    <a:pt x="52" y="147"/>
                  </a:cubicBezTo>
                  <a:cubicBezTo>
                    <a:pt x="52" y="143"/>
                    <a:pt x="52" y="143"/>
                    <a:pt x="52" y="143"/>
                  </a:cubicBezTo>
                  <a:cubicBezTo>
                    <a:pt x="78" y="143"/>
                    <a:pt x="78" y="143"/>
                    <a:pt x="78" y="143"/>
                  </a:cubicBezTo>
                  <a:close/>
                  <a:moveTo>
                    <a:pt x="65" y="34"/>
                  </a:moveTo>
                  <a:cubicBezTo>
                    <a:pt x="84" y="34"/>
                    <a:pt x="99" y="49"/>
                    <a:pt x="99" y="68"/>
                  </a:cubicBezTo>
                  <a:cubicBezTo>
                    <a:pt x="99" y="89"/>
                    <a:pt x="82" y="94"/>
                    <a:pt x="82" y="125"/>
                  </a:cubicBezTo>
                  <a:cubicBezTo>
                    <a:pt x="49" y="125"/>
                    <a:pt x="49" y="125"/>
                    <a:pt x="49" y="125"/>
                  </a:cubicBezTo>
                  <a:cubicBezTo>
                    <a:pt x="49" y="94"/>
                    <a:pt x="31" y="89"/>
                    <a:pt x="31" y="68"/>
                  </a:cubicBezTo>
                  <a:cubicBezTo>
                    <a:pt x="31" y="49"/>
                    <a:pt x="47" y="34"/>
                    <a:pt x="65" y="34"/>
                  </a:cubicBezTo>
                  <a:cubicBezTo>
                    <a:pt x="65" y="34"/>
                    <a:pt x="65" y="34"/>
                    <a:pt x="65" y="34"/>
                  </a:cubicBezTo>
                  <a:close/>
                  <a:moveTo>
                    <a:pt x="70" y="40"/>
                  </a:moveTo>
                  <a:cubicBezTo>
                    <a:pt x="72" y="41"/>
                    <a:pt x="72" y="41"/>
                    <a:pt x="72" y="41"/>
                  </a:cubicBezTo>
                  <a:cubicBezTo>
                    <a:pt x="76" y="42"/>
                    <a:pt x="80" y="44"/>
                    <a:pt x="83" y="46"/>
                  </a:cubicBezTo>
                  <a:cubicBezTo>
                    <a:pt x="82" y="46"/>
                    <a:pt x="80" y="45"/>
                    <a:pt x="79" y="45"/>
                  </a:cubicBezTo>
                  <a:cubicBezTo>
                    <a:pt x="76" y="44"/>
                    <a:pt x="76" y="44"/>
                    <a:pt x="76" y="44"/>
                  </a:cubicBezTo>
                  <a:cubicBezTo>
                    <a:pt x="74" y="44"/>
                    <a:pt x="73" y="44"/>
                    <a:pt x="71" y="43"/>
                  </a:cubicBezTo>
                  <a:cubicBezTo>
                    <a:pt x="69" y="44"/>
                    <a:pt x="66" y="44"/>
                    <a:pt x="64" y="45"/>
                  </a:cubicBezTo>
                  <a:cubicBezTo>
                    <a:pt x="59" y="46"/>
                    <a:pt x="54" y="49"/>
                    <a:pt x="50" y="53"/>
                  </a:cubicBezTo>
                  <a:cubicBezTo>
                    <a:pt x="49" y="55"/>
                    <a:pt x="49" y="55"/>
                    <a:pt x="49" y="55"/>
                  </a:cubicBezTo>
                  <a:cubicBezTo>
                    <a:pt x="45" y="59"/>
                    <a:pt x="43" y="63"/>
                    <a:pt x="42" y="68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0" y="75"/>
                    <a:pt x="40" y="78"/>
                    <a:pt x="40" y="81"/>
                  </a:cubicBezTo>
                  <a:cubicBezTo>
                    <a:pt x="40" y="80"/>
                    <a:pt x="39" y="78"/>
                    <a:pt x="38" y="77"/>
                  </a:cubicBezTo>
                  <a:cubicBezTo>
                    <a:pt x="38" y="74"/>
                    <a:pt x="38" y="74"/>
                    <a:pt x="38" y="74"/>
                  </a:cubicBezTo>
                  <a:cubicBezTo>
                    <a:pt x="37" y="70"/>
                    <a:pt x="37" y="66"/>
                    <a:pt x="38" y="62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40" y="56"/>
                    <a:pt x="42" y="53"/>
                    <a:pt x="45" y="49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50" y="44"/>
                    <a:pt x="54" y="42"/>
                    <a:pt x="58" y="41"/>
                  </a:cubicBezTo>
                  <a:cubicBezTo>
                    <a:pt x="61" y="40"/>
                    <a:pt x="63" y="40"/>
                    <a:pt x="65" y="40"/>
                  </a:cubicBezTo>
                  <a:cubicBezTo>
                    <a:pt x="67" y="40"/>
                    <a:pt x="68" y="40"/>
                    <a:pt x="70" y="40"/>
                  </a:cubicBezTo>
                  <a:cubicBezTo>
                    <a:pt x="70" y="40"/>
                    <a:pt x="70" y="40"/>
                    <a:pt x="70" y="40"/>
                  </a:cubicBezTo>
                  <a:close/>
                  <a:moveTo>
                    <a:pt x="62" y="0"/>
                  </a:moveTo>
                  <a:cubicBezTo>
                    <a:pt x="70" y="0"/>
                    <a:pt x="70" y="0"/>
                    <a:pt x="70" y="0"/>
                  </a:cubicBezTo>
                  <a:cubicBezTo>
                    <a:pt x="70" y="23"/>
                    <a:pt x="70" y="23"/>
                    <a:pt x="70" y="23"/>
                  </a:cubicBezTo>
                  <a:cubicBezTo>
                    <a:pt x="68" y="23"/>
                    <a:pt x="67" y="23"/>
                    <a:pt x="66" y="23"/>
                  </a:cubicBezTo>
                  <a:cubicBezTo>
                    <a:pt x="64" y="23"/>
                    <a:pt x="63" y="23"/>
                    <a:pt x="62" y="23"/>
                  </a:cubicBezTo>
                  <a:cubicBezTo>
                    <a:pt x="62" y="0"/>
                    <a:pt x="62" y="0"/>
                    <a:pt x="62" y="0"/>
                  </a:cubicBezTo>
                  <a:close/>
                  <a:moveTo>
                    <a:pt x="109" y="16"/>
                  </a:moveTo>
                  <a:cubicBezTo>
                    <a:pt x="115" y="22"/>
                    <a:pt x="115" y="22"/>
                    <a:pt x="115" y="22"/>
                  </a:cubicBezTo>
                  <a:cubicBezTo>
                    <a:pt x="99" y="37"/>
                    <a:pt x="99" y="37"/>
                    <a:pt x="99" y="37"/>
                  </a:cubicBezTo>
                  <a:cubicBezTo>
                    <a:pt x="97" y="35"/>
                    <a:pt x="95" y="33"/>
                    <a:pt x="93" y="32"/>
                  </a:cubicBezTo>
                  <a:cubicBezTo>
                    <a:pt x="109" y="16"/>
                    <a:pt x="109" y="16"/>
                    <a:pt x="109" y="16"/>
                  </a:cubicBezTo>
                  <a:close/>
                  <a:moveTo>
                    <a:pt x="34" y="102"/>
                  </a:moveTo>
                  <a:cubicBezTo>
                    <a:pt x="22" y="114"/>
                    <a:pt x="22" y="114"/>
                    <a:pt x="22" y="114"/>
                  </a:cubicBezTo>
                  <a:cubicBezTo>
                    <a:pt x="17" y="108"/>
                    <a:pt x="17" y="108"/>
                    <a:pt x="17" y="108"/>
                  </a:cubicBezTo>
                  <a:cubicBezTo>
                    <a:pt x="29" y="96"/>
                    <a:pt x="29" y="96"/>
                    <a:pt x="29" y="96"/>
                  </a:cubicBezTo>
                  <a:cubicBezTo>
                    <a:pt x="31" y="98"/>
                    <a:pt x="32" y="100"/>
                    <a:pt x="34" y="102"/>
                  </a:cubicBezTo>
                  <a:cubicBezTo>
                    <a:pt x="34" y="102"/>
                    <a:pt x="34" y="102"/>
                    <a:pt x="34" y="102"/>
                  </a:cubicBezTo>
                  <a:close/>
                  <a:moveTo>
                    <a:pt x="22" y="16"/>
                  </a:moveTo>
                  <a:cubicBezTo>
                    <a:pt x="17" y="22"/>
                    <a:pt x="17" y="22"/>
                    <a:pt x="17" y="22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4" y="35"/>
                    <a:pt x="36" y="33"/>
                    <a:pt x="38" y="32"/>
                  </a:cubicBezTo>
                  <a:cubicBezTo>
                    <a:pt x="22" y="16"/>
                    <a:pt x="22" y="16"/>
                    <a:pt x="22" y="16"/>
                  </a:cubicBezTo>
                  <a:close/>
                  <a:moveTo>
                    <a:pt x="97" y="102"/>
                  </a:moveTo>
                  <a:cubicBezTo>
                    <a:pt x="109" y="114"/>
                    <a:pt x="109" y="114"/>
                    <a:pt x="109" y="114"/>
                  </a:cubicBezTo>
                  <a:cubicBezTo>
                    <a:pt x="115" y="108"/>
                    <a:pt x="115" y="108"/>
                    <a:pt x="115" y="108"/>
                  </a:cubicBezTo>
                  <a:cubicBezTo>
                    <a:pt x="102" y="96"/>
                    <a:pt x="102" y="96"/>
                    <a:pt x="102" y="96"/>
                  </a:cubicBezTo>
                  <a:cubicBezTo>
                    <a:pt x="101" y="98"/>
                    <a:pt x="99" y="100"/>
                    <a:pt x="97" y="102"/>
                  </a:cubicBezTo>
                  <a:cubicBezTo>
                    <a:pt x="97" y="102"/>
                    <a:pt x="97" y="102"/>
                    <a:pt x="97" y="102"/>
                  </a:cubicBezTo>
                  <a:close/>
                  <a:moveTo>
                    <a:pt x="131" y="61"/>
                  </a:moveTo>
                  <a:cubicBezTo>
                    <a:pt x="131" y="69"/>
                    <a:pt x="131" y="69"/>
                    <a:pt x="131" y="69"/>
                  </a:cubicBezTo>
                  <a:cubicBezTo>
                    <a:pt x="112" y="69"/>
                    <a:pt x="112" y="69"/>
                    <a:pt x="112" y="69"/>
                  </a:cubicBezTo>
                  <a:cubicBezTo>
                    <a:pt x="112" y="69"/>
                    <a:pt x="112" y="68"/>
                    <a:pt x="112" y="68"/>
                  </a:cubicBezTo>
                  <a:cubicBezTo>
                    <a:pt x="112" y="66"/>
                    <a:pt x="111" y="63"/>
                    <a:pt x="111" y="61"/>
                  </a:cubicBezTo>
                  <a:cubicBezTo>
                    <a:pt x="131" y="61"/>
                    <a:pt x="131" y="61"/>
                    <a:pt x="131" y="61"/>
                  </a:cubicBezTo>
                  <a:close/>
                  <a:moveTo>
                    <a:pt x="20" y="69"/>
                  </a:moveTo>
                  <a:cubicBezTo>
                    <a:pt x="0" y="69"/>
                    <a:pt x="0" y="69"/>
                    <a:pt x="0" y="69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20" y="61"/>
                    <a:pt x="20" y="61"/>
                    <a:pt x="20" y="61"/>
                  </a:cubicBezTo>
                  <a:cubicBezTo>
                    <a:pt x="20" y="63"/>
                    <a:pt x="20" y="66"/>
                    <a:pt x="20" y="68"/>
                  </a:cubicBezTo>
                  <a:cubicBezTo>
                    <a:pt x="20" y="68"/>
                    <a:pt x="20" y="69"/>
                    <a:pt x="20" y="69"/>
                  </a:cubicBezTo>
                  <a:cubicBezTo>
                    <a:pt x="20" y="69"/>
                    <a:pt x="20" y="69"/>
                    <a:pt x="20" y="69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69" name="Freeform 12"/>
            <p:cNvSpPr>
              <a:spLocks noEditPoints="1"/>
            </p:cNvSpPr>
            <p:nvPr/>
          </p:nvSpPr>
          <p:spPr bwMode="auto">
            <a:xfrm>
              <a:off x="9761440" y="5718450"/>
              <a:ext cx="1122950" cy="1120492"/>
            </a:xfrm>
            <a:custGeom>
              <a:avLst/>
              <a:gdLst>
                <a:gd name="T0" fmla="*/ 0 w 191"/>
                <a:gd name="T1" fmla="*/ 95 h 190"/>
                <a:gd name="T2" fmla="*/ 2 w 191"/>
                <a:gd name="T3" fmla="*/ 78 h 190"/>
                <a:gd name="T4" fmla="*/ 96 w 191"/>
                <a:gd name="T5" fmla="*/ 0 h 190"/>
                <a:gd name="T6" fmla="*/ 96 w 191"/>
                <a:gd name="T7" fmla="*/ 190 h 190"/>
                <a:gd name="T8" fmla="*/ 146 w 191"/>
                <a:gd name="T9" fmla="*/ 72 h 190"/>
                <a:gd name="T10" fmla="*/ 175 w 191"/>
                <a:gd name="T11" fmla="*/ 66 h 190"/>
                <a:gd name="T12" fmla="*/ 139 w 191"/>
                <a:gd name="T13" fmla="*/ 55 h 190"/>
                <a:gd name="T14" fmla="*/ 154 w 191"/>
                <a:gd name="T15" fmla="*/ 34 h 190"/>
                <a:gd name="T16" fmla="*/ 82 w 191"/>
                <a:gd name="T17" fmla="*/ 34 h 190"/>
                <a:gd name="T18" fmla="*/ 106 w 191"/>
                <a:gd name="T19" fmla="*/ 51 h 190"/>
                <a:gd name="T20" fmla="*/ 81 w 191"/>
                <a:gd name="T21" fmla="*/ 43 h 190"/>
                <a:gd name="T22" fmla="*/ 66 w 191"/>
                <a:gd name="T23" fmla="*/ 45 h 190"/>
                <a:gd name="T24" fmla="*/ 36 w 191"/>
                <a:gd name="T25" fmla="*/ 96 h 190"/>
                <a:gd name="T26" fmla="*/ 47 w 191"/>
                <a:gd name="T27" fmla="*/ 107 h 190"/>
                <a:gd name="T28" fmla="*/ 59 w 191"/>
                <a:gd name="T29" fmla="*/ 104 h 190"/>
                <a:gd name="T30" fmla="*/ 101 w 191"/>
                <a:gd name="T31" fmla="*/ 87 h 190"/>
                <a:gd name="T32" fmla="*/ 69 w 191"/>
                <a:gd name="T33" fmla="*/ 115 h 190"/>
                <a:gd name="T34" fmla="*/ 108 w 191"/>
                <a:gd name="T35" fmla="*/ 93 h 190"/>
                <a:gd name="T36" fmla="*/ 110 w 191"/>
                <a:gd name="T37" fmla="*/ 124 h 190"/>
                <a:gd name="T38" fmla="*/ 141 w 191"/>
                <a:gd name="T39" fmla="*/ 117 h 190"/>
                <a:gd name="T40" fmla="*/ 140 w 191"/>
                <a:gd name="T41" fmla="*/ 87 h 190"/>
                <a:gd name="T42" fmla="*/ 157 w 191"/>
                <a:gd name="T43" fmla="*/ 123 h 190"/>
                <a:gd name="T44" fmla="*/ 181 w 191"/>
                <a:gd name="T45" fmla="*/ 95 h 190"/>
                <a:gd name="T46" fmla="*/ 145 w 191"/>
                <a:gd name="T47" fmla="*/ 75 h 190"/>
                <a:gd name="T48" fmla="*/ 30 w 191"/>
                <a:gd name="T49" fmla="*/ 106 h 190"/>
                <a:gd name="T50" fmla="*/ 26 w 191"/>
                <a:gd name="T51" fmla="*/ 107 h 190"/>
                <a:gd name="T52" fmla="*/ 28 w 191"/>
                <a:gd name="T53" fmla="*/ 146 h 190"/>
                <a:gd name="T54" fmla="*/ 43 w 191"/>
                <a:gd name="T55" fmla="*/ 116 h 190"/>
                <a:gd name="T56" fmla="*/ 119 w 191"/>
                <a:gd name="T57" fmla="*/ 166 h 190"/>
                <a:gd name="T58" fmla="*/ 118 w 191"/>
                <a:gd name="T59" fmla="*/ 177 h 190"/>
                <a:gd name="T60" fmla="*/ 143 w 191"/>
                <a:gd name="T61" fmla="*/ 142 h 190"/>
                <a:gd name="T62" fmla="*/ 110 w 191"/>
                <a:gd name="T63" fmla="*/ 131 h 190"/>
                <a:gd name="T64" fmla="*/ 119 w 191"/>
                <a:gd name="T65" fmla="*/ 166 h 190"/>
                <a:gd name="T66" fmla="*/ 159 w 191"/>
                <a:gd name="T67" fmla="*/ 129 h 190"/>
                <a:gd name="T68" fmla="*/ 151 w 191"/>
                <a:gd name="T69" fmla="*/ 141 h 190"/>
                <a:gd name="T70" fmla="*/ 175 w 191"/>
                <a:gd name="T71" fmla="*/ 126 h 190"/>
                <a:gd name="T72" fmla="*/ 112 w 191"/>
                <a:gd name="T73" fmla="*/ 178 h 190"/>
                <a:gd name="T74" fmla="*/ 110 w 191"/>
                <a:gd name="T75" fmla="*/ 173 h 190"/>
                <a:gd name="T76" fmla="*/ 107 w 191"/>
                <a:gd name="T77" fmla="*/ 160 h 190"/>
                <a:gd name="T78" fmla="*/ 67 w 191"/>
                <a:gd name="T79" fmla="*/ 123 h 190"/>
                <a:gd name="T80" fmla="*/ 48 w 191"/>
                <a:gd name="T81" fmla="*/ 127 h 190"/>
                <a:gd name="T82" fmla="*/ 96 w 191"/>
                <a:gd name="T83" fmla="*/ 180 h 190"/>
                <a:gd name="T84" fmla="*/ 19 w 191"/>
                <a:gd name="T85" fmla="*/ 104 h 190"/>
                <a:gd name="T86" fmla="*/ 11 w 191"/>
                <a:gd name="T87" fmla="*/ 92 h 190"/>
                <a:gd name="T88" fmla="*/ 15 w 191"/>
                <a:gd name="T89" fmla="*/ 121 h 190"/>
                <a:gd name="T90" fmla="*/ 18 w 191"/>
                <a:gd name="T91" fmla="*/ 90 h 190"/>
                <a:gd name="T92" fmla="*/ 26 w 191"/>
                <a:gd name="T93" fmla="*/ 86 h 190"/>
                <a:gd name="T94" fmla="*/ 62 w 191"/>
                <a:gd name="T95" fmla="*/ 37 h 190"/>
                <a:gd name="T96" fmla="*/ 42 w 191"/>
                <a:gd name="T97" fmla="*/ 29 h 190"/>
                <a:gd name="T98" fmla="*/ 49 w 191"/>
                <a:gd name="T99" fmla="*/ 24 h 190"/>
                <a:gd name="T100" fmla="*/ 72 w 191"/>
                <a:gd name="T101" fmla="*/ 27 h 190"/>
                <a:gd name="T102" fmla="*/ 121 w 191"/>
                <a:gd name="T103" fmla="*/ 14 h 190"/>
                <a:gd name="T104" fmla="*/ 49 w 191"/>
                <a:gd name="T105" fmla="*/ 24 h 190"/>
                <a:gd name="T106" fmla="*/ 102 w 191"/>
                <a:gd name="T107" fmla="*/ 71 h 190"/>
                <a:gd name="T108" fmla="*/ 138 w 191"/>
                <a:gd name="T109" fmla="*/ 71 h 190"/>
                <a:gd name="T110" fmla="*/ 120 w 191"/>
                <a:gd name="T111" fmla="*/ 60 h 190"/>
                <a:gd name="T112" fmla="*/ 120 w 191"/>
                <a:gd name="T113" fmla="*/ 83 h 190"/>
                <a:gd name="T114" fmla="*/ 120 w 191"/>
                <a:gd name="T115" fmla="*/ 60 h 190"/>
                <a:gd name="T116" fmla="*/ 115 w 191"/>
                <a:gd name="T117" fmla="*/ 71 h 190"/>
                <a:gd name="T118" fmla="*/ 126 w 191"/>
                <a:gd name="T119" fmla="*/ 71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91" h="190">
                  <a:moveTo>
                    <a:pt x="96" y="190"/>
                  </a:moveTo>
                  <a:cubicBezTo>
                    <a:pt x="43" y="190"/>
                    <a:pt x="0" y="147"/>
                    <a:pt x="0" y="95"/>
                  </a:cubicBezTo>
                  <a:cubicBezTo>
                    <a:pt x="0" y="90"/>
                    <a:pt x="1" y="85"/>
                    <a:pt x="2" y="80"/>
                  </a:cubicBezTo>
                  <a:cubicBezTo>
                    <a:pt x="2" y="78"/>
                    <a:pt x="2" y="78"/>
                    <a:pt x="2" y="78"/>
                  </a:cubicBezTo>
                  <a:cubicBezTo>
                    <a:pt x="2" y="78"/>
                    <a:pt x="2" y="78"/>
                    <a:pt x="2" y="78"/>
                  </a:cubicBezTo>
                  <a:cubicBezTo>
                    <a:pt x="10" y="34"/>
                    <a:pt x="49" y="0"/>
                    <a:pt x="96" y="0"/>
                  </a:cubicBezTo>
                  <a:cubicBezTo>
                    <a:pt x="148" y="0"/>
                    <a:pt x="191" y="42"/>
                    <a:pt x="191" y="95"/>
                  </a:cubicBezTo>
                  <a:cubicBezTo>
                    <a:pt x="191" y="147"/>
                    <a:pt x="148" y="190"/>
                    <a:pt x="96" y="190"/>
                  </a:cubicBezTo>
                  <a:close/>
                  <a:moveTo>
                    <a:pt x="145" y="75"/>
                  </a:moveTo>
                  <a:cubicBezTo>
                    <a:pt x="145" y="74"/>
                    <a:pt x="146" y="73"/>
                    <a:pt x="146" y="72"/>
                  </a:cubicBezTo>
                  <a:cubicBezTo>
                    <a:pt x="146" y="70"/>
                    <a:pt x="145" y="68"/>
                    <a:pt x="145" y="67"/>
                  </a:cubicBezTo>
                  <a:cubicBezTo>
                    <a:pt x="154" y="66"/>
                    <a:pt x="164" y="65"/>
                    <a:pt x="175" y="66"/>
                  </a:cubicBezTo>
                  <a:cubicBezTo>
                    <a:pt x="172" y="56"/>
                    <a:pt x="167" y="47"/>
                    <a:pt x="160" y="40"/>
                  </a:cubicBezTo>
                  <a:cubicBezTo>
                    <a:pt x="155" y="42"/>
                    <a:pt x="147" y="47"/>
                    <a:pt x="139" y="55"/>
                  </a:cubicBezTo>
                  <a:cubicBezTo>
                    <a:pt x="138" y="53"/>
                    <a:pt x="136" y="52"/>
                    <a:pt x="134" y="50"/>
                  </a:cubicBezTo>
                  <a:cubicBezTo>
                    <a:pt x="142" y="42"/>
                    <a:pt x="150" y="36"/>
                    <a:pt x="154" y="34"/>
                  </a:cubicBezTo>
                  <a:cubicBezTo>
                    <a:pt x="147" y="27"/>
                    <a:pt x="139" y="22"/>
                    <a:pt x="131" y="18"/>
                  </a:cubicBezTo>
                  <a:cubicBezTo>
                    <a:pt x="123" y="19"/>
                    <a:pt x="103" y="22"/>
                    <a:pt x="82" y="34"/>
                  </a:cubicBezTo>
                  <a:cubicBezTo>
                    <a:pt x="82" y="35"/>
                    <a:pt x="82" y="36"/>
                    <a:pt x="82" y="37"/>
                  </a:cubicBezTo>
                  <a:cubicBezTo>
                    <a:pt x="90" y="40"/>
                    <a:pt x="99" y="45"/>
                    <a:pt x="106" y="51"/>
                  </a:cubicBezTo>
                  <a:cubicBezTo>
                    <a:pt x="105" y="52"/>
                    <a:pt x="103" y="53"/>
                    <a:pt x="102" y="55"/>
                  </a:cubicBezTo>
                  <a:cubicBezTo>
                    <a:pt x="96" y="51"/>
                    <a:pt x="89" y="46"/>
                    <a:pt x="81" y="43"/>
                  </a:cubicBezTo>
                  <a:cubicBezTo>
                    <a:pt x="79" y="45"/>
                    <a:pt x="76" y="47"/>
                    <a:pt x="72" y="47"/>
                  </a:cubicBezTo>
                  <a:cubicBezTo>
                    <a:pt x="70" y="47"/>
                    <a:pt x="68" y="46"/>
                    <a:pt x="66" y="45"/>
                  </a:cubicBezTo>
                  <a:cubicBezTo>
                    <a:pt x="54" y="55"/>
                    <a:pt x="42" y="69"/>
                    <a:pt x="33" y="89"/>
                  </a:cubicBezTo>
                  <a:cubicBezTo>
                    <a:pt x="35" y="91"/>
                    <a:pt x="36" y="93"/>
                    <a:pt x="36" y="96"/>
                  </a:cubicBezTo>
                  <a:cubicBezTo>
                    <a:pt x="36" y="98"/>
                    <a:pt x="36" y="100"/>
                    <a:pt x="35" y="101"/>
                  </a:cubicBezTo>
                  <a:cubicBezTo>
                    <a:pt x="39" y="103"/>
                    <a:pt x="43" y="105"/>
                    <a:pt x="47" y="107"/>
                  </a:cubicBezTo>
                  <a:cubicBezTo>
                    <a:pt x="49" y="105"/>
                    <a:pt x="52" y="103"/>
                    <a:pt x="56" y="103"/>
                  </a:cubicBezTo>
                  <a:cubicBezTo>
                    <a:pt x="57" y="103"/>
                    <a:pt x="58" y="103"/>
                    <a:pt x="59" y="104"/>
                  </a:cubicBezTo>
                  <a:cubicBezTo>
                    <a:pt x="69" y="95"/>
                    <a:pt x="81" y="86"/>
                    <a:pt x="97" y="79"/>
                  </a:cubicBezTo>
                  <a:cubicBezTo>
                    <a:pt x="98" y="82"/>
                    <a:pt x="99" y="85"/>
                    <a:pt x="101" y="87"/>
                  </a:cubicBezTo>
                  <a:cubicBezTo>
                    <a:pt x="89" y="92"/>
                    <a:pt x="77" y="99"/>
                    <a:pt x="66" y="108"/>
                  </a:cubicBezTo>
                  <a:cubicBezTo>
                    <a:pt x="67" y="110"/>
                    <a:pt x="68" y="113"/>
                    <a:pt x="69" y="115"/>
                  </a:cubicBezTo>
                  <a:cubicBezTo>
                    <a:pt x="79" y="119"/>
                    <a:pt x="90" y="121"/>
                    <a:pt x="103" y="123"/>
                  </a:cubicBezTo>
                  <a:cubicBezTo>
                    <a:pt x="103" y="112"/>
                    <a:pt x="105" y="102"/>
                    <a:pt x="108" y="93"/>
                  </a:cubicBezTo>
                  <a:cubicBezTo>
                    <a:pt x="110" y="95"/>
                    <a:pt x="112" y="96"/>
                    <a:pt x="115" y="96"/>
                  </a:cubicBezTo>
                  <a:cubicBezTo>
                    <a:pt x="112" y="104"/>
                    <a:pt x="111" y="114"/>
                    <a:pt x="110" y="124"/>
                  </a:cubicBezTo>
                  <a:cubicBezTo>
                    <a:pt x="118" y="125"/>
                    <a:pt x="126" y="125"/>
                    <a:pt x="134" y="125"/>
                  </a:cubicBezTo>
                  <a:cubicBezTo>
                    <a:pt x="136" y="122"/>
                    <a:pt x="138" y="119"/>
                    <a:pt x="141" y="117"/>
                  </a:cubicBezTo>
                  <a:cubicBezTo>
                    <a:pt x="140" y="109"/>
                    <a:pt x="137" y="101"/>
                    <a:pt x="134" y="93"/>
                  </a:cubicBezTo>
                  <a:cubicBezTo>
                    <a:pt x="136" y="91"/>
                    <a:pt x="138" y="90"/>
                    <a:pt x="140" y="87"/>
                  </a:cubicBezTo>
                  <a:cubicBezTo>
                    <a:pt x="145" y="96"/>
                    <a:pt x="148" y="106"/>
                    <a:pt x="150" y="117"/>
                  </a:cubicBezTo>
                  <a:cubicBezTo>
                    <a:pt x="153" y="118"/>
                    <a:pt x="156" y="120"/>
                    <a:pt x="157" y="123"/>
                  </a:cubicBezTo>
                  <a:cubicBezTo>
                    <a:pt x="164" y="122"/>
                    <a:pt x="170" y="120"/>
                    <a:pt x="177" y="119"/>
                  </a:cubicBezTo>
                  <a:cubicBezTo>
                    <a:pt x="179" y="111"/>
                    <a:pt x="181" y="103"/>
                    <a:pt x="181" y="95"/>
                  </a:cubicBezTo>
                  <a:cubicBezTo>
                    <a:pt x="181" y="87"/>
                    <a:pt x="179" y="80"/>
                    <a:pt x="177" y="73"/>
                  </a:cubicBezTo>
                  <a:cubicBezTo>
                    <a:pt x="172" y="73"/>
                    <a:pt x="160" y="73"/>
                    <a:pt x="145" y="75"/>
                  </a:cubicBezTo>
                  <a:close/>
                  <a:moveTo>
                    <a:pt x="43" y="113"/>
                  </a:moveTo>
                  <a:cubicBezTo>
                    <a:pt x="39" y="111"/>
                    <a:pt x="34" y="108"/>
                    <a:pt x="30" y="106"/>
                  </a:cubicBezTo>
                  <a:cubicBezTo>
                    <a:pt x="29" y="106"/>
                    <a:pt x="28" y="107"/>
                    <a:pt x="26" y="107"/>
                  </a:cubicBezTo>
                  <a:cubicBezTo>
                    <a:pt x="26" y="107"/>
                    <a:pt x="26" y="107"/>
                    <a:pt x="26" y="107"/>
                  </a:cubicBezTo>
                  <a:cubicBezTo>
                    <a:pt x="24" y="115"/>
                    <a:pt x="22" y="124"/>
                    <a:pt x="20" y="134"/>
                  </a:cubicBezTo>
                  <a:cubicBezTo>
                    <a:pt x="22" y="138"/>
                    <a:pt x="25" y="142"/>
                    <a:pt x="28" y="146"/>
                  </a:cubicBezTo>
                  <a:cubicBezTo>
                    <a:pt x="30" y="141"/>
                    <a:pt x="35" y="131"/>
                    <a:pt x="44" y="120"/>
                  </a:cubicBezTo>
                  <a:cubicBezTo>
                    <a:pt x="43" y="119"/>
                    <a:pt x="43" y="117"/>
                    <a:pt x="43" y="116"/>
                  </a:cubicBezTo>
                  <a:cubicBezTo>
                    <a:pt x="43" y="115"/>
                    <a:pt x="43" y="114"/>
                    <a:pt x="43" y="113"/>
                  </a:cubicBezTo>
                  <a:close/>
                  <a:moveTo>
                    <a:pt x="119" y="166"/>
                  </a:moveTo>
                  <a:cubicBezTo>
                    <a:pt x="119" y="167"/>
                    <a:pt x="117" y="171"/>
                    <a:pt x="116" y="172"/>
                  </a:cubicBezTo>
                  <a:cubicBezTo>
                    <a:pt x="117" y="174"/>
                    <a:pt x="117" y="174"/>
                    <a:pt x="118" y="177"/>
                  </a:cubicBezTo>
                  <a:cubicBezTo>
                    <a:pt x="126" y="175"/>
                    <a:pt x="133" y="172"/>
                    <a:pt x="139" y="168"/>
                  </a:cubicBezTo>
                  <a:cubicBezTo>
                    <a:pt x="141" y="162"/>
                    <a:pt x="143" y="153"/>
                    <a:pt x="143" y="142"/>
                  </a:cubicBezTo>
                  <a:cubicBezTo>
                    <a:pt x="138" y="140"/>
                    <a:pt x="135" y="136"/>
                    <a:pt x="134" y="132"/>
                  </a:cubicBezTo>
                  <a:cubicBezTo>
                    <a:pt x="126" y="132"/>
                    <a:pt x="118" y="132"/>
                    <a:pt x="110" y="131"/>
                  </a:cubicBezTo>
                  <a:cubicBezTo>
                    <a:pt x="110" y="140"/>
                    <a:pt x="112" y="149"/>
                    <a:pt x="114" y="160"/>
                  </a:cubicBezTo>
                  <a:cubicBezTo>
                    <a:pt x="116" y="161"/>
                    <a:pt x="119" y="163"/>
                    <a:pt x="119" y="166"/>
                  </a:cubicBezTo>
                  <a:close/>
                  <a:moveTo>
                    <a:pt x="175" y="126"/>
                  </a:moveTo>
                  <a:cubicBezTo>
                    <a:pt x="169" y="127"/>
                    <a:pt x="164" y="128"/>
                    <a:pt x="159" y="129"/>
                  </a:cubicBezTo>
                  <a:cubicBezTo>
                    <a:pt x="159" y="129"/>
                    <a:pt x="159" y="129"/>
                    <a:pt x="159" y="129"/>
                  </a:cubicBezTo>
                  <a:cubicBezTo>
                    <a:pt x="159" y="135"/>
                    <a:pt x="156" y="140"/>
                    <a:pt x="151" y="141"/>
                  </a:cubicBezTo>
                  <a:cubicBezTo>
                    <a:pt x="150" y="148"/>
                    <a:pt x="149" y="155"/>
                    <a:pt x="147" y="162"/>
                  </a:cubicBezTo>
                  <a:cubicBezTo>
                    <a:pt x="159" y="153"/>
                    <a:pt x="169" y="140"/>
                    <a:pt x="175" y="126"/>
                  </a:cubicBezTo>
                  <a:close/>
                  <a:moveTo>
                    <a:pt x="96" y="180"/>
                  </a:moveTo>
                  <a:cubicBezTo>
                    <a:pt x="101" y="180"/>
                    <a:pt x="106" y="179"/>
                    <a:pt x="112" y="178"/>
                  </a:cubicBezTo>
                  <a:cubicBezTo>
                    <a:pt x="111" y="177"/>
                    <a:pt x="111" y="175"/>
                    <a:pt x="110" y="173"/>
                  </a:cubicBezTo>
                  <a:cubicBezTo>
                    <a:pt x="110" y="173"/>
                    <a:pt x="110" y="173"/>
                    <a:pt x="110" y="173"/>
                  </a:cubicBezTo>
                  <a:cubicBezTo>
                    <a:pt x="106" y="173"/>
                    <a:pt x="103" y="170"/>
                    <a:pt x="103" y="166"/>
                  </a:cubicBezTo>
                  <a:cubicBezTo>
                    <a:pt x="103" y="164"/>
                    <a:pt x="104" y="162"/>
                    <a:pt x="107" y="160"/>
                  </a:cubicBezTo>
                  <a:cubicBezTo>
                    <a:pt x="104" y="150"/>
                    <a:pt x="103" y="140"/>
                    <a:pt x="103" y="131"/>
                  </a:cubicBezTo>
                  <a:cubicBezTo>
                    <a:pt x="90" y="129"/>
                    <a:pt x="78" y="126"/>
                    <a:pt x="67" y="123"/>
                  </a:cubicBezTo>
                  <a:cubicBezTo>
                    <a:pt x="65" y="126"/>
                    <a:pt x="61" y="129"/>
                    <a:pt x="56" y="129"/>
                  </a:cubicBezTo>
                  <a:cubicBezTo>
                    <a:pt x="53" y="129"/>
                    <a:pt x="51" y="128"/>
                    <a:pt x="48" y="127"/>
                  </a:cubicBezTo>
                  <a:cubicBezTo>
                    <a:pt x="43" y="134"/>
                    <a:pt x="38" y="143"/>
                    <a:pt x="34" y="154"/>
                  </a:cubicBezTo>
                  <a:cubicBezTo>
                    <a:pt x="50" y="170"/>
                    <a:pt x="71" y="180"/>
                    <a:pt x="96" y="180"/>
                  </a:cubicBezTo>
                  <a:close/>
                  <a:moveTo>
                    <a:pt x="15" y="121"/>
                  </a:moveTo>
                  <a:cubicBezTo>
                    <a:pt x="16" y="117"/>
                    <a:pt x="17" y="111"/>
                    <a:pt x="19" y="104"/>
                  </a:cubicBezTo>
                  <a:cubicBezTo>
                    <a:pt x="17" y="102"/>
                    <a:pt x="16" y="99"/>
                    <a:pt x="16" y="97"/>
                  </a:cubicBezTo>
                  <a:cubicBezTo>
                    <a:pt x="14" y="95"/>
                    <a:pt x="12" y="94"/>
                    <a:pt x="11" y="92"/>
                  </a:cubicBezTo>
                  <a:cubicBezTo>
                    <a:pt x="11" y="93"/>
                    <a:pt x="11" y="94"/>
                    <a:pt x="11" y="95"/>
                  </a:cubicBezTo>
                  <a:cubicBezTo>
                    <a:pt x="11" y="104"/>
                    <a:pt x="12" y="113"/>
                    <a:pt x="15" y="121"/>
                  </a:cubicBezTo>
                  <a:close/>
                  <a:moveTo>
                    <a:pt x="11" y="86"/>
                  </a:moveTo>
                  <a:cubicBezTo>
                    <a:pt x="13" y="87"/>
                    <a:pt x="15" y="89"/>
                    <a:pt x="18" y="90"/>
                  </a:cubicBezTo>
                  <a:cubicBezTo>
                    <a:pt x="20" y="88"/>
                    <a:pt x="23" y="86"/>
                    <a:pt x="26" y="86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34" y="71"/>
                    <a:pt x="45" y="54"/>
                    <a:pt x="62" y="40"/>
                  </a:cubicBezTo>
                  <a:cubicBezTo>
                    <a:pt x="62" y="39"/>
                    <a:pt x="62" y="38"/>
                    <a:pt x="62" y="37"/>
                  </a:cubicBezTo>
                  <a:cubicBezTo>
                    <a:pt x="62" y="36"/>
                    <a:pt x="62" y="36"/>
                    <a:pt x="62" y="35"/>
                  </a:cubicBezTo>
                  <a:cubicBezTo>
                    <a:pt x="56" y="33"/>
                    <a:pt x="49" y="31"/>
                    <a:pt x="42" y="29"/>
                  </a:cubicBezTo>
                  <a:cubicBezTo>
                    <a:pt x="25" y="43"/>
                    <a:pt x="14" y="63"/>
                    <a:pt x="11" y="86"/>
                  </a:cubicBezTo>
                  <a:close/>
                  <a:moveTo>
                    <a:pt x="49" y="24"/>
                  </a:moveTo>
                  <a:cubicBezTo>
                    <a:pt x="52" y="25"/>
                    <a:pt x="58" y="27"/>
                    <a:pt x="66" y="29"/>
                  </a:cubicBezTo>
                  <a:cubicBezTo>
                    <a:pt x="67" y="28"/>
                    <a:pt x="70" y="27"/>
                    <a:pt x="72" y="27"/>
                  </a:cubicBezTo>
                  <a:cubicBezTo>
                    <a:pt x="75" y="27"/>
                    <a:pt x="77" y="28"/>
                    <a:pt x="78" y="29"/>
                  </a:cubicBezTo>
                  <a:cubicBezTo>
                    <a:pt x="90" y="22"/>
                    <a:pt x="104" y="17"/>
                    <a:pt x="121" y="14"/>
                  </a:cubicBezTo>
                  <a:cubicBezTo>
                    <a:pt x="113" y="11"/>
                    <a:pt x="104" y="10"/>
                    <a:pt x="96" y="10"/>
                  </a:cubicBezTo>
                  <a:cubicBezTo>
                    <a:pt x="78" y="10"/>
                    <a:pt x="62" y="15"/>
                    <a:pt x="49" y="24"/>
                  </a:cubicBezTo>
                  <a:close/>
                  <a:moveTo>
                    <a:pt x="120" y="89"/>
                  </a:moveTo>
                  <a:cubicBezTo>
                    <a:pt x="110" y="89"/>
                    <a:pt x="102" y="81"/>
                    <a:pt x="102" y="71"/>
                  </a:cubicBezTo>
                  <a:cubicBezTo>
                    <a:pt x="102" y="62"/>
                    <a:pt x="110" y="54"/>
                    <a:pt x="120" y="54"/>
                  </a:cubicBezTo>
                  <a:cubicBezTo>
                    <a:pt x="130" y="54"/>
                    <a:pt x="138" y="62"/>
                    <a:pt x="138" y="71"/>
                  </a:cubicBezTo>
                  <a:cubicBezTo>
                    <a:pt x="138" y="81"/>
                    <a:pt x="130" y="89"/>
                    <a:pt x="120" y="89"/>
                  </a:cubicBezTo>
                  <a:close/>
                  <a:moveTo>
                    <a:pt x="120" y="60"/>
                  </a:moveTo>
                  <a:cubicBezTo>
                    <a:pt x="114" y="60"/>
                    <a:pt x="109" y="65"/>
                    <a:pt x="109" y="71"/>
                  </a:cubicBezTo>
                  <a:cubicBezTo>
                    <a:pt x="109" y="78"/>
                    <a:pt x="114" y="83"/>
                    <a:pt x="120" y="83"/>
                  </a:cubicBezTo>
                  <a:cubicBezTo>
                    <a:pt x="127" y="83"/>
                    <a:pt x="132" y="78"/>
                    <a:pt x="132" y="71"/>
                  </a:cubicBezTo>
                  <a:cubicBezTo>
                    <a:pt x="132" y="65"/>
                    <a:pt x="127" y="60"/>
                    <a:pt x="120" y="60"/>
                  </a:cubicBezTo>
                  <a:close/>
                  <a:moveTo>
                    <a:pt x="120" y="76"/>
                  </a:moveTo>
                  <a:cubicBezTo>
                    <a:pt x="117" y="76"/>
                    <a:pt x="115" y="74"/>
                    <a:pt x="115" y="71"/>
                  </a:cubicBezTo>
                  <a:cubicBezTo>
                    <a:pt x="115" y="67"/>
                    <a:pt x="117" y="65"/>
                    <a:pt x="120" y="65"/>
                  </a:cubicBezTo>
                  <a:cubicBezTo>
                    <a:pt x="123" y="65"/>
                    <a:pt x="126" y="67"/>
                    <a:pt x="126" y="71"/>
                  </a:cubicBezTo>
                  <a:cubicBezTo>
                    <a:pt x="126" y="74"/>
                    <a:pt x="123" y="76"/>
                    <a:pt x="120" y="7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470" name="组合 469"/>
            <p:cNvGrpSpPr/>
            <p:nvPr/>
          </p:nvGrpSpPr>
          <p:grpSpPr>
            <a:xfrm>
              <a:off x="2463676" y="4376949"/>
              <a:ext cx="680296" cy="764601"/>
              <a:chOff x="279401" y="2698750"/>
              <a:chExt cx="1473200" cy="1655763"/>
            </a:xfrm>
            <a:grpFill/>
          </p:grpSpPr>
          <p:sp>
            <p:nvSpPr>
              <p:cNvPr id="502" name="Freeform 45"/>
              <p:cNvSpPr>
                <a:spLocks noEditPoints="1"/>
              </p:cNvSpPr>
              <p:nvPr/>
            </p:nvSpPr>
            <p:spPr bwMode="auto">
              <a:xfrm>
                <a:off x="279401" y="2884488"/>
                <a:ext cx="1473200" cy="1470025"/>
              </a:xfrm>
              <a:custGeom>
                <a:avLst/>
                <a:gdLst>
                  <a:gd name="T0" fmla="*/ 250 w 501"/>
                  <a:gd name="T1" fmla="*/ 0 h 501"/>
                  <a:gd name="T2" fmla="*/ 0 w 501"/>
                  <a:gd name="T3" fmla="*/ 251 h 501"/>
                  <a:gd name="T4" fmla="*/ 250 w 501"/>
                  <a:gd name="T5" fmla="*/ 501 h 501"/>
                  <a:gd name="T6" fmla="*/ 501 w 501"/>
                  <a:gd name="T7" fmla="*/ 251 h 501"/>
                  <a:gd name="T8" fmla="*/ 250 w 501"/>
                  <a:gd name="T9" fmla="*/ 0 h 501"/>
                  <a:gd name="T10" fmla="*/ 455 w 501"/>
                  <a:gd name="T11" fmla="*/ 267 h 501"/>
                  <a:gd name="T12" fmla="*/ 446 w 501"/>
                  <a:gd name="T13" fmla="*/ 267 h 501"/>
                  <a:gd name="T14" fmla="*/ 389 w 501"/>
                  <a:gd name="T15" fmla="*/ 390 h 501"/>
                  <a:gd name="T16" fmla="*/ 267 w 501"/>
                  <a:gd name="T17" fmla="*/ 447 h 501"/>
                  <a:gd name="T18" fmla="*/ 267 w 501"/>
                  <a:gd name="T19" fmla="*/ 455 h 501"/>
                  <a:gd name="T20" fmla="*/ 250 w 501"/>
                  <a:gd name="T21" fmla="*/ 471 h 501"/>
                  <a:gd name="T22" fmla="*/ 234 w 501"/>
                  <a:gd name="T23" fmla="*/ 455 h 501"/>
                  <a:gd name="T24" fmla="*/ 234 w 501"/>
                  <a:gd name="T25" fmla="*/ 447 h 501"/>
                  <a:gd name="T26" fmla="*/ 111 w 501"/>
                  <a:gd name="T27" fmla="*/ 390 h 501"/>
                  <a:gd name="T28" fmla="*/ 54 w 501"/>
                  <a:gd name="T29" fmla="*/ 267 h 501"/>
                  <a:gd name="T30" fmla="*/ 46 w 501"/>
                  <a:gd name="T31" fmla="*/ 267 h 501"/>
                  <a:gd name="T32" fmla="*/ 30 w 501"/>
                  <a:gd name="T33" fmla="*/ 251 h 501"/>
                  <a:gd name="T34" fmla="*/ 46 w 501"/>
                  <a:gd name="T35" fmla="*/ 234 h 501"/>
                  <a:gd name="T36" fmla="*/ 54 w 501"/>
                  <a:gd name="T37" fmla="*/ 234 h 501"/>
                  <a:gd name="T38" fmla="*/ 111 w 501"/>
                  <a:gd name="T39" fmla="*/ 111 h 501"/>
                  <a:gd name="T40" fmla="*/ 234 w 501"/>
                  <a:gd name="T41" fmla="*/ 54 h 501"/>
                  <a:gd name="T42" fmla="*/ 234 w 501"/>
                  <a:gd name="T43" fmla="*/ 46 h 501"/>
                  <a:gd name="T44" fmla="*/ 250 w 501"/>
                  <a:gd name="T45" fmla="*/ 30 h 501"/>
                  <a:gd name="T46" fmla="*/ 267 w 501"/>
                  <a:gd name="T47" fmla="*/ 46 h 501"/>
                  <a:gd name="T48" fmla="*/ 267 w 501"/>
                  <a:gd name="T49" fmla="*/ 54 h 501"/>
                  <a:gd name="T50" fmla="*/ 389 w 501"/>
                  <a:gd name="T51" fmla="*/ 111 h 501"/>
                  <a:gd name="T52" fmla="*/ 446 w 501"/>
                  <a:gd name="T53" fmla="*/ 234 h 501"/>
                  <a:gd name="T54" fmla="*/ 455 w 501"/>
                  <a:gd name="T55" fmla="*/ 234 h 501"/>
                  <a:gd name="T56" fmla="*/ 471 w 501"/>
                  <a:gd name="T57" fmla="*/ 251 h 501"/>
                  <a:gd name="T58" fmla="*/ 455 w 501"/>
                  <a:gd name="T59" fmla="*/ 267 h 5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501" h="501">
                    <a:moveTo>
                      <a:pt x="250" y="0"/>
                    </a:moveTo>
                    <a:cubicBezTo>
                      <a:pt x="112" y="0"/>
                      <a:pt x="0" y="112"/>
                      <a:pt x="0" y="251"/>
                    </a:cubicBezTo>
                    <a:cubicBezTo>
                      <a:pt x="0" y="389"/>
                      <a:pt x="112" y="501"/>
                      <a:pt x="250" y="501"/>
                    </a:cubicBezTo>
                    <a:cubicBezTo>
                      <a:pt x="389" y="501"/>
                      <a:pt x="501" y="389"/>
                      <a:pt x="501" y="251"/>
                    </a:cubicBezTo>
                    <a:cubicBezTo>
                      <a:pt x="501" y="112"/>
                      <a:pt x="389" y="0"/>
                      <a:pt x="250" y="0"/>
                    </a:cubicBezTo>
                    <a:close/>
                    <a:moveTo>
                      <a:pt x="455" y="267"/>
                    </a:moveTo>
                    <a:cubicBezTo>
                      <a:pt x="446" y="267"/>
                      <a:pt x="446" y="267"/>
                      <a:pt x="446" y="267"/>
                    </a:cubicBezTo>
                    <a:cubicBezTo>
                      <a:pt x="442" y="315"/>
                      <a:pt x="421" y="358"/>
                      <a:pt x="389" y="390"/>
                    </a:cubicBezTo>
                    <a:cubicBezTo>
                      <a:pt x="357" y="422"/>
                      <a:pt x="315" y="443"/>
                      <a:pt x="267" y="447"/>
                    </a:cubicBezTo>
                    <a:cubicBezTo>
                      <a:pt x="267" y="455"/>
                      <a:pt x="267" y="455"/>
                      <a:pt x="267" y="455"/>
                    </a:cubicBezTo>
                    <a:cubicBezTo>
                      <a:pt x="267" y="464"/>
                      <a:pt x="259" y="471"/>
                      <a:pt x="250" y="471"/>
                    </a:cubicBezTo>
                    <a:cubicBezTo>
                      <a:pt x="241" y="471"/>
                      <a:pt x="234" y="464"/>
                      <a:pt x="234" y="455"/>
                    </a:cubicBezTo>
                    <a:cubicBezTo>
                      <a:pt x="234" y="447"/>
                      <a:pt x="234" y="447"/>
                      <a:pt x="234" y="447"/>
                    </a:cubicBezTo>
                    <a:cubicBezTo>
                      <a:pt x="186" y="443"/>
                      <a:pt x="143" y="422"/>
                      <a:pt x="111" y="390"/>
                    </a:cubicBezTo>
                    <a:cubicBezTo>
                      <a:pt x="79" y="358"/>
                      <a:pt x="58" y="315"/>
                      <a:pt x="54" y="267"/>
                    </a:cubicBezTo>
                    <a:cubicBezTo>
                      <a:pt x="46" y="267"/>
                      <a:pt x="46" y="267"/>
                      <a:pt x="46" y="267"/>
                    </a:cubicBezTo>
                    <a:cubicBezTo>
                      <a:pt x="37" y="267"/>
                      <a:pt x="30" y="260"/>
                      <a:pt x="30" y="251"/>
                    </a:cubicBezTo>
                    <a:cubicBezTo>
                      <a:pt x="30" y="241"/>
                      <a:pt x="37" y="234"/>
                      <a:pt x="46" y="234"/>
                    </a:cubicBezTo>
                    <a:cubicBezTo>
                      <a:pt x="54" y="234"/>
                      <a:pt x="54" y="234"/>
                      <a:pt x="54" y="234"/>
                    </a:cubicBezTo>
                    <a:cubicBezTo>
                      <a:pt x="58" y="186"/>
                      <a:pt x="79" y="143"/>
                      <a:pt x="111" y="111"/>
                    </a:cubicBezTo>
                    <a:cubicBezTo>
                      <a:pt x="143" y="79"/>
                      <a:pt x="186" y="58"/>
                      <a:pt x="234" y="54"/>
                    </a:cubicBezTo>
                    <a:cubicBezTo>
                      <a:pt x="234" y="46"/>
                      <a:pt x="234" y="46"/>
                      <a:pt x="234" y="46"/>
                    </a:cubicBezTo>
                    <a:cubicBezTo>
                      <a:pt x="234" y="37"/>
                      <a:pt x="241" y="30"/>
                      <a:pt x="250" y="30"/>
                    </a:cubicBezTo>
                    <a:cubicBezTo>
                      <a:pt x="259" y="30"/>
                      <a:pt x="267" y="37"/>
                      <a:pt x="267" y="46"/>
                    </a:cubicBezTo>
                    <a:cubicBezTo>
                      <a:pt x="267" y="54"/>
                      <a:pt x="267" y="54"/>
                      <a:pt x="267" y="54"/>
                    </a:cubicBezTo>
                    <a:cubicBezTo>
                      <a:pt x="315" y="58"/>
                      <a:pt x="357" y="79"/>
                      <a:pt x="389" y="111"/>
                    </a:cubicBezTo>
                    <a:cubicBezTo>
                      <a:pt x="421" y="143"/>
                      <a:pt x="442" y="186"/>
                      <a:pt x="446" y="234"/>
                    </a:cubicBezTo>
                    <a:cubicBezTo>
                      <a:pt x="455" y="234"/>
                      <a:pt x="455" y="234"/>
                      <a:pt x="455" y="234"/>
                    </a:cubicBezTo>
                    <a:cubicBezTo>
                      <a:pt x="464" y="234"/>
                      <a:pt x="471" y="241"/>
                      <a:pt x="471" y="251"/>
                    </a:cubicBezTo>
                    <a:cubicBezTo>
                      <a:pt x="471" y="260"/>
                      <a:pt x="464" y="267"/>
                      <a:pt x="455" y="26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03" name="Freeform 46"/>
              <p:cNvSpPr>
                <a:spLocks/>
              </p:cNvSpPr>
              <p:nvPr/>
            </p:nvSpPr>
            <p:spPr bwMode="auto">
              <a:xfrm>
                <a:off x="966788" y="3043238"/>
                <a:ext cx="96838" cy="117475"/>
              </a:xfrm>
              <a:custGeom>
                <a:avLst/>
                <a:gdLst>
                  <a:gd name="T0" fmla="*/ 16 w 33"/>
                  <a:gd name="T1" fmla="*/ 40 h 40"/>
                  <a:gd name="T2" fmla="*/ 33 w 33"/>
                  <a:gd name="T3" fmla="*/ 24 h 40"/>
                  <a:gd name="T4" fmla="*/ 33 w 33"/>
                  <a:gd name="T5" fmla="*/ 0 h 40"/>
                  <a:gd name="T6" fmla="*/ 16 w 33"/>
                  <a:gd name="T7" fmla="*/ 0 h 40"/>
                  <a:gd name="T8" fmla="*/ 0 w 33"/>
                  <a:gd name="T9" fmla="*/ 0 h 40"/>
                  <a:gd name="T10" fmla="*/ 0 w 33"/>
                  <a:gd name="T11" fmla="*/ 24 h 40"/>
                  <a:gd name="T12" fmla="*/ 16 w 33"/>
                  <a:gd name="T1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3" h="40">
                    <a:moveTo>
                      <a:pt x="16" y="40"/>
                    </a:moveTo>
                    <a:cubicBezTo>
                      <a:pt x="25" y="40"/>
                      <a:pt x="33" y="33"/>
                      <a:pt x="33" y="24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27" y="0"/>
                      <a:pt x="22" y="0"/>
                      <a:pt x="16" y="0"/>
                    </a:cubicBezTo>
                    <a:cubicBezTo>
                      <a:pt x="11" y="0"/>
                      <a:pt x="5" y="0"/>
                      <a:pt x="0" y="0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33"/>
                      <a:pt x="7" y="40"/>
                      <a:pt x="16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04" name="Freeform 47"/>
              <p:cNvSpPr>
                <a:spLocks/>
              </p:cNvSpPr>
              <p:nvPr/>
            </p:nvSpPr>
            <p:spPr bwMode="auto">
              <a:xfrm>
                <a:off x="966788" y="4079875"/>
                <a:ext cx="96838" cy="115888"/>
              </a:xfrm>
              <a:custGeom>
                <a:avLst/>
                <a:gdLst>
                  <a:gd name="T0" fmla="*/ 16 w 33"/>
                  <a:gd name="T1" fmla="*/ 0 h 40"/>
                  <a:gd name="T2" fmla="*/ 0 w 33"/>
                  <a:gd name="T3" fmla="*/ 17 h 40"/>
                  <a:gd name="T4" fmla="*/ 0 w 33"/>
                  <a:gd name="T5" fmla="*/ 40 h 40"/>
                  <a:gd name="T6" fmla="*/ 16 w 33"/>
                  <a:gd name="T7" fmla="*/ 40 h 40"/>
                  <a:gd name="T8" fmla="*/ 33 w 33"/>
                  <a:gd name="T9" fmla="*/ 40 h 40"/>
                  <a:gd name="T10" fmla="*/ 33 w 33"/>
                  <a:gd name="T11" fmla="*/ 17 h 40"/>
                  <a:gd name="T12" fmla="*/ 16 w 33"/>
                  <a:gd name="T1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3" h="40">
                    <a:moveTo>
                      <a:pt x="16" y="0"/>
                    </a:moveTo>
                    <a:cubicBezTo>
                      <a:pt x="7" y="0"/>
                      <a:pt x="0" y="7"/>
                      <a:pt x="0" y="17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5" y="40"/>
                      <a:pt x="11" y="40"/>
                      <a:pt x="16" y="40"/>
                    </a:cubicBezTo>
                    <a:cubicBezTo>
                      <a:pt x="22" y="40"/>
                      <a:pt x="27" y="40"/>
                      <a:pt x="33" y="40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3" y="7"/>
                      <a:pt x="25" y="0"/>
                      <a:pt x="1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05" name="Freeform 48"/>
              <p:cNvSpPr>
                <a:spLocks/>
              </p:cNvSpPr>
              <p:nvPr/>
            </p:nvSpPr>
            <p:spPr bwMode="auto">
              <a:xfrm>
                <a:off x="434976" y="3571875"/>
                <a:ext cx="120650" cy="96838"/>
              </a:xfrm>
              <a:custGeom>
                <a:avLst/>
                <a:gdLst>
                  <a:gd name="T0" fmla="*/ 41 w 41"/>
                  <a:gd name="T1" fmla="*/ 17 h 33"/>
                  <a:gd name="T2" fmla="*/ 24 w 41"/>
                  <a:gd name="T3" fmla="*/ 0 h 33"/>
                  <a:gd name="T4" fmla="*/ 1 w 41"/>
                  <a:gd name="T5" fmla="*/ 0 h 33"/>
                  <a:gd name="T6" fmla="*/ 0 w 41"/>
                  <a:gd name="T7" fmla="*/ 17 h 33"/>
                  <a:gd name="T8" fmla="*/ 1 w 41"/>
                  <a:gd name="T9" fmla="*/ 33 h 33"/>
                  <a:gd name="T10" fmla="*/ 24 w 41"/>
                  <a:gd name="T11" fmla="*/ 33 h 33"/>
                  <a:gd name="T12" fmla="*/ 41 w 41"/>
                  <a:gd name="T13" fmla="*/ 17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1" h="33">
                    <a:moveTo>
                      <a:pt x="41" y="17"/>
                    </a:moveTo>
                    <a:cubicBezTo>
                      <a:pt x="41" y="7"/>
                      <a:pt x="33" y="0"/>
                      <a:pt x="24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6"/>
                      <a:pt x="0" y="11"/>
                      <a:pt x="0" y="17"/>
                    </a:cubicBezTo>
                    <a:cubicBezTo>
                      <a:pt x="0" y="22"/>
                      <a:pt x="1" y="28"/>
                      <a:pt x="1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33" y="33"/>
                      <a:pt x="41" y="26"/>
                      <a:pt x="41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06" name="Freeform 49"/>
              <p:cNvSpPr>
                <a:spLocks/>
              </p:cNvSpPr>
              <p:nvPr/>
            </p:nvSpPr>
            <p:spPr bwMode="auto">
              <a:xfrm>
                <a:off x="1474788" y="3571875"/>
                <a:ext cx="119063" cy="96838"/>
              </a:xfrm>
              <a:custGeom>
                <a:avLst/>
                <a:gdLst>
                  <a:gd name="T0" fmla="*/ 39 w 40"/>
                  <a:gd name="T1" fmla="*/ 0 h 33"/>
                  <a:gd name="T2" fmla="*/ 16 w 40"/>
                  <a:gd name="T3" fmla="*/ 0 h 33"/>
                  <a:gd name="T4" fmla="*/ 0 w 40"/>
                  <a:gd name="T5" fmla="*/ 17 h 33"/>
                  <a:gd name="T6" fmla="*/ 16 w 40"/>
                  <a:gd name="T7" fmla="*/ 33 h 33"/>
                  <a:gd name="T8" fmla="*/ 39 w 40"/>
                  <a:gd name="T9" fmla="*/ 33 h 33"/>
                  <a:gd name="T10" fmla="*/ 40 w 40"/>
                  <a:gd name="T11" fmla="*/ 17 h 33"/>
                  <a:gd name="T12" fmla="*/ 39 w 40"/>
                  <a:gd name="T13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" h="33">
                    <a:moveTo>
                      <a:pt x="39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7"/>
                    </a:cubicBezTo>
                    <a:cubicBezTo>
                      <a:pt x="0" y="26"/>
                      <a:pt x="7" y="33"/>
                      <a:pt x="16" y="33"/>
                    </a:cubicBezTo>
                    <a:cubicBezTo>
                      <a:pt x="39" y="33"/>
                      <a:pt x="39" y="33"/>
                      <a:pt x="39" y="33"/>
                    </a:cubicBezTo>
                    <a:cubicBezTo>
                      <a:pt x="40" y="28"/>
                      <a:pt x="40" y="22"/>
                      <a:pt x="40" y="17"/>
                    </a:cubicBezTo>
                    <a:cubicBezTo>
                      <a:pt x="40" y="11"/>
                      <a:pt x="40" y="6"/>
                      <a:pt x="3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07" name="Oval 50"/>
              <p:cNvSpPr>
                <a:spLocks noChangeArrowheads="1"/>
              </p:cNvSpPr>
              <p:nvPr/>
            </p:nvSpPr>
            <p:spPr bwMode="auto">
              <a:xfrm>
                <a:off x="925513" y="3532188"/>
                <a:ext cx="176213" cy="1746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08" name="Freeform 51"/>
              <p:cNvSpPr>
                <a:spLocks noEditPoints="1"/>
              </p:cNvSpPr>
              <p:nvPr/>
            </p:nvSpPr>
            <p:spPr bwMode="auto">
              <a:xfrm>
                <a:off x="652463" y="3254375"/>
                <a:ext cx="723900" cy="730250"/>
              </a:xfrm>
              <a:custGeom>
                <a:avLst/>
                <a:gdLst>
                  <a:gd name="T0" fmla="*/ 106 w 246"/>
                  <a:gd name="T1" fmla="*/ 86 h 249"/>
                  <a:gd name="T2" fmla="*/ 109 w 246"/>
                  <a:gd name="T3" fmla="*/ 89 h 249"/>
                  <a:gd name="T4" fmla="*/ 123 w 246"/>
                  <a:gd name="T5" fmla="*/ 86 h 249"/>
                  <a:gd name="T6" fmla="*/ 162 w 246"/>
                  <a:gd name="T7" fmla="*/ 125 h 249"/>
                  <a:gd name="T8" fmla="*/ 159 w 246"/>
                  <a:gd name="T9" fmla="*/ 139 h 249"/>
                  <a:gd name="T10" fmla="*/ 162 w 246"/>
                  <a:gd name="T11" fmla="*/ 142 h 249"/>
                  <a:gd name="T12" fmla="*/ 246 w 246"/>
                  <a:gd name="T13" fmla="*/ 0 h 249"/>
                  <a:gd name="T14" fmla="*/ 106 w 246"/>
                  <a:gd name="T15" fmla="*/ 86 h 249"/>
                  <a:gd name="T16" fmla="*/ 123 w 246"/>
                  <a:gd name="T17" fmla="*/ 163 h 249"/>
                  <a:gd name="T18" fmla="*/ 84 w 246"/>
                  <a:gd name="T19" fmla="*/ 125 h 249"/>
                  <a:gd name="T20" fmla="*/ 87 w 246"/>
                  <a:gd name="T21" fmla="*/ 110 h 249"/>
                  <a:gd name="T22" fmla="*/ 85 w 246"/>
                  <a:gd name="T23" fmla="*/ 107 h 249"/>
                  <a:gd name="T24" fmla="*/ 0 w 246"/>
                  <a:gd name="T25" fmla="*/ 249 h 249"/>
                  <a:gd name="T26" fmla="*/ 140 w 246"/>
                  <a:gd name="T27" fmla="*/ 163 h 249"/>
                  <a:gd name="T28" fmla="*/ 138 w 246"/>
                  <a:gd name="T29" fmla="*/ 160 h 249"/>
                  <a:gd name="T30" fmla="*/ 123 w 246"/>
                  <a:gd name="T31" fmla="*/ 163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46" h="249">
                    <a:moveTo>
                      <a:pt x="106" y="86"/>
                    </a:moveTo>
                    <a:cubicBezTo>
                      <a:pt x="109" y="89"/>
                      <a:pt x="109" y="89"/>
                      <a:pt x="109" y="89"/>
                    </a:cubicBezTo>
                    <a:cubicBezTo>
                      <a:pt x="113" y="87"/>
                      <a:pt x="118" y="86"/>
                      <a:pt x="123" y="86"/>
                    </a:cubicBezTo>
                    <a:cubicBezTo>
                      <a:pt x="145" y="86"/>
                      <a:pt x="162" y="103"/>
                      <a:pt x="162" y="125"/>
                    </a:cubicBezTo>
                    <a:cubicBezTo>
                      <a:pt x="162" y="130"/>
                      <a:pt x="161" y="135"/>
                      <a:pt x="159" y="139"/>
                    </a:cubicBezTo>
                    <a:cubicBezTo>
                      <a:pt x="162" y="142"/>
                      <a:pt x="162" y="142"/>
                      <a:pt x="162" y="142"/>
                    </a:cubicBezTo>
                    <a:cubicBezTo>
                      <a:pt x="246" y="0"/>
                      <a:pt x="246" y="0"/>
                      <a:pt x="246" y="0"/>
                    </a:cubicBezTo>
                    <a:lnTo>
                      <a:pt x="106" y="86"/>
                    </a:lnTo>
                    <a:close/>
                    <a:moveTo>
                      <a:pt x="123" y="163"/>
                    </a:moveTo>
                    <a:cubicBezTo>
                      <a:pt x="102" y="163"/>
                      <a:pt x="84" y="146"/>
                      <a:pt x="84" y="125"/>
                    </a:cubicBezTo>
                    <a:cubicBezTo>
                      <a:pt x="84" y="119"/>
                      <a:pt x="86" y="114"/>
                      <a:pt x="87" y="110"/>
                    </a:cubicBezTo>
                    <a:cubicBezTo>
                      <a:pt x="85" y="107"/>
                      <a:pt x="85" y="107"/>
                      <a:pt x="85" y="107"/>
                    </a:cubicBezTo>
                    <a:cubicBezTo>
                      <a:pt x="0" y="249"/>
                      <a:pt x="0" y="249"/>
                      <a:pt x="0" y="249"/>
                    </a:cubicBezTo>
                    <a:cubicBezTo>
                      <a:pt x="140" y="163"/>
                      <a:pt x="140" y="163"/>
                      <a:pt x="140" y="163"/>
                    </a:cubicBezTo>
                    <a:cubicBezTo>
                      <a:pt x="138" y="160"/>
                      <a:pt x="138" y="160"/>
                      <a:pt x="138" y="160"/>
                    </a:cubicBezTo>
                    <a:cubicBezTo>
                      <a:pt x="133" y="162"/>
                      <a:pt x="128" y="163"/>
                      <a:pt x="123" y="16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09" name="Freeform 52"/>
              <p:cNvSpPr>
                <a:spLocks/>
              </p:cNvSpPr>
              <p:nvPr/>
            </p:nvSpPr>
            <p:spPr bwMode="auto">
              <a:xfrm>
                <a:off x="935038" y="2698750"/>
                <a:ext cx="158750" cy="158750"/>
              </a:xfrm>
              <a:custGeom>
                <a:avLst/>
                <a:gdLst>
                  <a:gd name="T0" fmla="*/ 27 w 54"/>
                  <a:gd name="T1" fmla="*/ 0 h 54"/>
                  <a:gd name="T2" fmla="*/ 0 w 54"/>
                  <a:gd name="T3" fmla="*/ 27 h 54"/>
                  <a:gd name="T4" fmla="*/ 0 w 54"/>
                  <a:gd name="T5" fmla="*/ 54 h 54"/>
                  <a:gd name="T6" fmla="*/ 29 w 54"/>
                  <a:gd name="T7" fmla="*/ 52 h 54"/>
                  <a:gd name="T8" fmla="*/ 29 w 54"/>
                  <a:gd name="T9" fmla="*/ 52 h 54"/>
                  <a:gd name="T10" fmla="*/ 54 w 54"/>
                  <a:gd name="T11" fmla="*/ 53 h 54"/>
                  <a:gd name="T12" fmla="*/ 54 w 54"/>
                  <a:gd name="T13" fmla="*/ 27 h 54"/>
                  <a:gd name="T14" fmla="*/ 27 w 54"/>
                  <a:gd name="T15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4" h="54">
                    <a:moveTo>
                      <a:pt x="27" y="0"/>
                    </a:moveTo>
                    <a:cubicBezTo>
                      <a:pt x="12" y="0"/>
                      <a:pt x="0" y="12"/>
                      <a:pt x="0" y="27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10" y="53"/>
                      <a:pt x="1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38" y="52"/>
                      <a:pt x="46" y="52"/>
                      <a:pt x="54" y="53"/>
                    </a:cubicBezTo>
                    <a:cubicBezTo>
                      <a:pt x="54" y="27"/>
                      <a:pt x="54" y="27"/>
                      <a:pt x="54" y="27"/>
                    </a:cubicBezTo>
                    <a:cubicBezTo>
                      <a:pt x="54" y="12"/>
                      <a:pt x="42" y="0"/>
                      <a:pt x="2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471" name="Freeform 48"/>
            <p:cNvSpPr>
              <a:spLocks/>
            </p:cNvSpPr>
            <p:nvPr/>
          </p:nvSpPr>
          <p:spPr bwMode="auto">
            <a:xfrm>
              <a:off x="11455761" y="3861877"/>
              <a:ext cx="681037" cy="377825"/>
            </a:xfrm>
            <a:custGeom>
              <a:avLst/>
              <a:gdLst>
                <a:gd name="T0" fmla="*/ 28 w 119"/>
                <a:gd name="T1" fmla="*/ 17 h 66"/>
                <a:gd name="T2" fmla="*/ 35 w 119"/>
                <a:gd name="T3" fmla="*/ 18 h 66"/>
                <a:gd name="T4" fmla="*/ 54 w 119"/>
                <a:gd name="T5" fmla="*/ 0 h 66"/>
                <a:gd name="T6" fmla="*/ 54 w 119"/>
                <a:gd name="T7" fmla="*/ 36 h 66"/>
                <a:gd name="T8" fmla="*/ 46 w 119"/>
                <a:gd name="T9" fmla="*/ 28 h 66"/>
                <a:gd name="T10" fmla="*/ 37 w 119"/>
                <a:gd name="T11" fmla="*/ 28 h 66"/>
                <a:gd name="T12" fmla="*/ 37 w 119"/>
                <a:gd name="T13" fmla="*/ 28 h 66"/>
                <a:gd name="T14" fmla="*/ 37 w 119"/>
                <a:gd name="T15" fmla="*/ 36 h 66"/>
                <a:gd name="T16" fmla="*/ 55 w 119"/>
                <a:gd name="T17" fmla="*/ 54 h 66"/>
                <a:gd name="T18" fmla="*/ 59 w 119"/>
                <a:gd name="T19" fmla="*/ 56 h 66"/>
                <a:gd name="T20" fmla="*/ 59 w 119"/>
                <a:gd name="T21" fmla="*/ 56 h 66"/>
                <a:gd name="T22" fmla="*/ 60 w 119"/>
                <a:gd name="T23" fmla="*/ 56 h 66"/>
                <a:gd name="T24" fmla="*/ 64 w 119"/>
                <a:gd name="T25" fmla="*/ 54 h 66"/>
                <a:gd name="T26" fmla="*/ 82 w 119"/>
                <a:gd name="T27" fmla="*/ 36 h 66"/>
                <a:gd name="T28" fmla="*/ 82 w 119"/>
                <a:gd name="T29" fmla="*/ 28 h 66"/>
                <a:gd name="T30" fmla="*/ 82 w 119"/>
                <a:gd name="T31" fmla="*/ 28 h 66"/>
                <a:gd name="T32" fmla="*/ 73 w 119"/>
                <a:gd name="T33" fmla="*/ 28 h 66"/>
                <a:gd name="T34" fmla="*/ 65 w 119"/>
                <a:gd name="T35" fmla="*/ 36 h 66"/>
                <a:gd name="T36" fmla="*/ 65 w 119"/>
                <a:gd name="T37" fmla="*/ 0 h 66"/>
                <a:gd name="T38" fmla="*/ 84 w 119"/>
                <a:gd name="T39" fmla="*/ 18 h 66"/>
                <a:gd name="T40" fmla="*/ 91 w 119"/>
                <a:gd name="T41" fmla="*/ 17 h 66"/>
                <a:gd name="T42" fmla="*/ 112 w 119"/>
                <a:gd name="T43" fmla="*/ 38 h 66"/>
                <a:gd name="T44" fmla="*/ 112 w 119"/>
                <a:gd name="T45" fmla="*/ 42 h 66"/>
                <a:gd name="T46" fmla="*/ 119 w 119"/>
                <a:gd name="T47" fmla="*/ 53 h 66"/>
                <a:gd name="T48" fmla="*/ 107 w 119"/>
                <a:gd name="T49" fmla="*/ 66 h 66"/>
                <a:gd name="T50" fmla="*/ 12 w 119"/>
                <a:gd name="T51" fmla="*/ 66 h 66"/>
                <a:gd name="T52" fmla="*/ 0 w 119"/>
                <a:gd name="T53" fmla="*/ 53 h 66"/>
                <a:gd name="T54" fmla="*/ 7 w 119"/>
                <a:gd name="T55" fmla="*/ 42 h 66"/>
                <a:gd name="T56" fmla="*/ 7 w 119"/>
                <a:gd name="T57" fmla="*/ 38 h 66"/>
                <a:gd name="T58" fmla="*/ 28 w 119"/>
                <a:gd name="T59" fmla="*/ 1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19" h="66">
                  <a:moveTo>
                    <a:pt x="28" y="17"/>
                  </a:moveTo>
                  <a:cubicBezTo>
                    <a:pt x="31" y="17"/>
                    <a:pt x="33" y="18"/>
                    <a:pt x="35" y="18"/>
                  </a:cubicBezTo>
                  <a:cubicBezTo>
                    <a:pt x="37" y="9"/>
                    <a:pt x="44" y="2"/>
                    <a:pt x="54" y="0"/>
                  </a:cubicBezTo>
                  <a:cubicBezTo>
                    <a:pt x="54" y="36"/>
                    <a:pt x="54" y="36"/>
                    <a:pt x="54" y="3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3" y="26"/>
                    <a:pt x="40" y="26"/>
                    <a:pt x="37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5" y="30"/>
                    <a:pt x="35" y="34"/>
                    <a:pt x="37" y="36"/>
                  </a:cubicBezTo>
                  <a:cubicBezTo>
                    <a:pt x="55" y="54"/>
                    <a:pt x="55" y="54"/>
                    <a:pt x="55" y="54"/>
                  </a:cubicBezTo>
                  <a:cubicBezTo>
                    <a:pt x="56" y="55"/>
                    <a:pt x="58" y="56"/>
                    <a:pt x="59" y="56"/>
                  </a:cubicBezTo>
                  <a:cubicBezTo>
                    <a:pt x="59" y="56"/>
                    <a:pt x="59" y="56"/>
                    <a:pt x="59" y="56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1" y="56"/>
                    <a:pt x="63" y="55"/>
                    <a:pt x="64" y="54"/>
                  </a:cubicBezTo>
                  <a:cubicBezTo>
                    <a:pt x="82" y="36"/>
                    <a:pt x="82" y="36"/>
                    <a:pt x="82" y="36"/>
                  </a:cubicBezTo>
                  <a:cubicBezTo>
                    <a:pt x="84" y="34"/>
                    <a:pt x="84" y="30"/>
                    <a:pt x="82" y="28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79" y="26"/>
                    <a:pt x="76" y="26"/>
                    <a:pt x="73" y="28"/>
                  </a:cubicBezTo>
                  <a:cubicBezTo>
                    <a:pt x="65" y="36"/>
                    <a:pt x="65" y="36"/>
                    <a:pt x="65" y="36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75" y="2"/>
                    <a:pt x="82" y="9"/>
                    <a:pt x="84" y="18"/>
                  </a:cubicBezTo>
                  <a:cubicBezTo>
                    <a:pt x="86" y="18"/>
                    <a:pt x="88" y="17"/>
                    <a:pt x="91" y="17"/>
                  </a:cubicBezTo>
                  <a:cubicBezTo>
                    <a:pt x="102" y="17"/>
                    <a:pt x="112" y="27"/>
                    <a:pt x="112" y="38"/>
                  </a:cubicBezTo>
                  <a:cubicBezTo>
                    <a:pt x="112" y="39"/>
                    <a:pt x="112" y="40"/>
                    <a:pt x="112" y="42"/>
                  </a:cubicBezTo>
                  <a:cubicBezTo>
                    <a:pt x="116" y="44"/>
                    <a:pt x="119" y="48"/>
                    <a:pt x="119" y="53"/>
                  </a:cubicBezTo>
                  <a:cubicBezTo>
                    <a:pt x="119" y="60"/>
                    <a:pt x="114" y="66"/>
                    <a:pt x="107" y="66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5" y="66"/>
                    <a:pt x="0" y="60"/>
                    <a:pt x="0" y="53"/>
                  </a:cubicBezTo>
                  <a:cubicBezTo>
                    <a:pt x="0" y="48"/>
                    <a:pt x="3" y="44"/>
                    <a:pt x="7" y="42"/>
                  </a:cubicBezTo>
                  <a:cubicBezTo>
                    <a:pt x="7" y="40"/>
                    <a:pt x="7" y="39"/>
                    <a:pt x="7" y="38"/>
                  </a:cubicBezTo>
                  <a:cubicBezTo>
                    <a:pt x="7" y="27"/>
                    <a:pt x="17" y="17"/>
                    <a:pt x="28" y="17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72" name="Freeform 60"/>
            <p:cNvSpPr>
              <a:spLocks noEditPoints="1"/>
            </p:cNvSpPr>
            <p:nvPr/>
          </p:nvSpPr>
          <p:spPr bwMode="auto">
            <a:xfrm>
              <a:off x="1824773" y="5226442"/>
              <a:ext cx="711200" cy="742950"/>
            </a:xfrm>
            <a:custGeom>
              <a:avLst/>
              <a:gdLst>
                <a:gd name="T0" fmla="*/ 173 w 206"/>
                <a:gd name="T1" fmla="*/ 109 h 215"/>
                <a:gd name="T2" fmla="*/ 115 w 206"/>
                <a:gd name="T3" fmla="*/ 124 h 215"/>
                <a:gd name="T4" fmla="*/ 129 w 206"/>
                <a:gd name="T5" fmla="*/ 138 h 215"/>
                <a:gd name="T6" fmla="*/ 67 w 206"/>
                <a:gd name="T7" fmla="*/ 200 h 215"/>
                <a:gd name="T8" fmla="*/ 82 w 206"/>
                <a:gd name="T9" fmla="*/ 215 h 215"/>
                <a:gd name="T10" fmla="*/ 144 w 206"/>
                <a:gd name="T11" fmla="*/ 153 h 215"/>
                <a:gd name="T12" fmla="*/ 153 w 206"/>
                <a:gd name="T13" fmla="*/ 161 h 215"/>
                <a:gd name="T14" fmla="*/ 157 w 206"/>
                <a:gd name="T15" fmla="*/ 166 h 215"/>
                <a:gd name="T16" fmla="*/ 173 w 206"/>
                <a:gd name="T17" fmla="*/ 109 h 215"/>
                <a:gd name="T18" fmla="*/ 68 w 206"/>
                <a:gd name="T19" fmla="*/ 99 h 215"/>
                <a:gd name="T20" fmla="*/ 20 w 206"/>
                <a:gd name="T21" fmla="*/ 111 h 215"/>
                <a:gd name="T22" fmla="*/ 32 w 206"/>
                <a:gd name="T23" fmla="*/ 123 h 215"/>
                <a:gd name="T24" fmla="*/ 1 w 206"/>
                <a:gd name="T25" fmla="*/ 154 h 215"/>
                <a:gd name="T26" fmla="*/ 13 w 206"/>
                <a:gd name="T27" fmla="*/ 166 h 215"/>
                <a:gd name="T28" fmla="*/ 44 w 206"/>
                <a:gd name="T29" fmla="*/ 135 h 215"/>
                <a:gd name="T30" fmla="*/ 51 w 206"/>
                <a:gd name="T31" fmla="*/ 142 h 215"/>
                <a:gd name="T32" fmla="*/ 55 w 206"/>
                <a:gd name="T33" fmla="*/ 146 h 215"/>
                <a:gd name="T34" fmla="*/ 68 w 206"/>
                <a:gd name="T35" fmla="*/ 99 h 215"/>
                <a:gd name="T36" fmla="*/ 106 w 206"/>
                <a:gd name="T37" fmla="*/ 26 h 215"/>
                <a:gd name="T38" fmla="*/ 48 w 206"/>
                <a:gd name="T39" fmla="*/ 41 h 215"/>
                <a:gd name="T40" fmla="*/ 62 w 206"/>
                <a:gd name="T41" fmla="*/ 56 h 215"/>
                <a:gd name="T42" fmla="*/ 0 w 206"/>
                <a:gd name="T43" fmla="*/ 118 h 215"/>
                <a:gd name="T44" fmla="*/ 15 w 206"/>
                <a:gd name="T45" fmla="*/ 132 h 215"/>
                <a:gd name="T46" fmla="*/ 25 w 206"/>
                <a:gd name="T47" fmla="*/ 123 h 215"/>
                <a:gd name="T48" fmla="*/ 10 w 206"/>
                <a:gd name="T49" fmla="*/ 109 h 215"/>
                <a:gd name="T50" fmla="*/ 49 w 206"/>
                <a:gd name="T51" fmla="*/ 99 h 215"/>
                <a:gd name="T52" fmla="*/ 77 w 206"/>
                <a:gd name="T53" fmla="*/ 70 h 215"/>
                <a:gd name="T54" fmla="*/ 86 w 206"/>
                <a:gd name="T55" fmla="*/ 79 h 215"/>
                <a:gd name="T56" fmla="*/ 91 w 206"/>
                <a:gd name="T57" fmla="*/ 84 h 215"/>
                <a:gd name="T58" fmla="*/ 106 w 206"/>
                <a:gd name="T59" fmla="*/ 26 h 215"/>
                <a:gd name="T60" fmla="*/ 206 w 206"/>
                <a:gd name="T61" fmla="*/ 0 h 215"/>
                <a:gd name="T62" fmla="*/ 125 w 206"/>
                <a:gd name="T63" fmla="*/ 21 h 215"/>
                <a:gd name="T64" fmla="*/ 144 w 206"/>
                <a:gd name="T65" fmla="*/ 41 h 215"/>
                <a:gd name="T66" fmla="*/ 68 w 206"/>
                <a:gd name="T67" fmla="*/ 118 h 215"/>
                <a:gd name="T68" fmla="*/ 64 w 206"/>
                <a:gd name="T69" fmla="*/ 134 h 215"/>
                <a:gd name="T70" fmla="*/ 78 w 206"/>
                <a:gd name="T71" fmla="*/ 149 h 215"/>
                <a:gd name="T72" fmla="*/ 165 w 206"/>
                <a:gd name="T73" fmla="*/ 62 h 215"/>
                <a:gd name="T74" fmla="*/ 177 w 206"/>
                <a:gd name="T75" fmla="*/ 74 h 215"/>
                <a:gd name="T76" fmla="*/ 184 w 206"/>
                <a:gd name="T77" fmla="*/ 81 h 215"/>
                <a:gd name="T78" fmla="*/ 206 w 206"/>
                <a:gd name="T79" fmla="*/ 0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06" h="215">
                  <a:moveTo>
                    <a:pt x="173" y="109"/>
                  </a:moveTo>
                  <a:cubicBezTo>
                    <a:pt x="115" y="124"/>
                    <a:pt x="115" y="124"/>
                    <a:pt x="115" y="124"/>
                  </a:cubicBezTo>
                  <a:cubicBezTo>
                    <a:pt x="129" y="138"/>
                    <a:pt x="129" y="138"/>
                    <a:pt x="129" y="138"/>
                  </a:cubicBezTo>
                  <a:cubicBezTo>
                    <a:pt x="67" y="200"/>
                    <a:pt x="67" y="200"/>
                    <a:pt x="67" y="200"/>
                  </a:cubicBezTo>
                  <a:cubicBezTo>
                    <a:pt x="82" y="215"/>
                    <a:pt x="82" y="215"/>
                    <a:pt x="82" y="215"/>
                  </a:cubicBezTo>
                  <a:cubicBezTo>
                    <a:pt x="144" y="153"/>
                    <a:pt x="144" y="153"/>
                    <a:pt x="144" y="153"/>
                  </a:cubicBezTo>
                  <a:cubicBezTo>
                    <a:pt x="153" y="161"/>
                    <a:pt x="153" y="161"/>
                    <a:pt x="153" y="161"/>
                  </a:cubicBezTo>
                  <a:cubicBezTo>
                    <a:pt x="157" y="166"/>
                    <a:pt x="157" y="166"/>
                    <a:pt x="157" y="166"/>
                  </a:cubicBezTo>
                  <a:cubicBezTo>
                    <a:pt x="173" y="109"/>
                    <a:pt x="173" y="109"/>
                    <a:pt x="173" y="109"/>
                  </a:cubicBezTo>
                  <a:moveTo>
                    <a:pt x="68" y="99"/>
                  </a:moveTo>
                  <a:cubicBezTo>
                    <a:pt x="20" y="111"/>
                    <a:pt x="20" y="111"/>
                    <a:pt x="20" y="111"/>
                  </a:cubicBezTo>
                  <a:cubicBezTo>
                    <a:pt x="32" y="123"/>
                    <a:pt x="32" y="123"/>
                    <a:pt x="32" y="123"/>
                  </a:cubicBezTo>
                  <a:cubicBezTo>
                    <a:pt x="1" y="154"/>
                    <a:pt x="1" y="154"/>
                    <a:pt x="1" y="154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44" y="135"/>
                    <a:pt x="44" y="135"/>
                    <a:pt x="44" y="135"/>
                  </a:cubicBezTo>
                  <a:cubicBezTo>
                    <a:pt x="51" y="142"/>
                    <a:pt x="51" y="142"/>
                    <a:pt x="51" y="142"/>
                  </a:cubicBezTo>
                  <a:cubicBezTo>
                    <a:pt x="55" y="146"/>
                    <a:pt x="55" y="146"/>
                    <a:pt x="55" y="146"/>
                  </a:cubicBezTo>
                  <a:cubicBezTo>
                    <a:pt x="68" y="99"/>
                    <a:pt x="68" y="99"/>
                    <a:pt x="68" y="99"/>
                  </a:cubicBezTo>
                  <a:moveTo>
                    <a:pt x="106" y="26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62" y="56"/>
                    <a:pt x="62" y="56"/>
                    <a:pt x="62" y="56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15" y="132"/>
                    <a:pt x="15" y="132"/>
                    <a:pt x="15" y="132"/>
                  </a:cubicBezTo>
                  <a:cubicBezTo>
                    <a:pt x="25" y="123"/>
                    <a:pt x="25" y="123"/>
                    <a:pt x="25" y="123"/>
                  </a:cubicBezTo>
                  <a:cubicBezTo>
                    <a:pt x="21" y="119"/>
                    <a:pt x="10" y="109"/>
                    <a:pt x="10" y="109"/>
                  </a:cubicBezTo>
                  <a:cubicBezTo>
                    <a:pt x="49" y="99"/>
                    <a:pt x="49" y="99"/>
                    <a:pt x="49" y="99"/>
                  </a:cubicBezTo>
                  <a:cubicBezTo>
                    <a:pt x="77" y="70"/>
                    <a:pt x="77" y="70"/>
                    <a:pt x="77" y="70"/>
                  </a:cubicBezTo>
                  <a:cubicBezTo>
                    <a:pt x="86" y="79"/>
                    <a:pt x="86" y="79"/>
                    <a:pt x="86" y="79"/>
                  </a:cubicBezTo>
                  <a:cubicBezTo>
                    <a:pt x="91" y="84"/>
                    <a:pt x="91" y="84"/>
                    <a:pt x="91" y="84"/>
                  </a:cubicBezTo>
                  <a:cubicBezTo>
                    <a:pt x="106" y="26"/>
                    <a:pt x="106" y="26"/>
                    <a:pt x="106" y="26"/>
                  </a:cubicBezTo>
                  <a:moveTo>
                    <a:pt x="206" y="0"/>
                  </a:moveTo>
                  <a:cubicBezTo>
                    <a:pt x="125" y="21"/>
                    <a:pt x="125" y="21"/>
                    <a:pt x="125" y="21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64" y="134"/>
                    <a:pt x="64" y="134"/>
                    <a:pt x="64" y="134"/>
                  </a:cubicBezTo>
                  <a:cubicBezTo>
                    <a:pt x="78" y="149"/>
                    <a:pt x="78" y="149"/>
                    <a:pt x="78" y="149"/>
                  </a:cubicBezTo>
                  <a:cubicBezTo>
                    <a:pt x="165" y="62"/>
                    <a:pt x="165" y="62"/>
                    <a:pt x="165" y="62"/>
                  </a:cubicBezTo>
                  <a:cubicBezTo>
                    <a:pt x="177" y="74"/>
                    <a:pt x="177" y="74"/>
                    <a:pt x="177" y="7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206" y="0"/>
                    <a:pt x="206" y="0"/>
                    <a:pt x="206" y="0"/>
                  </a:cubicBezTo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73" name="Freeform 48"/>
            <p:cNvSpPr>
              <a:spLocks noEditPoints="1"/>
            </p:cNvSpPr>
            <p:nvPr/>
          </p:nvSpPr>
          <p:spPr bwMode="auto">
            <a:xfrm>
              <a:off x="8529833" y="174655"/>
              <a:ext cx="630518" cy="630518"/>
            </a:xfrm>
            <a:custGeom>
              <a:avLst/>
              <a:gdLst>
                <a:gd name="T0" fmla="*/ 152 w 152"/>
                <a:gd name="T1" fmla="*/ 88 h 152"/>
                <a:gd name="T2" fmla="*/ 152 w 152"/>
                <a:gd name="T3" fmla="*/ 64 h 152"/>
                <a:gd name="T4" fmla="*/ 138 w 152"/>
                <a:gd name="T5" fmla="*/ 64 h 152"/>
                <a:gd name="T6" fmla="*/ 128 w 152"/>
                <a:gd name="T7" fmla="*/ 40 h 152"/>
                <a:gd name="T8" fmla="*/ 138 w 152"/>
                <a:gd name="T9" fmla="*/ 31 h 152"/>
                <a:gd name="T10" fmla="*/ 121 w 152"/>
                <a:gd name="T11" fmla="*/ 14 h 152"/>
                <a:gd name="T12" fmla="*/ 111 w 152"/>
                <a:gd name="T13" fmla="*/ 24 h 152"/>
                <a:gd name="T14" fmla="*/ 88 w 152"/>
                <a:gd name="T15" fmla="*/ 14 h 152"/>
                <a:gd name="T16" fmla="*/ 88 w 152"/>
                <a:gd name="T17" fmla="*/ 0 h 152"/>
                <a:gd name="T18" fmla="*/ 64 w 152"/>
                <a:gd name="T19" fmla="*/ 0 h 152"/>
                <a:gd name="T20" fmla="*/ 64 w 152"/>
                <a:gd name="T21" fmla="*/ 14 h 152"/>
                <a:gd name="T22" fmla="*/ 41 w 152"/>
                <a:gd name="T23" fmla="*/ 24 h 152"/>
                <a:gd name="T24" fmla="*/ 31 w 152"/>
                <a:gd name="T25" fmla="*/ 14 h 152"/>
                <a:gd name="T26" fmla="*/ 14 w 152"/>
                <a:gd name="T27" fmla="*/ 31 h 152"/>
                <a:gd name="T28" fmla="*/ 24 w 152"/>
                <a:gd name="T29" fmla="*/ 40 h 152"/>
                <a:gd name="T30" fmla="*/ 14 w 152"/>
                <a:gd name="T31" fmla="*/ 64 h 152"/>
                <a:gd name="T32" fmla="*/ 0 w 152"/>
                <a:gd name="T33" fmla="*/ 64 h 152"/>
                <a:gd name="T34" fmla="*/ 0 w 152"/>
                <a:gd name="T35" fmla="*/ 88 h 152"/>
                <a:gd name="T36" fmla="*/ 14 w 152"/>
                <a:gd name="T37" fmla="*/ 88 h 152"/>
                <a:gd name="T38" fmla="*/ 24 w 152"/>
                <a:gd name="T39" fmla="*/ 111 h 152"/>
                <a:gd name="T40" fmla="*/ 14 w 152"/>
                <a:gd name="T41" fmla="*/ 121 h 152"/>
                <a:gd name="T42" fmla="*/ 31 w 152"/>
                <a:gd name="T43" fmla="*/ 138 h 152"/>
                <a:gd name="T44" fmla="*/ 41 w 152"/>
                <a:gd name="T45" fmla="*/ 128 h 152"/>
                <a:gd name="T46" fmla="*/ 64 w 152"/>
                <a:gd name="T47" fmla="*/ 138 h 152"/>
                <a:gd name="T48" fmla="*/ 64 w 152"/>
                <a:gd name="T49" fmla="*/ 152 h 152"/>
                <a:gd name="T50" fmla="*/ 88 w 152"/>
                <a:gd name="T51" fmla="*/ 152 h 152"/>
                <a:gd name="T52" fmla="*/ 88 w 152"/>
                <a:gd name="T53" fmla="*/ 138 h 152"/>
                <a:gd name="T54" fmla="*/ 111 w 152"/>
                <a:gd name="T55" fmla="*/ 128 h 152"/>
                <a:gd name="T56" fmla="*/ 121 w 152"/>
                <a:gd name="T57" fmla="*/ 138 h 152"/>
                <a:gd name="T58" fmla="*/ 138 w 152"/>
                <a:gd name="T59" fmla="*/ 121 h 152"/>
                <a:gd name="T60" fmla="*/ 128 w 152"/>
                <a:gd name="T61" fmla="*/ 111 h 152"/>
                <a:gd name="T62" fmla="*/ 138 w 152"/>
                <a:gd name="T63" fmla="*/ 88 h 152"/>
                <a:gd name="T64" fmla="*/ 152 w 152"/>
                <a:gd name="T65" fmla="*/ 88 h 152"/>
                <a:gd name="T66" fmla="*/ 76 w 152"/>
                <a:gd name="T67" fmla="*/ 115 h 152"/>
                <a:gd name="T68" fmla="*/ 37 w 152"/>
                <a:gd name="T69" fmla="*/ 76 h 152"/>
                <a:gd name="T70" fmla="*/ 76 w 152"/>
                <a:gd name="T71" fmla="*/ 37 h 152"/>
                <a:gd name="T72" fmla="*/ 115 w 152"/>
                <a:gd name="T73" fmla="*/ 76 h 152"/>
                <a:gd name="T74" fmla="*/ 76 w 152"/>
                <a:gd name="T75" fmla="*/ 115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52">
                  <a:moveTo>
                    <a:pt x="152" y="88"/>
                  </a:moveTo>
                  <a:cubicBezTo>
                    <a:pt x="152" y="64"/>
                    <a:pt x="152" y="64"/>
                    <a:pt x="152" y="64"/>
                  </a:cubicBezTo>
                  <a:cubicBezTo>
                    <a:pt x="138" y="64"/>
                    <a:pt x="138" y="64"/>
                    <a:pt x="138" y="64"/>
                  </a:cubicBezTo>
                  <a:cubicBezTo>
                    <a:pt x="136" y="55"/>
                    <a:pt x="133" y="47"/>
                    <a:pt x="128" y="40"/>
                  </a:cubicBezTo>
                  <a:cubicBezTo>
                    <a:pt x="138" y="31"/>
                    <a:pt x="138" y="31"/>
                    <a:pt x="138" y="31"/>
                  </a:cubicBezTo>
                  <a:cubicBezTo>
                    <a:pt x="121" y="14"/>
                    <a:pt x="121" y="14"/>
                    <a:pt x="121" y="14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04" y="19"/>
                    <a:pt x="96" y="16"/>
                    <a:pt x="88" y="14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4" y="14"/>
                    <a:pt x="64" y="14"/>
                    <a:pt x="64" y="14"/>
                  </a:cubicBezTo>
                  <a:cubicBezTo>
                    <a:pt x="56" y="16"/>
                    <a:pt x="48" y="19"/>
                    <a:pt x="41" y="24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19" y="47"/>
                    <a:pt x="16" y="55"/>
                    <a:pt x="14" y="64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6" y="96"/>
                    <a:pt x="19" y="104"/>
                    <a:pt x="24" y="111"/>
                  </a:cubicBezTo>
                  <a:cubicBezTo>
                    <a:pt x="14" y="121"/>
                    <a:pt x="14" y="121"/>
                    <a:pt x="14" y="121"/>
                  </a:cubicBezTo>
                  <a:cubicBezTo>
                    <a:pt x="31" y="138"/>
                    <a:pt x="31" y="138"/>
                    <a:pt x="31" y="138"/>
                  </a:cubicBezTo>
                  <a:cubicBezTo>
                    <a:pt x="41" y="128"/>
                    <a:pt x="41" y="128"/>
                    <a:pt x="41" y="128"/>
                  </a:cubicBezTo>
                  <a:cubicBezTo>
                    <a:pt x="48" y="133"/>
                    <a:pt x="56" y="136"/>
                    <a:pt x="64" y="138"/>
                  </a:cubicBezTo>
                  <a:cubicBezTo>
                    <a:pt x="64" y="152"/>
                    <a:pt x="64" y="152"/>
                    <a:pt x="64" y="152"/>
                  </a:cubicBezTo>
                  <a:cubicBezTo>
                    <a:pt x="88" y="152"/>
                    <a:pt x="88" y="152"/>
                    <a:pt x="88" y="152"/>
                  </a:cubicBezTo>
                  <a:cubicBezTo>
                    <a:pt x="88" y="138"/>
                    <a:pt x="88" y="138"/>
                    <a:pt x="88" y="138"/>
                  </a:cubicBezTo>
                  <a:cubicBezTo>
                    <a:pt x="96" y="136"/>
                    <a:pt x="104" y="133"/>
                    <a:pt x="111" y="128"/>
                  </a:cubicBezTo>
                  <a:cubicBezTo>
                    <a:pt x="121" y="138"/>
                    <a:pt x="121" y="138"/>
                    <a:pt x="121" y="138"/>
                  </a:cubicBezTo>
                  <a:cubicBezTo>
                    <a:pt x="138" y="121"/>
                    <a:pt x="138" y="121"/>
                    <a:pt x="138" y="121"/>
                  </a:cubicBezTo>
                  <a:cubicBezTo>
                    <a:pt x="128" y="111"/>
                    <a:pt x="128" y="111"/>
                    <a:pt x="128" y="111"/>
                  </a:cubicBezTo>
                  <a:cubicBezTo>
                    <a:pt x="133" y="104"/>
                    <a:pt x="136" y="96"/>
                    <a:pt x="138" y="88"/>
                  </a:cubicBezTo>
                  <a:lnTo>
                    <a:pt x="152" y="88"/>
                  </a:lnTo>
                  <a:close/>
                  <a:moveTo>
                    <a:pt x="76" y="115"/>
                  </a:moveTo>
                  <a:cubicBezTo>
                    <a:pt x="54" y="115"/>
                    <a:pt x="37" y="98"/>
                    <a:pt x="37" y="76"/>
                  </a:cubicBezTo>
                  <a:cubicBezTo>
                    <a:pt x="37" y="54"/>
                    <a:pt x="54" y="37"/>
                    <a:pt x="76" y="37"/>
                  </a:cubicBezTo>
                  <a:cubicBezTo>
                    <a:pt x="98" y="37"/>
                    <a:pt x="115" y="54"/>
                    <a:pt x="115" y="76"/>
                  </a:cubicBezTo>
                  <a:cubicBezTo>
                    <a:pt x="115" y="98"/>
                    <a:pt x="98" y="115"/>
                    <a:pt x="76" y="115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474" name="组合 473"/>
            <p:cNvGrpSpPr/>
            <p:nvPr/>
          </p:nvGrpSpPr>
          <p:grpSpPr>
            <a:xfrm>
              <a:off x="1276471" y="5822474"/>
              <a:ext cx="1038225" cy="906463"/>
              <a:chOff x="2131219" y="2843502"/>
              <a:chExt cx="1038225" cy="906463"/>
            </a:xfrm>
            <a:grpFill/>
          </p:grpSpPr>
          <p:sp>
            <p:nvSpPr>
              <p:cNvPr id="494" name="Freeform 22"/>
              <p:cNvSpPr>
                <a:spLocks noEditPoints="1"/>
              </p:cNvSpPr>
              <p:nvPr/>
            </p:nvSpPr>
            <p:spPr bwMode="auto">
              <a:xfrm>
                <a:off x="2496344" y="2895890"/>
                <a:ext cx="314325" cy="808038"/>
              </a:xfrm>
              <a:custGeom>
                <a:avLst/>
                <a:gdLst>
                  <a:gd name="T0" fmla="*/ 0 w 42"/>
                  <a:gd name="T1" fmla="*/ 21 h 108"/>
                  <a:gd name="T2" fmla="*/ 0 w 42"/>
                  <a:gd name="T3" fmla="*/ 108 h 108"/>
                  <a:gd name="T4" fmla="*/ 42 w 42"/>
                  <a:gd name="T5" fmla="*/ 108 h 108"/>
                  <a:gd name="T6" fmla="*/ 42 w 42"/>
                  <a:gd name="T7" fmla="*/ 20 h 108"/>
                  <a:gd name="T8" fmla="*/ 21 w 42"/>
                  <a:gd name="T9" fmla="*/ 0 h 108"/>
                  <a:gd name="T10" fmla="*/ 0 w 42"/>
                  <a:gd name="T11" fmla="*/ 21 h 108"/>
                  <a:gd name="T12" fmla="*/ 33 w 42"/>
                  <a:gd name="T13" fmla="*/ 29 h 108"/>
                  <a:gd name="T14" fmla="*/ 20 w 42"/>
                  <a:gd name="T15" fmla="*/ 42 h 108"/>
                  <a:gd name="T16" fmla="*/ 8 w 42"/>
                  <a:gd name="T17" fmla="*/ 29 h 108"/>
                  <a:gd name="T18" fmla="*/ 20 w 42"/>
                  <a:gd name="T19" fmla="*/ 17 h 108"/>
                  <a:gd name="T20" fmla="*/ 33 w 42"/>
                  <a:gd name="T21" fmla="*/ 29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2" h="108">
                    <a:moveTo>
                      <a:pt x="0" y="21"/>
                    </a:moveTo>
                    <a:cubicBezTo>
                      <a:pt x="0" y="108"/>
                      <a:pt x="0" y="108"/>
                      <a:pt x="0" y="108"/>
                    </a:cubicBezTo>
                    <a:cubicBezTo>
                      <a:pt x="42" y="108"/>
                      <a:pt x="42" y="108"/>
                      <a:pt x="42" y="108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21" y="0"/>
                      <a:pt x="21" y="0"/>
                      <a:pt x="21" y="0"/>
                    </a:cubicBezTo>
                    <a:lnTo>
                      <a:pt x="0" y="21"/>
                    </a:lnTo>
                    <a:close/>
                    <a:moveTo>
                      <a:pt x="33" y="29"/>
                    </a:moveTo>
                    <a:cubicBezTo>
                      <a:pt x="33" y="36"/>
                      <a:pt x="28" y="42"/>
                      <a:pt x="20" y="42"/>
                    </a:cubicBezTo>
                    <a:cubicBezTo>
                      <a:pt x="13" y="42"/>
                      <a:pt x="8" y="36"/>
                      <a:pt x="8" y="29"/>
                    </a:cubicBezTo>
                    <a:cubicBezTo>
                      <a:pt x="8" y="22"/>
                      <a:pt x="13" y="17"/>
                      <a:pt x="20" y="17"/>
                    </a:cubicBezTo>
                    <a:cubicBezTo>
                      <a:pt x="28" y="17"/>
                      <a:pt x="33" y="22"/>
                      <a:pt x="33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95" name="Freeform 23"/>
              <p:cNvSpPr>
                <a:spLocks noEditPoints="1"/>
              </p:cNvSpPr>
              <p:nvPr/>
            </p:nvSpPr>
            <p:spPr bwMode="auto">
              <a:xfrm>
                <a:off x="2572544" y="3037177"/>
                <a:ext cx="155575" cy="158750"/>
              </a:xfrm>
              <a:custGeom>
                <a:avLst/>
                <a:gdLst>
                  <a:gd name="T0" fmla="*/ 10 w 21"/>
                  <a:gd name="T1" fmla="*/ 2 h 21"/>
                  <a:gd name="T2" fmla="*/ 10 w 21"/>
                  <a:gd name="T3" fmla="*/ 2 h 21"/>
                  <a:gd name="T4" fmla="*/ 10 w 21"/>
                  <a:gd name="T5" fmla="*/ 0 h 21"/>
                  <a:gd name="T6" fmla="*/ 10 w 21"/>
                  <a:gd name="T7" fmla="*/ 0 h 21"/>
                  <a:gd name="T8" fmla="*/ 0 w 21"/>
                  <a:gd name="T9" fmla="*/ 10 h 21"/>
                  <a:gd name="T10" fmla="*/ 2 w 21"/>
                  <a:gd name="T11" fmla="*/ 10 h 21"/>
                  <a:gd name="T12" fmla="*/ 2 w 21"/>
                  <a:gd name="T13" fmla="*/ 10 h 21"/>
                  <a:gd name="T14" fmla="*/ 2 w 21"/>
                  <a:gd name="T15" fmla="*/ 11 h 21"/>
                  <a:gd name="T16" fmla="*/ 0 w 21"/>
                  <a:gd name="T17" fmla="*/ 11 h 21"/>
                  <a:gd name="T18" fmla="*/ 10 w 21"/>
                  <a:gd name="T19" fmla="*/ 21 h 21"/>
                  <a:gd name="T20" fmla="*/ 10 w 21"/>
                  <a:gd name="T21" fmla="*/ 19 h 21"/>
                  <a:gd name="T22" fmla="*/ 10 w 21"/>
                  <a:gd name="T23" fmla="*/ 19 h 21"/>
                  <a:gd name="T24" fmla="*/ 11 w 21"/>
                  <a:gd name="T25" fmla="*/ 19 h 21"/>
                  <a:gd name="T26" fmla="*/ 11 w 21"/>
                  <a:gd name="T27" fmla="*/ 21 h 21"/>
                  <a:gd name="T28" fmla="*/ 21 w 21"/>
                  <a:gd name="T29" fmla="*/ 11 h 21"/>
                  <a:gd name="T30" fmla="*/ 19 w 21"/>
                  <a:gd name="T31" fmla="*/ 11 h 21"/>
                  <a:gd name="T32" fmla="*/ 19 w 21"/>
                  <a:gd name="T33" fmla="*/ 10 h 21"/>
                  <a:gd name="T34" fmla="*/ 19 w 21"/>
                  <a:gd name="T35" fmla="*/ 10 h 21"/>
                  <a:gd name="T36" fmla="*/ 21 w 21"/>
                  <a:gd name="T37" fmla="*/ 10 h 21"/>
                  <a:gd name="T38" fmla="*/ 11 w 21"/>
                  <a:gd name="T39" fmla="*/ 0 h 21"/>
                  <a:gd name="T40" fmla="*/ 11 w 21"/>
                  <a:gd name="T41" fmla="*/ 0 h 21"/>
                  <a:gd name="T42" fmla="*/ 11 w 21"/>
                  <a:gd name="T43" fmla="*/ 2 h 21"/>
                  <a:gd name="T44" fmla="*/ 10 w 21"/>
                  <a:gd name="T45" fmla="*/ 2 h 21"/>
                  <a:gd name="T46" fmla="*/ 11 w 21"/>
                  <a:gd name="T47" fmla="*/ 10 h 21"/>
                  <a:gd name="T48" fmla="*/ 17 w 21"/>
                  <a:gd name="T49" fmla="*/ 10 h 21"/>
                  <a:gd name="T50" fmla="*/ 18 w 21"/>
                  <a:gd name="T51" fmla="*/ 10 h 21"/>
                  <a:gd name="T52" fmla="*/ 17 w 21"/>
                  <a:gd name="T53" fmla="*/ 11 h 21"/>
                  <a:gd name="T54" fmla="*/ 11 w 21"/>
                  <a:gd name="T55" fmla="*/ 11 h 21"/>
                  <a:gd name="T56" fmla="*/ 10 w 21"/>
                  <a:gd name="T57" fmla="*/ 11 h 21"/>
                  <a:gd name="T58" fmla="*/ 9 w 21"/>
                  <a:gd name="T59" fmla="*/ 10 h 21"/>
                  <a:gd name="T60" fmla="*/ 9 w 21"/>
                  <a:gd name="T61" fmla="*/ 10 h 21"/>
                  <a:gd name="T62" fmla="*/ 5 w 21"/>
                  <a:gd name="T63" fmla="*/ 6 h 21"/>
                  <a:gd name="T64" fmla="*/ 5 w 21"/>
                  <a:gd name="T65" fmla="*/ 5 h 21"/>
                  <a:gd name="T66" fmla="*/ 6 w 21"/>
                  <a:gd name="T67" fmla="*/ 5 h 21"/>
                  <a:gd name="T68" fmla="*/ 10 w 21"/>
                  <a:gd name="T69" fmla="*/ 9 h 21"/>
                  <a:gd name="T70" fmla="*/ 10 w 21"/>
                  <a:gd name="T71" fmla="*/ 9 h 21"/>
                  <a:gd name="T72" fmla="*/ 11 w 21"/>
                  <a:gd name="T73" fmla="*/ 1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1" h="21">
                    <a:moveTo>
                      <a:pt x="10" y="2"/>
                    </a:moveTo>
                    <a:cubicBezTo>
                      <a:pt x="10" y="2"/>
                      <a:pt x="10" y="2"/>
                      <a:pt x="10" y="2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4"/>
                      <a:pt x="0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6"/>
                      <a:pt x="5" y="21"/>
                      <a:pt x="10" y="21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6" y="21"/>
                      <a:pt x="21" y="16"/>
                      <a:pt x="21" y="11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1"/>
                      <a:pt x="19" y="11"/>
                      <a:pt x="19" y="10"/>
                    </a:cubicBezTo>
                    <a:cubicBezTo>
                      <a:pt x="19" y="10"/>
                      <a:pt x="19" y="10"/>
                      <a:pt x="19" y="10"/>
                    </a:cubicBezTo>
                    <a:cubicBezTo>
                      <a:pt x="21" y="10"/>
                      <a:pt x="21" y="10"/>
                      <a:pt x="21" y="10"/>
                    </a:cubicBezTo>
                    <a:cubicBezTo>
                      <a:pt x="21" y="4"/>
                      <a:pt x="16" y="0"/>
                      <a:pt x="11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11" y="2"/>
                      <a:pt x="11" y="2"/>
                      <a:pt x="10" y="2"/>
                    </a:cubicBezTo>
                    <a:close/>
                    <a:moveTo>
                      <a:pt x="11" y="10"/>
                    </a:moveTo>
                    <a:cubicBezTo>
                      <a:pt x="17" y="10"/>
                      <a:pt x="17" y="10"/>
                      <a:pt x="17" y="10"/>
                    </a:cubicBezTo>
                    <a:cubicBezTo>
                      <a:pt x="18" y="10"/>
                      <a:pt x="18" y="10"/>
                      <a:pt x="18" y="10"/>
                    </a:cubicBezTo>
                    <a:cubicBezTo>
                      <a:pt x="18" y="11"/>
                      <a:pt x="18" y="11"/>
                      <a:pt x="17" y="11"/>
                    </a:cubicBezTo>
                    <a:cubicBezTo>
                      <a:pt x="11" y="11"/>
                      <a:pt x="11" y="11"/>
                      <a:pt x="11" y="11"/>
                    </a:cubicBezTo>
                    <a:cubicBezTo>
                      <a:pt x="11" y="11"/>
                      <a:pt x="11" y="11"/>
                      <a:pt x="10" y="11"/>
                    </a:cubicBezTo>
                    <a:cubicBezTo>
                      <a:pt x="10" y="11"/>
                      <a:pt x="9" y="11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6"/>
                      <a:pt x="5" y="6"/>
                      <a:pt x="5" y="5"/>
                    </a:cubicBezTo>
                    <a:cubicBezTo>
                      <a:pt x="5" y="5"/>
                      <a:pt x="6" y="5"/>
                      <a:pt x="6" y="5"/>
                    </a:cubicBezTo>
                    <a:cubicBezTo>
                      <a:pt x="10" y="9"/>
                      <a:pt x="10" y="9"/>
                      <a:pt x="10" y="9"/>
                    </a:cubicBezTo>
                    <a:cubicBezTo>
                      <a:pt x="10" y="9"/>
                      <a:pt x="10" y="9"/>
                      <a:pt x="10" y="9"/>
                    </a:cubicBezTo>
                    <a:cubicBezTo>
                      <a:pt x="11" y="9"/>
                      <a:pt x="11" y="10"/>
                      <a:pt x="11" y="1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96" name="Freeform 24"/>
              <p:cNvSpPr>
                <a:spLocks/>
              </p:cNvSpPr>
              <p:nvPr/>
            </p:nvSpPr>
            <p:spPr bwMode="auto">
              <a:xfrm>
                <a:off x="2421731" y="2843502"/>
                <a:ext cx="455612" cy="246063"/>
              </a:xfrm>
              <a:custGeom>
                <a:avLst/>
                <a:gdLst>
                  <a:gd name="T0" fmla="*/ 47 w 287"/>
                  <a:gd name="T1" fmla="*/ 118 h 155"/>
                  <a:gd name="T2" fmla="*/ 146 w 287"/>
                  <a:gd name="T3" fmla="*/ 19 h 155"/>
                  <a:gd name="T4" fmla="*/ 245 w 287"/>
                  <a:gd name="T5" fmla="*/ 113 h 155"/>
                  <a:gd name="T6" fmla="*/ 283 w 287"/>
                  <a:gd name="T7" fmla="*/ 151 h 155"/>
                  <a:gd name="T8" fmla="*/ 287 w 287"/>
                  <a:gd name="T9" fmla="*/ 141 h 155"/>
                  <a:gd name="T10" fmla="*/ 245 w 287"/>
                  <a:gd name="T11" fmla="*/ 94 h 155"/>
                  <a:gd name="T12" fmla="*/ 146 w 287"/>
                  <a:gd name="T13" fmla="*/ 0 h 155"/>
                  <a:gd name="T14" fmla="*/ 146 w 287"/>
                  <a:gd name="T15" fmla="*/ 0 h 155"/>
                  <a:gd name="T16" fmla="*/ 142 w 287"/>
                  <a:gd name="T17" fmla="*/ 0 h 155"/>
                  <a:gd name="T18" fmla="*/ 47 w 287"/>
                  <a:gd name="T19" fmla="*/ 99 h 155"/>
                  <a:gd name="T20" fmla="*/ 0 w 287"/>
                  <a:gd name="T21" fmla="*/ 146 h 155"/>
                  <a:gd name="T22" fmla="*/ 10 w 287"/>
                  <a:gd name="T23" fmla="*/ 155 h 155"/>
                  <a:gd name="T24" fmla="*/ 47 w 287"/>
                  <a:gd name="T25" fmla="*/ 118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7" h="155">
                    <a:moveTo>
                      <a:pt x="47" y="118"/>
                    </a:moveTo>
                    <a:lnTo>
                      <a:pt x="146" y="19"/>
                    </a:lnTo>
                    <a:lnTo>
                      <a:pt x="245" y="113"/>
                    </a:lnTo>
                    <a:lnTo>
                      <a:pt x="283" y="151"/>
                    </a:lnTo>
                    <a:lnTo>
                      <a:pt x="287" y="141"/>
                    </a:lnTo>
                    <a:lnTo>
                      <a:pt x="245" y="94"/>
                    </a:lnTo>
                    <a:lnTo>
                      <a:pt x="146" y="0"/>
                    </a:lnTo>
                    <a:lnTo>
                      <a:pt x="146" y="0"/>
                    </a:lnTo>
                    <a:lnTo>
                      <a:pt x="142" y="0"/>
                    </a:lnTo>
                    <a:lnTo>
                      <a:pt x="47" y="99"/>
                    </a:lnTo>
                    <a:lnTo>
                      <a:pt x="0" y="146"/>
                    </a:lnTo>
                    <a:lnTo>
                      <a:pt x="10" y="155"/>
                    </a:lnTo>
                    <a:lnTo>
                      <a:pt x="47" y="11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97" name="Freeform 25"/>
              <p:cNvSpPr>
                <a:spLocks/>
              </p:cNvSpPr>
              <p:nvPr/>
            </p:nvSpPr>
            <p:spPr bwMode="auto">
              <a:xfrm>
                <a:off x="2131219" y="3262602"/>
                <a:ext cx="336550" cy="112713"/>
              </a:xfrm>
              <a:custGeom>
                <a:avLst/>
                <a:gdLst>
                  <a:gd name="T0" fmla="*/ 212 w 212"/>
                  <a:gd name="T1" fmla="*/ 0 h 71"/>
                  <a:gd name="T2" fmla="*/ 14 w 212"/>
                  <a:gd name="T3" fmla="*/ 0 h 71"/>
                  <a:gd name="T4" fmla="*/ 0 w 212"/>
                  <a:gd name="T5" fmla="*/ 71 h 71"/>
                  <a:gd name="T6" fmla="*/ 212 w 212"/>
                  <a:gd name="T7" fmla="*/ 71 h 71"/>
                  <a:gd name="T8" fmla="*/ 212 w 212"/>
                  <a:gd name="T9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2" h="71">
                    <a:moveTo>
                      <a:pt x="212" y="0"/>
                    </a:moveTo>
                    <a:lnTo>
                      <a:pt x="14" y="0"/>
                    </a:lnTo>
                    <a:lnTo>
                      <a:pt x="0" y="71"/>
                    </a:lnTo>
                    <a:lnTo>
                      <a:pt x="212" y="71"/>
                    </a:lnTo>
                    <a:lnTo>
                      <a:pt x="2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98" name="Freeform 26"/>
              <p:cNvSpPr>
                <a:spLocks/>
              </p:cNvSpPr>
              <p:nvPr/>
            </p:nvSpPr>
            <p:spPr bwMode="auto">
              <a:xfrm>
                <a:off x="2832894" y="3262602"/>
                <a:ext cx="336550" cy="112713"/>
              </a:xfrm>
              <a:custGeom>
                <a:avLst/>
                <a:gdLst>
                  <a:gd name="T0" fmla="*/ 0 w 212"/>
                  <a:gd name="T1" fmla="*/ 71 h 71"/>
                  <a:gd name="T2" fmla="*/ 212 w 212"/>
                  <a:gd name="T3" fmla="*/ 71 h 71"/>
                  <a:gd name="T4" fmla="*/ 197 w 212"/>
                  <a:gd name="T5" fmla="*/ 0 h 71"/>
                  <a:gd name="T6" fmla="*/ 0 w 212"/>
                  <a:gd name="T7" fmla="*/ 0 h 71"/>
                  <a:gd name="T8" fmla="*/ 0 w 212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2" h="71">
                    <a:moveTo>
                      <a:pt x="0" y="71"/>
                    </a:moveTo>
                    <a:lnTo>
                      <a:pt x="212" y="71"/>
                    </a:lnTo>
                    <a:lnTo>
                      <a:pt x="197" y="0"/>
                    </a:lnTo>
                    <a:lnTo>
                      <a:pt x="0" y="0"/>
                    </a:lnTo>
                    <a:lnTo>
                      <a:pt x="0" y="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99" name="Freeform 27"/>
              <p:cNvSpPr>
                <a:spLocks noEditPoints="1"/>
              </p:cNvSpPr>
              <p:nvPr/>
            </p:nvSpPr>
            <p:spPr bwMode="auto">
              <a:xfrm>
                <a:off x="2197894" y="3389602"/>
                <a:ext cx="269875" cy="314325"/>
              </a:xfrm>
              <a:custGeom>
                <a:avLst/>
                <a:gdLst>
                  <a:gd name="T0" fmla="*/ 170 w 170"/>
                  <a:gd name="T1" fmla="*/ 198 h 198"/>
                  <a:gd name="T2" fmla="*/ 170 w 170"/>
                  <a:gd name="T3" fmla="*/ 0 h 198"/>
                  <a:gd name="T4" fmla="*/ 0 w 170"/>
                  <a:gd name="T5" fmla="*/ 0 h 198"/>
                  <a:gd name="T6" fmla="*/ 0 w 170"/>
                  <a:gd name="T7" fmla="*/ 198 h 198"/>
                  <a:gd name="T8" fmla="*/ 170 w 170"/>
                  <a:gd name="T9" fmla="*/ 198 h 198"/>
                  <a:gd name="T10" fmla="*/ 123 w 170"/>
                  <a:gd name="T11" fmla="*/ 38 h 198"/>
                  <a:gd name="T12" fmla="*/ 160 w 170"/>
                  <a:gd name="T13" fmla="*/ 38 h 198"/>
                  <a:gd name="T14" fmla="*/ 160 w 170"/>
                  <a:gd name="T15" fmla="*/ 71 h 198"/>
                  <a:gd name="T16" fmla="*/ 123 w 170"/>
                  <a:gd name="T17" fmla="*/ 71 h 198"/>
                  <a:gd name="T18" fmla="*/ 123 w 170"/>
                  <a:gd name="T19" fmla="*/ 38 h 198"/>
                  <a:gd name="T20" fmla="*/ 123 w 170"/>
                  <a:gd name="T21" fmla="*/ 85 h 198"/>
                  <a:gd name="T22" fmla="*/ 160 w 170"/>
                  <a:gd name="T23" fmla="*/ 85 h 198"/>
                  <a:gd name="T24" fmla="*/ 160 w 170"/>
                  <a:gd name="T25" fmla="*/ 118 h 198"/>
                  <a:gd name="T26" fmla="*/ 123 w 170"/>
                  <a:gd name="T27" fmla="*/ 118 h 198"/>
                  <a:gd name="T28" fmla="*/ 123 w 170"/>
                  <a:gd name="T29" fmla="*/ 85 h 198"/>
                  <a:gd name="T30" fmla="*/ 123 w 170"/>
                  <a:gd name="T31" fmla="*/ 137 h 198"/>
                  <a:gd name="T32" fmla="*/ 156 w 170"/>
                  <a:gd name="T33" fmla="*/ 137 h 198"/>
                  <a:gd name="T34" fmla="*/ 156 w 170"/>
                  <a:gd name="T35" fmla="*/ 165 h 198"/>
                  <a:gd name="T36" fmla="*/ 123 w 170"/>
                  <a:gd name="T37" fmla="*/ 165 h 198"/>
                  <a:gd name="T38" fmla="*/ 123 w 170"/>
                  <a:gd name="T39" fmla="*/ 137 h 198"/>
                  <a:gd name="T40" fmla="*/ 66 w 170"/>
                  <a:gd name="T41" fmla="*/ 38 h 198"/>
                  <a:gd name="T42" fmla="*/ 104 w 170"/>
                  <a:gd name="T43" fmla="*/ 38 h 198"/>
                  <a:gd name="T44" fmla="*/ 104 w 170"/>
                  <a:gd name="T45" fmla="*/ 71 h 198"/>
                  <a:gd name="T46" fmla="*/ 66 w 170"/>
                  <a:gd name="T47" fmla="*/ 71 h 198"/>
                  <a:gd name="T48" fmla="*/ 66 w 170"/>
                  <a:gd name="T49" fmla="*/ 38 h 198"/>
                  <a:gd name="T50" fmla="*/ 66 w 170"/>
                  <a:gd name="T51" fmla="*/ 85 h 198"/>
                  <a:gd name="T52" fmla="*/ 104 w 170"/>
                  <a:gd name="T53" fmla="*/ 85 h 198"/>
                  <a:gd name="T54" fmla="*/ 104 w 170"/>
                  <a:gd name="T55" fmla="*/ 118 h 198"/>
                  <a:gd name="T56" fmla="*/ 66 w 170"/>
                  <a:gd name="T57" fmla="*/ 118 h 198"/>
                  <a:gd name="T58" fmla="*/ 66 w 170"/>
                  <a:gd name="T59" fmla="*/ 85 h 198"/>
                  <a:gd name="T60" fmla="*/ 66 w 170"/>
                  <a:gd name="T61" fmla="*/ 137 h 198"/>
                  <a:gd name="T62" fmla="*/ 104 w 170"/>
                  <a:gd name="T63" fmla="*/ 137 h 198"/>
                  <a:gd name="T64" fmla="*/ 104 w 170"/>
                  <a:gd name="T65" fmla="*/ 165 h 198"/>
                  <a:gd name="T66" fmla="*/ 66 w 170"/>
                  <a:gd name="T67" fmla="*/ 165 h 198"/>
                  <a:gd name="T68" fmla="*/ 66 w 170"/>
                  <a:gd name="T69" fmla="*/ 137 h 198"/>
                  <a:gd name="T70" fmla="*/ 15 w 170"/>
                  <a:gd name="T71" fmla="*/ 38 h 198"/>
                  <a:gd name="T72" fmla="*/ 52 w 170"/>
                  <a:gd name="T73" fmla="*/ 38 h 198"/>
                  <a:gd name="T74" fmla="*/ 52 w 170"/>
                  <a:gd name="T75" fmla="*/ 71 h 198"/>
                  <a:gd name="T76" fmla="*/ 15 w 170"/>
                  <a:gd name="T77" fmla="*/ 71 h 198"/>
                  <a:gd name="T78" fmla="*/ 15 w 170"/>
                  <a:gd name="T79" fmla="*/ 38 h 198"/>
                  <a:gd name="T80" fmla="*/ 15 w 170"/>
                  <a:gd name="T81" fmla="*/ 85 h 198"/>
                  <a:gd name="T82" fmla="*/ 52 w 170"/>
                  <a:gd name="T83" fmla="*/ 85 h 198"/>
                  <a:gd name="T84" fmla="*/ 52 w 170"/>
                  <a:gd name="T85" fmla="*/ 118 h 198"/>
                  <a:gd name="T86" fmla="*/ 15 w 170"/>
                  <a:gd name="T87" fmla="*/ 118 h 198"/>
                  <a:gd name="T88" fmla="*/ 15 w 170"/>
                  <a:gd name="T89" fmla="*/ 85 h 198"/>
                  <a:gd name="T90" fmla="*/ 15 w 170"/>
                  <a:gd name="T91" fmla="*/ 137 h 198"/>
                  <a:gd name="T92" fmla="*/ 47 w 170"/>
                  <a:gd name="T93" fmla="*/ 137 h 198"/>
                  <a:gd name="T94" fmla="*/ 47 w 170"/>
                  <a:gd name="T95" fmla="*/ 165 h 198"/>
                  <a:gd name="T96" fmla="*/ 15 w 170"/>
                  <a:gd name="T97" fmla="*/ 165 h 198"/>
                  <a:gd name="T98" fmla="*/ 15 w 170"/>
                  <a:gd name="T99" fmla="*/ 137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70" h="198">
                    <a:moveTo>
                      <a:pt x="170" y="198"/>
                    </a:moveTo>
                    <a:lnTo>
                      <a:pt x="170" y="0"/>
                    </a:lnTo>
                    <a:lnTo>
                      <a:pt x="0" y="0"/>
                    </a:lnTo>
                    <a:lnTo>
                      <a:pt x="0" y="198"/>
                    </a:lnTo>
                    <a:lnTo>
                      <a:pt x="170" y="198"/>
                    </a:lnTo>
                    <a:close/>
                    <a:moveTo>
                      <a:pt x="123" y="38"/>
                    </a:moveTo>
                    <a:lnTo>
                      <a:pt x="160" y="38"/>
                    </a:lnTo>
                    <a:lnTo>
                      <a:pt x="160" y="71"/>
                    </a:lnTo>
                    <a:lnTo>
                      <a:pt x="123" y="71"/>
                    </a:lnTo>
                    <a:lnTo>
                      <a:pt x="123" y="38"/>
                    </a:lnTo>
                    <a:close/>
                    <a:moveTo>
                      <a:pt x="123" y="85"/>
                    </a:moveTo>
                    <a:lnTo>
                      <a:pt x="160" y="85"/>
                    </a:lnTo>
                    <a:lnTo>
                      <a:pt x="160" y="118"/>
                    </a:lnTo>
                    <a:lnTo>
                      <a:pt x="123" y="118"/>
                    </a:lnTo>
                    <a:lnTo>
                      <a:pt x="123" y="85"/>
                    </a:lnTo>
                    <a:close/>
                    <a:moveTo>
                      <a:pt x="123" y="137"/>
                    </a:moveTo>
                    <a:lnTo>
                      <a:pt x="156" y="137"/>
                    </a:lnTo>
                    <a:lnTo>
                      <a:pt x="156" y="165"/>
                    </a:lnTo>
                    <a:lnTo>
                      <a:pt x="123" y="165"/>
                    </a:lnTo>
                    <a:lnTo>
                      <a:pt x="123" y="137"/>
                    </a:lnTo>
                    <a:close/>
                    <a:moveTo>
                      <a:pt x="66" y="38"/>
                    </a:moveTo>
                    <a:lnTo>
                      <a:pt x="104" y="38"/>
                    </a:lnTo>
                    <a:lnTo>
                      <a:pt x="104" y="71"/>
                    </a:lnTo>
                    <a:lnTo>
                      <a:pt x="66" y="71"/>
                    </a:lnTo>
                    <a:lnTo>
                      <a:pt x="66" y="38"/>
                    </a:lnTo>
                    <a:close/>
                    <a:moveTo>
                      <a:pt x="66" y="85"/>
                    </a:moveTo>
                    <a:lnTo>
                      <a:pt x="104" y="85"/>
                    </a:lnTo>
                    <a:lnTo>
                      <a:pt x="104" y="118"/>
                    </a:lnTo>
                    <a:lnTo>
                      <a:pt x="66" y="118"/>
                    </a:lnTo>
                    <a:lnTo>
                      <a:pt x="66" y="85"/>
                    </a:lnTo>
                    <a:close/>
                    <a:moveTo>
                      <a:pt x="66" y="137"/>
                    </a:moveTo>
                    <a:lnTo>
                      <a:pt x="104" y="137"/>
                    </a:lnTo>
                    <a:lnTo>
                      <a:pt x="104" y="165"/>
                    </a:lnTo>
                    <a:lnTo>
                      <a:pt x="66" y="165"/>
                    </a:lnTo>
                    <a:lnTo>
                      <a:pt x="66" y="137"/>
                    </a:lnTo>
                    <a:close/>
                    <a:moveTo>
                      <a:pt x="15" y="38"/>
                    </a:moveTo>
                    <a:lnTo>
                      <a:pt x="52" y="38"/>
                    </a:lnTo>
                    <a:lnTo>
                      <a:pt x="52" y="71"/>
                    </a:lnTo>
                    <a:lnTo>
                      <a:pt x="15" y="71"/>
                    </a:lnTo>
                    <a:lnTo>
                      <a:pt x="15" y="38"/>
                    </a:lnTo>
                    <a:close/>
                    <a:moveTo>
                      <a:pt x="15" y="85"/>
                    </a:moveTo>
                    <a:lnTo>
                      <a:pt x="52" y="85"/>
                    </a:lnTo>
                    <a:lnTo>
                      <a:pt x="52" y="118"/>
                    </a:lnTo>
                    <a:lnTo>
                      <a:pt x="15" y="118"/>
                    </a:lnTo>
                    <a:lnTo>
                      <a:pt x="15" y="85"/>
                    </a:lnTo>
                    <a:close/>
                    <a:moveTo>
                      <a:pt x="15" y="137"/>
                    </a:moveTo>
                    <a:lnTo>
                      <a:pt x="47" y="137"/>
                    </a:lnTo>
                    <a:lnTo>
                      <a:pt x="47" y="165"/>
                    </a:lnTo>
                    <a:lnTo>
                      <a:pt x="15" y="165"/>
                    </a:lnTo>
                    <a:lnTo>
                      <a:pt x="15" y="13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00" name="Freeform 28"/>
              <p:cNvSpPr>
                <a:spLocks noEditPoints="1"/>
              </p:cNvSpPr>
              <p:nvPr/>
            </p:nvSpPr>
            <p:spPr bwMode="auto">
              <a:xfrm>
                <a:off x="2832894" y="3389602"/>
                <a:ext cx="268287" cy="314325"/>
              </a:xfrm>
              <a:custGeom>
                <a:avLst/>
                <a:gdLst>
                  <a:gd name="T0" fmla="*/ 0 w 169"/>
                  <a:gd name="T1" fmla="*/ 198 h 198"/>
                  <a:gd name="T2" fmla="*/ 169 w 169"/>
                  <a:gd name="T3" fmla="*/ 198 h 198"/>
                  <a:gd name="T4" fmla="*/ 169 w 169"/>
                  <a:gd name="T5" fmla="*/ 0 h 198"/>
                  <a:gd name="T6" fmla="*/ 0 w 169"/>
                  <a:gd name="T7" fmla="*/ 0 h 198"/>
                  <a:gd name="T8" fmla="*/ 0 w 169"/>
                  <a:gd name="T9" fmla="*/ 198 h 198"/>
                  <a:gd name="T10" fmla="*/ 122 w 169"/>
                  <a:gd name="T11" fmla="*/ 38 h 198"/>
                  <a:gd name="T12" fmla="*/ 155 w 169"/>
                  <a:gd name="T13" fmla="*/ 38 h 198"/>
                  <a:gd name="T14" fmla="*/ 155 w 169"/>
                  <a:gd name="T15" fmla="*/ 71 h 198"/>
                  <a:gd name="T16" fmla="*/ 122 w 169"/>
                  <a:gd name="T17" fmla="*/ 71 h 198"/>
                  <a:gd name="T18" fmla="*/ 122 w 169"/>
                  <a:gd name="T19" fmla="*/ 38 h 198"/>
                  <a:gd name="T20" fmla="*/ 122 w 169"/>
                  <a:gd name="T21" fmla="*/ 85 h 198"/>
                  <a:gd name="T22" fmla="*/ 155 w 169"/>
                  <a:gd name="T23" fmla="*/ 85 h 198"/>
                  <a:gd name="T24" fmla="*/ 155 w 169"/>
                  <a:gd name="T25" fmla="*/ 118 h 198"/>
                  <a:gd name="T26" fmla="*/ 122 w 169"/>
                  <a:gd name="T27" fmla="*/ 118 h 198"/>
                  <a:gd name="T28" fmla="*/ 122 w 169"/>
                  <a:gd name="T29" fmla="*/ 85 h 198"/>
                  <a:gd name="T30" fmla="*/ 122 w 169"/>
                  <a:gd name="T31" fmla="*/ 137 h 198"/>
                  <a:gd name="T32" fmla="*/ 155 w 169"/>
                  <a:gd name="T33" fmla="*/ 137 h 198"/>
                  <a:gd name="T34" fmla="*/ 155 w 169"/>
                  <a:gd name="T35" fmla="*/ 165 h 198"/>
                  <a:gd name="T36" fmla="*/ 122 w 169"/>
                  <a:gd name="T37" fmla="*/ 165 h 198"/>
                  <a:gd name="T38" fmla="*/ 122 w 169"/>
                  <a:gd name="T39" fmla="*/ 137 h 198"/>
                  <a:gd name="T40" fmla="*/ 66 w 169"/>
                  <a:gd name="T41" fmla="*/ 38 h 198"/>
                  <a:gd name="T42" fmla="*/ 103 w 169"/>
                  <a:gd name="T43" fmla="*/ 38 h 198"/>
                  <a:gd name="T44" fmla="*/ 103 w 169"/>
                  <a:gd name="T45" fmla="*/ 71 h 198"/>
                  <a:gd name="T46" fmla="*/ 66 w 169"/>
                  <a:gd name="T47" fmla="*/ 71 h 198"/>
                  <a:gd name="T48" fmla="*/ 66 w 169"/>
                  <a:gd name="T49" fmla="*/ 38 h 198"/>
                  <a:gd name="T50" fmla="*/ 66 w 169"/>
                  <a:gd name="T51" fmla="*/ 85 h 198"/>
                  <a:gd name="T52" fmla="*/ 103 w 169"/>
                  <a:gd name="T53" fmla="*/ 85 h 198"/>
                  <a:gd name="T54" fmla="*/ 103 w 169"/>
                  <a:gd name="T55" fmla="*/ 118 h 198"/>
                  <a:gd name="T56" fmla="*/ 66 w 169"/>
                  <a:gd name="T57" fmla="*/ 118 h 198"/>
                  <a:gd name="T58" fmla="*/ 66 w 169"/>
                  <a:gd name="T59" fmla="*/ 85 h 198"/>
                  <a:gd name="T60" fmla="*/ 66 w 169"/>
                  <a:gd name="T61" fmla="*/ 137 h 198"/>
                  <a:gd name="T62" fmla="*/ 99 w 169"/>
                  <a:gd name="T63" fmla="*/ 137 h 198"/>
                  <a:gd name="T64" fmla="*/ 99 w 169"/>
                  <a:gd name="T65" fmla="*/ 165 h 198"/>
                  <a:gd name="T66" fmla="*/ 66 w 169"/>
                  <a:gd name="T67" fmla="*/ 165 h 198"/>
                  <a:gd name="T68" fmla="*/ 66 w 169"/>
                  <a:gd name="T69" fmla="*/ 137 h 198"/>
                  <a:gd name="T70" fmla="*/ 14 w 169"/>
                  <a:gd name="T71" fmla="*/ 38 h 198"/>
                  <a:gd name="T72" fmla="*/ 47 w 169"/>
                  <a:gd name="T73" fmla="*/ 38 h 198"/>
                  <a:gd name="T74" fmla="*/ 47 w 169"/>
                  <a:gd name="T75" fmla="*/ 71 h 198"/>
                  <a:gd name="T76" fmla="*/ 14 w 169"/>
                  <a:gd name="T77" fmla="*/ 71 h 198"/>
                  <a:gd name="T78" fmla="*/ 14 w 169"/>
                  <a:gd name="T79" fmla="*/ 38 h 198"/>
                  <a:gd name="T80" fmla="*/ 14 w 169"/>
                  <a:gd name="T81" fmla="*/ 85 h 198"/>
                  <a:gd name="T82" fmla="*/ 47 w 169"/>
                  <a:gd name="T83" fmla="*/ 85 h 198"/>
                  <a:gd name="T84" fmla="*/ 47 w 169"/>
                  <a:gd name="T85" fmla="*/ 118 h 198"/>
                  <a:gd name="T86" fmla="*/ 14 w 169"/>
                  <a:gd name="T87" fmla="*/ 118 h 198"/>
                  <a:gd name="T88" fmla="*/ 14 w 169"/>
                  <a:gd name="T89" fmla="*/ 85 h 198"/>
                  <a:gd name="T90" fmla="*/ 14 w 169"/>
                  <a:gd name="T91" fmla="*/ 137 h 198"/>
                  <a:gd name="T92" fmla="*/ 47 w 169"/>
                  <a:gd name="T93" fmla="*/ 137 h 198"/>
                  <a:gd name="T94" fmla="*/ 47 w 169"/>
                  <a:gd name="T95" fmla="*/ 165 h 198"/>
                  <a:gd name="T96" fmla="*/ 14 w 169"/>
                  <a:gd name="T97" fmla="*/ 165 h 198"/>
                  <a:gd name="T98" fmla="*/ 14 w 169"/>
                  <a:gd name="T99" fmla="*/ 137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69" h="198">
                    <a:moveTo>
                      <a:pt x="0" y="198"/>
                    </a:moveTo>
                    <a:lnTo>
                      <a:pt x="169" y="198"/>
                    </a:lnTo>
                    <a:lnTo>
                      <a:pt x="169" y="0"/>
                    </a:lnTo>
                    <a:lnTo>
                      <a:pt x="0" y="0"/>
                    </a:lnTo>
                    <a:lnTo>
                      <a:pt x="0" y="198"/>
                    </a:lnTo>
                    <a:close/>
                    <a:moveTo>
                      <a:pt x="122" y="38"/>
                    </a:moveTo>
                    <a:lnTo>
                      <a:pt x="155" y="38"/>
                    </a:lnTo>
                    <a:lnTo>
                      <a:pt x="155" y="71"/>
                    </a:lnTo>
                    <a:lnTo>
                      <a:pt x="122" y="71"/>
                    </a:lnTo>
                    <a:lnTo>
                      <a:pt x="122" y="38"/>
                    </a:lnTo>
                    <a:close/>
                    <a:moveTo>
                      <a:pt x="122" y="85"/>
                    </a:moveTo>
                    <a:lnTo>
                      <a:pt x="155" y="85"/>
                    </a:lnTo>
                    <a:lnTo>
                      <a:pt x="155" y="118"/>
                    </a:lnTo>
                    <a:lnTo>
                      <a:pt x="122" y="118"/>
                    </a:lnTo>
                    <a:lnTo>
                      <a:pt x="122" y="85"/>
                    </a:lnTo>
                    <a:close/>
                    <a:moveTo>
                      <a:pt x="122" y="137"/>
                    </a:moveTo>
                    <a:lnTo>
                      <a:pt x="155" y="137"/>
                    </a:lnTo>
                    <a:lnTo>
                      <a:pt x="155" y="165"/>
                    </a:lnTo>
                    <a:lnTo>
                      <a:pt x="122" y="165"/>
                    </a:lnTo>
                    <a:lnTo>
                      <a:pt x="122" y="137"/>
                    </a:lnTo>
                    <a:close/>
                    <a:moveTo>
                      <a:pt x="66" y="38"/>
                    </a:moveTo>
                    <a:lnTo>
                      <a:pt x="103" y="38"/>
                    </a:lnTo>
                    <a:lnTo>
                      <a:pt x="103" y="71"/>
                    </a:lnTo>
                    <a:lnTo>
                      <a:pt x="66" y="71"/>
                    </a:lnTo>
                    <a:lnTo>
                      <a:pt x="66" y="38"/>
                    </a:lnTo>
                    <a:close/>
                    <a:moveTo>
                      <a:pt x="66" y="85"/>
                    </a:moveTo>
                    <a:lnTo>
                      <a:pt x="103" y="85"/>
                    </a:lnTo>
                    <a:lnTo>
                      <a:pt x="103" y="118"/>
                    </a:lnTo>
                    <a:lnTo>
                      <a:pt x="66" y="118"/>
                    </a:lnTo>
                    <a:lnTo>
                      <a:pt x="66" y="85"/>
                    </a:lnTo>
                    <a:close/>
                    <a:moveTo>
                      <a:pt x="66" y="137"/>
                    </a:moveTo>
                    <a:lnTo>
                      <a:pt x="99" y="137"/>
                    </a:lnTo>
                    <a:lnTo>
                      <a:pt x="99" y="165"/>
                    </a:lnTo>
                    <a:lnTo>
                      <a:pt x="66" y="165"/>
                    </a:lnTo>
                    <a:lnTo>
                      <a:pt x="66" y="137"/>
                    </a:lnTo>
                    <a:close/>
                    <a:moveTo>
                      <a:pt x="14" y="38"/>
                    </a:moveTo>
                    <a:lnTo>
                      <a:pt x="47" y="38"/>
                    </a:lnTo>
                    <a:lnTo>
                      <a:pt x="47" y="71"/>
                    </a:lnTo>
                    <a:lnTo>
                      <a:pt x="14" y="71"/>
                    </a:lnTo>
                    <a:lnTo>
                      <a:pt x="14" y="38"/>
                    </a:lnTo>
                    <a:close/>
                    <a:moveTo>
                      <a:pt x="14" y="85"/>
                    </a:moveTo>
                    <a:lnTo>
                      <a:pt x="47" y="85"/>
                    </a:lnTo>
                    <a:lnTo>
                      <a:pt x="47" y="118"/>
                    </a:lnTo>
                    <a:lnTo>
                      <a:pt x="14" y="118"/>
                    </a:lnTo>
                    <a:lnTo>
                      <a:pt x="14" y="85"/>
                    </a:lnTo>
                    <a:close/>
                    <a:moveTo>
                      <a:pt x="14" y="137"/>
                    </a:moveTo>
                    <a:lnTo>
                      <a:pt x="47" y="137"/>
                    </a:lnTo>
                    <a:lnTo>
                      <a:pt x="47" y="165"/>
                    </a:lnTo>
                    <a:lnTo>
                      <a:pt x="14" y="165"/>
                    </a:lnTo>
                    <a:lnTo>
                      <a:pt x="14" y="13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01" name="Rectangle 29"/>
              <p:cNvSpPr>
                <a:spLocks noChangeArrowheads="1"/>
              </p:cNvSpPr>
              <p:nvPr/>
            </p:nvSpPr>
            <p:spPr bwMode="auto">
              <a:xfrm>
                <a:off x="2147094" y="3719802"/>
                <a:ext cx="1022350" cy="3016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475" name="Freeform 5"/>
            <p:cNvSpPr>
              <a:spLocks noEditPoints="1"/>
            </p:cNvSpPr>
            <p:nvPr/>
          </p:nvSpPr>
          <p:spPr bwMode="auto">
            <a:xfrm>
              <a:off x="8726934" y="6218916"/>
              <a:ext cx="629811" cy="639084"/>
            </a:xfrm>
            <a:custGeom>
              <a:avLst/>
              <a:gdLst>
                <a:gd name="T0" fmla="*/ 67 w 135"/>
                <a:gd name="T1" fmla="*/ 29 h 137"/>
                <a:gd name="T2" fmla="*/ 108 w 135"/>
                <a:gd name="T3" fmla="*/ 71 h 137"/>
                <a:gd name="T4" fmla="*/ 99 w 135"/>
                <a:gd name="T5" fmla="*/ 79 h 137"/>
                <a:gd name="T6" fmla="*/ 76 w 135"/>
                <a:gd name="T7" fmla="*/ 75 h 137"/>
                <a:gd name="T8" fmla="*/ 89 w 135"/>
                <a:gd name="T9" fmla="*/ 88 h 137"/>
                <a:gd name="T10" fmla="*/ 68 w 135"/>
                <a:gd name="T11" fmla="*/ 106 h 137"/>
                <a:gd name="T12" fmla="*/ 48 w 135"/>
                <a:gd name="T13" fmla="*/ 102 h 137"/>
                <a:gd name="T14" fmla="*/ 58 w 135"/>
                <a:gd name="T15" fmla="*/ 113 h 137"/>
                <a:gd name="T16" fmla="*/ 5 w 135"/>
                <a:gd name="T17" fmla="*/ 130 h 137"/>
                <a:gd name="T18" fmla="*/ 9 w 135"/>
                <a:gd name="T19" fmla="*/ 100 h 137"/>
                <a:gd name="T20" fmla="*/ 19 w 135"/>
                <a:gd name="T21" fmla="*/ 110 h 137"/>
                <a:gd name="T22" fmla="*/ 16 w 135"/>
                <a:gd name="T23" fmla="*/ 88 h 137"/>
                <a:gd name="T24" fmla="*/ 40 w 135"/>
                <a:gd name="T25" fmla="*/ 58 h 137"/>
                <a:gd name="T26" fmla="*/ 51 w 135"/>
                <a:gd name="T27" fmla="*/ 70 h 137"/>
                <a:gd name="T28" fmla="*/ 48 w 135"/>
                <a:gd name="T29" fmla="*/ 49 h 137"/>
                <a:gd name="T30" fmla="*/ 67 w 135"/>
                <a:gd name="T31" fmla="*/ 29 h 137"/>
                <a:gd name="T32" fmla="*/ 99 w 135"/>
                <a:gd name="T33" fmla="*/ 0 h 137"/>
                <a:gd name="T34" fmla="*/ 85 w 135"/>
                <a:gd name="T35" fmla="*/ 29 h 137"/>
                <a:gd name="T36" fmla="*/ 100 w 135"/>
                <a:gd name="T37" fmla="*/ 41 h 137"/>
                <a:gd name="T38" fmla="*/ 123 w 135"/>
                <a:gd name="T39" fmla="*/ 23 h 137"/>
                <a:gd name="T40" fmla="*/ 116 w 135"/>
                <a:gd name="T41" fmla="*/ 15 h 137"/>
                <a:gd name="T42" fmla="*/ 104 w 135"/>
                <a:gd name="T43" fmla="*/ 25 h 137"/>
                <a:gd name="T44" fmla="*/ 113 w 135"/>
                <a:gd name="T45" fmla="*/ 6 h 137"/>
                <a:gd name="T46" fmla="*/ 99 w 135"/>
                <a:gd name="T47" fmla="*/ 0 h 137"/>
                <a:gd name="T48" fmla="*/ 110 w 135"/>
                <a:gd name="T49" fmla="*/ 55 h 137"/>
                <a:gd name="T50" fmla="*/ 135 w 135"/>
                <a:gd name="T51" fmla="*/ 42 h 137"/>
                <a:gd name="T52" fmla="*/ 128 w 135"/>
                <a:gd name="T53" fmla="*/ 29 h 137"/>
                <a:gd name="T54" fmla="*/ 102 w 135"/>
                <a:gd name="T55" fmla="*/ 43 h 137"/>
                <a:gd name="T56" fmla="*/ 110 w 135"/>
                <a:gd name="T57" fmla="*/ 5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5" h="137">
                  <a:moveTo>
                    <a:pt x="67" y="29"/>
                  </a:moveTo>
                  <a:cubicBezTo>
                    <a:pt x="88" y="37"/>
                    <a:pt x="101" y="51"/>
                    <a:pt x="108" y="71"/>
                  </a:cubicBezTo>
                  <a:cubicBezTo>
                    <a:pt x="105" y="74"/>
                    <a:pt x="102" y="77"/>
                    <a:pt x="99" y="79"/>
                  </a:cubicBezTo>
                  <a:cubicBezTo>
                    <a:pt x="85" y="74"/>
                    <a:pt x="78" y="72"/>
                    <a:pt x="76" y="75"/>
                  </a:cubicBezTo>
                  <a:cubicBezTo>
                    <a:pt x="75" y="77"/>
                    <a:pt x="80" y="81"/>
                    <a:pt x="89" y="88"/>
                  </a:cubicBezTo>
                  <a:cubicBezTo>
                    <a:pt x="82" y="95"/>
                    <a:pt x="74" y="101"/>
                    <a:pt x="68" y="106"/>
                  </a:cubicBezTo>
                  <a:cubicBezTo>
                    <a:pt x="56" y="101"/>
                    <a:pt x="49" y="100"/>
                    <a:pt x="48" y="102"/>
                  </a:cubicBezTo>
                  <a:cubicBezTo>
                    <a:pt x="47" y="104"/>
                    <a:pt x="50" y="108"/>
                    <a:pt x="58" y="113"/>
                  </a:cubicBezTo>
                  <a:cubicBezTo>
                    <a:pt x="30" y="132"/>
                    <a:pt x="11" y="137"/>
                    <a:pt x="5" y="130"/>
                  </a:cubicBezTo>
                  <a:cubicBezTo>
                    <a:pt x="0" y="125"/>
                    <a:pt x="1" y="115"/>
                    <a:pt x="9" y="100"/>
                  </a:cubicBezTo>
                  <a:cubicBezTo>
                    <a:pt x="14" y="107"/>
                    <a:pt x="17" y="111"/>
                    <a:pt x="19" y="110"/>
                  </a:cubicBezTo>
                  <a:cubicBezTo>
                    <a:pt x="21" y="109"/>
                    <a:pt x="21" y="101"/>
                    <a:pt x="16" y="88"/>
                  </a:cubicBezTo>
                  <a:cubicBezTo>
                    <a:pt x="22" y="79"/>
                    <a:pt x="30" y="69"/>
                    <a:pt x="40" y="58"/>
                  </a:cubicBezTo>
                  <a:cubicBezTo>
                    <a:pt x="45" y="67"/>
                    <a:pt x="49" y="71"/>
                    <a:pt x="51" y="70"/>
                  </a:cubicBezTo>
                  <a:cubicBezTo>
                    <a:pt x="53" y="69"/>
                    <a:pt x="53" y="62"/>
                    <a:pt x="48" y="49"/>
                  </a:cubicBezTo>
                  <a:cubicBezTo>
                    <a:pt x="54" y="43"/>
                    <a:pt x="60" y="36"/>
                    <a:pt x="67" y="29"/>
                  </a:cubicBezTo>
                  <a:close/>
                  <a:moveTo>
                    <a:pt x="99" y="0"/>
                  </a:moveTo>
                  <a:cubicBezTo>
                    <a:pt x="85" y="29"/>
                    <a:pt x="85" y="29"/>
                    <a:pt x="85" y="29"/>
                  </a:cubicBezTo>
                  <a:cubicBezTo>
                    <a:pt x="91" y="32"/>
                    <a:pt x="96" y="37"/>
                    <a:pt x="100" y="41"/>
                  </a:cubicBezTo>
                  <a:cubicBezTo>
                    <a:pt x="123" y="23"/>
                    <a:pt x="123" y="23"/>
                    <a:pt x="123" y="23"/>
                  </a:cubicBezTo>
                  <a:cubicBezTo>
                    <a:pt x="116" y="15"/>
                    <a:pt x="116" y="15"/>
                    <a:pt x="116" y="15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13" y="6"/>
                    <a:pt x="113" y="6"/>
                    <a:pt x="113" y="6"/>
                  </a:cubicBezTo>
                  <a:cubicBezTo>
                    <a:pt x="99" y="0"/>
                    <a:pt x="99" y="0"/>
                    <a:pt x="99" y="0"/>
                  </a:cubicBezTo>
                  <a:close/>
                  <a:moveTo>
                    <a:pt x="110" y="55"/>
                  </a:moveTo>
                  <a:cubicBezTo>
                    <a:pt x="135" y="42"/>
                    <a:pt x="135" y="42"/>
                    <a:pt x="135" y="42"/>
                  </a:cubicBezTo>
                  <a:cubicBezTo>
                    <a:pt x="128" y="29"/>
                    <a:pt x="128" y="29"/>
                    <a:pt x="128" y="29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5" y="46"/>
                    <a:pt x="108" y="50"/>
                    <a:pt x="110" y="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76" name="Freeform 29"/>
            <p:cNvSpPr>
              <a:spLocks noEditPoints="1"/>
            </p:cNvSpPr>
            <p:nvPr/>
          </p:nvSpPr>
          <p:spPr bwMode="auto">
            <a:xfrm>
              <a:off x="11293864" y="118888"/>
              <a:ext cx="670782" cy="638074"/>
            </a:xfrm>
            <a:custGeom>
              <a:avLst/>
              <a:gdLst>
                <a:gd name="T0" fmla="*/ 59 w 140"/>
                <a:gd name="T1" fmla="*/ 14 h 133"/>
                <a:gd name="T2" fmla="*/ 91 w 140"/>
                <a:gd name="T3" fmla="*/ 5 h 133"/>
                <a:gd name="T4" fmla="*/ 138 w 140"/>
                <a:gd name="T5" fmla="*/ 93 h 133"/>
                <a:gd name="T6" fmla="*/ 140 w 140"/>
                <a:gd name="T7" fmla="*/ 121 h 133"/>
                <a:gd name="T8" fmla="*/ 113 w 140"/>
                <a:gd name="T9" fmla="*/ 127 h 133"/>
                <a:gd name="T10" fmla="*/ 37 w 140"/>
                <a:gd name="T11" fmla="*/ 83 h 133"/>
                <a:gd name="T12" fmla="*/ 28 w 140"/>
                <a:gd name="T13" fmla="*/ 56 h 133"/>
                <a:gd name="T14" fmla="*/ 19 w 140"/>
                <a:gd name="T15" fmla="*/ 7 h 133"/>
                <a:gd name="T16" fmla="*/ 80 w 140"/>
                <a:gd name="T17" fmla="*/ 72 h 133"/>
                <a:gd name="T18" fmla="*/ 92 w 140"/>
                <a:gd name="T19" fmla="*/ 75 h 133"/>
                <a:gd name="T20" fmla="*/ 32 w 140"/>
                <a:gd name="T21" fmla="*/ 16 h 133"/>
                <a:gd name="T22" fmla="*/ 35 w 140"/>
                <a:gd name="T23" fmla="*/ 27 h 133"/>
                <a:gd name="T24" fmla="*/ 32 w 140"/>
                <a:gd name="T25" fmla="*/ 16 h 133"/>
                <a:gd name="T26" fmla="*/ 41 w 140"/>
                <a:gd name="T27" fmla="*/ 27 h 133"/>
                <a:gd name="T28" fmla="*/ 52 w 140"/>
                <a:gd name="T29" fmla="*/ 31 h 133"/>
                <a:gd name="T30" fmla="*/ 38 w 140"/>
                <a:gd name="T31" fmla="*/ 30 h 133"/>
                <a:gd name="T32" fmla="*/ 41 w 140"/>
                <a:gd name="T33" fmla="*/ 41 h 133"/>
                <a:gd name="T34" fmla="*/ 38 w 140"/>
                <a:gd name="T35" fmla="*/ 30 h 133"/>
                <a:gd name="T36" fmla="*/ 39 w 140"/>
                <a:gd name="T37" fmla="*/ 47 h 133"/>
                <a:gd name="T38" fmla="*/ 50 w 140"/>
                <a:gd name="T39" fmla="*/ 52 h 133"/>
                <a:gd name="T40" fmla="*/ 51 w 140"/>
                <a:gd name="T41" fmla="*/ 37 h 133"/>
                <a:gd name="T42" fmla="*/ 54 w 140"/>
                <a:gd name="T43" fmla="*/ 48 h 133"/>
                <a:gd name="T44" fmla="*/ 51 w 140"/>
                <a:gd name="T45" fmla="*/ 37 h 133"/>
                <a:gd name="T46" fmla="*/ 54 w 140"/>
                <a:gd name="T47" fmla="*/ 34 h 133"/>
                <a:gd name="T48" fmla="*/ 66 w 140"/>
                <a:gd name="T49" fmla="*/ 36 h 133"/>
                <a:gd name="T50" fmla="*/ 67 w 140"/>
                <a:gd name="T51" fmla="*/ 62 h 133"/>
                <a:gd name="T52" fmla="*/ 72 w 140"/>
                <a:gd name="T53" fmla="*/ 71 h 133"/>
                <a:gd name="T54" fmla="*/ 116 w 140"/>
                <a:gd name="T55" fmla="*/ 111 h 133"/>
                <a:gd name="T56" fmla="*/ 93 w 140"/>
                <a:gd name="T57" fmla="*/ 78 h 133"/>
                <a:gd name="T58" fmla="*/ 84 w 140"/>
                <a:gd name="T59" fmla="*/ 59 h 133"/>
                <a:gd name="T60" fmla="*/ 80 w 140"/>
                <a:gd name="T61" fmla="*/ 48 h 133"/>
                <a:gd name="T62" fmla="*/ 82 w 140"/>
                <a:gd name="T63" fmla="*/ 44 h 133"/>
                <a:gd name="T64" fmla="*/ 26 w 140"/>
                <a:gd name="T65" fmla="*/ 14 h 133"/>
                <a:gd name="T66" fmla="*/ 42 w 140"/>
                <a:gd name="T67" fmla="*/ 57 h 133"/>
                <a:gd name="T68" fmla="*/ 50 w 140"/>
                <a:gd name="T69" fmla="*/ 58 h 133"/>
                <a:gd name="T70" fmla="*/ 61 w 140"/>
                <a:gd name="T71" fmla="*/ 62 h 133"/>
                <a:gd name="T72" fmla="*/ 63 w 140"/>
                <a:gd name="T73" fmla="*/ 65 h 133"/>
                <a:gd name="T74" fmla="*/ 74 w 140"/>
                <a:gd name="T75" fmla="*/ 55 h 133"/>
                <a:gd name="T76" fmla="*/ 78 w 140"/>
                <a:gd name="T77" fmla="*/ 66 h 133"/>
                <a:gd name="T78" fmla="*/ 74 w 140"/>
                <a:gd name="T79" fmla="*/ 55 h 133"/>
                <a:gd name="T80" fmla="*/ 57 w 140"/>
                <a:gd name="T81" fmla="*/ 51 h 133"/>
                <a:gd name="T82" fmla="*/ 68 w 140"/>
                <a:gd name="T83" fmla="*/ 55 h 133"/>
                <a:gd name="T84" fmla="*/ 68 w 140"/>
                <a:gd name="T85" fmla="*/ 41 h 133"/>
                <a:gd name="T86" fmla="*/ 71 w 140"/>
                <a:gd name="T87" fmla="*/ 52 h 133"/>
                <a:gd name="T88" fmla="*/ 68 w 140"/>
                <a:gd name="T89" fmla="*/ 41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40" h="133">
                  <a:moveTo>
                    <a:pt x="19" y="7"/>
                  </a:moveTo>
                  <a:cubicBezTo>
                    <a:pt x="26" y="0"/>
                    <a:pt x="42" y="4"/>
                    <a:pt x="59" y="14"/>
                  </a:cubicBezTo>
                  <a:cubicBezTo>
                    <a:pt x="66" y="18"/>
                    <a:pt x="74" y="24"/>
                    <a:pt x="81" y="30"/>
                  </a:cubicBezTo>
                  <a:cubicBezTo>
                    <a:pt x="82" y="21"/>
                    <a:pt x="85" y="13"/>
                    <a:pt x="91" y="5"/>
                  </a:cubicBezTo>
                  <a:cubicBezTo>
                    <a:pt x="95" y="20"/>
                    <a:pt x="98" y="27"/>
                    <a:pt x="107" y="39"/>
                  </a:cubicBezTo>
                  <a:cubicBezTo>
                    <a:pt x="119" y="56"/>
                    <a:pt x="140" y="81"/>
                    <a:pt x="138" y="93"/>
                  </a:cubicBezTo>
                  <a:cubicBezTo>
                    <a:pt x="137" y="98"/>
                    <a:pt x="136" y="101"/>
                    <a:pt x="134" y="105"/>
                  </a:cubicBezTo>
                  <a:cubicBezTo>
                    <a:pt x="134" y="110"/>
                    <a:pt x="136" y="115"/>
                    <a:pt x="140" y="121"/>
                  </a:cubicBezTo>
                  <a:cubicBezTo>
                    <a:pt x="135" y="125"/>
                    <a:pt x="131" y="129"/>
                    <a:pt x="126" y="133"/>
                  </a:cubicBezTo>
                  <a:cubicBezTo>
                    <a:pt x="121" y="128"/>
                    <a:pt x="118" y="127"/>
                    <a:pt x="113" y="127"/>
                  </a:cubicBezTo>
                  <a:cubicBezTo>
                    <a:pt x="109" y="129"/>
                    <a:pt x="104" y="131"/>
                    <a:pt x="97" y="130"/>
                  </a:cubicBezTo>
                  <a:cubicBezTo>
                    <a:pt x="85" y="129"/>
                    <a:pt x="56" y="100"/>
                    <a:pt x="37" y="83"/>
                  </a:cubicBezTo>
                  <a:cubicBezTo>
                    <a:pt x="24" y="71"/>
                    <a:pt x="16" y="65"/>
                    <a:pt x="0" y="58"/>
                  </a:cubicBezTo>
                  <a:cubicBezTo>
                    <a:pt x="10" y="56"/>
                    <a:pt x="20" y="55"/>
                    <a:pt x="28" y="56"/>
                  </a:cubicBezTo>
                  <a:cubicBezTo>
                    <a:pt x="26" y="53"/>
                    <a:pt x="25" y="50"/>
                    <a:pt x="23" y="47"/>
                  </a:cubicBezTo>
                  <a:cubicBezTo>
                    <a:pt x="15" y="29"/>
                    <a:pt x="11" y="14"/>
                    <a:pt x="19" y="7"/>
                  </a:cubicBezTo>
                  <a:close/>
                  <a:moveTo>
                    <a:pt x="84" y="68"/>
                  </a:moveTo>
                  <a:cubicBezTo>
                    <a:pt x="80" y="72"/>
                    <a:pt x="80" y="72"/>
                    <a:pt x="80" y="72"/>
                  </a:cubicBezTo>
                  <a:cubicBezTo>
                    <a:pt x="88" y="79"/>
                    <a:pt x="88" y="79"/>
                    <a:pt x="88" y="79"/>
                  </a:cubicBezTo>
                  <a:cubicBezTo>
                    <a:pt x="92" y="75"/>
                    <a:pt x="92" y="75"/>
                    <a:pt x="92" y="75"/>
                  </a:cubicBezTo>
                  <a:cubicBezTo>
                    <a:pt x="84" y="68"/>
                    <a:pt x="84" y="68"/>
                    <a:pt x="84" y="68"/>
                  </a:cubicBezTo>
                  <a:close/>
                  <a:moveTo>
                    <a:pt x="32" y="16"/>
                  </a:moveTo>
                  <a:cubicBezTo>
                    <a:pt x="28" y="20"/>
                    <a:pt x="28" y="20"/>
                    <a:pt x="28" y="20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2" y="16"/>
                    <a:pt x="32" y="16"/>
                    <a:pt x="32" y="16"/>
                  </a:cubicBezTo>
                  <a:close/>
                  <a:moveTo>
                    <a:pt x="45" y="23"/>
                  </a:moveTo>
                  <a:cubicBezTo>
                    <a:pt x="41" y="27"/>
                    <a:pt x="41" y="27"/>
                    <a:pt x="41" y="27"/>
                  </a:cubicBezTo>
                  <a:cubicBezTo>
                    <a:pt x="48" y="34"/>
                    <a:pt x="48" y="34"/>
                    <a:pt x="48" y="34"/>
                  </a:cubicBezTo>
                  <a:cubicBezTo>
                    <a:pt x="52" y="31"/>
                    <a:pt x="52" y="31"/>
                    <a:pt x="52" y="31"/>
                  </a:cubicBezTo>
                  <a:cubicBezTo>
                    <a:pt x="45" y="23"/>
                    <a:pt x="45" y="23"/>
                    <a:pt x="45" y="23"/>
                  </a:cubicBezTo>
                  <a:close/>
                  <a:moveTo>
                    <a:pt x="38" y="30"/>
                  </a:moveTo>
                  <a:cubicBezTo>
                    <a:pt x="33" y="34"/>
                    <a:pt x="33" y="34"/>
                    <a:pt x="33" y="34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38" y="30"/>
                    <a:pt x="38" y="30"/>
                    <a:pt x="38" y="30"/>
                  </a:cubicBezTo>
                  <a:close/>
                  <a:moveTo>
                    <a:pt x="43" y="44"/>
                  </a:moveTo>
                  <a:cubicBezTo>
                    <a:pt x="39" y="47"/>
                    <a:pt x="39" y="47"/>
                    <a:pt x="39" y="47"/>
                  </a:cubicBezTo>
                  <a:cubicBezTo>
                    <a:pt x="46" y="55"/>
                    <a:pt x="46" y="55"/>
                    <a:pt x="46" y="55"/>
                  </a:cubicBezTo>
                  <a:cubicBezTo>
                    <a:pt x="50" y="52"/>
                    <a:pt x="50" y="52"/>
                    <a:pt x="50" y="52"/>
                  </a:cubicBezTo>
                  <a:cubicBezTo>
                    <a:pt x="43" y="44"/>
                    <a:pt x="43" y="44"/>
                    <a:pt x="43" y="44"/>
                  </a:cubicBezTo>
                  <a:close/>
                  <a:moveTo>
                    <a:pt x="51" y="37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8" y="45"/>
                    <a:pt x="58" y="45"/>
                    <a:pt x="58" y="45"/>
                  </a:cubicBezTo>
                  <a:cubicBezTo>
                    <a:pt x="51" y="37"/>
                    <a:pt x="51" y="37"/>
                    <a:pt x="51" y="37"/>
                  </a:cubicBezTo>
                  <a:close/>
                  <a:moveTo>
                    <a:pt x="58" y="29"/>
                  </a:moveTo>
                  <a:cubicBezTo>
                    <a:pt x="54" y="34"/>
                    <a:pt x="54" y="34"/>
                    <a:pt x="54" y="34"/>
                  </a:cubicBezTo>
                  <a:cubicBezTo>
                    <a:pt x="62" y="41"/>
                    <a:pt x="62" y="41"/>
                    <a:pt x="62" y="41"/>
                  </a:cubicBezTo>
                  <a:cubicBezTo>
                    <a:pt x="66" y="36"/>
                    <a:pt x="66" y="36"/>
                    <a:pt x="66" y="36"/>
                  </a:cubicBezTo>
                  <a:cubicBezTo>
                    <a:pt x="58" y="29"/>
                    <a:pt x="58" y="29"/>
                    <a:pt x="58" y="29"/>
                  </a:cubicBezTo>
                  <a:close/>
                  <a:moveTo>
                    <a:pt x="67" y="62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2" y="71"/>
                    <a:pt x="72" y="71"/>
                    <a:pt x="72" y="71"/>
                  </a:cubicBezTo>
                  <a:cubicBezTo>
                    <a:pt x="86" y="80"/>
                    <a:pt x="99" y="94"/>
                    <a:pt x="115" y="112"/>
                  </a:cubicBezTo>
                  <a:cubicBezTo>
                    <a:pt x="116" y="112"/>
                    <a:pt x="116" y="111"/>
                    <a:pt x="116" y="111"/>
                  </a:cubicBezTo>
                  <a:cubicBezTo>
                    <a:pt x="118" y="109"/>
                    <a:pt x="119" y="108"/>
                    <a:pt x="121" y="106"/>
                  </a:cubicBezTo>
                  <a:cubicBezTo>
                    <a:pt x="111" y="95"/>
                    <a:pt x="102" y="86"/>
                    <a:pt x="93" y="78"/>
                  </a:cubicBezTo>
                  <a:cubicBezTo>
                    <a:pt x="90" y="71"/>
                    <a:pt x="87" y="65"/>
                    <a:pt x="85" y="58"/>
                  </a:cubicBezTo>
                  <a:cubicBezTo>
                    <a:pt x="84" y="59"/>
                    <a:pt x="84" y="59"/>
                    <a:pt x="84" y="59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3" y="50"/>
                    <a:pt x="83" y="50"/>
                    <a:pt x="83" y="50"/>
                  </a:cubicBezTo>
                  <a:cubicBezTo>
                    <a:pt x="82" y="48"/>
                    <a:pt x="82" y="46"/>
                    <a:pt x="82" y="44"/>
                  </a:cubicBezTo>
                  <a:cubicBezTo>
                    <a:pt x="72" y="36"/>
                    <a:pt x="62" y="29"/>
                    <a:pt x="53" y="23"/>
                  </a:cubicBezTo>
                  <a:cubicBezTo>
                    <a:pt x="40" y="16"/>
                    <a:pt x="29" y="12"/>
                    <a:pt x="26" y="14"/>
                  </a:cubicBezTo>
                  <a:cubicBezTo>
                    <a:pt x="23" y="17"/>
                    <a:pt x="27" y="28"/>
                    <a:pt x="33" y="42"/>
                  </a:cubicBezTo>
                  <a:cubicBezTo>
                    <a:pt x="36" y="47"/>
                    <a:pt x="39" y="52"/>
                    <a:pt x="42" y="57"/>
                  </a:cubicBezTo>
                  <a:cubicBezTo>
                    <a:pt x="46" y="58"/>
                    <a:pt x="49" y="59"/>
                    <a:pt x="52" y="60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54" y="54"/>
                    <a:pt x="54" y="54"/>
                    <a:pt x="54" y="54"/>
                  </a:cubicBezTo>
                  <a:cubicBezTo>
                    <a:pt x="61" y="62"/>
                    <a:pt x="61" y="62"/>
                    <a:pt x="61" y="62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60" y="64"/>
                    <a:pt x="62" y="65"/>
                    <a:pt x="63" y="65"/>
                  </a:cubicBezTo>
                  <a:cubicBezTo>
                    <a:pt x="67" y="62"/>
                    <a:pt x="67" y="62"/>
                    <a:pt x="67" y="62"/>
                  </a:cubicBezTo>
                  <a:close/>
                  <a:moveTo>
                    <a:pt x="74" y="55"/>
                  </a:moveTo>
                  <a:cubicBezTo>
                    <a:pt x="70" y="59"/>
                    <a:pt x="70" y="59"/>
                    <a:pt x="70" y="59"/>
                  </a:cubicBezTo>
                  <a:cubicBezTo>
                    <a:pt x="78" y="66"/>
                    <a:pt x="78" y="66"/>
                    <a:pt x="78" y="66"/>
                  </a:cubicBezTo>
                  <a:cubicBezTo>
                    <a:pt x="82" y="62"/>
                    <a:pt x="82" y="62"/>
                    <a:pt x="82" y="62"/>
                  </a:cubicBezTo>
                  <a:cubicBezTo>
                    <a:pt x="74" y="55"/>
                    <a:pt x="74" y="55"/>
                    <a:pt x="74" y="55"/>
                  </a:cubicBezTo>
                  <a:close/>
                  <a:moveTo>
                    <a:pt x="61" y="48"/>
                  </a:moveTo>
                  <a:cubicBezTo>
                    <a:pt x="57" y="51"/>
                    <a:pt x="57" y="51"/>
                    <a:pt x="57" y="51"/>
                  </a:cubicBezTo>
                  <a:cubicBezTo>
                    <a:pt x="64" y="59"/>
                    <a:pt x="64" y="59"/>
                    <a:pt x="64" y="59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1" y="48"/>
                    <a:pt x="61" y="48"/>
                    <a:pt x="61" y="48"/>
                  </a:cubicBezTo>
                  <a:close/>
                  <a:moveTo>
                    <a:pt x="68" y="41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71" y="52"/>
                    <a:pt x="71" y="52"/>
                    <a:pt x="71" y="52"/>
                  </a:cubicBezTo>
                  <a:cubicBezTo>
                    <a:pt x="75" y="48"/>
                    <a:pt x="75" y="48"/>
                    <a:pt x="75" y="48"/>
                  </a:cubicBezTo>
                  <a:lnTo>
                    <a:pt x="68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477" name="组合 476"/>
            <p:cNvGrpSpPr/>
            <p:nvPr/>
          </p:nvGrpSpPr>
          <p:grpSpPr>
            <a:xfrm>
              <a:off x="2718047" y="6218916"/>
              <a:ext cx="579177" cy="568919"/>
              <a:chOff x="234950" y="2943226"/>
              <a:chExt cx="1344613" cy="1320800"/>
            </a:xfrm>
            <a:grpFill/>
          </p:grpSpPr>
          <p:sp>
            <p:nvSpPr>
              <p:cNvPr id="489" name="Freeform 41"/>
              <p:cNvSpPr>
                <a:spLocks/>
              </p:cNvSpPr>
              <p:nvPr/>
            </p:nvSpPr>
            <p:spPr bwMode="auto">
              <a:xfrm>
                <a:off x="479425" y="2943226"/>
                <a:ext cx="560388" cy="1320800"/>
              </a:xfrm>
              <a:custGeom>
                <a:avLst/>
                <a:gdLst>
                  <a:gd name="T0" fmla="*/ 174 w 196"/>
                  <a:gd name="T1" fmla="*/ 0 h 462"/>
                  <a:gd name="T2" fmla="*/ 139 w 196"/>
                  <a:gd name="T3" fmla="*/ 0 h 462"/>
                  <a:gd name="T4" fmla="*/ 139 w 196"/>
                  <a:gd name="T5" fmla="*/ 0 h 462"/>
                  <a:gd name="T6" fmla="*/ 0 w 196"/>
                  <a:gd name="T7" fmla="*/ 135 h 462"/>
                  <a:gd name="T8" fmla="*/ 0 w 196"/>
                  <a:gd name="T9" fmla="*/ 327 h 462"/>
                  <a:gd name="T10" fmla="*/ 139 w 196"/>
                  <a:gd name="T11" fmla="*/ 462 h 462"/>
                  <a:gd name="T12" fmla="*/ 139 w 196"/>
                  <a:gd name="T13" fmla="*/ 462 h 462"/>
                  <a:gd name="T14" fmla="*/ 139 w 196"/>
                  <a:gd name="T15" fmla="*/ 462 h 462"/>
                  <a:gd name="T16" fmla="*/ 139 w 196"/>
                  <a:gd name="T17" fmla="*/ 462 h 462"/>
                  <a:gd name="T18" fmla="*/ 139 w 196"/>
                  <a:gd name="T19" fmla="*/ 462 h 462"/>
                  <a:gd name="T20" fmla="*/ 174 w 196"/>
                  <a:gd name="T21" fmla="*/ 462 h 462"/>
                  <a:gd name="T22" fmla="*/ 196 w 196"/>
                  <a:gd name="T23" fmla="*/ 441 h 462"/>
                  <a:gd name="T24" fmla="*/ 196 w 196"/>
                  <a:gd name="T25" fmla="*/ 21 h 462"/>
                  <a:gd name="T26" fmla="*/ 174 w 196"/>
                  <a:gd name="T27" fmla="*/ 0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96" h="462">
                    <a:moveTo>
                      <a:pt x="174" y="0"/>
                    </a:moveTo>
                    <a:cubicBezTo>
                      <a:pt x="139" y="0"/>
                      <a:pt x="139" y="0"/>
                      <a:pt x="139" y="0"/>
                    </a:cubicBezTo>
                    <a:cubicBezTo>
                      <a:pt x="139" y="0"/>
                      <a:pt x="139" y="0"/>
                      <a:pt x="139" y="0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0" y="327"/>
                      <a:pt x="0" y="327"/>
                      <a:pt x="0" y="327"/>
                    </a:cubicBezTo>
                    <a:cubicBezTo>
                      <a:pt x="139" y="462"/>
                      <a:pt x="139" y="462"/>
                      <a:pt x="139" y="462"/>
                    </a:cubicBezTo>
                    <a:cubicBezTo>
                      <a:pt x="139" y="462"/>
                      <a:pt x="139" y="462"/>
                      <a:pt x="139" y="462"/>
                    </a:cubicBezTo>
                    <a:cubicBezTo>
                      <a:pt x="139" y="462"/>
                      <a:pt x="139" y="462"/>
                      <a:pt x="139" y="462"/>
                    </a:cubicBezTo>
                    <a:cubicBezTo>
                      <a:pt x="139" y="462"/>
                      <a:pt x="139" y="462"/>
                      <a:pt x="139" y="462"/>
                    </a:cubicBezTo>
                    <a:cubicBezTo>
                      <a:pt x="139" y="462"/>
                      <a:pt x="139" y="462"/>
                      <a:pt x="139" y="462"/>
                    </a:cubicBezTo>
                    <a:cubicBezTo>
                      <a:pt x="174" y="462"/>
                      <a:pt x="174" y="462"/>
                      <a:pt x="174" y="462"/>
                    </a:cubicBezTo>
                    <a:cubicBezTo>
                      <a:pt x="186" y="462"/>
                      <a:pt x="196" y="452"/>
                      <a:pt x="196" y="441"/>
                    </a:cubicBezTo>
                    <a:cubicBezTo>
                      <a:pt x="196" y="21"/>
                      <a:pt x="196" y="21"/>
                      <a:pt x="196" y="21"/>
                    </a:cubicBezTo>
                    <a:cubicBezTo>
                      <a:pt x="196" y="9"/>
                      <a:pt x="186" y="0"/>
                      <a:pt x="17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90" name="Freeform 42"/>
              <p:cNvSpPr>
                <a:spLocks/>
              </p:cNvSpPr>
              <p:nvPr/>
            </p:nvSpPr>
            <p:spPr bwMode="auto">
              <a:xfrm>
                <a:off x="234950" y="3322638"/>
                <a:ext cx="204788" cy="557213"/>
              </a:xfrm>
              <a:custGeom>
                <a:avLst/>
                <a:gdLst>
                  <a:gd name="T0" fmla="*/ 72 w 72"/>
                  <a:gd name="T1" fmla="*/ 0 h 195"/>
                  <a:gd name="T2" fmla="*/ 22 w 72"/>
                  <a:gd name="T3" fmla="*/ 0 h 195"/>
                  <a:gd name="T4" fmla="*/ 0 w 72"/>
                  <a:gd name="T5" fmla="*/ 21 h 195"/>
                  <a:gd name="T6" fmla="*/ 0 w 72"/>
                  <a:gd name="T7" fmla="*/ 174 h 195"/>
                  <a:gd name="T8" fmla="*/ 22 w 72"/>
                  <a:gd name="T9" fmla="*/ 195 h 195"/>
                  <a:gd name="T10" fmla="*/ 72 w 72"/>
                  <a:gd name="T11" fmla="*/ 195 h 195"/>
                  <a:gd name="T12" fmla="*/ 72 w 72"/>
                  <a:gd name="T13" fmla="*/ 0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195">
                    <a:moveTo>
                      <a:pt x="72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1"/>
                    </a:cubicBezTo>
                    <a:cubicBezTo>
                      <a:pt x="0" y="174"/>
                      <a:pt x="0" y="174"/>
                      <a:pt x="0" y="174"/>
                    </a:cubicBezTo>
                    <a:cubicBezTo>
                      <a:pt x="0" y="186"/>
                      <a:pt x="10" y="195"/>
                      <a:pt x="22" y="195"/>
                    </a:cubicBezTo>
                    <a:cubicBezTo>
                      <a:pt x="72" y="195"/>
                      <a:pt x="72" y="195"/>
                      <a:pt x="72" y="195"/>
                    </a:cubicBezTo>
                    <a:lnTo>
                      <a:pt x="7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91" name="Freeform 43"/>
              <p:cNvSpPr>
                <a:spLocks/>
              </p:cNvSpPr>
              <p:nvPr/>
            </p:nvSpPr>
            <p:spPr bwMode="auto">
              <a:xfrm>
                <a:off x="1103313" y="3429001"/>
                <a:ext cx="168275" cy="346075"/>
              </a:xfrm>
              <a:custGeom>
                <a:avLst/>
                <a:gdLst>
                  <a:gd name="T0" fmla="*/ 0 w 59"/>
                  <a:gd name="T1" fmla="*/ 0 h 121"/>
                  <a:gd name="T2" fmla="*/ 0 w 59"/>
                  <a:gd name="T3" fmla="*/ 121 h 121"/>
                  <a:gd name="T4" fmla="*/ 59 w 59"/>
                  <a:gd name="T5" fmla="*/ 61 h 121"/>
                  <a:gd name="T6" fmla="*/ 0 w 59"/>
                  <a:gd name="T7" fmla="*/ 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9" h="121">
                    <a:moveTo>
                      <a:pt x="0" y="0"/>
                    </a:moveTo>
                    <a:cubicBezTo>
                      <a:pt x="0" y="121"/>
                      <a:pt x="0" y="121"/>
                      <a:pt x="0" y="121"/>
                    </a:cubicBezTo>
                    <a:cubicBezTo>
                      <a:pt x="33" y="120"/>
                      <a:pt x="59" y="94"/>
                      <a:pt x="59" y="61"/>
                    </a:cubicBezTo>
                    <a:cubicBezTo>
                      <a:pt x="59" y="28"/>
                      <a:pt x="33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92" name="Freeform 44"/>
              <p:cNvSpPr>
                <a:spLocks/>
              </p:cNvSpPr>
              <p:nvPr/>
            </p:nvSpPr>
            <p:spPr bwMode="auto">
              <a:xfrm>
                <a:off x="1104900" y="3243263"/>
                <a:ext cx="298450" cy="719138"/>
              </a:xfrm>
              <a:custGeom>
                <a:avLst/>
                <a:gdLst>
                  <a:gd name="T0" fmla="*/ 0 w 104"/>
                  <a:gd name="T1" fmla="*/ 0 h 252"/>
                  <a:gd name="T2" fmla="*/ 0 w 104"/>
                  <a:gd name="T3" fmla="*/ 28 h 252"/>
                  <a:gd name="T4" fmla="*/ 77 w 104"/>
                  <a:gd name="T5" fmla="*/ 126 h 252"/>
                  <a:gd name="T6" fmla="*/ 0 w 104"/>
                  <a:gd name="T7" fmla="*/ 223 h 252"/>
                  <a:gd name="T8" fmla="*/ 0 w 104"/>
                  <a:gd name="T9" fmla="*/ 252 h 252"/>
                  <a:gd name="T10" fmla="*/ 104 w 104"/>
                  <a:gd name="T11" fmla="*/ 126 h 252"/>
                  <a:gd name="T12" fmla="*/ 0 w 104"/>
                  <a:gd name="T13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4" h="252">
                    <a:moveTo>
                      <a:pt x="0" y="0"/>
                    </a:moveTo>
                    <a:cubicBezTo>
                      <a:pt x="0" y="28"/>
                      <a:pt x="0" y="28"/>
                      <a:pt x="0" y="28"/>
                    </a:cubicBezTo>
                    <a:cubicBezTo>
                      <a:pt x="44" y="39"/>
                      <a:pt x="77" y="78"/>
                      <a:pt x="77" y="126"/>
                    </a:cubicBezTo>
                    <a:cubicBezTo>
                      <a:pt x="77" y="173"/>
                      <a:pt x="44" y="213"/>
                      <a:pt x="0" y="223"/>
                    </a:cubicBezTo>
                    <a:cubicBezTo>
                      <a:pt x="0" y="252"/>
                      <a:pt x="0" y="252"/>
                      <a:pt x="0" y="252"/>
                    </a:cubicBezTo>
                    <a:cubicBezTo>
                      <a:pt x="59" y="240"/>
                      <a:pt x="104" y="188"/>
                      <a:pt x="104" y="126"/>
                    </a:cubicBezTo>
                    <a:cubicBezTo>
                      <a:pt x="104" y="63"/>
                      <a:pt x="59" y="1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93" name="Freeform 45"/>
              <p:cNvSpPr>
                <a:spLocks/>
              </p:cNvSpPr>
              <p:nvPr/>
            </p:nvSpPr>
            <p:spPr bwMode="auto">
              <a:xfrm>
                <a:off x="1104900" y="3090863"/>
                <a:ext cx="474663" cy="1020763"/>
              </a:xfrm>
              <a:custGeom>
                <a:avLst/>
                <a:gdLst>
                  <a:gd name="T0" fmla="*/ 0 w 166"/>
                  <a:gd name="T1" fmla="*/ 0 h 357"/>
                  <a:gd name="T2" fmla="*/ 0 w 166"/>
                  <a:gd name="T3" fmla="*/ 32 h 357"/>
                  <a:gd name="T4" fmla="*/ 92 w 166"/>
                  <a:gd name="T5" fmla="*/ 74 h 357"/>
                  <a:gd name="T6" fmla="*/ 135 w 166"/>
                  <a:gd name="T7" fmla="*/ 179 h 357"/>
                  <a:gd name="T8" fmla="*/ 92 w 166"/>
                  <a:gd name="T9" fmla="*/ 283 h 357"/>
                  <a:gd name="T10" fmla="*/ 0 w 166"/>
                  <a:gd name="T11" fmla="*/ 326 h 357"/>
                  <a:gd name="T12" fmla="*/ 0 w 166"/>
                  <a:gd name="T13" fmla="*/ 357 h 357"/>
                  <a:gd name="T14" fmla="*/ 166 w 166"/>
                  <a:gd name="T15" fmla="*/ 179 h 357"/>
                  <a:gd name="T16" fmla="*/ 0 w 166"/>
                  <a:gd name="T17" fmla="*/ 0 h 3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6" h="357">
                    <a:moveTo>
                      <a:pt x="0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36" y="35"/>
                      <a:pt x="68" y="50"/>
                      <a:pt x="92" y="74"/>
                    </a:cubicBezTo>
                    <a:cubicBezTo>
                      <a:pt x="119" y="101"/>
                      <a:pt x="135" y="138"/>
                      <a:pt x="135" y="179"/>
                    </a:cubicBezTo>
                    <a:cubicBezTo>
                      <a:pt x="135" y="220"/>
                      <a:pt x="119" y="256"/>
                      <a:pt x="92" y="283"/>
                    </a:cubicBezTo>
                    <a:cubicBezTo>
                      <a:pt x="68" y="307"/>
                      <a:pt x="36" y="323"/>
                      <a:pt x="0" y="326"/>
                    </a:cubicBezTo>
                    <a:cubicBezTo>
                      <a:pt x="0" y="357"/>
                      <a:pt x="0" y="357"/>
                      <a:pt x="0" y="357"/>
                    </a:cubicBezTo>
                    <a:cubicBezTo>
                      <a:pt x="93" y="351"/>
                      <a:pt x="166" y="273"/>
                      <a:pt x="166" y="179"/>
                    </a:cubicBezTo>
                    <a:cubicBezTo>
                      <a:pt x="166" y="84"/>
                      <a:pt x="93" y="7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478" name="组合 477"/>
            <p:cNvGrpSpPr/>
            <p:nvPr/>
          </p:nvGrpSpPr>
          <p:grpSpPr>
            <a:xfrm>
              <a:off x="2300089" y="104320"/>
              <a:ext cx="1034747" cy="1157594"/>
              <a:chOff x="5330826" y="2798763"/>
              <a:chExt cx="1390650" cy="1555750"/>
            </a:xfrm>
            <a:grpFill/>
          </p:grpSpPr>
          <p:sp>
            <p:nvSpPr>
              <p:cNvPr id="486" name="Freeform 57"/>
              <p:cNvSpPr>
                <a:spLocks/>
              </p:cNvSpPr>
              <p:nvPr/>
            </p:nvSpPr>
            <p:spPr bwMode="auto">
              <a:xfrm>
                <a:off x="5614988" y="2798763"/>
                <a:ext cx="1106488" cy="987425"/>
              </a:xfrm>
              <a:custGeom>
                <a:avLst/>
                <a:gdLst>
                  <a:gd name="T0" fmla="*/ 376 w 376"/>
                  <a:gd name="T1" fmla="*/ 0 h 336"/>
                  <a:gd name="T2" fmla="*/ 213 w 376"/>
                  <a:gd name="T3" fmla="*/ 37 h 336"/>
                  <a:gd name="T4" fmla="*/ 202 w 376"/>
                  <a:gd name="T5" fmla="*/ 99 h 336"/>
                  <a:gd name="T6" fmla="*/ 202 w 376"/>
                  <a:gd name="T7" fmla="*/ 40 h 336"/>
                  <a:gd name="T8" fmla="*/ 112 w 376"/>
                  <a:gd name="T9" fmla="*/ 94 h 336"/>
                  <a:gd name="T10" fmla="*/ 111 w 376"/>
                  <a:gd name="T11" fmla="*/ 159 h 336"/>
                  <a:gd name="T12" fmla="*/ 102 w 376"/>
                  <a:gd name="T13" fmla="*/ 101 h 336"/>
                  <a:gd name="T14" fmla="*/ 15 w 376"/>
                  <a:gd name="T15" fmla="*/ 321 h 336"/>
                  <a:gd name="T16" fmla="*/ 291 w 376"/>
                  <a:gd name="T17" fmla="*/ 67 h 336"/>
                  <a:gd name="T18" fmla="*/ 13 w 376"/>
                  <a:gd name="T19" fmla="*/ 332 h 336"/>
                  <a:gd name="T20" fmla="*/ 289 w 376"/>
                  <a:gd name="T21" fmla="*/ 223 h 336"/>
                  <a:gd name="T22" fmla="*/ 189 w 376"/>
                  <a:gd name="T23" fmla="*/ 204 h 336"/>
                  <a:gd name="T24" fmla="*/ 295 w 376"/>
                  <a:gd name="T25" fmla="*/ 214 h 336"/>
                  <a:gd name="T26" fmla="*/ 344 w 376"/>
                  <a:gd name="T27" fmla="*/ 131 h 336"/>
                  <a:gd name="T28" fmla="*/ 255 w 376"/>
                  <a:gd name="T29" fmla="*/ 141 h 336"/>
                  <a:gd name="T30" fmla="*/ 348 w 376"/>
                  <a:gd name="T31" fmla="*/ 119 h 336"/>
                  <a:gd name="T32" fmla="*/ 376 w 376"/>
                  <a:gd name="T33" fmla="*/ 0 h 3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76" h="336">
                    <a:moveTo>
                      <a:pt x="376" y="0"/>
                    </a:moveTo>
                    <a:cubicBezTo>
                      <a:pt x="313" y="5"/>
                      <a:pt x="258" y="16"/>
                      <a:pt x="213" y="37"/>
                    </a:cubicBezTo>
                    <a:cubicBezTo>
                      <a:pt x="202" y="99"/>
                      <a:pt x="202" y="99"/>
                      <a:pt x="202" y="99"/>
                    </a:cubicBezTo>
                    <a:cubicBezTo>
                      <a:pt x="202" y="40"/>
                      <a:pt x="202" y="40"/>
                      <a:pt x="202" y="40"/>
                    </a:cubicBezTo>
                    <a:cubicBezTo>
                      <a:pt x="170" y="53"/>
                      <a:pt x="137" y="70"/>
                      <a:pt x="112" y="94"/>
                    </a:cubicBezTo>
                    <a:cubicBezTo>
                      <a:pt x="111" y="159"/>
                      <a:pt x="111" y="159"/>
                      <a:pt x="111" y="159"/>
                    </a:cubicBezTo>
                    <a:cubicBezTo>
                      <a:pt x="102" y="101"/>
                      <a:pt x="102" y="101"/>
                      <a:pt x="102" y="101"/>
                    </a:cubicBezTo>
                    <a:cubicBezTo>
                      <a:pt x="0" y="171"/>
                      <a:pt x="8" y="276"/>
                      <a:pt x="15" y="321"/>
                    </a:cubicBezTo>
                    <a:cubicBezTo>
                      <a:pt x="75" y="236"/>
                      <a:pt x="191" y="121"/>
                      <a:pt x="291" y="67"/>
                    </a:cubicBezTo>
                    <a:cubicBezTo>
                      <a:pt x="291" y="67"/>
                      <a:pt x="125" y="188"/>
                      <a:pt x="13" y="332"/>
                    </a:cubicBezTo>
                    <a:cubicBezTo>
                      <a:pt x="150" y="336"/>
                      <a:pt x="236" y="286"/>
                      <a:pt x="289" y="223"/>
                    </a:cubicBezTo>
                    <a:cubicBezTo>
                      <a:pt x="189" y="204"/>
                      <a:pt x="189" y="204"/>
                      <a:pt x="189" y="204"/>
                    </a:cubicBezTo>
                    <a:cubicBezTo>
                      <a:pt x="295" y="214"/>
                      <a:pt x="295" y="214"/>
                      <a:pt x="295" y="214"/>
                    </a:cubicBezTo>
                    <a:cubicBezTo>
                      <a:pt x="317" y="189"/>
                      <a:pt x="335" y="154"/>
                      <a:pt x="344" y="131"/>
                    </a:cubicBezTo>
                    <a:cubicBezTo>
                      <a:pt x="255" y="141"/>
                      <a:pt x="255" y="141"/>
                      <a:pt x="255" y="141"/>
                    </a:cubicBezTo>
                    <a:cubicBezTo>
                      <a:pt x="348" y="119"/>
                      <a:pt x="348" y="119"/>
                      <a:pt x="348" y="119"/>
                    </a:cubicBezTo>
                    <a:cubicBezTo>
                      <a:pt x="372" y="64"/>
                      <a:pt x="376" y="0"/>
                      <a:pt x="37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87" name="Freeform 58"/>
              <p:cNvSpPr>
                <a:spLocks/>
              </p:cNvSpPr>
              <p:nvPr/>
            </p:nvSpPr>
            <p:spPr bwMode="auto">
              <a:xfrm>
                <a:off x="5330826" y="3706813"/>
                <a:ext cx="422275" cy="547688"/>
              </a:xfrm>
              <a:custGeom>
                <a:avLst/>
                <a:gdLst>
                  <a:gd name="T0" fmla="*/ 129 w 144"/>
                  <a:gd name="T1" fmla="*/ 0 h 187"/>
                  <a:gd name="T2" fmla="*/ 0 w 144"/>
                  <a:gd name="T3" fmla="*/ 187 h 187"/>
                  <a:gd name="T4" fmla="*/ 144 w 144"/>
                  <a:gd name="T5" fmla="*/ 7 h 187"/>
                  <a:gd name="T6" fmla="*/ 128 w 144"/>
                  <a:gd name="T7" fmla="*/ 5 h 187"/>
                  <a:gd name="T8" fmla="*/ 129 w 144"/>
                  <a:gd name="T9" fmla="*/ 0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4" h="187">
                    <a:moveTo>
                      <a:pt x="129" y="0"/>
                    </a:moveTo>
                    <a:cubicBezTo>
                      <a:pt x="48" y="99"/>
                      <a:pt x="0" y="187"/>
                      <a:pt x="0" y="187"/>
                    </a:cubicBezTo>
                    <a:cubicBezTo>
                      <a:pt x="45" y="121"/>
                      <a:pt x="95" y="60"/>
                      <a:pt x="144" y="7"/>
                    </a:cubicBezTo>
                    <a:cubicBezTo>
                      <a:pt x="139" y="6"/>
                      <a:pt x="133" y="6"/>
                      <a:pt x="128" y="5"/>
                    </a:cubicBezTo>
                    <a:cubicBezTo>
                      <a:pt x="128" y="5"/>
                      <a:pt x="128" y="3"/>
                      <a:pt x="12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88" name="Freeform 59"/>
              <p:cNvSpPr>
                <a:spLocks/>
              </p:cNvSpPr>
              <p:nvPr/>
            </p:nvSpPr>
            <p:spPr bwMode="auto">
              <a:xfrm>
                <a:off x="5330826" y="4143375"/>
                <a:ext cx="1271588" cy="211138"/>
              </a:xfrm>
              <a:custGeom>
                <a:avLst/>
                <a:gdLst>
                  <a:gd name="T0" fmla="*/ 206 w 433"/>
                  <a:gd name="T1" fmla="*/ 45 h 72"/>
                  <a:gd name="T2" fmla="*/ 107 w 433"/>
                  <a:gd name="T3" fmla="*/ 20 h 72"/>
                  <a:gd name="T4" fmla="*/ 107 w 433"/>
                  <a:gd name="T5" fmla="*/ 20 h 72"/>
                  <a:gd name="T6" fmla="*/ 4 w 433"/>
                  <a:gd name="T7" fmla="*/ 51 h 72"/>
                  <a:gd name="T8" fmla="*/ 4 w 433"/>
                  <a:gd name="T9" fmla="*/ 51 h 72"/>
                  <a:gd name="T10" fmla="*/ 107 w 433"/>
                  <a:gd name="T11" fmla="*/ 0 h 72"/>
                  <a:gd name="T12" fmla="*/ 107 w 433"/>
                  <a:gd name="T13" fmla="*/ 0 h 72"/>
                  <a:gd name="T14" fmla="*/ 215 w 433"/>
                  <a:gd name="T15" fmla="*/ 27 h 72"/>
                  <a:gd name="T16" fmla="*/ 215 w 433"/>
                  <a:gd name="T17" fmla="*/ 27 h 72"/>
                  <a:gd name="T18" fmla="*/ 316 w 433"/>
                  <a:gd name="T19" fmla="*/ 52 h 72"/>
                  <a:gd name="T20" fmla="*/ 316 w 433"/>
                  <a:gd name="T21" fmla="*/ 52 h 72"/>
                  <a:gd name="T22" fmla="*/ 413 w 433"/>
                  <a:gd name="T23" fmla="*/ 12 h 72"/>
                  <a:gd name="T24" fmla="*/ 413 w 433"/>
                  <a:gd name="T25" fmla="*/ 12 h 72"/>
                  <a:gd name="T26" fmla="*/ 413 w 433"/>
                  <a:gd name="T27" fmla="*/ 12 h 72"/>
                  <a:gd name="T28" fmla="*/ 413 w 433"/>
                  <a:gd name="T29" fmla="*/ 12 h 72"/>
                  <a:gd name="T30" fmla="*/ 428 w 433"/>
                  <a:gd name="T31" fmla="*/ 10 h 72"/>
                  <a:gd name="T32" fmla="*/ 428 w 433"/>
                  <a:gd name="T33" fmla="*/ 10 h 72"/>
                  <a:gd name="T34" fmla="*/ 430 w 433"/>
                  <a:gd name="T35" fmla="*/ 24 h 72"/>
                  <a:gd name="T36" fmla="*/ 430 w 433"/>
                  <a:gd name="T37" fmla="*/ 24 h 72"/>
                  <a:gd name="T38" fmla="*/ 316 w 433"/>
                  <a:gd name="T39" fmla="*/ 72 h 72"/>
                  <a:gd name="T40" fmla="*/ 316 w 433"/>
                  <a:gd name="T41" fmla="*/ 72 h 72"/>
                  <a:gd name="T42" fmla="*/ 206 w 433"/>
                  <a:gd name="T43" fmla="*/ 4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433" h="72">
                    <a:moveTo>
                      <a:pt x="206" y="45"/>
                    </a:moveTo>
                    <a:cubicBezTo>
                      <a:pt x="167" y="26"/>
                      <a:pt x="134" y="20"/>
                      <a:pt x="107" y="20"/>
                    </a:cubicBezTo>
                    <a:cubicBezTo>
                      <a:pt x="107" y="20"/>
                      <a:pt x="107" y="20"/>
                      <a:pt x="107" y="20"/>
                    </a:cubicBezTo>
                    <a:cubicBezTo>
                      <a:pt x="51" y="20"/>
                      <a:pt x="8" y="55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0" y="47"/>
                      <a:pt x="39" y="0"/>
                      <a:pt x="107" y="0"/>
                    </a:cubicBezTo>
                    <a:cubicBezTo>
                      <a:pt x="107" y="0"/>
                      <a:pt x="107" y="0"/>
                      <a:pt x="107" y="0"/>
                    </a:cubicBezTo>
                    <a:cubicBezTo>
                      <a:pt x="137" y="0"/>
                      <a:pt x="173" y="7"/>
                      <a:pt x="215" y="27"/>
                    </a:cubicBezTo>
                    <a:cubicBezTo>
                      <a:pt x="215" y="27"/>
                      <a:pt x="215" y="27"/>
                      <a:pt x="215" y="27"/>
                    </a:cubicBezTo>
                    <a:cubicBezTo>
                      <a:pt x="255" y="46"/>
                      <a:pt x="289" y="52"/>
                      <a:pt x="316" y="52"/>
                    </a:cubicBezTo>
                    <a:cubicBezTo>
                      <a:pt x="316" y="52"/>
                      <a:pt x="316" y="52"/>
                      <a:pt x="316" y="52"/>
                    </a:cubicBezTo>
                    <a:cubicBezTo>
                      <a:pt x="380" y="52"/>
                      <a:pt x="410" y="16"/>
                      <a:pt x="413" y="12"/>
                    </a:cubicBezTo>
                    <a:cubicBezTo>
                      <a:pt x="413" y="12"/>
                      <a:pt x="413" y="12"/>
                      <a:pt x="413" y="12"/>
                    </a:cubicBezTo>
                    <a:cubicBezTo>
                      <a:pt x="413" y="12"/>
                      <a:pt x="413" y="12"/>
                      <a:pt x="413" y="12"/>
                    </a:cubicBezTo>
                    <a:cubicBezTo>
                      <a:pt x="413" y="12"/>
                      <a:pt x="413" y="12"/>
                      <a:pt x="413" y="12"/>
                    </a:cubicBezTo>
                    <a:cubicBezTo>
                      <a:pt x="417" y="8"/>
                      <a:pt x="423" y="7"/>
                      <a:pt x="428" y="10"/>
                    </a:cubicBezTo>
                    <a:cubicBezTo>
                      <a:pt x="428" y="10"/>
                      <a:pt x="428" y="10"/>
                      <a:pt x="428" y="10"/>
                    </a:cubicBezTo>
                    <a:cubicBezTo>
                      <a:pt x="432" y="14"/>
                      <a:pt x="433" y="20"/>
                      <a:pt x="430" y="24"/>
                    </a:cubicBezTo>
                    <a:cubicBezTo>
                      <a:pt x="430" y="24"/>
                      <a:pt x="430" y="24"/>
                      <a:pt x="430" y="24"/>
                    </a:cubicBezTo>
                    <a:cubicBezTo>
                      <a:pt x="429" y="26"/>
                      <a:pt x="393" y="72"/>
                      <a:pt x="316" y="72"/>
                    </a:cubicBezTo>
                    <a:cubicBezTo>
                      <a:pt x="316" y="72"/>
                      <a:pt x="316" y="72"/>
                      <a:pt x="316" y="72"/>
                    </a:cubicBezTo>
                    <a:cubicBezTo>
                      <a:pt x="286" y="72"/>
                      <a:pt x="249" y="65"/>
                      <a:pt x="206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479" name="Freeform 61"/>
            <p:cNvSpPr>
              <a:spLocks noEditPoints="1"/>
            </p:cNvSpPr>
            <p:nvPr/>
          </p:nvSpPr>
          <p:spPr bwMode="auto">
            <a:xfrm>
              <a:off x="8286826" y="1831161"/>
              <a:ext cx="1033912" cy="900566"/>
            </a:xfrm>
            <a:custGeom>
              <a:avLst/>
              <a:gdLst>
                <a:gd name="T0" fmla="*/ 143 w 289"/>
                <a:gd name="T1" fmla="*/ 1 h 252"/>
                <a:gd name="T2" fmla="*/ 0 w 289"/>
                <a:gd name="T3" fmla="*/ 111 h 252"/>
                <a:gd name="T4" fmla="*/ 73 w 289"/>
                <a:gd name="T5" fmla="*/ 203 h 252"/>
                <a:gd name="T6" fmla="*/ 47 w 289"/>
                <a:gd name="T7" fmla="*/ 252 h 252"/>
                <a:gd name="T8" fmla="*/ 121 w 289"/>
                <a:gd name="T9" fmla="*/ 216 h 252"/>
                <a:gd name="T10" fmla="*/ 146 w 289"/>
                <a:gd name="T11" fmla="*/ 217 h 252"/>
                <a:gd name="T12" fmla="*/ 288 w 289"/>
                <a:gd name="T13" fmla="*/ 107 h 252"/>
                <a:gd name="T14" fmla="*/ 143 w 289"/>
                <a:gd name="T15" fmla="*/ 1 h 252"/>
                <a:gd name="T16" fmla="*/ 73 w 289"/>
                <a:gd name="T17" fmla="*/ 131 h 252"/>
                <a:gd name="T18" fmla="*/ 55 w 289"/>
                <a:gd name="T19" fmla="*/ 113 h 252"/>
                <a:gd name="T20" fmla="*/ 73 w 289"/>
                <a:gd name="T21" fmla="*/ 95 h 252"/>
                <a:gd name="T22" fmla="*/ 91 w 289"/>
                <a:gd name="T23" fmla="*/ 113 h 252"/>
                <a:gd name="T24" fmla="*/ 73 w 289"/>
                <a:gd name="T25" fmla="*/ 131 h 252"/>
                <a:gd name="T26" fmla="*/ 144 w 289"/>
                <a:gd name="T27" fmla="*/ 131 h 252"/>
                <a:gd name="T28" fmla="*/ 126 w 289"/>
                <a:gd name="T29" fmla="*/ 113 h 252"/>
                <a:gd name="T30" fmla="*/ 144 w 289"/>
                <a:gd name="T31" fmla="*/ 95 h 252"/>
                <a:gd name="T32" fmla="*/ 162 w 289"/>
                <a:gd name="T33" fmla="*/ 113 h 252"/>
                <a:gd name="T34" fmla="*/ 144 w 289"/>
                <a:gd name="T35" fmla="*/ 131 h 252"/>
                <a:gd name="T36" fmla="*/ 216 w 289"/>
                <a:gd name="T37" fmla="*/ 131 h 252"/>
                <a:gd name="T38" fmla="*/ 198 w 289"/>
                <a:gd name="T39" fmla="*/ 113 h 252"/>
                <a:gd name="T40" fmla="*/ 216 w 289"/>
                <a:gd name="T41" fmla="*/ 95 h 252"/>
                <a:gd name="T42" fmla="*/ 233 w 289"/>
                <a:gd name="T43" fmla="*/ 113 h 252"/>
                <a:gd name="T44" fmla="*/ 216 w 289"/>
                <a:gd name="T45" fmla="*/ 131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89" h="252">
                  <a:moveTo>
                    <a:pt x="143" y="1"/>
                  </a:moveTo>
                  <a:cubicBezTo>
                    <a:pt x="63" y="2"/>
                    <a:pt x="0" y="51"/>
                    <a:pt x="0" y="111"/>
                  </a:cubicBezTo>
                  <a:cubicBezTo>
                    <a:pt x="1" y="151"/>
                    <a:pt x="30" y="185"/>
                    <a:pt x="73" y="203"/>
                  </a:cubicBezTo>
                  <a:cubicBezTo>
                    <a:pt x="47" y="252"/>
                    <a:pt x="47" y="252"/>
                    <a:pt x="47" y="252"/>
                  </a:cubicBezTo>
                  <a:cubicBezTo>
                    <a:pt x="121" y="216"/>
                    <a:pt x="121" y="216"/>
                    <a:pt x="121" y="216"/>
                  </a:cubicBezTo>
                  <a:cubicBezTo>
                    <a:pt x="129" y="217"/>
                    <a:pt x="137" y="218"/>
                    <a:pt x="146" y="217"/>
                  </a:cubicBezTo>
                  <a:cubicBezTo>
                    <a:pt x="225" y="216"/>
                    <a:pt x="289" y="167"/>
                    <a:pt x="288" y="107"/>
                  </a:cubicBezTo>
                  <a:cubicBezTo>
                    <a:pt x="287" y="47"/>
                    <a:pt x="222" y="0"/>
                    <a:pt x="143" y="1"/>
                  </a:cubicBezTo>
                  <a:close/>
                  <a:moveTo>
                    <a:pt x="73" y="131"/>
                  </a:moveTo>
                  <a:cubicBezTo>
                    <a:pt x="63" y="131"/>
                    <a:pt x="55" y="123"/>
                    <a:pt x="55" y="113"/>
                  </a:cubicBezTo>
                  <a:cubicBezTo>
                    <a:pt x="55" y="103"/>
                    <a:pt x="63" y="95"/>
                    <a:pt x="73" y="95"/>
                  </a:cubicBezTo>
                  <a:cubicBezTo>
                    <a:pt x="83" y="95"/>
                    <a:pt x="91" y="103"/>
                    <a:pt x="91" y="113"/>
                  </a:cubicBezTo>
                  <a:cubicBezTo>
                    <a:pt x="91" y="123"/>
                    <a:pt x="83" y="131"/>
                    <a:pt x="73" y="131"/>
                  </a:cubicBezTo>
                  <a:close/>
                  <a:moveTo>
                    <a:pt x="144" y="131"/>
                  </a:moveTo>
                  <a:cubicBezTo>
                    <a:pt x="134" y="131"/>
                    <a:pt x="126" y="123"/>
                    <a:pt x="126" y="113"/>
                  </a:cubicBezTo>
                  <a:cubicBezTo>
                    <a:pt x="126" y="103"/>
                    <a:pt x="134" y="95"/>
                    <a:pt x="144" y="95"/>
                  </a:cubicBezTo>
                  <a:cubicBezTo>
                    <a:pt x="154" y="95"/>
                    <a:pt x="162" y="103"/>
                    <a:pt x="162" y="113"/>
                  </a:cubicBezTo>
                  <a:cubicBezTo>
                    <a:pt x="162" y="123"/>
                    <a:pt x="154" y="131"/>
                    <a:pt x="144" y="131"/>
                  </a:cubicBezTo>
                  <a:close/>
                  <a:moveTo>
                    <a:pt x="216" y="131"/>
                  </a:moveTo>
                  <a:cubicBezTo>
                    <a:pt x="206" y="131"/>
                    <a:pt x="198" y="123"/>
                    <a:pt x="198" y="113"/>
                  </a:cubicBezTo>
                  <a:cubicBezTo>
                    <a:pt x="198" y="103"/>
                    <a:pt x="206" y="95"/>
                    <a:pt x="216" y="95"/>
                  </a:cubicBezTo>
                  <a:cubicBezTo>
                    <a:pt x="225" y="95"/>
                    <a:pt x="233" y="103"/>
                    <a:pt x="233" y="113"/>
                  </a:cubicBezTo>
                  <a:cubicBezTo>
                    <a:pt x="233" y="123"/>
                    <a:pt x="225" y="131"/>
                    <a:pt x="216" y="131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480" name="组合 479"/>
            <p:cNvGrpSpPr/>
            <p:nvPr/>
          </p:nvGrpSpPr>
          <p:grpSpPr>
            <a:xfrm flipH="1">
              <a:off x="7649186" y="2393043"/>
              <a:ext cx="563091" cy="563091"/>
              <a:chOff x="1001659" y="2745477"/>
              <a:chExt cx="1013946" cy="1013946"/>
            </a:xfrm>
            <a:grpFill/>
          </p:grpSpPr>
          <p:sp>
            <p:nvSpPr>
              <p:cNvPr id="484" name="Freeform 170"/>
              <p:cNvSpPr>
                <a:spLocks/>
              </p:cNvSpPr>
              <p:nvPr/>
            </p:nvSpPr>
            <p:spPr bwMode="auto">
              <a:xfrm>
                <a:off x="1001659" y="2964583"/>
                <a:ext cx="792509" cy="794840"/>
              </a:xfrm>
              <a:custGeom>
                <a:avLst/>
                <a:gdLst>
                  <a:gd name="T0" fmla="*/ 144 w 144"/>
                  <a:gd name="T1" fmla="*/ 72 h 144"/>
                  <a:gd name="T2" fmla="*/ 72 w 144"/>
                  <a:gd name="T3" fmla="*/ 144 h 144"/>
                  <a:gd name="T4" fmla="*/ 0 w 144"/>
                  <a:gd name="T5" fmla="*/ 72 h 144"/>
                  <a:gd name="T6" fmla="*/ 72 w 144"/>
                  <a:gd name="T7" fmla="*/ 0 h 144"/>
                  <a:gd name="T8" fmla="*/ 72 w 144"/>
                  <a:gd name="T9" fmla="*/ 72 h 144"/>
                  <a:gd name="T10" fmla="*/ 144 w 144"/>
                  <a:gd name="T11" fmla="*/ 72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4" h="144">
                    <a:moveTo>
                      <a:pt x="144" y="72"/>
                    </a:moveTo>
                    <a:cubicBezTo>
                      <a:pt x="144" y="112"/>
                      <a:pt x="112" y="144"/>
                      <a:pt x="72" y="144"/>
                    </a:cubicBezTo>
                    <a:cubicBezTo>
                      <a:pt x="32" y="144"/>
                      <a:pt x="0" y="112"/>
                      <a:pt x="0" y="72"/>
                    </a:cubicBezTo>
                    <a:cubicBezTo>
                      <a:pt x="0" y="32"/>
                      <a:pt x="32" y="0"/>
                      <a:pt x="72" y="0"/>
                    </a:cubicBezTo>
                    <a:cubicBezTo>
                      <a:pt x="72" y="72"/>
                      <a:pt x="72" y="72"/>
                      <a:pt x="72" y="72"/>
                    </a:cubicBezTo>
                    <a:lnTo>
                      <a:pt x="144" y="72"/>
                    </a:lnTo>
                    <a:close/>
                  </a:path>
                </a:pathLst>
              </a:custGeom>
              <a:grpFill/>
              <a:ln w="30163" cap="rnd">
                <a:noFill/>
                <a:prstDash val="solid"/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85" name="Freeform 171"/>
              <p:cNvSpPr>
                <a:spLocks/>
              </p:cNvSpPr>
              <p:nvPr/>
            </p:nvSpPr>
            <p:spPr bwMode="auto">
              <a:xfrm>
                <a:off x="1486489" y="2745477"/>
                <a:ext cx="529116" cy="529116"/>
              </a:xfrm>
              <a:custGeom>
                <a:avLst/>
                <a:gdLst>
                  <a:gd name="T0" fmla="*/ 96 w 96"/>
                  <a:gd name="T1" fmla="*/ 96 h 96"/>
                  <a:gd name="T2" fmla="*/ 0 w 96"/>
                  <a:gd name="T3" fmla="*/ 0 h 96"/>
                  <a:gd name="T4" fmla="*/ 0 w 96"/>
                  <a:gd name="T5" fmla="*/ 96 h 96"/>
                  <a:gd name="T6" fmla="*/ 96 w 96"/>
                  <a:gd name="T7" fmla="*/ 9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6" h="96">
                    <a:moveTo>
                      <a:pt x="96" y="96"/>
                    </a:moveTo>
                    <a:cubicBezTo>
                      <a:pt x="96" y="43"/>
                      <a:pt x="53" y="0"/>
                      <a:pt x="0" y="0"/>
                    </a:cubicBezTo>
                    <a:cubicBezTo>
                      <a:pt x="0" y="96"/>
                      <a:pt x="0" y="96"/>
                      <a:pt x="0" y="96"/>
                    </a:cubicBezTo>
                    <a:lnTo>
                      <a:pt x="96" y="96"/>
                    </a:lnTo>
                    <a:close/>
                  </a:path>
                </a:pathLst>
              </a:custGeom>
              <a:grpFill/>
              <a:ln w="30163" cap="rnd">
                <a:noFill/>
                <a:prstDash val="solid"/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481" name="Freeform 23"/>
            <p:cNvSpPr>
              <a:spLocks noEditPoints="1"/>
            </p:cNvSpPr>
            <p:nvPr/>
          </p:nvSpPr>
          <p:spPr bwMode="auto">
            <a:xfrm>
              <a:off x="10488400" y="1748451"/>
              <a:ext cx="789009" cy="701685"/>
            </a:xfrm>
            <a:custGeom>
              <a:avLst/>
              <a:gdLst>
                <a:gd name="T0" fmla="*/ 240 w 432"/>
                <a:gd name="T1" fmla="*/ 335 h 384"/>
                <a:gd name="T2" fmla="*/ 192 w 432"/>
                <a:gd name="T3" fmla="*/ 335 h 384"/>
                <a:gd name="T4" fmla="*/ 192 w 432"/>
                <a:gd name="T5" fmla="*/ 360 h 384"/>
                <a:gd name="T6" fmla="*/ 144 w 432"/>
                <a:gd name="T7" fmla="*/ 368 h 384"/>
                <a:gd name="T8" fmla="*/ 144 w 432"/>
                <a:gd name="T9" fmla="*/ 384 h 384"/>
                <a:gd name="T10" fmla="*/ 287 w 432"/>
                <a:gd name="T11" fmla="*/ 384 h 384"/>
                <a:gd name="T12" fmla="*/ 287 w 432"/>
                <a:gd name="T13" fmla="*/ 369 h 384"/>
                <a:gd name="T14" fmla="*/ 240 w 432"/>
                <a:gd name="T15" fmla="*/ 360 h 384"/>
                <a:gd name="T16" fmla="*/ 240 w 432"/>
                <a:gd name="T17" fmla="*/ 335 h 384"/>
                <a:gd name="T18" fmla="*/ 400 w 432"/>
                <a:gd name="T19" fmla="*/ 0 h 384"/>
                <a:gd name="T20" fmla="*/ 32 w 432"/>
                <a:gd name="T21" fmla="*/ 0 h 384"/>
                <a:gd name="T22" fmla="*/ 0 w 432"/>
                <a:gd name="T23" fmla="*/ 32 h 384"/>
                <a:gd name="T24" fmla="*/ 0 w 432"/>
                <a:gd name="T25" fmla="*/ 256 h 384"/>
                <a:gd name="T26" fmla="*/ 32 w 432"/>
                <a:gd name="T27" fmla="*/ 288 h 384"/>
                <a:gd name="T28" fmla="*/ 400 w 432"/>
                <a:gd name="T29" fmla="*/ 288 h 384"/>
                <a:gd name="T30" fmla="*/ 432 w 432"/>
                <a:gd name="T31" fmla="*/ 256 h 384"/>
                <a:gd name="T32" fmla="*/ 432 w 432"/>
                <a:gd name="T33" fmla="*/ 32 h 384"/>
                <a:gd name="T34" fmla="*/ 400 w 432"/>
                <a:gd name="T35" fmla="*/ 0 h 384"/>
                <a:gd name="T36" fmla="*/ 214 w 432"/>
                <a:gd name="T37" fmla="*/ 264 h 384"/>
                <a:gd name="T38" fmla="*/ 198 w 432"/>
                <a:gd name="T39" fmla="*/ 248 h 384"/>
                <a:gd name="T40" fmla="*/ 214 w 432"/>
                <a:gd name="T41" fmla="*/ 232 h 384"/>
                <a:gd name="T42" fmla="*/ 230 w 432"/>
                <a:gd name="T43" fmla="*/ 248 h 384"/>
                <a:gd name="T44" fmla="*/ 214 w 432"/>
                <a:gd name="T45" fmla="*/ 264 h 384"/>
                <a:gd name="T46" fmla="*/ 400 w 432"/>
                <a:gd name="T47" fmla="*/ 208 h 384"/>
                <a:gd name="T48" fmla="*/ 32 w 432"/>
                <a:gd name="T49" fmla="*/ 208 h 384"/>
                <a:gd name="T50" fmla="*/ 32 w 432"/>
                <a:gd name="T51" fmla="*/ 32 h 384"/>
                <a:gd name="T52" fmla="*/ 400 w 432"/>
                <a:gd name="T53" fmla="*/ 32 h 384"/>
                <a:gd name="T54" fmla="*/ 400 w 432"/>
                <a:gd name="T55" fmla="*/ 208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32" h="384">
                  <a:moveTo>
                    <a:pt x="240" y="335"/>
                  </a:moveTo>
                  <a:cubicBezTo>
                    <a:pt x="192" y="335"/>
                    <a:pt x="192" y="335"/>
                    <a:pt x="192" y="335"/>
                  </a:cubicBezTo>
                  <a:cubicBezTo>
                    <a:pt x="192" y="360"/>
                    <a:pt x="192" y="360"/>
                    <a:pt x="192" y="360"/>
                  </a:cubicBezTo>
                  <a:cubicBezTo>
                    <a:pt x="144" y="368"/>
                    <a:pt x="144" y="368"/>
                    <a:pt x="144" y="368"/>
                  </a:cubicBezTo>
                  <a:cubicBezTo>
                    <a:pt x="144" y="384"/>
                    <a:pt x="144" y="384"/>
                    <a:pt x="144" y="384"/>
                  </a:cubicBezTo>
                  <a:cubicBezTo>
                    <a:pt x="287" y="384"/>
                    <a:pt x="287" y="384"/>
                    <a:pt x="287" y="384"/>
                  </a:cubicBezTo>
                  <a:cubicBezTo>
                    <a:pt x="287" y="369"/>
                    <a:pt x="287" y="369"/>
                    <a:pt x="287" y="369"/>
                  </a:cubicBezTo>
                  <a:cubicBezTo>
                    <a:pt x="240" y="360"/>
                    <a:pt x="240" y="360"/>
                    <a:pt x="240" y="360"/>
                  </a:cubicBezTo>
                  <a:lnTo>
                    <a:pt x="240" y="335"/>
                  </a:lnTo>
                  <a:close/>
                  <a:moveTo>
                    <a:pt x="400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14" y="0"/>
                    <a:pt x="0" y="14"/>
                    <a:pt x="0" y="32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0" y="274"/>
                    <a:pt x="14" y="288"/>
                    <a:pt x="32" y="288"/>
                  </a:cubicBezTo>
                  <a:cubicBezTo>
                    <a:pt x="400" y="288"/>
                    <a:pt x="400" y="288"/>
                    <a:pt x="400" y="288"/>
                  </a:cubicBezTo>
                  <a:cubicBezTo>
                    <a:pt x="418" y="288"/>
                    <a:pt x="432" y="274"/>
                    <a:pt x="432" y="256"/>
                  </a:cubicBezTo>
                  <a:cubicBezTo>
                    <a:pt x="432" y="32"/>
                    <a:pt x="432" y="32"/>
                    <a:pt x="432" y="32"/>
                  </a:cubicBezTo>
                  <a:cubicBezTo>
                    <a:pt x="432" y="14"/>
                    <a:pt x="418" y="0"/>
                    <a:pt x="400" y="0"/>
                  </a:cubicBezTo>
                  <a:close/>
                  <a:moveTo>
                    <a:pt x="214" y="264"/>
                  </a:moveTo>
                  <a:cubicBezTo>
                    <a:pt x="205" y="264"/>
                    <a:pt x="198" y="257"/>
                    <a:pt x="198" y="248"/>
                  </a:cubicBezTo>
                  <a:cubicBezTo>
                    <a:pt x="198" y="239"/>
                    <a:pt x="205" y="232"/>
                    <a:pt x="214" y="232"/>
                  </a:cubicBezTo>
                  <a:cubicBezTo>
                    <a:pt x="223" y="232"/>
                    <a:pt x="230" y="239"/>
                    <a:pt x="230" y="248"/>
                  </a:cubicBezTo>
                  <a:cubicBezTo>
                    <a:pt x="230" y="257"/>
                    <a:pt x="223" y="264"/>
                    <a:pt x="214" y="264"/>
                  </a:cubicBezTo>
                  <a:close/>
                  <a:moveTo>
                    <a:pt x="400" y="208"/>
                  </a:moveTo>
                  <a:cubicBezTo>
                    <a:pt x="32" y="208"/>
                    <a:pt x="32" y="208"/>
                    <a:pt x="32" y="208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00" y="32"/>
                    <a:pt x="400" y="32"/>
                    <a:pt x="400" y="32"/>
                  </a:cubicBezTo>
                  <a:lnTo>
                    <a:pt x="400" y="20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82" name="Freeform 27"/>
            <p:cNvSpPr>
              <a:spLocks noEditPoints="1"/>
            </p:cNvSpPr>
            <p:nvPr/>
          </p:nvSpPr>
          <p:spPr bwMode="auto">
            <a:xfrm>
              <a:off x="3236594" y="1843061"/>
              <a:ext cx="715285" cy="607075"/>
            </a:xfrm>
            <a:custGeom>
              <a:avLst/>
              <a:gdLst>
                <a:gd name="T0" fmla="*/ 478 w 495"/>
                <a:gd name="T1" fmla="*/ 360 h 420"/>
                <a:gd name="T2" fmla="*/ 278 w 495"/>
                <a:gd name="T3" fmla="*/ 17 h 420"/>
                <a:gd name="T4" fmla="*/ 217 w 495"/>
                <a:gd name="T5" fmla="*/ 17 h 420"/>
                <a:gd name="T6" fmla="*/ 17 w 495"/>
                <a:gd name="T7" fmla="*/ 360 h 420"/>
                <a:gd name="T8" fmla="*/ 17 w 495"/>
                <a:gd name="T9" fmla="*/ 420 h 420"/>
                <a:gd name="T10" fmla="*/ 478 w 495"/>
                <a:gd name="T11" fmla="*/ 420 h 420"/>
                <a:gd name="T12" fmla="*/ 478 w 495"/>
                <a:gd name="T13" fmla="*/ 360 h 420"/>
                <a:gd name="T14" fmla="*/ 229 w 495"/>
                <a:gd name="T15" fmla="*/ 140 h 420"/>
                <a:gd name="T16" fmla="*/ 253 w 495"/>
                <a:gd name="T17" fmla="*/ 116 h 420"/>
                <a:gd name="T18" fmla="*/ 277 w 495"/>
                <a:gd name="T19" fmla="*/ 140 h 420"/>
                <a:gd name="T20" fmla="*/ 277 w 495"/>
                <a:gd name="T21" fmla="*/ 252 h 420"/>
                <a:gd name="T22" fmla="*/ 253 w 495"/>
                <a:gd name="T23" fmla="*/ 276 h 420"/>
                <a:gd name="T24" fmla="*/ 229 w 495"/>
                <a:gd name="T25" fmla="*/ 252 h 420"/>
                <a:gd name="T26" fmla="*/ 229 w 495"/>
                <a:gd name="T27" fmla="*/ 140 h 420"/>
                <a:gd name="T28" fmla="*/ 253 w 495"/>
                <a:gd name="T29" fmla="*/ 356 h 420"/>
                <a:gd name="T30" fmla="*/ 229 w 495"/>
                <a:gd name="T31" fmla="*/ 332 h 420"/>
                <a:gd name="T32" fmla="*/ 253 w 495"/>
                <a:gd name="T33" fmla="*/ 308 h 420"/>
                <a:gd name="T34" fmla="*/ 277 w 495"/>
                <a:gd name="T35" fmla="*/ 332 h 420"/>
                <a:gd name="T36" fmla="*/ 253 w 495"/>
                <a:gd name="T37" fmla="*/ 356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95" h="420">
                  <a:moveTo>
                    <a:pt x="478" y="360"/>
                  </a:moveTo>
                  <a:cubicBezTo>
                    <a:pt x="278" y="17"/>
                    <a:pt x="278" y="17"/>
                    <a:pt x="278" y="17"/>
                  </a:cubicBezTo>
                  <a:cubicBezTo>
                    <a:pt x="261" y="0"/>
                    <a:pt x="234" y="0"/>
                    <a:pt x="217" y="17"/>
                  </a:cubicBezTo>
                  <a:cubicBezTo>
                    <a:pt x="17" y="360"/>
                    <a:pt x="17" y="360"/>
                    <a:pt x="17" y="360"/>
                  </a:cubicBezTo>
                  <a:cubicBezTo>
                    <a:pt x="0" y="376"/>
                    <a:pt x="0" y="403"/>
                    <a:pt x="17" y="420"/>
                  </a:cubicBezTo>
                  <a:cubicBezTo>
                    <a:pt x="478" y="420"/>
                    <a:pt x="478" y="420"/>
                    <a:pt x="478" y="420"/>
                  </a:cubicBezTo>
                  <a:cubicBezTo>
                    <a:pt x="495" y="403"/>
                    <a:pt x="495" y="376"/>
                    <a:pt x="478" y="360"/>
                  </a:cubicBezTo>
                  <a:close/>
                  <a:moveTo>
                    <a:pt x="229" y="140"/>
                  </a:moveTo>
                  <a:cubicBezTo>
                    <a:pt x="229" y="126"/>
                    <a:pt x="240" y="116"/>
                    <a:pt x="253" y="116"/>
                  </a:cubicBezTo>
                  <a:cubicBezTo>
                    <a:pt x="266" y="116"/>
                    <a:pt x="277" y="126"/>
                    <a:pt x="277" y="140"/>
                  </a:cubicBezTo>
                  <a:cubicBezTo>
                    <a:pt x="277" y="252"/>
                    <a:pt x="277" y="252"/>
                    <a:pt x="277" y="252"/>
                  </a:cubicBezTo>
                  <a:cubicBezTo>
                    <a:pt x="277" y="265"/>
                    <a:pt x="266" y="276"/>
                    <a:pt x="253" y="276"/>
                  </a:cubicBezTo>
                  <a:cubicBezTo>
                    <a:pt x="240" y="276"/>
                    <a:pt x="229" y="265"/>
                    <a:pt x="229" y="252"/>
                  </a:cubicBezTo>
                  <a:lnTo>
                    <a:pt x="229" y="140"/>
                  </a:lnTo>
                  <a:close/>
                  <a:moveTo>
                    <a:pt x="253" y="356"/>
                  </a:moveTo>
                  <a:cubicBezTo>
                    <a:pt x="240" y="356"/>
                    <a:pt x="229" y="345"/>
                    <a:pt x="229" y="332"/>
                  </a:cubicBezTo>
                  <a:cubicBezTo>
                    <a:pt x="229" y="319"/>
                    <a:pt x="240" y="308"/>
                    <a:pt x="253" y="308"/>
                  </a:cubicBezTo>
                  <a:cubicBezTo>
                    <a:pt x="266" y="308"/>
                    <a:pt x="277" y="319"/>
                    <a:pt x="277" y="332"/>
                  </a:cubicBezTo>
                  <a:cubicBezTo>
                    <a:pt x="277" y="345"/>
                    <a:pt x="266" y="356"/>
                    <a:pt x="253" y="35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83" name="Freeform 32"/>
            <p:cNvSpPr>
              <a:spLocks noEditPoints="1"/>
            </p:cNvSpPr>
            <p:nvPr/>
          </p:nvSpPr>
          <p:spPr bwMode="auto">
            <a:xfrm rot="2440701">
              <a:off x="10994340" y="2322396"/>
              <a:ext cx="789009" cy="905699"/>
            </a:xfrm>
            <a:custGeom>
              <a:avLst/>
              <a:gdLst>
                <a:gd name="T0" fmla="*/ 400 w 432"/>
                <a:gd name="T1" fmla="*/ 272 h 496"/>
                <a:gd name="T2" fmla="*/ 352 w 432"/>
                <a:gd name="T3" fmla="*/ 432 h 496"/>
                <a:gd name="T4" fmla="*/ 288 w 432"/>
                <a:gd name="T5" fmla="*/ 496 h 496"/>
                <a:gd name="T6" fmla="*/ 112 w 432"/>
                <a:gd name="T7" fmla="*/ 432 h 496"/>
                <a:gd name="T8" fmla="*/ 0 w 432"/>
                <a:gd name="T9" fmla="*/ 384 h 496"/>
                <a:gd name="T10" fmla="*/ 48 w 432"/>
                <a:gd name="T11" fmla="*/ 64 h 496"/>
                <a:gd name="T12" fmla="*/ 112 w 432"/>
                <a:gd name="T13" fmla="*/ 0 h 496"/>
                <a:gd name="T14" fmla="*/ 288 w 432"/>
                <a:gd name="T15" fmla="*/ 64 h 496"/>
                <a:gd name="T16" fmla="*/ 400 w 432"/>
                <a:gd name="T17" fmla="*/ 112 h 496"/>
                <a:gd name="T18" fmla="*/ 416 w 432"/>
                <a:gd name="T19" fmla="*/ 224 h 496"/>
                <a:gd name="T20" fmla="*/ 432 w 432"/>
                <a:gd name="T21" fmla="*/ 256 h 496"/>
                <a:gd name="T22" fmla="*/ 368 w 432"/>
                <a:gd name="T23" fmla="*/ 128 h 496"/>
                <a:gd name="T24" fmla="*/ 64 w 432"/>
                <a:gd name="T25" fmla="*/ 96 h 496"/>
                <a:gd name="T26" fmla="*/ 32 w 432"/>
                <a:gd name="T27" fmla="*/ 368 h 496"/>
                <a:gd name="T28" fmla="*/ 336 w 432"/>
                <a:gd name="T29" fmla="*/ 400 h 496"/>
                <a:gd name="T30" fmla="*/ 368 w 432"/>
                <a:gd name="T31" fmla="*/ 128 h 496"/>
                <a:gd name="T32" fmla="*/ 272 w 432"/>
                <a:gd name="T33" fmla="*/ 256 h 496"/>
                <a:gd name="T34" fmla="*/ 288 w 432"/>
                <a:gd name="T35" fmla="*/ 208 h 496"/>
                <a:gd name="T36" fmla="*/ 304 w 432"/>
                <a:gd name="T37" fmla="*/ 240 h 496"/>
                <a:gd name="T38" fmla="*/ 320 w 432"/>
                <a:gd name="T39" fmla="*/ 208 h 496"/>
                <a:gd name="T40" fmla="*/ 304 w 432"/>
                <a:gd name="T41" fmla="*/ 288 h 496"/>
                <a:gd name="T42" fmla="*/ 224 w 432"/>
                <a:gd name="T43" fmla="*/ 288 h 496"/>
                <a:gd name="T44" fmla="*/ 208 w 432"/>
                <a:gd name="T45" fmla="*/ 208 h 496"/>
                <a:gd name="T46" fmla="*/ 256 w 432"/>
                <a:gd name="T47" fmla="*/ 288 h 496"/>
                <a:gd name="T48" fmla="*/ 240 w 432"/>
                <a:gd name="T49" fmla="*/ 224 h 496"/>
                <a:gd name="T50" fmla="*/ 224 w 432"/>
                <a:gd name="T51" fmla="*/ 272 h 496"/>
                <a:gd name="T52" fmla="*/ 240 w 432"/>
                <a:gd name="T53" fmla="*/ 224 h 496"/>
                <a:gd name="T54" fmla="*/ 192 w 432"/>
                <a:gd name="T55" fmla="*/ 256 h 496"/>
                <a:gd name="T56" fmla="*/ 176 w 432"/>
                <a:gd name="T57" fmla="*/ 272 h 496"/>
                <a:gd name="T58" fmla="*/ 176 w 432"/>
                <a:gd name="T59" fmla="*/ 224 h 496"/>
                <a:gd name="T60" fmla="*/ 192 w 432"/>
                <a:gd name="T61" fmla="*/ 240 h 496"/>
                <a:gd name="T62" fmla="*/ 176 w 432"/>
                <a:gd name="T63" fmla="*/ 224 h 496"/>
                <a:gd name="T64" fmla="*/ 128 w 432"/>
                <a:gd name="T65" fmla="*/ 272 h 496"/>
                <a:gd name="T66" fmla="*/ 144 w 432"/>
                <a:gd name="T67" fmla="*/ 256 h 496"/>
                <a:gd name="T68" fmla="*/ 128 w 432"/>
                <a:gd name="T69" fmla="*/ 240 h 496"/>
                <a:gd name="T70" fmla="*/ 144 w 432"/>
                <a:gd name="T71" fmla="*/ 224 h 496"/>
                <a:gd name="T72" fmla="*/ 128 w 432"/>
                <a:gd name="T73" fmla="*/ 208 h 496"/>
                <a:gd name="T74" fmla="*/ 160 w 432"/>
                <a:gd name="T75" fmla="*/ 288 h 496"/>
                <a:gd name="T76" fmla="*/ 80 w 432"/>
                <a:gd name="T77" fmla="*/ 288 h 496"/>
                <a:gd name="T78" fmla="*/ 96 w 432"/>
                <a:gd name="T79" fmla="*/ 240 h 496"/>
                <a:gd name="T80" fmla="*/ 80 w 432"/>
                <a:gd name="T81" fmla="*/ 224 h 496"/>
                <a:gd name="T82" fmla="*/ 112 w 432"/>
                <a:gd name="T83" fmla="*/ 208 h 496"/>
                <a:gd name="T84" fmla="*/ 96 w 432"/>
                <a:gd name="T85" fmla="*/ 256 h 496"/>
                <a:gd name="T86" fmla="*/ 112 w 432"/>
                <a:gd name="T87" fmla="*/ 272 h 496"/>
                <a:gd name="T88" fmla="*/ 80 w 432"/>
                <a:gd name="T89" fmla="*/ 288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32" h="496">
                  <a:moveTo>
                    <a:pt x="416" y="272"/>
                  </a:moveTo>
                  <a:cubicBezTo>
                    <a:pt x="400" y="272"/>
                    <a:pt x="400" y="272"/>
                    <a:pt x="400" y="272"/>
                  </a:cubicBezTo>
                  <a:cubicBezTo>
                    <a:pt x="400" y="384"/>
                    <a:pt x="400" y="384"/>
                    <a:pt x="400" y="384"/>
                  </a:cubicBezTo>
                  <a:cubicBezTo>
                    <a:pt x="400" y="411"/>
                    <a:pt x="378" y="432"/>
                    <a:pt x="352" y="432"/>
                  </a:cubicBezTo>
                  <a:cubicBezTo>
                    <a:pt x="288" y="432"/>
                    <a:pt x="288" y="432"/>
                    <a:pt x="288" y="432"/>
                  </a:cubicBezTo>
                  <a:cubicBezTo>
                    <a:pt x="288" y="496"/>
                    <a:pt x="288" y="496"/>
                    <a:pt x="288" y="496"/>
                  </a:cubicBezTo>
                  <a:cubicBezTo>
                    <a:pt x="112" y="496"/>
                    <a:pt x="112" y="496"/>
                    <a:pt x="112" y="496"/>
                  </a:cubicBezTo>
                  <a:cubicBezTo>
                    <a:pt x="112" y="432"/>
                    <a:pt x="112" y="432"/>
                    <a:pt x="112" y="432"/>
                  </a:cubicBezTo>
                  <a:cubicBezTo>
                    <a:pt x="48" y="432"/>
                    <a:pt x="48" y="432"/>
                    <a:pt x="48" y="432"/>
                  </a:cubicBezTo>
                  <a:cubicBezTo>
                    <a:pt x="21" y="432"/>
                    <a:pt x="0" y="411"/>
                    <a:pt x="0" y="384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0" y="86"/>
                    <a:pt x="21" y="64"/>
                    <a:pt x="48" y="64"/>
                  </a:cubicBezTo>
                  <a:cubicBezTo>
                    <a:pt x="112" y="64"/>
                    <a:pt x="112" y="64"/>
                    <a:pt x="112" y="64"/>
                  </a:cubicBezTo>
                  <a:cubicBezTo>
                    <a:pt x="112" y="0"/>
                    <a:pt x="112" y="0"/>
                    <a:pt x="112" y="0"/>
                  </a:cubicBezTo>
                  <a:cubicBezTo>
                    <a:pt x="288" y="0"/>
                    <a:pt x="288" y="0"/>
                    <a:pt x="288" y="0"/>
                  </a:cubicBezTo>
                  <a:cubicBezTo>
                    <a:pt x="288" y="64"/>
                    <a:pt x="288" y="64"/>
                    <a:pt x="288" y="64"/>
                  </a:cubicBezTo>
                  <a:cubicBezTo>
                    <a:pt x="352" y="64"/>
                    <a:pt x="352" y="64"/>
                    <a:pt x="352" y="64"/>
                  </a:cubicBezTo>
                  <a:cubicBezTo>
                    <a:pt x="378" y="64"/>
                    <a:pt x="400" y="86"/>
                    <a:pt x="400" y="112"/>
                  </a:cubicBezTo>
                  <a:cubicBezTo>
                    <a:pt x="400" y="224"/>
                    <a:pt x="400" y="224"/>
                    <a:pt x="400" y="224"/>
                  </a:cubicBezTo>
                  <a:cubicBezTo>
                    <a:pt x="416" y="224"/>
                    <a:pt x="416" y="224"/>
                    <a:pt x="416" y="224"/>
                  </a:cubicBezTo>
                  <a:cubicBezTo>
                    <a:pt x="425" y="224"/>
                    <a:pt x="432" y="232"/>
                    <a:pt x="432" y="240"/>
                  </a:cubicBezTo>
                  <a:cubicBezTo>
                    <a:pt x="432" y="256"/>
                    <a:pt x="432" y="256"/>
                    <a:pt x="432" y="256"/>
                  </a:cubicBezTo>
                  <a:cubicBezTo>
                    <a:pt x="432" y="265"/>
                    <a:pt x="425" y="272"/>
                    <a:pt x="416" y="272"/>
                  </a:cubicBezTo>
                  <a:close/>
                  <a:moveTo>
                    <a:pt x="368" y="128"/>
                  </a:moveTo>
                  <a:cubicBezTo>
                    <a:pt x="368" y="111"/>
                    <a:pt x="354" y="96"/>
                    <a:pt x="336" y="96"/>
                  </a:cubicBezTo>
                  <a:cubicBezTo>
                    <a:pt x="64" y="96"/>
                    <a:pt x="64" y="96"/>
                    <a:pt x="64" y="96"/>
                  </a:cubicBezTo>
                  <a:cubicBezTo>
                    <a:pt x="46" y="96"/>
                    <a:pt x="32" y="111"/>
                    <a:pt x="32" y="128"/>
                  </a:cubicBezTo>
                  <a:cubicBezTo>
                    <a:pt x="32" y="368"/>
                    <a:pt x="32" y="368"/>
                    <a:pt x="32" y="368"/>
                  </a:cubicBezTo>
                  <a:cubicBezTo>
                    <a:pt x="32" y="386"/>
                    <a:pt x="46" y="400"/>
                    <a:pt x="64" y="400"/>
                  </a:cubicBezTo>
                  <a:cubicBezTo>
                    <a:pt x="336" y="400"/>
                    <a:pt x="336" y="400"/>
                    <a:pt x="336" y="400"/>
                  </a:cubicBezTo>
                  <a:cubicBezTo>
                    <a:pt x="354" y="400"/>
                    <a:pt x="368" y="386"/>
                    <a:pt x="368" y="368"/>
                  </a:cubicBezTo>
                  <a:lnTo>
                    <a:pt x="368" y="128"/>
                  </a:lnTo>
                  <a:close/>
                  <a:moveTo>
                    <a:pt x="304" y="256"/>
                  </a:moveTo>
                  <a:cubicBezTo>
                    <a:pt x="272" y="256"/>
                    <a:pt x="272" y="256"/>
                    <a:pt x="272" y="256"/>
                  </a:cubicBezTo>
                  <a:cubicBezTo>
                    <a:pt x="272" y="208"/>
                    <a:pt x="272" y="208"/>
                    <a:pt x="272" y="208"/>
                  </a:cubicBezTo>
                  <a:cubicBezTo>
                    <a:pt x="288" y="208"/>
                    <a:pt x="288" y="208"/>
                    <a:pt x="288" y="208"/>
                  </a:cubicBezTo>
                  <a:cubicBezTo>
                    <a:pt x="288" y="240"/>
                    <a:pt x="288" y="240"/>
                    <a:pt x="288" y="240"/>
                  </a:cubicBezTo>
                  <a:cubicBezTo>
                    <a:pt x="304" y="240"/>
                    <a:pt x="304" y="240"/>
                    <a:pt x="304" y="240"/>
                  </a:cubicBezTo>
                  <a:cubicBezTo>
                    <a:pt x="304" y="208"/>
                    <a:pt x="304" y="208"/>
                    <a:pt x="304" y="208"/>
                  </a:cubicBezTo>
                  <a:cubicBezTo>
                    <a:pt x="320" y="208"/>
                    <a:pt x="320" y="208"/>
                    <a:pt x="320" y="208"/>
                  </a:cubicBezTo>
                  <a:cubicBezTo>
                    <a:pt x="320" y="288"/>
                    <a:pt x="320" y="288"/>
                    <a:pt x="320" y="288"/>
                  </a:cubicBezTo>
                  <a:cubicBezTo>
                    <a:pt x="304" y="288"/>
                    <a:pt x="304" y="288"/>
                    <a:pt x="304" y="288"/>
                  </a:cubicBezTo>
                  <a:lnTo>
                    <a:pt x="304" y="256"/>
                  </a:lnTo>
                  <a:close/>
                  <a:moveTo>
                    <a:pt x="224" y="288"/>
                  </a:moveTo>
                  <a:cubicBezTo>
                    <a:pt x="208" y="288"/>
                    <a:pt x="208" y="288"/>
                    <a:pt x="208" y="288"/>
                  </a:cubicBezTo>
                  <a:cubicBezTo>
                    <a:pt x="208" y="208"/>
                    <a:pt x="208" y="208"/>
                    <a:pt x="208" y="208"/>
                  </a:cubicBezTo>
                  <a:cubicBezTo>
                    <a:pt x="256" y="208"/>
                    <a:pt x="256" y="208"/>
                    <a:pt x="256" y="208"/>
                  </a:cubicBezTo>
                  <a:cubicBezTo>
                    <a:pt x="256" y="288"/>
                    <a:pt x="256" y="288"/>
                    <a:pt x="256" y="288"/>
                  </a:cubicBezTo>
                  <a:lnTo>
                    <a:pt x="224" y="288"/>
                  </a:lnTo>
                  <a:close/>
                  <a:moveTo>
                    <a:pt x="240" y="224"/>
                  </a:moveTo>
                  <a:cubicBezTo>
                    <a:pt x="224" y="224"/>
                    <a:pt x="224" y="224"/>
                    <a:pt x="224" y="224"/>
                  </a:cubicBezTo>
                  <a:cubicBezTo>
                    <a:pt x="224" y="272"/>
                    <a:pt x="224" y="272"/>
                    <a:pt x="224" y="272"/>
                  </a:cubicBezTo>
                  <a:cubicBezTo>
                    <a:pt x="240" y="272"/>
                    <a:pt x="240" y="272"/>
                    <a:pt x="240" y="272"/>
                  </a:cubicBezTo>
                  <a:lnTo>
                    <a:pt x="240" y="224"/>
                  </a:lnTo>
                  <a:close/>
                  <a:moveTo>
                    <a:pt x="176" y="256"/>
                  </a:moveTo>
                  <a:cubicBezTo>
                    <a:pt x="192" y="256"/>
                    <a:pt x="192" y="256"/>
                    <a:pt x="192" y="256"/>
                  </a:cubicBezTo>
                  <a:cubicBezTo>
                    <a:pt x="192" y="272"/>
                    <a:pt x="192" y="272"/>
                    <a:pt x="192" y="272"/>
                  </a:cubicBezTo>
                  <a:cubicBezTo>
                    <a:pt x="176" y="272"/>
                    <a:pt x="176" y="272"/>
                    <a:pt x="176" y="272"/>
                  </a:cubicBezTo>
                  <a:lnTo>
                    <a:pt x="176" y="256"/>
                  </a:lnTo>
                  <a:close/>
                  <a:moveTo>
                    <a:pt x="176" y="224"/>
                  </a:moveTo>
                  <a:cubicBezTo>
                    <a:pt x="192" y="224"/>
                    <a:pt x="192" y="224"/>
                    <a:pt x="192" y="224"/>
                  </a:cubicBezTo>
                  <a:cubicBezTo>
                    <a:pt x="192" y="240"/>
                    <a:pt x="192" y="240"/>
                    <a:pt x="192" y="240"/>
                  </a:cubicBezTo>
                  <a:cubicBezTo>
                    <a:pt x="176" y="240"/>
                    <a:pt x="176" y="240"/>
                    <a:pt x="176" y="240"/>
                  </a:cubicBezTo>
                  <a:lnTo>
                    <a:pt x="176" y="224"/>
                  </a:lnTo>
                  <a:close/>
                  <a:moveTo>
                    <a:pt x="128" y="288"/>
                  </a:moveTo>
                  <a:cubicBezTo>
                    <a:pt x="128" y="272"/>
                    <a:pt x="128" y="272"/>
                    <a:pt x="128" y="272"/>
                  </a:cubicBezTo>
                  <a:cubicBezTo>
                    <a:pt x="144" y="272"/>
                    <a:pt x="144" y="272"/>
                    <a:pt x="144" y="272"/>
                  </a:cubicBezTo>
                  <a:cubicBezTo>
                    <a:pt x="144" y="256"/>
                    <a:pt x="144" y="256"/>
                    <a:pt x="144" y="256"/>
                  </a:cubicBezTo>
                  <a:cubicBezTo>
                    <a:pt x="128" y="256"/>
                    <a:pt x="128" y="256"/>
                    <a:pt x="128" y="256"/>
                  </a:cubicBezTo>
                  <a:cubicBezTo>
                    <a:pt x="128" y="240"/>
                    <a:pt x="128" y="240"/>
                    <a:pt x="128" y="240"/>
                  </a:cubicBezTo>
                  <a:cubicBezTo>
                    <a:pt x="144" y="240"/>
                    <a:pt x="144" y="240"/>
                    <a:pt x="144" y="240"/>
                  </a:cubicBezTo>
                  <a:cubicBezTo>
                    <a:pt x="144" y="224"/>
                    <a:pt x="144" y="224"/>
                    <a:pt x="144" y="224"/>
                  </a:cubicBezTo>
                  <a:cubicBezTo>
                    <a:pt x="128" y="224"/>
                    <a:pt x="128" y="224"/>
                    <a:pt x="128" y="224"/>
                  </a:cubicBezTo>
                  <a:cubicBezTo>
                    <a:pt x="128" y="208"/>
                    <a:pt x="128" y="208"/>
                    <a:pt x="128" y="208"/>
                  </a:cubicBezTo>
                  <a:cubicBezTo>
                    <a:pt x="160" y="208"/>
                    <a:pt x="160" y="208"/>
                    <a:pt x="160" y="208"/>
                  </a:cubicBezTo>
                  <a:cubicBezTo>
                    <a:pt x="160" y="288"/>
                    <a:pt x="160" y="288"/>
                    <a:pt x="160" y="288"/>
                  </a:cubicBezTo>
                  <a:lnTo>
                    <a:pt x="128" y="288"/>
                  </a:lnTo>
                  <a:close/>
                  <a:moveTo>
                    <a:pt x="80" y="288"/>
                  </a:moveTo>
                  <a:cubicBezTo>
                    <a:pt x="80" y="240"/>
                    <a:pt x="80" y="240"/>
                    <a:pt x="80" y="240"/>
                  </a:cubicBezTo>
                  <a:cubicBezTo>
                    <a:pt x="96" y="240"/>
                    <a:pt x="96" y="240"/>
                    <a:pt x="96" y="240"/>
                  </a:cubicBezTo>
                  <a:cubicBezTo>
                    <a:pt x="96" y="224"/>
                    <a:pt x="96" y="224"/>
                    <a:pt x="96" y="224"/>
                  </a:cubicBezTo>
                  <a:cubicBezTo>
                    <a:pt x="80" y="224"/>
                    <a:pt x="80" y="224"/>
                    <a:pt x="80" y="224"/>
                  </a:cubicBezTo>
                  <a:cubicBezTo>
                    <a:pt x="80" y="208"/>
                    <a:pt x="80" y="208"/>
                    <a:pt x="80" y="208"/>
                  </a:cubicBezTo>
                  <a:cubicBezTo>
                    <a:pt x="112" y="208"/>
                    <a:pt x="112" y="208"/>
                    <a:pt x="112" y="208"/>
                  </a:cubicBezTo>
                  <a:cubicBezTo>
                    <a:pt x="112" y="256"/>
                    <a:pt x="112" y="256"/>
                    <a:pt x="112" y="256"/>
                  </a:cubicBezTo>
                  <a:cubicBezTo>
                    <a:pt x="96" y="256"/>
                    <a:pt x="96" y="256"/>
                    <a:pt x="96" y="256"/>
                  </a:cubicBezTo>
                  <a:cubicBezTo>
                    <a:pt x="96" y="272"/>
                    <a:pt x="96" y="272"/>
                    <a:pt x="96" y="272"/>
                  </a:cubicBezTo>
                  <a:cubicBezTo>
                    <a:pt x="112" y="272"/>
                    <a:pt x="112" y="272"/>
                    <a:pt x="112" y="272"/>
                  </a:cubicBezTo>
                  <a:cubicBezTo>
                    <a:pt x="112" y="288"/>
                    <a:pt x="112" y="288"/>
                    <a:pt x="112" y="288"/>
                  </a:cubicBezTo>
                  <a:lnTo>
                    <a:pt x="80" y="28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92" name="等腰三角形 91"/>
          <p:cNvSpPr/>
          <p:nvPr/>
        </p:nvSpPr>
        <p:spPr>
          <a:xfrm rot="19418083">
            <a:off x="4853790" y="3831992"/>
            <a:ext cx="2843838" cy="752531"/>
          </a:xfrm>
          <a:prstGeom prst="triangle">
            <a:avLst>
              <a:gd name="adj" fmla="val 45627"/>
            </a:avLst>
          </a:prstGeom>
          <a:solidFill>
            <a:srgbClr val="E5A0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49" name="任意多边形 548"/>
          <p:cNvSpPr/>
          <p:nvPr/>
        </p:nvSpPr>
        <p:spPr>
          <a:xfrm>
            <a:off x="3497943" y="4400715"/>
            <a:ext cx="3853" cy="232"/>
          </a:xfrm>
          <a:custGeom>
            <a:avLst/>
            <a:gdLst>
              <a:gd name="connsiteX0" fmla="*/ 0 w 3853"/>
              <a:gd name="connsiteY0" fmla="*/ 0 h 232"/>
              <a:gd name="connsiteX1" fmla="*/ 3853 w 3853"/>
              <a:gd name="connsiteY1" fmla="*/ 232 h 232"/>
              <a:gd name="connsiteX2" fmla="*/ 61 w 3853"/>
              <a:gd name="connsiteY2" fmla="*/ 232 h 232"/>
              <a:gd name="connsiteX3" fmla="*/ 0 w 3853"/>
              <a:gd name="connsiteY3" fmla="*/ 0 h 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3" h="232">
                <a:moveTo>
                  <a:pt x="0" y="0"/>
                </a:moveTo>
                <a:lnTo>
                  <a:pt x="3853" y="232"/>
                </a:lnTo>
                <a:lnTo>
                  <a:pt x="61" y="232"/>
                </a:lnTo>
                <a:lnTo>
                  <a:pt x="0" y="0"/>
                </a:lnTo>
                <a:close/>
              </a:path>
            </a:pathLst>
          </a:custGeom>
          <a:solidFill>
            <a:srgbClr val="003A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47" name="任意多边形 546"/>
          <p:cNvSpPr/>
          <p:nvPr/>
        </p:nvSpPr>
        <p:spPr>
          <a:xfrm>
            <a:off x="3501796" y="4400947"/>
            <a:ext cx="22487" cy="1354"/>
          </a:xfrm>
          <a:custGeom>
            <a:avLst/>
            <a:gdLst>
              <a:gd name="connsiteX0" fmla="*/ 0 w 22487"/>
              <a:gd name="connsiteY0" fmla="*/ 0 h 1354"/>
              <a:gd name="connsiteX1" fmla="*/ 22487 w 22487"/>
              <a:gd name="connsiteY1" fmla="*/ 0 h 1354"/>
              <a:gd name="connsiteX2" fmla="*/ 22487 w 22487"/>
              <a:gd name="connsiteY2" fmla="*/ 1354 h 1354"/>
              <a:gd name="connsiteX3" fmla="*/ 0 w 22487"/>
              <a:gd name="connsiteY3" fmla="*/ 0 h 1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487" h="1354">
                <a:moveTo>
                  <a:pt x="0" y="0"/>
                </a:moveTo>
                <a:lnTo>
                  <a:pt x="22487" y="0"/>
                </a:lnTo>
                <a:lnTo>
                  <a:pt x="22487" y="1354"/>
                </a:lnTo>
                <a:lnTo>
                  <a:pt x="0" y="0"/>
                </a:lnTo>
                <a:close/>
              </a:path>
            </a:pathLst>
          </a:custGeom>
          <a:solidFill>
            <a:srgbClr val="003A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46" name="任意多边形 545"/>
          <p:cNvSpPr/>
          <p:nvPr/>
        </p:nvSpPr>
        <p:spPr>
          <a:xfrm>
            <a:off x="2380343" y="467343"/>
            <a:ext cx="7271657" cy="4267200"/>
          </a:xfrm>
          <a:custGeom>
            <a:avLst/>
            <a:gdLst>
              <a:gd name="connsiteX0" fmla="*/ 7271657 w 7271657"/>
              <a:gd name="connsiteY0" fmla="*/ 0 h 4267200"/>
              <a:gd name="connsiteX1" fmla="*/ 6662057 w 7271657"/>
              <a:gd name="connsiteY1" fmla="*/ 4267200 h 4267200"/>
              <a:gd name="connsiteX2" fmla="*/ 1143940 w 7271657"/>
              <a:gd name="connsiteY2" fmla="*/ 3934958 h 4267200"/>
              <a:gd name="connsiteX3" fmla="*/ 1143940 w 7271657"/>
              <a:gd name="connsiteY3" fmla="*/ 3933604 h 4267200"/>
              <a:gd name="connsiteX4" fmla="*/ 1121453 w 7271657"/>
              <a:gd name="connsiteY4" fmla="*/ 3933604 h 4267200"/>
              <a:gd name="connsiteX5" fmla="*/ 1117600 w 7271657"/>
              <a:gd name="connsiteY5" fmla="*/ 3933372 h 4267200"/>
              <a:gd name="connsiteX6" fmla="*/ 1117661 w 7271657"/>
              <a:gd name="connsiteY6" fmla="*/ 3933604 h 4267200"/>
              <a:gd name="connsiteX7" fmla="*/ 1104910 w 7271657"/>
              <a:gd name="connsiteY7" fmla="*/ 3933604 h 4267200"/>
              <a:gd name="connsiteX8" fmla="*/ 0 w 7271657"/>
              <a:gd name="connsiteY8" fmla="*/ 362858 h 4267200"/>
              <a:gd name="connsiteX9" fmla="*/ 7271657 w 7271657"/>
              <a:gd name="connsiteY9" fmla="*/ 0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71657" h="4267200">
                <a:moveTo>
                  <a:pt x="7271657" y="0"/>
                </a:moveTo>
                <a:lnTo>
                  <a:pt x="6662057" y="4267200"/>
                </a:lnTo>
                <a:lnTo>
                  <a:pt x="1143940" y="3934958"/>
                </a:lnTo>
                <a:lnTo>
                  <a:pt x="1143940" y="3933604"/>
                </a:lnTo>
                <a:lnTo>
                  <a:pt x="1121453" y="3933604"/>
                </a:lnTo>
                <a:lnTo>
                  <a:pt x="1117600" y="3933372"/>
                </a:lnTo>
                <a:lnTo>
                  <a:pt x="1117661" y="3933604"/>
                </a:lnTo>
                <a:lnTo>
                  <a:pt x="1104910" y="3933604"/>
                </a:lnTo>
                <a:lnTo>
                  <a:pt x="0" y="362858"/>
                </a:lnTo>
                <a:lnTo>
                  <a:pt x="7271657" y="0"/>
                </a:lnTo>
                <a:close/>
              </a:path>
            </a:pathLst>
          </a:custGeom>
          <a:solidFill>
            <a:srgbClr val="003A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4360189" y="974226"/>
            <a:ext cx="20670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6000" kern="0" dirty="0">
                <a:solidFill>
                  <a:schemeClr val="bg1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毕业</a:t>
            </a:r>
            <a:endParaRPr kumimoji="0" lang="zh-CN" altLang="en-US" sz="6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cxnSp>
        <p:nvCxnSpPr>
          <p:cNvPr id="98" name="直接连接符 97"/>
          <p:cNvCxnSpPr/>
          <p:nvPr/>
        </p:nvCxnSpPr>
        <p:spPr>
          <a:xfrm>
            <a:off x="4409314" y="1875560"/>
            <a:ext cx="159823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/>
        </p:nvCxnSpPr>
        <p:spPr>
          <a:xfrm>
            <a:off x="4378986" y="2732044"/>
            <a:ext cx="245639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文本框 101"/>
          <p:cNvSpPr txBox="1"/>
          <p:nvPr/>
        </p:nvSpPr>
        <p:spPr>
          <a:xfrm>
            <a:off x="4301348" y="1889523"/>
            <a:ext cx="28325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kern="0">
                <a:solidFill>
                  <a:schemeClr val="bg1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defRPr>
            </a:lvl1pPr>
          </a:lstStyle>
          <a:p>
            <a:r>
              <a:rPr lang="zh-CN" altLang="en-US" dirty="0"/>
              <a:t>答辩的</a:t>
            </a:r>
          </a:p>
        </p:txBody>
      </p:sp>
      <p:sp>
        <p:nvSpPr>
          <p:cNvPr id="103" name="文本框 102"/>
          <p:cNvSpPr txBox="1"/>
          <p:nvPr/>
        </p:nvSpPr>
        <p:spPr>
          <a:xfrm>
            <a:off x="4158526" y="2745759"/>
            <a:ext cx="37392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kern="0">
                <a:solidFill>
                  <a:schemeClr val="bg1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defRPr>
            </a:lvl1pPr>
          </a:lstStyle>
          <a:p>
            <a:r>
              <a:rPr lang="zh-CN" altLang="en-US" dirty="0"/>
              <a:t>论文题目</a:t>
            </a:r>
          </a:p>
        </p:txBody>
      </p:sp>
      <p:sp>
        <p:nvSpPr>
          <p:cNvPr id="109" name="等腰三角形 108"/>
          <p:cNvSpPr/>
          <p:nvPr/>
        </p:nvSpPr>
        <p:spPr>
          <a:xfrm rot="5400000">
            <a:off x="7496057" y="3029293"/>
            <a:ext cx="491173" cy="423425"/>
          </a:xfrm>
          <a:prstGeom prst="triangle">
            <a:avLst/>
          </a:prstGeom>
          <a:solidFill>
            <a:srgbClr val="E5A0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123" name="直接连接符 122"/>
          <p:cNvCxnSpPr/>
          <p:nvPr/>
        </p:nvCxnSpPr>
        <p:spPr>
          <a:xfrm>
            <a:off x="4281369" y="3629684"/>
            <a:ext cx="303087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任意多边形 5"/>
          <p:cNvSpPr/>
          <p:nvPr/>
        </p:nvSpPr>
        <p:spPr>
          <a:xfrm>
            <a:off x="7519916" y="232012"/>
            <a:ext cx="1787857" cy="1037230"/>
          </a:xfrm>
          <a:custGeom>
            <a:avLst/>
            <a:gdLst>
              <a:gd name="connsiteX0" fmla="*/ 54591 w 1787857"/>
              <a:gd name="connsiteY0" fmla="*/ 928048 h 1037230"/>
              <a:gd name="connsiteX1" fmla="*/ 0 w 1787857"/>
              <a:gd name="connsiteY1" fmla="*/ 109182 h 1037230"/>
              <a:gd name="connsiteX2" fmla="*/ 1787857 w 1787857"/>
              <a:gd name="connsiteY2" fmla="*/ 0 h 1037230"/>
              <a:gd name="connsiteX3" fmla="*/ 1733266 w 1787857"/>
              <a:gd name="connsiteY3" fmla="*/ 1037230 h 1037230"/>
              <a:gd name="connsiteX4" fmla="*/ 54591 w 1787857"/>
              <a:gd name="connsiteY4" fmla="*/ 928048 h 1037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87857" h="1037230">
                <a:moveTo>
                  <a:pt x="54591" y="928048"/>
                </a:moveTo>
                <a:lnTo>
                  <a:pt x="0" y="109182"/>
                </a:lnTo>
                <a:lnTo>
                  <a:pt x="1787857" y="0"/>
                </a:lnTo>
                <a:lnTo>
                  <a:pt x="1733266" y="1037230"/>
                </a:lnTo>
                <a:lnTo>
                  <a:pt x="54591" y="928048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692880" y="248574"/>
            <a:ext cx="15850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howcard Gothic" panose="04020904020102020604" pitchFamily="82" charset="0"/>
              </a:rPr>
              <a:t>2016</a:t>
            </a:r>
            <a:endParaRPr kumimoji="0" lang="zh-CN" altLang="en-US" sz="5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howcard Gothic" panose="04020904020102020604" pitchFamily="82" charset="0"/>
            </a:endParaRPr>
          </a:p>
        </p:txBody>
      </p:sp>
      <p:pic>
        <p:nvPicPr>
          <p:cNvPr id="155" name="图片 154"/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56637" y="5286766"/>
            <a:ext cx="3469166" cy="1176191"/>
          </a:xfrm>
          <a:prstGeom prst="rect">
            <a:avLst/>
          </a:prstGeom>
        </p:spPr>
      </p:pic>
      <p:sp>
        <p:nvSpPr>
          <p:cNvPr id="156" name="文本框 155"/>
          <p:cNvSpPr txBox="1"/>
          <p:nvPr/>
        </p:nvSpPr>
        <p:spPr>
          <a:xfrm>
            <a:off x="4199663" y="3669413"/>
            <a:ext cx="3351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HAINAN UNIVERSITY HAINAN</a:t>
            </a:r>
            <a:endParaRPr lang="zh-CN" altLang="en-US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4564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 bwMode="auto">
          <a:xfrm>
            <a:off x="-50185" y="1567440"/>
            <a:ext cx="12292371" cy="3761220"/>
          </a:xfrm>
          <a:prstGeom prst="rect">
            <a:avLst/>
          </a:prstGeom>
          <a:solidFill>
            <a:srgbClr val="164E8E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微软雅黑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-195873" y="530499"/>
            <a:ext cx="12583746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8000" b="0" i="0" u="none" strike="noStrike" kern="0" cap="none" spc="0" normalizeH="0" baseline="0" noProof="0" dirty="0">
                <a:ln>
                  <a:noFill/>
                </a:ln>
                <a:solidFill>
                  <a:srgbClr val="009DD9">
                    <a:lumMod val="75000"/>
                    <a:alpha val="25000"/>
                  </a:srgbClr>
                </a:solidFill>
                <a:effectLst/>
                <a:uLnTx/>
                <a:uFillTx/>
                <a:latin typeface="ITC Avant Garde Std Bk Cn" panose="020B0406020202020204" pitchFamily="34" charset="0"/>
              </a:rPr>
              <a:t>2016</a:t>
            </a:r>
            <a:endParaRPr kumimoji="0" lang="zh-CN" altLang="en-US" sz="38000" b="0" i="0" u="none" strike="noStrike" kern="0" cap="none" spc="0" normalizeH="0" baseline="0" noProof="0" dirty="0">
              <a:ln>
                <a:noFill/>
              </a:ln>
              <a:solidFill>
                <a:srgbClr val="009DD9">
                  <a:lumMod val="75000"/>
                  <a:alpha val="25000"/>
                </a:srgbClr>
              </a:solidFill>
              <a:effectLst/>
              <a:uLnTx/>
              <a:uFillTx/>
              <a:latin typeface="ITC Avant Garde Std Bk Cn" panose="020B0406020202020204" pitchFamily="34" charset="0"/>
            </a:endParaRPr>
          </a:p>
        </p:txBody>
      </p:sp>
      <p:sp>
        <p:nvSpPr>
          <p:cNvPr id="6" name="圆角矩形 5"/>
          <p:cNvSpPr/>
          <p:nvPr/>
        </p:nvSpPr>
        <p:spPr bwMode="auto">
          <a:xfrm>
            <a:off x="2122660" y="1927450"/>
            <a:ext cx="1030559" cy="1030433"/>
          </a:xfrm>
          <a:prstGeom prst="roundRect">
            <a:avLst/>
          </a:prstGeom>
          <a:gradFill flip="none" rotWithShape="1">
            <a:gsLst>
              <a:gs pos="50000">
                <a:schemeClr val="bg1">
                  <a:alpha val="30000"/>
                </a:schemeClr>
              </a:gs>
              <a:gs pos="50000">
                <a:schemeClr val="bg1">
                  <a:alpha val="16000"/>
                </a:schemeClr>
              </a:gs>
            </a:gsLst>
            <a:lin ang="3000000" scaled="0"/>
            <a:tileRect/>
          </a:gradFill>
          <a:ln w="19050">
            <a:gradFill flip="none" rotWithShape="1">
              <a:gsLst>
                <a:gs pos="19000">
                  <a:srgbClr val="E1F7FF"/>
                </a:gs>
                <a:gs pos="43000">
                  <a:schemeClr val="accent2"/>
                </a:gs>
                <a:gs pos="86000">
                  <a:srgbClr val="E1F7FF"/>
                </a:gs>
              </a:gsLst>
              <a:lin ang="2700000" scaled="1"/>
              <a:tileRect/>
            </a:gradFill>
          </a:ln>
          <a:effectLst>
            <a:outerShdw blurRad="190500" dist="63500" dir="2700000" algn="tl" rotWithShape="0">
              <a:schemeClr val="accent2">
                <a:lumMod val="50000"/>
                <a:alpha val="65000"/>
              </a:schemeClr>
            </a:outerShdw>
            <a:softEdge rad="0"/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 bwMode="auto">
          <a:xfrm>
            <a:off x="3493649" y="1914022"/>
            <a:ext cx="1030559" cy="1030433"/>
          </a:xfrm>
          <a:prstGeom prst="roundRect">
            <a:avLst/>
          </a:prstGeom>
          <a:gradFill flip="none" rotWithShape="1">
            <a:gsLst>
              <a:gs pos="50000">
                <a:schemeClr val="bg1">
                  <a:alpha val="30000"/>
                </a:schemeClr>
              </a:gs>
              <a:gs pos="50000">
                <a:schemeClr val="bg1">
                  <a:alpha val="16000"/>
                </a:schemeClr>
              </a:gs>
            </a:gsLst>
            <a:lin ang="3000000" scaled="0"/>
            <a:tileRect/>
          </a:gradFill>
          <a:ln w="19050">
            <a:gradFill flip="none" rotWithShape="1">
              <a:gsLst>
                <a:gs pos="19000">
                  <a:srgbClr val="E1F7FF"/>
                </a:gs>
                <a:gs pos="43000">
                  <a:schemeClr val="accent2"/>
                </a:gs>
                <a:gs pos="86000">
                  <a:srgbClr val="E1F7FF"/>
                </a:gs>
              </a:gsLst>
              <a:lin ang="2700000" scaled="1"/>
              <a:tileRect/>
            </a:gradFill>
          </a:ln>
          <a:effectLst>
            <a:outerShdw blurRad="190500" dist="63500" dir="2700000" algn="tl" rotWithShape="0">
              <a:schemeClr val="accent2">
                <a:lumMod val="50000"/>
                <a:alpha val="65000"/>
              </a:schemeClr>
            </a:outerShdw>
            <a:softEdge rad="0"/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圆角矩形 7"/>
          <p:cNvSpPr/>
          <p:nvPr/>
        </p:nvSpPr>
        <p:spPr bwMode="auto">
          <a:xfrm>
            <a:off x="4885030" y="1914022"/>
            <a:ext cx="1030559" cy="1030433"/>
          </a:xfrm>
          <a:prstGeom prst="roundRect">
            <a:avLst/>
          </a:prstGeom>
          <a:gradFill flip="none" rotWithShape="1">
            <a:gsLst>
              <a:gs pos="50000">
                <a:schemeClr val="bg1">
                  <a:alpha val="30000"/>
                </a:schemeClr>
              </a:gs>
              <a:gs pos="50000">
                <a:schemeClr val="bg1">
                  <a:alpha val="16000"/>
                </a:schemeClr>
              </a:gs>
            </a:gsLst>
            <a:lin ang="3000000" scaled="0"/>
            <a:tileRect/>
          </a:gradFill>
          <a:ln w="19050">
            <a:gradFill flip="none" rotWithShape="1">
              <a:gsLst>
                <a:gs pos="19000">
                  <a:srgbClr val="E1F7FF"/>
                </a:gs>
                <a:gs pos="43000">
                  <a:schemeClr val="accent2"/>
                </a:gs>
                <a:gs pos="86000">
                  <a:srgbClr val="E1F7FF"/>
                </a:gs>
              </a:gsLst>
              <a:lin ang="2700000" scaled="1"/>
              <a:tileRect/>
            </a:gradFill>
          </a:ln>
          <a:effectLst>
            <a:outerShdw blurRad="190500" dist="63500" dir="2700000" algn="tl" rotWithShape="0">
              <a:schemeClr val="accent2">
                <a:lumMod val="50000"/>
                <a:alpha val="65000"/>
              </a:schemeClr>
            </a:outerShdw>
            <a:softEdge rad="0"/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 bwMode="auto">
          <a:xfrm>
            <a:off x="6276411" y="1914022"/>
            <a:ext cx="1030559" cy="1030433"/>
          </a:xfrm>
          <a:prstGeom prst="roundRect">
            <a:avLst/>
          </a:prstGeom>
          <a:gradFill flip="none" rotWithShape="1">
            <a:gsLst>
              <a:gs pos="50000">
                <a:schemeClr val="bg1">
                  <a:alpha val="30000"/>
                </a:schemeClr>
              </a:gs>
              <a:gs pos="50000">
                <a:schemeClr val="bg1">
                  <a:alpha val="16000"/>
                </a:schemeClr>
              </a:gs>
            </a:gsLst>
            <a:lin ang="3000000" scaled="0"/>
            <a:tileRect/>
          </a:gradFill>
          <a:ln w="19050">
            <a:gradFill flip="none" rotWithShape="1">
              <a:gsLst>
                <a:gs pos="19000">
                  <a:srgbClr val="E1F7FF"/>
                </a:gs>
                <a:gs pos="43000">
                  <a:schemeClr val="accent2"/>
                </a:gs>
                <a:gs pos="86000">
                  <a:srgbClr val="E1F7FF"/>
                </a:gs>
              </a:gsLst>
              <a:lin ang="2700000" scaled="1"/>
              <a:tileRect/>
            </a:gradFill>
          </a:ln>
          <a:effectLst>
            <a:outerShdw blurRad="190500" dist="63500" dir="2700000" algn="tl" rotWithShape="0">
              <a:schemeClr val="accent2">
                <a:lumMod val="50000"/>
                <a:alpha val="65000"/>
              </a:schemeClr>
            </a:outerShdw>
            <a:softEdge rad="0"/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圆角矩形 9"/>
          <p:cNvSpPr/>
          <p:nvPr/>
        </p:nvSpPr>
        <p:spPr bwMode="auto">
          <a:xfrm>
            <a:off x="7667792" y="1914022"/>
            <a:ext cx="1030559" cy="1030433"/>
          </a:xfrm>
          <a:prstGeom prst="roundRect">
            <a:avLst/>
          </a:prstGeom>
          <a:gradFill flip="none" rotWithShape="1">
            <a:gsLst>
              <a:gs pos="50000">
                <a:schemeClr val="bg1">
                  <a:alpha val="30000"/>
                </a:schemeClr>
              </a:gs>
              <a:gs pos="50000">
                <a:schemeClr val="bg1">
                  <a:alpha val="16000"/>
                </a:schemeClr>
              </a:gs>
            </a:gsLst>
            <a:lin ang="3000000" scaled="0"/>
            <a:tileRect/>
          </a:gradFill>
          <a:ln w="19050">
            <a:gradFill flip="none" rotWithShape="1">
              <a:gsLst>
                <a:gs pos="19000">
                  <a:srgbClr val="E1F7FF"/>
                </a:gs>
                <a:gs pos="43000">
                  <a:schemeClr val="accent2"/>
                </a:gs>
                <a:gs pos="86000">
                  <a:srgbClr val="E1F7FF"/>
                </a:gs>
              </a:gsLst>
              <a:lin ang="2700000" scaled="1"/>
              <a:tileRect/>
            </a:gradFill>
          </a:ln>
          <a:effectLst>
            <a:outerShdw blurRad="190500" dist="63500" dir="2700000" algn="tl" rotWithShape="0">
              <a:schemeClr val="accent2">
                <a:lumMod val="50000"/>
                <a:alpha val="65000"/>
              </a:schemeClr>
            </a:outerShdw>
            <a:softEdge rad="0"/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 bwMode="auto">
          <a:xfrm>
            <a:off x="9059174" y="1914022"/>
            <a:ext cx="1030559" cy="1030433"/>
          </a:xfrm>
          <a:prstGeom prst="roundRect">
            <a:avLst/>
          </a:prstGeom>
          <a:gradFill flip="none" rotWithShape="1">
            <a:gsLst>
              <a:gs pos="50000">
                <a:schemeClr val="bg1">
                  <a:alpha val="30000"/>
                </a:schemeClr>
              </a:gs>
              <a:gs pos="50000">
                <a:schemeClr val="bg1">
                  <a:alpha val="16000"/>
                </a:schemeClr>
              </a:gs>
            </a:gsLst>
            <a:lin ang="3000000" scaled="0"/>
            <a:tileRect/>
          </a:gradFill>
          <a:ln w="19050">
            <a:gradFill flip="none" rotWithShape="1">
              <a:gsLst>
                <a:gs pos="19000">
                  <a:srgbClr val="E1F7FF"/>
                </a:gs>
                <a:gs pos="43000">
                  <a:schemeClr val="accent2"/>
                </a:gs>
                <a:gs pos="86000">
                  <a:srgbClr val="E1F7FF"/>
                </a:gs>
              </a:gsLst>
              <a:lin ang="2700000" scaled="1"/>
              <a:tileRect/>
            </a:gradFill>
          </a:ln>
          <a:effectLst>
            <a:outerShdw blurRad="190500" dist="63500" dir="2700000" algn="tl" rotWithShape="0">
              <a:schemeClr val="accent2">
                <a:lumMod val="50000"/>
                <a:alpha val="65000"/>
              </a:schemeClr>
            </a:outerShdw>
            <a:softEdge rad="0"/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2122660" y="3418564"/>
            <a:ext cx="7946681" cy="0"/>
            <a:chOff x="2002264" y="3609064"/>
            <a:chExt cx="8187473" cy="0"/>
          </a:xfrm>
        </p:grpSpPr>
        <p:cxnSp>
          <p:nvCxnSpPr>
            <p:cNvPr id="14" name="直接连接符 13"/>
            <p:cNvCxnSpPr/>
            <p:nvPr/>
          </p:nvCxnSpPr>
          <p:spPr bwMode="auto">
            <a:xfrm>
              <a:off x="2002264" y="3609064"/>
              <a:ext cx="1769599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  <p:cxnSp>
          <p:nvCxnSpPr>
            <p:cNvPr id="15" name="直接连接符 14"/>
            <p:cNvCxnSpPr/>
            <p:nvPr/>
          </p:nvCxnSpPr>
          <p:spPr bwMode="auto">
            <a:xfrm>
              <a:off x="8420138" y="3609064"/>
              <a:ext cx="1769599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</p:grpSp>
      <p:sp>
        <p:nvSpPr>
          <p:cNvPr id="16" name="圆角矩形 15"/>
          <p:cNvSpPr/>
          <p:nvPr/>
        </p:nvSpPr>
        <p:spPr>
          <a:xfrm>
            <a:off x="5099889" y="3987482"/>
            <a:ext cx="1992222" cy="400119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汇报人：</a:t>
            </a:r>
            <a:r>
              <a:rPr lang="zh-CN" altLang="en-US" sz="1600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海大学酥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2240931" y="1818588"/>
            <a:ext cx="7710137" cy="98834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L="0" marR="0" lvl="0" indent="0" algn="dist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</a:rPr>
              <a:t>毕业答辩题目</a:t>
            </a:r>
          </a:p>
        </p:txBody>
      </p:sp>
      <p:grpSp>
        <p:nvGrpSpPr>
          <p:cNvPr id="47" name="组合 46"/>
          <p:cNvGrpSpPr/>
          <p:nvPr/>
        </p:nvGrpSpPr>
        <p:grpSpPr>
          <a:xfrm>
            <a:off x="3688521" y="4878841"/>
            <a:ext cx="4814959" cy="751716"/>
            <a:chOff x="3233661" y="4925602"/>
            <a:chExt cx="5192094" cy="810594"/>
          </a:xfrm>
        </p:grpSpPr>
        <p:sp>
          <p:nvSpPr>
            <p:cNvPr id="41" name="椭圆 40"/>
            <p:cNvSpPr/>
            <p:nvPr/>
          </p:nvSpPr>
          <p:spPr>
            <a:xfrm>
              <a:off x="3233661" y="4925602"/>
              <a:ext cx="810594" cy="810594"/>
            </a:xfrm>
            <a:prstGeom prst="ellipse">
              <a:avLst/>
            </a:prstGeom>
            <a:solidFill>
              <a:schemeClr val="accent2"/>
            </a:solidFill>
            <a:ln w="44450">
              <a:solidFill>
                <a:schemeClr val="bg1"/>
              </a:solidFill>
            </a:ln>
            <a:effectLst>
              <a:outerShdw blurRad="88900" dist="635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4694161" y="4925602"/>
              <a:ext cx="810594" cy="810594"/>
            </a:xfrm>
            <a:prstGeom prst="ellipse">
              <a:avLst/>
            </a:prstGeom>
            <a:solidFill>
              <a:schemeClr val="accent3"/>
            </a:solidFill>
            <a:ln w="44450">
              <a:solidFill>
                <a:schemeClr val="bg1"/>
              </a:solidFill>
            </a:ln>
            <a:effectLst>
              <a:outerShdw blurRad="88900" dist="635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43" name="椭圆 42"/>
            <p:cNvSpPr/>
            <p:nvPr/>
          </p:nvSpPr>
          <p:spPr>
            <a:xfrm>
              <a:off x="6154661" y="4925602"/>
              <a:ext cx="810594" cy="810594"/>
            </a:xfrm>
            <a:prstGeom prst="ellipse">
              <a:avLst/>
            </a:prstGeom>
            <a:solidFill>
              <a:schemeClr val="accent4"/>
            </a:solidFill>
            <a:ln w="44450">
              <a:solidFill>
                <a:schemeClr val="bg1"/>
              </a:solidFill>
            </a:ln>
            <a:effectLst>
              <a:outerShdw blurRad="88900" dist="635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44" name="椭圆 43"/>
            <p:cNvSpPr/>
            <p:nvPr/>
          </p:nvSpPr>
          <p:spPr>
            <a:xfrm>
              <a:off x="7615161" y="4925602"/>
              <a:ext cx="810594" cy="810594"/>
            </a:xfrm>
            <a:prstGeom prst="ellipse">
              <a:avLst/>
            </a:prstGeom>
            <a:solidFill>
              <a:schemeClr val="accent5"/>
            </a:solidFill>
            <a:ln w="44450">
              <a:solidFill>
                <a:schemeClr val="bg1"/>
              </a:solidFill>
            </a:ln>
            <a:effectLst>
              <a:outerShdw blurRad="88900" dist="635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3897241" y="5064097"/>
            <a:ext cx="360717" cy="363158"/>
            <a:chOff x="5042691" y="2273920"/>
            <a:chExt cx="702937" cy="707692"/>
          </a:xfrm>
          <a:solidFill>
            <a:schemeClr val="bg1"/>
          </a:solidFill>
        </p:grpSpPr>
        <p:sp>
          <p:nvSpPr>
            <p:cNvPr id="49" name="Freeform 12"/>
            <p:cNvSpPr>
              <a:spLocks/>
            </p:cNvSpPr>
            <p:nvPr/>
          </p:nvSpPr>
          <p:spPr bwMode="auto">
            <a:xfrm>
              <a:off x="5284806" y="2789968"/>
              <a:ext cx="460822" cy="191644"/>
            </a:xfrm>
            <a:custGeom>
              <a:avLst/>
              <a:gdLst>
                <a:gd name="T0" fmla="*/ 25 w 533"/>
                <a:gd name="T1" fmla="*/ 165 h 222"/>
                <a:gd name="T2" fmla="*/ 158 w 533"/>
                <a:gd name="T3" fmla="*/ 165 h 222"/>
                <a:gd name="T4" fmla="*/ 158 w 533"/>
                <a:gd name="T5" fmla="*/ 108 h 222"/>
                <a:gd name="T6" fmla="*/ 184 w 533"/>
                <a:gd name="T7" fmla="*/ 83 h 222"/>
                <a:gd name="T8" fmla="*/ 317 w 533"/>
                <a:gd name="T9" fmla="*/ 83 h 222"/>
                <a:gd name="T10" fmla="*/ 317 w 533"/>
                <a:gd name="T11" fmla="*/ 25 h 222"/>
                <a:gd name="T12" fmla="*/ 343 w 533"/>
                <a:gd name="T13" fmla="*/ 0 h 222"/>
                <a:gd name="T14" fmla="*/ 533 w 533"/>
                <a:gd name="T15" fmla="*/ 0 h 222"/>
                <a:gd name="T16" fmla="*/ 533 w 533"/>
                <a:gd name="T17" fmla="*/ 32 h 222"/>
                <a:gd name="T18" fmla="*/ 508 w 533"/>
                <a:gd name="T19" fmla="*/ 57 h 222"/>
                <a:gd name="T20" fmla="*/ 375 w 533"/>
                <a:gd name="T21" fmla="*/ 57 h 222"/>
                <a:gd name="T22" fmla="*/ 375 w 533"/>
                <a:gd name="T23" fmla="*/ 114 h 222"/>
                <a:gd name="T24" fmla="*/ 349 w 533"/>
                <a:gd name="T25" fmla="*/ 140 h 222"/>
                <a:gd name="T26" fmla="*/ 216 w 533"/>
                <a:gd name="T27" fmla="*/ 140 h 222"/>
                <a:gd name="T28" fmla="*/ 216 w 533"/>
                <a:gd name="T29" fmla="*/ 197 h 222"/>
                <a:gd name="T30" fmla="*/ 190 w 533"/>
                <a:gd name="T31" fmla="*/ 222 h 222"/>
                <a:gd name="T32" fmla="*/ 0 w 533"/>
                <a:gd name="T33" fmla="*/ 222 h 222"/>
                <a:gd name="T34" fmla="*/ 0 w 533"/>
                <a:gd name="T35" fmla="*/ 191 h 222"/>
                <a:gd name="T36" fmla="*/ 25 w 533"/>
                <a:gd name="T37" fmla="*/ 165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3" h="222">
                  <a:moveTo>
                    <a:pt x="25" y="165"/>
                  </a:moveTo>
                  <a:cubicBezTo>
                    <a:pt x="158" y="165"/>
                    <a:pt x="158" y="165"/>
                    <a:pt x="158" y="165"/>
                  </a:cubicBezTo>
                  <a:cubicBezTo>
                    <a:pt x="158" y="108"/>
                    <a:pt x="158" y="108"/>
                    <a:pt x="158" y="108"/>
                  </a:cubicBezTo>
                  <a:cubicBezTo>
                    <a:pt x="158" y="94"/>
                    <a:pt x="170" y="83"/>
                    <a:pt x="184" y="83"/>
                  </a:cubicBezTo>
                  <a:cubicBezTo>
                    <a:pt x="317" y="83"/>
                    <a:pt x="317" y="83"/>
                    <a:pt x="317" y="83"/>
                  </a:cubicBezTo>
                  <a:cubicBezTo>
                    <a:pt x="317" y="25"/>
                    <a:pt x="317" y="25"/>
                    <a:pt x="317" y="25"/>
                  </a:cubicBezTo>
                  <a:cubicBezTo>
                    <a:pt x="317" y="11"/>
                    <a:pt x="329" y="0"/>
                    <a:pt x="343" y="0"/>
                  </a:cubicBezTo>
                  <a:cubicBezTo>
                    <a:pt x="533" y="0"/>
                    <a:pt x="533" y="0"/>
                    <a:pt x="533" y="0"/>
                  </a:cubicBezTo>
                  <a:cubicBezTo>
                    <a:pt x="533" y="32"/>
                    <a:pt x="533" y="32"/>
                    <a:pt x="533" y="32"/>
                  </a:cubicBezTo>
                  <a:cubicBezTo>
                    <a:pt x="533" y="46"/>
                    <a:pt x="522" y="57"/>
                    <a:pt x="508" y="57"/>
                  </a:cubicBezTo>
                  <a:cubicBezTo>
                    <a:pt x="375" y="57"/>
                    <a:pt x="375" y="57"/>
                    <a:pt x="375" y="57"/>
                  </a:cubicBezTo>
                  <a:cubicBezTo>
                    <a:pt x="375" y="114"/>
                    <a:pt x="375" y="114"/>
                    <a:pt x="375" y="114"/>
                  </a:cubicBezTo>
                  <a:cubicBezTo>
                    <a:pt x="375" y="128"/>
                    <a:pt x="363" y="140"/>
                    <a:pt x="349" y="140"/>
                  </a:cubicBezTo>
                  <a:cubicBezTo>
                    <a:pt x="216" y="140"/>
                    <a:pt x="216" y="140"/>
                    <a:pt x="216" y="140"/>
                  </a:cubicBezTo>
                  <a:cubicBezTo>
                    <a:pt x="216" y="197"/>
                    <a:pt x="216" y="197"/>
                    <a:pt x="216" y="197"/>
                  </a:cubicBezTo>
                  <a:cubicBezTo>
                    <a:pt x="216" y="211"/>
                    <a:pt x="204" y="222"/>
                    <a:pt x="190" y="222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0" y="191"/>
                    <a:pt x="0" y="191"/>
                    <a:pt x="0" y="191"/>
                  </a:cubicBezTo>
                  <a:cubicBezTo>
                    <a:pt x="0" y="177"/>
                    <a:pt x="11" y="165"/>
                    <a:pt x="25" y="1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50" name="Freeform 13"/>
            <p:cNvSpPr>
              <a:spLocks noEditPoints="1"/>
            </p:cNvSpPr>
            <p:nvPr/>
          </p:nvSpPr>
          <p:spPr bwMode="auto">
            <a:xfrm>
              <a:off x="5042691" y="2273920"/>
              <a:ext cx="529214" cy="655758"/>
            </a:xfrm>
            <a:custGeom>
              <a:avLst/>
              <a:gdLst>
                <a:gd name="T0" fmla="*/ 28 w 612"/>
                <a:gd name="T1" fmla="*/ 504 h 759"/>
                <a:gd name="T2" fmla="*/ 148 w 612"/>
                <a:gd name="T3" fmla="*/ 514 h 759"/>
                <a:gd name="T4" fmla="*/ 179 w 612"/>
                <a:gd name="T5" fmla="*/ 488 h 759"/>
                <a:gd name="T6" fmla="*/ 184 w 612"/>
                <a:gd name="T7" fmla="*/ 423 h 759"/>
                <a:gd name="T8" fmla="*/ 158 w 612"/>
                <a:gd name="T9" fmla="*/ 392 h 759"/>
                <a:gd name="T10" fmla="*/ 38 w 612"/>
                <a:gd name="T11" fmla="*/ 381 h 759"/>
                <a:gd name="T12" fmla="*/ 7 w 612"/>
                <a:gd name="T13" fmla="*/ 407 h 759"/>
                <a:gd name="T14" fmla="*/ 2 w 612"/>
                <a:gd name="T15" fmla="*/ 473 h 759"/>
                <a:gd name="T16" fmla="*/ 28 w 612"/>
                <a:gd name="T17" fmla="*/ 504 h 759"/>
                <a:gd name="T18" fmla="*/ 157 w 612"/>
                <a:gd name="T19" fmla="*/ 669 h 759"/>
                <a:gd name="T20" fmla="*/ 254 w 612"/>
                <a:gd name="T21" fmla="*/ 487 h 759"/>
                <a:gd name="T22" fmla="*/ 334 w 612"/>
                <a:gd name="T23" fmla="*/ 512 h 759"/>
                <a:gd name="T24" fmla="*/ 342 w 612"/>
                <a:gd name="T25" fmla="*/ 515 h 759"/>
                <a:gd name="T26" fmla="*/ 216 w 612"/>
                <a:gd name="T27" fmla="*/ 722 h 759"/>
                <a:gd name="T28" fmla="*/ 157 w 612"/>
                <a:gd name="T29" fmla="*/ 669 h 759"/>
                <a:gd name="T30" fmla="*/ 379 w 612"/>
                <a:gd name="T31" fmla="*/ 7 h 759"/>
                <a:gd name="T32" fmla="*/ 426 w 612"/>
                <a:gd name="T33" fmla="*/ 84 h 759"/>
                <a:gd name="T34" fmla="*/ 349 w 612"/>
                <a:gd name="T35" fmla="*/ 150 h 759"/>
                <a:gd name="T36" fmla="*/ 304 w 612"/>
                <a:gd name="T37" fmla="*/ 59 h 759"/>
                <a:gd name="T38" fmla="*/ 379 w 612"/>
                <a:gd name="T39" fmla="*/ 7 h 759"/>
                <a:gd name="T40" fmla="*/ 371 w 612"/>
                <a:gd name="T41" fmla="*/ 183 h 759"/>
                <a:gd name="T42" fmla="*/ 403 w 612"/>
                <a:gd name="T43" fmla="*/ 199 h 759"/>
                <a:gd name="T44" fmla="*/ 574 w 612"/>
                <a:gd name="T45" fmla="*/ 278 h 759"/>
                <a:gd name="T46" fmla="*/ 579 w 612"/>
                <a:gd name="T47" fmla="*/ 341 h 759"/>
                <a:gd name="T48" fmla="*/ 398 w 612"/>
                <a:gd name="T49" fmla="*/ 296 h 759"/>
                <a:gd name="T50" fmla="*/ 381 w 612"/>
                <a:gd name="T51" fmla="*/ 385 h 759"/>
                <a:gd name="T52" fmla="*/ 390 w 612"/>
                <a:gd name="T53" fmla="*/ 402 h 759"/>
                <a:gd name="T54" fmla="*/ 561 w 612"/>
                <a:gd name="T55" fmla="*/ 593 h 759"/>
                <a:gd name="T56" fmla="*/ 489 w 612"/>
                <a:gd name="T57" fmla="*/ 626 h 759"/>
                <a:gd name="T58" fmla="*/ 233 w 612"/>
                <a:gd name="T59" fmla="*/ 447 h 759"/>
                <a:gd name="T60" fmla="*/ 203 w 612"/>
                <a:gd name="T61" fmla="*/ 392 h 759"/>
                <a:gd name="T62" fmla="*/ 231 w 612"/>
                <a:gd name="T63" fmla="*/ 239 h 759"/>
                <a:gd name="T64" fmla="*/ 157 w 612"/>
                <a:gd name="T65" fmla="*/ 344 h 759"/>
                <a:gd name="T66" fmla="*/ 95 w 612"/>
                <a:gd name="T67" fmla="*/ 332 h 759"/>
                <a:gd name="T68" fmla="*/ 247 w 612"/>
                <a:gd name="T69" fmla="*/ 155 h 759"/>
                <a:gd name="T70" fmla="*/ 313 w 612"/>
                <a:gd name="T71" fmla="*/ 163 h 759"/>
                <a:gd name="T72" fmla="*/ 349 w 612"/>
                <a:gd name="T73" fmla="*/ 227 h 759"/>
                <a:gd name="T74" fmla="*/ 371 w 612"/>
                <a:gd name="T75" fmla="*/ 183 h 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12" h="759">
                  <a:moveTo>
                    <a:pt x="28" y="504"/>
                  </a:moveTo>
                  <a:cubicBezTo>
                    <a:pt x="148" y="514"/>
                    <a:pt x="148" y="514"/>
                    <a:pt x="148" y="514"/>
                  </a:cubicBezTo>
                  <a:cubicBezTo>
                    <a:pt x="164" y="516"/>
                    <a:pt x="177" y="504"/>
                    <a:pt x="179" y="488"/>
                  </a:cubicBezTo>
                  <a:cubicBezTo>
                    <a:pt x="184" y="423"/>
                    <a:pt x="184" y="423"/>
                    <a:pt x="184" y="423"/>
                  </a:cubicBezTo>
                  <a:cubicBezTo>
                    <a:pt x="186" y="407"/>
                    <a:pt x="174" y="393"/>
                    <a:pt x="158" y="392"/>
                  </a:cubicBezTo>
                  <a:cubicBezTo>
                    <a:pt x="38" y="381"/>
                    <a:pt x="38" y="381"/>
                    <a:pt x="38" y="381"/>
                  </a:cubicBezTo>
                  <a:cubicBezTo>
                    <a:pt x="23" y="380"/>
                    <a:pt x="9" y="392"/>
                    <a:pt x="7" y="407"/>
                  </a:cubicBezTo>
                  <a:cubicBezTo>
                    <a:pt x="2" y="473"/>
                    <a:pt x="2" y="473"/>
                    <a:pt x="2" y="473"/>
                  </a:cubicBezTo>
                  <a:cubicBezTo>
                    <a:pt x="0" y="489"/>
                    <a:pt x="12" y="503"/>
                    <a:pt x="28" y="504"/>
                  </a:cubicBezTo>
                  <a:close/>
                  <a:moveTo>
                    <a:pt x="157" y="669"/>
                  </a:moveTo>
                  <a:cubicBezTo>
                    <a:pt x="220" y="595"/>
                    <a:pt x="230" y="592"/>
                    <a:pt x="254" y="487"/>
                  </a:cubicBezTo>
                  <a:cubicBezTo>
                    <a:pt x="280" y="496"/>
                    <a:pt x="307" y="504"/>
                    <a:pt x="334" y="512"/>
                  </a:cubicBezTo>
                  <a:cubicBezTo>
                    <a:pt x="337" y="513"/>
                    <a:pt x="339" y="514"/>
                    <a:pt x="342" y="515"/>
                  </a:cubicBezTo>
                  <a:cubicBezTo>
                    <a:pt x="303" y="633"/>
                    <a:pt x="296" y="637"/>
                    <a:pt x="216" y="722"/>
                  </a:cubicBezTo>
                  <a:cubicBezTo>
                    <a:pt x="180" y="759"/>
                    <a:pt x="122" y="709"/>
                    <a:pt x="157" y="669"/>
                  </a:cubicBezTo>
                  <a:close/>
                  <a:moveTo>
                    <a:pt x="379" y="7"/>
                  </a:moveTo>
                  <a:cubicBezTo>
                    <a:pt x="413" y="15"/>
                    <a:pt x="434" y="49"/>
                    <a:pt x="426" y="84"/>
                  </a:cubicBezTo>
                  <a:cubicBezTo>
                    <a:pt x="419" y="120"/>
                    <a:pt x="383" y="157"/>
                    <a:pt x="349" y="150"/>
                  </a:cubicBezTo>
                  <a:cubicBezTo>
                    <a:pt x="315" y="143"/>
                    <a:pt x="297" y="94"/>
                    <a:pt x="304" y="59"/>
                  </a:cubicBezTo>
                  <a:cubicBezTo>
                    <a:pt x="312" y="23"/>
                    <a:pt x="345" y="0"/>
                    <a:pt x="379" y="7"/>
                  </a:cubicBezTo>
                  <a:close/>
                  <a:moveTo>
                    <a:pt x="371" y="183"/>
                  </a:moveTo>
                  <a:cubicBezTo>
                    <a:pt x="378" y="185"/>
                    <a:pt x="393" y="190"/>
                    <a:pt x="403" y="199"/>
                  </a:cubicBezTo>
                  <a:cubicBezTo>
                    <a:pt x="494" y="286"/>
                    <a:pt x="474" y="282"/>
                    <a:pt x="574" y="278"/>
                  </a:cubicBezTo>
                  <a:cubicBezTo>
                    <a:pt x="612" y="277"/>
                    <a:pt x="611" y="338"/>
                    <a:pt x="579" y="341"/>
                  </a:cubicBezTo>
                  <a:cubicBezTo>
                    <a:pt x="477" y="350"/>
                    <a:pt x="470" y="358"/>
                    <a:pt x="398" y="296"/>
                  </a:cubicBezTo>
                  <a:cubicBezTo>
                    <a:pt x="381" y="385"/>
                    <a:pt x="381" y="385"/>
                    <a:pt x="381" y="385"/>
                  </a:cubicBezTo>
                  <a:cubicBezTo>
                    <a:pt x="380" y="392"/>
                    <a:pt x="383" y="399"/>
                    <a:pt x="390" y="402"/>
                  </a:cubicBezTo>
                  <a:cubicBezTo>
                    <a:pt x="494" y="448"/>
                    <a:pt x="515" y="448"/>
                    <a:pt x="561" y="593"/>
                  </a:cubicBezTo>
                  <a:cubicBezTo>
                    <a:pt x="578" y="638"/>
                    <a:pt x="510" y="668"/>
                    <a:pt x="489" y="626"/>
                  </a:cubicBezTo>
                  <a:cubicBezTo>
                    <a:pt x="417" y="484"/>
                    <a:pt x="405" y="506"/>
                    <a:pt x="233" y="447"/>
                  </a:cubicBezTo>
                  <a:cubicBezTo>
                    <a:pt x="211" y="435"/>
                    <a:pt x="203" y="416"/>
                    <a:pt x="203" y="392"/>
                  </a:cubicBezTo>
                  <a:cubicBezTo>
                    <a:pt x="231" y="239"/>
                    <a:pt x="231" y="239"/>
                    <a:pt x="231" y="239"/>
                  </a:cubicBezTo>
                  <a:cubicBezTo>
                    <a:pt x="164" y="260"/>
                    <a:pt x="171" y="259"/>
                    <a:pt x="157" y="344"/>
                  </a:cubicBezTo>
                  <a:cubicBezTo>
                    <a:pt x="151" y="376"/>
                    <a:pt x="91" y="372"/>
                    <a:pt x="95" y="332"/>
                  </a:cubicBezTo>
                  <a:cubicBezTo>
                    <a:pt x="107" y="207"/>
                    <a:pt x="126" y="199"/>
                    <a:pt x="247" y="155"/>
                  </a:cubicBezTo>
                  <a:cubicBezTo>
                    <a:pt x="264" y="149"/>
                    <a:pt x="304" y="160"/>
                    <a:pt x="313" y="163"/>
                  </a:cubicBezTo>
                  <a:cubicBezTo>
                    <a:pt x="349" y="227"/>
                    <a:pt x="349" y="227"/>
                    <a:pt x="349" y="227"/>
                  </a:cubicBezTo>
                  <a:cubicBezTo>
                    <a:pt x="371" y="183"/>
                    <a:pt x="371" y="183"/>
                    <a:pt x="371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5248220" y="5110873"/>
            <a:ext cx="376558" cy="320405"/>
            <a:chOff x="7909299" y="3772690"/>
            <a:chExt cx="667095" cy="567616"/>
          </a:xfrm>
          <a:solidFill>
            <a:schemeClr val="bg1"/>
          </a:solidFill>
        </p:grpSpPr>
        <p:sp>
          <p:nvSpPr>
            <p:cNvPr id="52" name="Freeform 16"/>
            <p:cNvSpPr>
              <a:spLocks noEditPoints="1"/>
            </p:cNvSpPr>
            <p:nvPr/>
          </p:nvSpPr>
          <p:spPr bwMode="auto">
            <a:xfrm>
              <a:off x="7909299" y="3772690"/>
              <a:ext cx="623207" cy="567616"/>
            </a:xfrm>
            <a:custGeom>
              <a:avLst/>
              <a:gdLst>
                <a:gd name="T0" fmla="*/ 499 w 721"/>
                <a:gd name="T1" fmla="*/ 196 h 657"/>
                <a:gd name="T2" fmla="*/ 637 w 721"/>
                <a:gd name="T3" fmla="*/ 322 h 657"/>
                <a:gd name="T4" fmla="*/ 646 w 721"/>
                <a:gd name="T5" fmla="*/ 329 h 657"/>
                <a:gd name="T6" fmla="*/ 672 w 721"/>
                <a:gd name="T7" fmla="*/ 353 h 657"/>
                <a:gd name="T8" fmla="*/ 686 w 721"/>
                <a:gd name="T9" fmla="*/ 367 h 657"/>
                <a:gd name="T10" fmla="*/ 669 w 721"/>
                <a:gd name="T11" fmla="*/ 472 h 657"/>
                <a:gd name="T12" fmla="*/ 611 w 721"/>
                <a:gd name="T13" fmla="*/ 550 h 657"/>
                <a:gd name="T14" fmla="*/ 539 w 721"/>
                <a:gd name="T15" fmla="*/ 598 h 657"/>
                <a:gd name="T16" fmla="*/ 439 w 721"/>
                <a:gd name="T17" fmla="*/ 633 h 657"/>
                <a:gd name="T18" fmla="*/ 433 w 721"/>
                <a:gd name="T19" fmla="*/ 629 h 657"/>
                <a:gd name="T20" fmla="*/ 449 w 721"/>
                <a:gd name="T21" fmla="*/ 594 h 657"/>
                <a:gd name="T22" fmla="*/ 481 w 721"/>
                <a:gd name="T23" fmla="*/ 606 h 657"/>
                <a:gd name="T24" fmla="*/ 501 w 721"/>
                <a:gd name="T25" fmla="*/ 591 h 657"/>
                <a:gd name="T26" fmla="*/ 501 w 721"/>
                <a:gd name="T27" fmla="*/ 577 h 657"/>
                <a:gd name="T28" fmla="*/ 452 w 721"/>
                <a:gd name="T29" fmla="*/ 538 h 657"/>
                <a:gd name="T30" fmla="*/ 449 w 721"/>
                <a:gd name="T31" fmla="*/ 511 h 657"/>
                <a:gd name="T32" fmla="*/ 475 w 721"/>
                <a:gd name="T33" fmla="*/ 508 h 657"/>
                <a:gd name="T34" fmla="*/ 530 w 721"/>
                <a:gd name="T35" fmla="*/ 551 h 657"/>
                <a:gd name="T36" fmla="*/ 567 w 721"/>
                <a:gd name="T37" fmla="*/ 557 h 657"/>
                <a:gd name="T38" fmla="*/ 572 w 721"/>
                <a:gd name="T39" fmla="*/ 549 h 657"/>
                <a:gd name="T40" fmla="*/ 570 w 721"/>
                <a:gd name="T41" fmla="*/ 532 h 657"/>
                <a:gd name="T42" fmla="*/ 506 w 721"/>
                <a:gd name="T43" fmla="*/ 481 h 657"/>
                <a:gd name="T44" fmla="*/ 503 w 721"/>
                <a:gd name="T45" fmla="*/ 455 h 657"/>
                <a:gd name="T46" fmla="*/ 529 w 721"/>
                <a:gd name="T47" fmla="*/ 451 h 657"/>
                <a:gd name="T48" fmla="*/ 596 w 721"/>
                <a:gd name="T49" fmla="*/ 504 h 657"/>
                <a:gd name="T50" fmla="*/ 598 w 721"/>
                <a:gd name="T51" fmla="*/ 505 h 657"/>
                <a:gd name="T52" fmla="*/ 620 w 721"/>
                <a:gd name="T53" fmla="*/ 467 h 657"/>
                <a:gd name="T54" fmla="*/ 549 w 721"/>
                <a:gd name="T55" fmla="*/ 414 h 657"/>
                <a:gd name="T56" fmla="*/ 546 w 721"/>
                <a:gd name="T57" fmla="*/ 388 h 657"/>
                <a:gd name="T58" fmla="*/ 572 w 721"/>
                <a:gd name="T59" fmla="*/ 384 h 657"/>
                <a:gd name="T60" fmla="*/ 642 w 721"/>
                <a:gd name="T61" fmla="*/ 437 h 657"/>
                <a:gd name="T62" fmla="*/ 663 w 721"/>
                <a:gd name="T63" fmla="*/ 429 h 657"/>
                <a:gd name="T64" fmla="*/ 659 w 721"/>
                <a:gd name="T65" fmla="*/ 394 h 657"/>
                <a:gd name="T66" fmla="*/ 645 w 721"/>
                <a:gd name="T67" fmla="*/ 379 h 657"/>
                <a:gd name="T68" fmla="*/ 457 w 721"/>
                <a:gd name="T69" fmla="*/ 209 h 657"/>
                <a:gd name="T70" fmla="*/ 462 w 721"/>
                <a:gd name="T71" fmla="*/ 198 h 657"/>
                <a:gd name="T72" fmla="*/ 496 w 721"/>
                <a:gd name="T73" fmla="*/ 196 h 657"/>
                <a:gd name="T74" fmla="*/ 499 w 721"/>
                <a:gd name="T75" fmla="*/ 196 h 657"/>
                <a:gd name="T76" fmla="*/ 86 w 721"/>
                <a:gd name="T77" fmla="*/ 355 h 657"/>
                <a:gd name="T78" fmla="*/ 59 w 721"/>
                <a:gd name="T79" fmla="*/ 262 h 657"/>
                <a:gd name="T80" fmla="*/ 35 w 721"/>
                <a:gd name="T81" fmla="*/ 239 h 657"/>
                <a:gd name="T82" fmla="*/ 0 w 721"/>
                <a:gd name="T83" fmla="*/ 176 h 657"/>
                <a:gd name="T84" fmla="*/ 16 w 721"/>
                <a:gd name="T85" fmla="*/ 135 h 657"/>
                <a:gd name="T86" fmla="*/ 116 w 721"/>
                <a:gd name="T87" fmla="*/ 27 h 657"/>
                <a:gd name="T88" fmla="*/ 199 w 721"/>
                <a:gd name="T89" fmla="*/ 20 h 657"/>
                <a:gd name="T90" fmla="*/ 242 w 721"/>
                <a:gd name="T91" fmla="*/ 46 h 657"/>
                <a:gd name="T92" fmla="*/ 254 w 721"/>
                <a:gd name="T93" fmla="*/ 50 h 657"/>
                <a:gd name="T94" fmla="*/ 350 w 721"/>
                <a:gd name="T95" fmla="*/ 33 h 657"/>
                <a:gd name="T96" fmla="*/ 284 w 721"/>
                <a:gd name="T97" fmla="*/ 82 h 657"/>
                <a:gd name="T98" fmla="*/ 260 w 721"/>
                <a:gd name="T99" fmla="*/ 87 h 657"/>
                <a:gd name="T100" fmla="*/ 195 w 721"/>
                <a:gd name="T101" fmla="*/ 64 h 657"/>
                <a:gd name="T102" fmla="*/ 176 w 721"/>
                <a:gd name="T103" fmla="*/ 50 h 657"/>
                <a:gd name="T104" fmla="*/ 144 w 721"/>
                <a:gd name="T105" fmla="*/ 53 h 657"/>
                <a:gd name="T106" fmla="*/ 44 w 721"/>
                <a:gd name="T107" fmla="*/ 161 h 657"/>
                <a:gd name="T108" fmla="*/ 44 w 721"/>
                <a:gd name="T109" fmla="*/ 193 h 657"/>
                <a:gd name="T110" fmla="*/ 69 w 721"/>
                <a:gd name="T111" fmla="*/ 220 h 657"/>
                <a:gd name="T112" fmla="*/ 97 w 721"/>
                <a:gd name="T113" fmla="*/ 257 h 657"/>
                <a:gd name="T114" fmla="*/ 115 w 721"/>
                <a:gd name="T115" fmla="*/ 330 h 657"/>
                <a:gd name="T116" fmla="*/ 86 w 721"/>
                <a:gd name="T117" fmla="*/ 355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21" h="657">
                  <a:moveTo>
                    <a:pt x="499" y="196"/>
                  </a:moveTo>
                  <a:cubicBezTo>
                    <a:pt x="545" y="237"/>
                    <a:pt x="592" y="279"/>
                    <a:pt x="637" y="322"/>
                  </a:cubicBezTo>
                  <a:cubicBezTo>
                    <a:pt x="640" y="325"/>
                    <a:pt x="643" y="327"/>
                    <a:pt x="646" y="329"/>
                  </a:cubicBezTo>
                  <a:cubicBezTo>
                    <a:pt x="672" y="353"/>
                    <a:pt x="672" y="353"/>
                    <a:pt x="672" y="353"/>
                  </a:cubicBezTo>
                  <a:cubicBezTo>
                    <a:pt x="686" y="367"/>
                    <a:pt x="686" y="367"/>
                    <a:pt x="686" y="367"/>
                  </a:cubicBezTo>
                  <a:cubicBezTo>
                    <a:pt x="721" y="403"/>
                    <a:pt x="707" y="456"/>
                    <a:pt x="669" y="472"/>
                  </a:cubicBezTo>
                  <a:cubicBezTo>
                    <a:pt x="685" y="513"/>
                    <a:pt x="652" y="552"/>
                    <a:pt x="611" y="550"/>
                  </a:cubicBezTo>
                  <a:cubicBezTo>
                    <a:pt x="606" y="584"/>
                    <a:pt x="574" y="607"/>
                    <a:pt x="539" y="598"/>
                  </a:cubicBezTo>
                  <a:cubicBezTo>
                    <a:pt x="529" y="641"/>
                    <a:pt x="479" y="657"/>
                    <a:pt x="439" y="633"/>
                  </a:cubicBezTo>
                  <a:cubicBezTo>
                    <a:pt x="433" y="629"/>
                    <a:pt x="433" y="629"/>
                    <a:pt x="433" y="629"/>
                  </a:cubicBezTo>
                  <a:cubicBezTo>
                    <a:pt x="441" y="619"/>
                    <a:pt x="446" y="607"/>
                    <a:pt x="449" y="594"/>
                  </a:cubicBezTo>
                  <a:cubicBezTo>
                    <a:pt x="460" y="601"/>
                    <a:pt x="468" y="607"/>
                    <a:pt x="481" y="606"/>
                  </a:cubicBezTo>
                  <a:cubicBezTo>
                    <a:pt x="490" y="605"/>
                    <a:pt x="499" y="600"/>
                    <a:pt x="501" y="591"/>
                  </a:cubicBezTo>
                  <a:cubicBezTo>
                    <a:pt x="502" y="587"/>
                    <a:pt x="502" y="583"/>
                    <a:pt x="501" y="577"/>
                  </a:cubicBezTo>
                  <a:cubicBezTo>
                    <a:pt x="452" y="538"/>
                    <a:pt x="452" y="538"/>
                    <a:pt x="452" y="538"/>
                  </a:cubicBezTo>
                  <a:cubicBezTo>
                    <a:pt x="444" y="531"/>
                    <a:pt x="442" y="519"/>
                    <a:pt x="449" y="511"/>
                  </a:cubicBezTo>
                  <a:cubicBezTo>
                    <a:pt x="455" y="503"/>
                    <a:pt x="467" y="502"/>
                    <a:pt x="475" y="508"/>
                  </a:cubicBezTo>
                  <a:cubicBezTo>
                    <a:pt x="530" y="551"/>
                    <a:pt x="530" y="551"/>
                    <a:pt x="530" y="551"/>
                  </a:cubicBezTo>
                  <a:cubicBezTo>
                    <a:pt x="543" y="562"/>
                    <a:pt x="556" y="566"/>
                    <a:pt x="567" y="557"/>
                  </a:cubicBezTo>
                  <a:cubicBezTo>
                    <a:pt x="569" y="555"/>
                    <a:pt x="571" y="552"/>
                    <a:pt x="572" y="549"/>
                  </a:cubicBezTo>
                  <a:cubicBezTo>
                    <a:pt x="574" y="544"/>
                    <a:pt x="576" y="536"/>
                    <a:pt x="570" y="532"/>
                  </a:cubicBezTo>
                  <a:cubicBezTo>
                    <a:pt x="506" y="481"/>
                    <a:pt x="506" y="481"/>
                    <a:pt x="506" y="481"/>
                  </a:cubicBezTo>
                  <a:cubicBezTo>
                    <a:pt x="498" y="475"/>
                    <a:pt x="496" y="463"/>
                    <a:pt x="503" y="455"/>
                  </a:cubicBezTo>
                  <a:cubicBezTo>
                    <a:pt x="509" y="446"/>
                    <a:pt x="521" y="445"/>
                    <a:pt x="529" y="451"/>
                  </a:cubicBezTo>
                  <a:cubicBezTo>
                    <a:pt x="596" y="504"/>
                    <a:pt x="596" y="504"/>
                    <a:pt x="596" y="504"/>
                  </a:cubicBezTo>
                  <a:cubicBezTo>
                    <a:pt x="597" y="504"/>
                    <a:pt x="597" y="505"/>
                    <a:pt x="598" y="505"/>
                  </a:cubicBezTo>
                  <a:cubicBezTo>
                    <a:pt x="620" y="525"/>
                    <a:pt x="656" y="496"/>
                    <a:pt x="620" y="467"/>
                  </a:cubicBezTo>
                  <a:cubicBezTo>
                    <a:pt x="549" y="414"/>
                    <a:pt x="549" y="414"/>
                    <a:pt x="549" y="414"/>
                  </a:cubicBezTo>
                  <a:cubicBezTo>
                    <a:pt x="541" y="408"/>
                    <a:pt x="539" y="396"/>
                    <a:pt x="546" y="388"/>
                  </a:cubicBezTo>
                  <a:cubicBezTo>
                    <a:pt x="552" y="379"/>
                    <a:pt x="564" y="378"/>
                    <a:pt x="572" y="384"/>
                  </a:cubicBezTo>
                  <a:cubicBezTo>
                    <a:pt x="642" y="437"/>
                    <a:pt x="642" y="437"/>
                    <a:pt x="642" y="437"/>
                  </a:cubicBezTo>
                  <a:cubicBezTo>
                    <a:pt x="649" y="441"/>
                    <a:pt x="659" y="436"/>
                    <a:pt x="663" y="429"/>
                  </a:cubicBezTo>
                  <a:cubicBezTo>
                    <a:pt x="671" y="419"/>
                    <a:pt x="670" y="405"/>
                    <a:pt x="659" y="394"/>
                  </a:cubicBezTo>
                  <a:cubicBezTo>
                    <a:pt x="645" y="379"/>
                    <a:pt x="645" y="379"/>
                    <a:pt x="645" y="379"/>
                  </a:cubicBezTo>
                  <a:cubicBezTo>
                    <a:pt x="457" y="209"/>
                    <a:pt x="457" y="209"/>
                    <a:pt x="457" y="209"/>
                  </a:cubicBezTo>
                  <a:cubicBezTo>
                    <a:pt x="453" y="205"/>
                    <a:pt x="456" y="198"/>
                    <a:pt x="462" y="198"/>
                  </a:cubicBezTo>
                  <a:cubicBezTo>
                    <a:pt x="473" y="198"/>
                    <a:pt x="485" y="198"/>
                    <a:pt x="496" y="196"/>
                  </a:cubicBezTo>
                  <a:cubicBezTo>
                    <a:pt x="497" y="196"/>
                    <a:pt x="498" y="196"/>
                    <a:pt x="499" y="196"/>
                  </a:cubicBezTo>
                  <a:close/>
                  <a:moveTo>
                    <a:pt x="86" y="355"/>
                  </a:moveTo>
                  <a:cubicBezTo>
                    <a:pt x="66" y="330"/>
                    <a:pt x="64" y="295"/>
                    <a:pt x="59" y="262"/>
                  </a:cubicBezTo>
                  <a:cubicBezTo>
                    <a:pt x="35" y="239"/>
                    <a:pt x="35" y="239"/>
                    <a:pt x="35" y="239"/>
                  </a:cubicBezTo>
                  <a:cubicBezTo>
                    <a:pt x="17" y="219"/>
                    <a:pt x="0" y="205"/>
                    <a:pt x="0" y="176"/>
                  </a:cubicBezTo>
                  <a:cubicBezTo>
                    <a:pt x="0" y="161"/>
                    <a:pt x="6" y="147"/>
                    <a:pt x="16" y="135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38" y="3"/>
                    <a:pt x="174" y="0"/>
                    <a:pt x="199" y="20"/>
                  </a:cubicBezTo>
                  <a:cubicBezTo>
                    <a:pt x="215" y="31"/>
                    <a:pt x="221" y="38"/>
                    <a:pt x="242" y="46"/>
                  </a:cubicBezTo>
                  <a:cubicBezTo>
                    <a:pt x="248" y="48"/>
                    <a:pt x="253" y="50"/>
                    <a:pt x="254" y="50"/>
                  </a:cubicBezTo>
                  <a:cubicBezTo>
                    <a:pt x="284" y="46"/>
                    <a:pt x="316" y="32"/>
                    <a:pt x="350" y="33"/>
                  </a:cubicBezTo>
                  <a:cubicBezTo>
                    <a:pt x="337" y="42"/>
                    <a:pt x="286" y="82"/>
                    <a:pt x="284" y="82"/>
                  </a:cubicBezTo>
                  <a:cubicBezTo>
                    <a:pt x="276" y="84"/>
                    <a:pt x="268" y="86"/>
                    <a:pt x="260" y="87"/>
                  </a:cubicBezTo>
                  <a:cubicBezTo>
                    <a:pt x="241" y="90"/>
                    <a:pt x="208" y="74"/>
                    <a:pt x="195" y="64"/>
                  </a:cubicBezTo>
                  <a:cubicBezTo>
                    <a:pt x="176" y="50"/>
                    <a:pt x="176" y="50"/>
                    <a:pt x="176" y="50"/>
                  </a:cubicBezTo>
                  <a:cubicBezTo>
                    <a:pt x="166" y="42"/>
                    <a:pt x="152" y="44"/>
                    <a:pt x="144" y="53"/>
                  </a:cubicBezTo>
                  <a:cubicBezTo>
                    <a:pt x="44" y="161"/>
                    <a:pt x="44" y="161"/>
                    <a:pt x="44" y="161"/>
                  </a:cubicBezTo>
                  <a:cubicBezTo>
                    <a:pt x="36" y="170"/>
                    <a:pt x="36" y="184"/>
                    <a:pt x="44" y="193"/>
                  </a:cubicBezTo>
                  <a:cubicBezTo>
                    <a:pt x="53" y="203"/>
                    <a:pt x="59" y="210"/>
                    <a:pt x="69" y="220"/>
                  </a:cubicBezTo>
                  <a:cubicBezTo>
                    <a:pt x="80" y="230"/>
                    <a:pt x="95" y="244"/>
                    <a:pt x="97" y="257"/>
                  </a:cubicBezTo>
                  <a:cubicBezTo>
                    <a:pt x="100" y="280"/>
                    <a:pt x="102" y="313"/>
                    <a:pt x="115" y="330"/>
                  </a:cubicBezTo>
                  <a:cubicBezTo>
                    <a:pt x="102" y="337"/>
                    <a:pt x="95" y="344"/>
                    <a:pt x="86" y="3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53" name="Freeform 17"/>
            <p:cNvSpPr>
              <a:spLocks noEditPoints="1"/>
            </p:cNvSpPr>
            <p:nvPr/>
          </p:nvSpPr>
          <p:spPr bwMode="auto">
            <a:xfrm>
              <a:off x="7980982" y="3772690"/>
              <a:ext cx="595412" cy="551158"/>
            </a:xfrm>
            <a:custGeom>
              <a:avLst/>
              <a:gdLst>
                <a:gd name="T0" fmla="*/ 319 w 689"/>
                <a:gd name="T1" fmla="*/ 543 h 638"/>
                <a:gd name="T2" fmla="*/ 262 w 689"/>
                <a:gd name="T3" fmla="*/ 538 h 638"/>
                <a:gd name="T4" fmla="*/ 258 w 689"/>
                <a:gd name="T5" fmla="*/ 538 h 638"/>
                <a:gd name="T6" fmla="*/ 257 w 689"/>
                <a:gd name="T7" fmla="*/ 535 h 638"/>
                <a:gd name="T8" fmla="*/ 241 w 689"/>
                <a:gd name="T9" fmla="*/ 489 h 638"/>
                <a:gd name="T10" fmla="*/ 241 w 689"/>
                <a:gd name="T11" fmla="*/ 489 h 638"/>
                <a:gd name="T12" fmla="*/ 185 w 689"/>
                <a:gd name="T13" fmla="*/ 484 h 638"/>
                <a:gd name="T14" fmla="*/ 181 w 689"/>
                <a:gd name="T15" fmla="*/ 484 h 638"/>
                <a:gd name="T16" fmla="*/ 180 w 689"/>
                <a:gd name="T17" fmla="*/ 481 h 638"/>
                <a:gd name="T18" fmla="*/ 164 w 689"/>
                <a:gd name="T19" fmla="*/ 435 h 638"/>
                <a:gd name="T20" fmla="*/ 164 w 689"/>
                <a:gd name="T21" fmla="*/ 435 h 638"/>
                <a:gd name="T22" fmla="*/ 117 w 689"/>
                <a:gd name="T23" fmla="*/ 425 h 638"/>
                <a:gd name="T24" fmla="*/ 113 w 689"/>
                <a:gd name="T25" fmla="*/ 425 h 638"/>
                <a:gd name="T26" fmla="*/ 113 w 689"/>
                <a:gd name="T27" fmla="*/ 421 h 638"/>
                <a:gd name="T28" fmla="*/ 100 w 689"/>
                <a:gd name="T29" fmla="*/ 365 h 638"/>
                <a:gd name="T30" fmla="*/ 100 w 689"/>
                <a:gd name="T31" fmla="*/ 365 h 638"/>
                <a:gd name="T32" fmla="*/ 32 w 689"/>
                <a:gd name="T33" fmla="*/ 370 h 638"/>
                <a:gd name="T34" fmla="*/ 18 w 689"/>
                <a:gd name="T35" fmla="*/ 386 h 638"/>
                <a:gd name="T36" fmla="*/ 23 w 689"/>
                <a:gd name="T37" fmla="*/ 455 h 638"/>
                <a:gd name="T38" fmla="*/ 23 w 689"/>
                <a:gd name="T39" fmla="*/ 455 h 638"/>
                <a:gd name="T40" fmla="*/ 66 w 689"/>
                <a:gd name="T41" fmla="*/ 465 h 638"/>
                <a:gd name="T42" fmla="*/ 70 w 689"/>
                <a:gd name="T43" fmla="*/ 466 h 638"/>
                <a:gd name="T44" fmla="*/ 69 w 689"/>
                <a:gd name="T45" fmla="*/ 470 h 638"/>
                <a:gd name="T46" fmla="*/ 76 w 689"/>
                <a:gd name="T47" fmla="*/ 536 h 638"/>
                <a:gd name="T48" fmla="*/ 76 w 689"/>
                <a:gd name="T49" fmla="*/ 536 h 638"/>
                <a:gd name="T50" fmla="*/ 142 w 689"/>
                <a:gd name="T51" fmla="*/ 534 h 638"/>
                <a:gd name="T52" fmla="*/ 145 w 689"/>
                <a:gd name="T53" fmla="*/ 534 h 638"/>
                <a:gd name="T54" fmla="*/ 147 w 689"/>
                <a:gd name="T55" fmla="*/ 537 h 638"/>
                <a:gd name="T56" fmla="*/ 164 w 689"/>
                <a:gd name="T57" fmla="*/ 578 h 638"/>
                <a:gd name="T58" fmla="*/ 164 w 689"/>
                <a:gd name="T59" fmla="*/ 578 h 638"/>
                <a:gd name="T60" fmla="*/ 230 w 689"/>
                <a:gd name="T61" fmla="*/ 576 h 638"/>
                <a:gd name="T62" fmla="*/ 233 w 689"/>
                <a:gd name="T63" fmla="*/ 576 h 638"/>
                <a:gd name="T64" fmla="*/ 235 w 689"/>
                <a:gd name="T65" fmla="*/ 579 h 638"/>
                <a:gd name="T66" fmla="*/ 252 w 689"/>
                <a:gd name="T67" fmla="*/ 621 h 638"/>
                <a:gd name="T68" fmla="*/ 320 w 689"/>
                <a:gd name="T69" fmla="*/ 615 h 638"/>
                <a:gd name="T70" fmla="*/ 324 w 689"/>
                <a:gd name="T71" fmla="*/ 611 h 638"/>
                <a:gd name="T72" fmla="*/ 319 w 689"/>
                <a:gd name="T73" fmla="*/ 543 h 638"/>
                <a:gd name="T74" fmla="*/ 449 w 689"/>
                <a:gd name="T75" fmla="*/ 177 h 638"/>
                <a:gd name="T76" fmla="*/ 576 w 689"/>
                <a:gd name="T77" fmla="*/ 299 h 638"/>
                <a:gd name="T78" fmla="*/ 597 w 689"/>
                <a:gd name="T79" fmla="*/ 306 h 638"/>
                <a:gd name="T80" fmla="*/ 616 w 689"/>
                <a:gd name="T81" fmla="*/ 293 h 638"/>
                <a:gd name="T82" fmla="*/ 636 w 689"/>
                <a:gd name="T83" fmla="*/ 234 h 638"/>
                <a:gd name="T84" fmla="*/ 649 w 689"/>
                <a:gd name="T85" fmla="*/ 209 h 638"/>
                <a:gd name="T86" fmla="*/ 671 w 689"/>
                <a:gd name="T87" fmla="*/ 186 h 638"/>
                <a:gd name="T88" fmla="*/ 672 w 689"/>
                <a:gd name="T89" fmla="*/ 121 h 638"/>
                <a:gd name="T90" fmla="*/ 580 w 689"/>
                <a:gd name="T91" fmla="*/ 21 h 638"/>
                <a:gd name="T92" fmla="*/ 515 w 689"/>
                <a:gd name="T93" fmla="*/ 16 h 638"/>
                <a:gd name="T94" fmla="*/ 493 w 689"/>
                <a:gd name="T95" fmla="*/ 34 h 638"/>
                <a:gd name="T96" fmla="*/ 457 w 689"/>
                <a:gd name="T97" fmla="*/ 44 h 638"/>
                <a:gd name="T98" fmla="*/ 390 w 689"/>
                <a:gd name="T99" fmla="*/ 36 h 638"/>
                <a:gd name="T100" fmla="*/ 274 w 689"/>
                <a:gd name="T101" fmla="*/ 67 h 638"/>
                <a:gd name="T102" fmla="*/ 139 w 689"/>
                <a:gd name="T103" fmla="*/ 171 h 638"/>
                <a:gd name="T104" fmla="*/ 203 w 689"/>
                <a:gd name="T105" fmla="*/ 222 h 638"/>
                <a:gd name="T106" fmla="*/ 301 w 689"/>
                <a:gd name="T107" fmla="*/ 161 h 638"/>
                <a:gd name="T108" fmla="*/ 346 w 689"/>
                <a:gd name="T109" fmla="*/ 158 h 638"/>
                <a:gd name="T110" fmla="*/ 408 w 689"/>
                <a:gd name="T111" fmla="*/ 165 h 638"/>
                <a:gd name="T112" fmla="*/ 449 w 689"/>
                <a:gd name="T113" fmla="*/ 177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89" h="638">
                  <a:moveTo>
                    <a:pt x="319" y="543"/>
                  </a:moveTo>
                  <a:cubicBezTo>
                    <a:pt x="302" y="529"/>
                    <a:pt x="279" y="528"/>
                    <a:pt x="262" y="538"/>
                  </a:cubicBezTo>
                  <a:cubicBezTo>
                    <a:pt x="261" y="539"/>
                    <a:pt x="259" y="539"/>
                    <a:pt x="258" y="538"/>
                  </a:cubicBezTo>
                  <a:cubicBezTo>
                    <a:pt x="257" y="537"/>
                    <a:pt x="257" y="536"/>
                    <a:pt x="257" y="535"/>
                  </a:cubicBezTo>
                  <a:cubicBezTo>
                    <a:pt x="260" y="518"/>
                    <a:pt x="255" y="500"/>
                    <a:pt x="241" y="489"/>
                  </a:cubicBezTo>
                  <a:cubicBezTo>
                    <a:pt x="241" y="489"/>
                    <a:pt x="241" y="489"/>
                    <a:pt x="241" y="489"/>
                  </a:cubicBezTo>
                  <a:cubicBezTo>
                    <a:pt x="225" y="475"/>
                    <a:pt x="202" y="473"/>
                    <a:pt x="185" y="484"/>
                  </a:cubicBezTo>
                  <a:cubicBezTo>
                    <a:pt x="183" y="485"/>
                    <a:pt x="182" y="484"/>
                    <a:pt x="181" y="484"/>
                  </a:cubicBezTo>
                  <a:cubicBezTo>
                    <a:pt x="180" y="483"/>
                    <a:pt x="180" y="482"/>
                    <a:pt x="180" y="481"/>
                  </a:cubicBezTo>
                  <a:cubicBezTo>
                    <a:pt x="183" y="464"/>
                    <a:pt x="177" y="446"/>
                    <a:pt x="164" y="435"/>
                  </a:cubicBezTo>
                  <a:cubicBezTo>
                    <a:pt x="164" y="435"/>
                    <a:pt x="164" y="435"/>
                    <a:pt x="164" y="435"/>
                  </a:cubicBezTo>
                  <a:cubicBezTo>
                    <a:pt x="150" y="423"/>
                    <a:pt x="132" y="420"/>
                    <a:pt x="117" y="425"/>
                  </a:cubicBezTo>
                  <a:cubicBezTo>
                    <a:pt x="115" y="426"/>
                    <a:pt x="114" y="425"/>
                    <a:pt x="113" y="425"/>
                  </a:cubicBezTo>
                  <a:cubicBezTo>
                    <a:pt x="112" y="424"/>
                    <a:pt x="112" y="422"/>
                    <a:pt x="113" y="421"/>
                  </a:cubicBezTo>
                  <a:cubicBezTo>
                    <a:pt x="121" y="402"/>
                    <a:pt x="116" y="379"/>
                    <a:pt x="100" y="365"/>
                  </a:cubicBezTo>
                  <a:cubicBezTo>
                    <a:pt x="100" y="365"/>
                    <a:pt x="100" y="365"/>
                    <a:pt x="100" y="365"/>
                  </a:cubicBezTo>
                  <a:cubicBezTo>
                    <a:pt x="80" y="347"/>
                    <a:pt x="49" y="350"/>
                    <a:pt x="32" y="370"/>
                  </a:cubicBezTo>
                  <a:cubicBezTo>
                    <a:pt x="18" y="386"/>
                    <a:pt x="18" y="386"/>
                    <a:pt x="18" y="386"/>
                  </a:cubicBezTo>
                  <a:cubicBezTo>
                    <a:pt x="0" y="406"/>
                    <a:pt x="2" y="437"/>
                    <a:pt x="23" y="455"/>
                  </a:cubicBezTo>
                  <a:cubicBezTo>
                    <a:pt x="23" y="455"/>
                    <a:pt x="23" y="455"/>
                    <a:pt x="23" y="455"/>
                  </a:cubicBezTo>
                  <a:cubicBezTo>
                    <a:pt x="35" y="465"/>
                    <a:pt x="51" y="469"/>
                    <a:pt x="66" y="465"/>
                  </a:cubicBezTo>
                  <a:cubicBezTo>
                    <a:pt x="68" y="465"/>
                    <a:pt x="69" y="465"/>
                    <a:pt x="70" y="466"/>
                  </a:cubicBezTo>
                  <a:cubicBezTo>
                    <a:pt x="70" y="467"/>
                    <a:pt x="70" y="469"/>
                    <a:pt x="69" y="470"/>
                  </a:cubicBezTo>
                  <a:cubicBezTo>
                    <a:pt x="54" y="490"/>
                    <a:pt x="57" y="519"/>
                    <a:pt x="76" y="536"/>
                  </a:cubicBezTo>
                  <a:cubicBezTo>
                    <a:pt x="76" y="536"/>
                    <a:pt x="76" y="536"/>
                    <a:pt x="76" y="536"/>
                  </a:cubicBezTo>
                  <a:cubicBezTo>
                    <a:pt x="95" y="553"/>
                    <a:pt x="124" y="552"/>
                    <a:pt x="142" y="534"/>
                  </a:cubicBezTo>
                  <a:cubicBezTo>
                    <a:pt x="143" y="533"/>
                    <a:pt x="144" y="533"/>
                    <a:pt x="145" y="534"/>
                  </a:cubicBezTo>
                  <a:cubicBezTo>
                    <a:pt x="147" y="534"/>
                    <a:pt x="147" y="535"/>
                    <a:pt x="147" y="537"/>
                  </a:cubicBezTo>
                  <a:cubicBezTo>
                    <a:pt x="146" y="552"/>
                    <a:pt x="151" y="568"/>
                    <a:pt x="164" y="578"/>
                  </a:cubicBezTo>
                  <a:cubicBezTo>
                    <a:pt x="164" y="578"/>
                    <a:pt x="164" y="578"/>
                    <a:pt x="164" y="578"/>
                  </a:cubicBezTo>
                  <a:cubicBezTo>
                    <a:pt x="183" y="595"/>
                    <a:pt x="212" y="594"/>
                    <a:pt x="230" y="576"/>
                  </a:cubicBezTo>
                  <a:cubicBezTo>
                    <a:pt x="231" y="575"/>
                    <a:pt x="232" y="575"/>
                    <a:pt x="233" y="576"/>
                  </a:cubicBezTo>
                  <a:cubicBezTo>
                    <a:pt x="234" y="576"/>
                    <a:pt x="235" y="577"/>
                    <a:pt x="235" y="579"/>
                  </a:cubicBezTo>
                  <a:cubicBezTo>
                    <a:pt x="233" y="594"/>
                    <a:pt x="239" y="610"/>
                    <a:pt x="252" y="621"/>
                  </a:cubicBezTo>
                  <a:cubicBezTo>
                    <a:pt x="272" y="638"/>
                    <a:pt x="303" y="636"/>
                    <a:pt x="320" y="615"/>
                  </a:cubicBezTo>
                  <a:cubicBezTo>
                    <a:pt x="324" y="611"/>
                    <a:pt x="324" y="611"/>
                    <a:pt x="324" y="611"/>
                  </a:cubicBezTo>
                  <a:cubicBezTo>
                    <a:pt x="341" y="591"/>
                    <a:pt x="339" y="560"/>
                    <a:pt x="319" y="543"/>
                  </a:cubicBezTo>
                  <a:close/>
                  <a:moveTo>
                    <a:pt x="449" y="177"/>
                  </a:moveTo>
                  <a:cubicBezTo>
                    <a:pt x="489" y="216"/>
                    <a:pt x="535" y="260"/>
                    <a:pt x="576" y="299"/>
                  </a:cubicBezTo>
                  <a:cubicBezTo>
                    <a:pt x="582" y="305"/>
                    <a:pt x="589" y="307"/>
                    <a:pt x="597" y="306"/>
                  </a:cubicBezTo>
                  <a:cubicBezTo>
                    <a:pt x="605" y="305"/>
                    <a:pt x="612" y="300"/>
                    <a:pt x="616" y="293"/>
                  </a:cubicBezTo>
                  <a:cubicBezTo>
                    <a:pt x="626" y="275"/>
                    <a:pt x="632" y="256"/>
                    <a:pt x="636" y="234"/>
                  </a:cubicBezTo>
                  <a:cubicBezTo>
                    <a:pt x="638" y="224"/>
                    <a:pt x="642" y="216"/>
                    <a:pt x="649" y="209"/>
                  </a:cubicBezTo>
                  <a:cubicBezTo>
                    <a:pt x="671" y="186"/>
                    <a:pt x="671" y="186"/>
                    <a:pt x="671" y="186"/>
                  </a:cubicBezTo>
                  <a:cubicBezTo>
                    <a:pt x="688" y="168"/>
                    <a:pt x="689" y="139"/>
                    <a:pt x="672" y="121"/>
                  </a:cubicBezTo>
                  <a:cubicBezTo>
                    <a:pt x="580" y="21"/>
                    <a:pt x="580" y="21"/>
                    <a:pt x="580" y="21"/>
                  </a:cubicBezTo>
                  <a:cubicBezTo>
                    <a:pt x="563" y="3"/>
                    <a:pt x="534" y="0"/>
                    <a:pt x="515" y="16"/>
                  </a:cubicBezTo>
                  <a:cubicBezTo>
                    <a:pt x="493" y="34"/>
                    <a:pt x="493" y="34"/>
                    <a:pt x="493" y="34"/>
                  </a:cubicBezTo>
                  <a:cubicBezTo>
                    <a:pt x="483" y="42"/>
                    <a:pt x="471" y="45"/>
                    <a:pt x="457" y="44"/>
                  </a:cubicBezTo>
                  <a:cubicBezTo>
                    <a:pt x="435" y="41"/>
                    <a:pt x="412" y="38"/>
                    <a:pt x="390" y="36"/>
                  </a:cubicBezTo>
                  <a:cubicBezTo>
                    <a:pt x="347" y="30"/>
                    <a:pt x="308" y="41"/>
                    <a:pt x="274" y="67"/>
                  </a:cubicBezTo>
                  <a:cubicBezTo>
                    <a:pt x="229" y="101"/>
                    <a:pt x="184" y="136"/>
                    <a:pt x="139" y="171"/>
                  </a:cubicBezTo>
                  <a:cubicBezTo>
                    <a:pt x="95" y="207"/>
                    <a:pt x="151" y="255"/>
                    <a:pt x="203" y="222"/>
                  </a:cubicBezTo>
                  <a:cubicBezTo>
                    <a:pt x="301" y="161"/>
                    <a:pt x="301" y="161"/>
                    <a:pt x="301" y="161"/>
                  </a:cubicBezTo>
                  <a:cubicBezTo>
                    <a:pt x="315" y="153"/>
                    <a:pt x="331" y="152"/>
                    <a:pt x="346" y="158"/>
                  </a:cubicBezTo>
                  <a:cubicBezTo>
                    <a:pt x="364" y="167"/>
                    <a:pt x="388" y="168"/>
                    <a:pt x="408" y="165"/>
                  </a:cubicBezTo>
                  <a:cubicBezTo>
                    <a:pt x="423" y="162"/>
                    <a:pt x="437" y="166"/>
                    <a:pt x="449" y="1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6647196" y="5065411"/>
            <a:ext cx="271006" cy="360530"/>
            <a:chOff x="7976594" y="2279040"/>
            <a:chExt cx="528116" cy="702571"/>
          </a:xfrm>
          <a:solidFill>
            <a:schemeClr val="bg1"/>
          </a:solidFill>
        </p:grpSpPr>
        <p:sp>
          <p:nvSpPr>
            <p:cNvPr id="55" name="Freeform 23"/>
            <p:cNvSpPr>
              <a:spLocks noEditPoints="1"/>
            </p:cNvSpPr>
            <p:nvPr/>
          </p:nvSpPr>
          <p:spPr bwMode="auto">
            <a:xfrm>
              <a:off x="7976594" y="2279040"/>
              <a:ext cx="519705" cy="702571"/>
            </a:xfrm>
            <a:custGeom>
              <a:avLst/>
              <a:gdLst>
                <a:gd name="T0" fmla="*/ 592 w 601"/>
                <a:gd name="T1" fmla="*/ 600 h 813"/>
                <a:gd name="T2" fmla="*/ 374 w 601"/>
                <a:gd name="T3" fmla="*/ 589 h 813"/>
                <a:gd name="T4" fmla="*/ 374 w 601"/>
                <a:gd name="T5" fmla="*/ 423 h 813"/>
                <a:gd name="T6" fmla="*/ 601 w 601"/>
                <a:gd name="T7" fmla="*/ 435 h 813"/>
                <a:gd name="T8" fmla="*/ 533 w 601"/>
                <a:gd name="T9" fmla="*/ 514 h 813"/>
                <a:gd name="T10" fmla="*/ 592 w 601"/>
                <a:gd name="T11" fmla="*/ 600 h 813"/>
                <a:gd name="T12" fmla="*/ 253 w 601"/>
                <a:gd name="T13" fmla="*/ 44 h 813"/>
                <a:gd name="T14" fmla="*/ 298 w 601"/>
                <a:gd name="T15" fmla="*/ 0 h 813"/>
                <a:gd name="T16" fmla="*/ 342 w 601"/>
                <a:gd name="T17" fmla="*/ 44 h 813"/>
                <a:gd name="T18" fmla="*/ 342 w 601"/>
                <a:gd name="T19" fmla="*/ 103 h 813"/>
                <a:gd name="T20" fmla="*/ 253 w 601"/>
                <a:gd name="T21" fmla="*/ 108 h 813"/>
                <a:gd name="T22" fmla="*/ 253 w 601"/>
                <a:gd name="T23" fmla="*/ 44 h 813"/>
                <a:gd name="T24" fmla="*/ 342 w 601"/>
                <a:gd name="T25" fmla="*/ 332 h 813"/>
                <a:gd name="T26" fmla="*/ 342 w 601"/>
                <a:gd name="T27" fmla="*/ 737 h 813"/>
                <a:gd name="T28" fmla="*/ 355 w 601"/>
                <a:gd name="T29" fmla="*/ 750 h 813"/>
                <a:gd name="T30" fmla="*/ 380 w 601"/>
                <a:gd name="T31" fmla="*/ 750 h 813"/>
                <a:gd name="T32" fmla="*/ 415 w 601"/>
                <a:gd name="T33" fmla="*/ 786 h 813"/>
                <a:gd name="T34" fmla="*/ 415 w 601"/>
                <a:gd name="T35" fmla="*/ 813 h 813"/>
                <a:gd name="T36" fmla="*/ 180 w 601"/>
                <a:gd name="T37" fmla="*/ 813 h 813"/>
                <a:gd name="T38" fmla="*/ 180 w 601"/>
                <a:gd name="T39" fmla="*/ 786 h 813"/>
                <a:gd name="T40" fmla="*/ 216 w 601"/>
                <a:gd name="T41" fmla="*/ 750 h 813"/>
                <a:gd name="T42" fmla="*/ 240 w 601"/>
                <a:gd name="T43" fmla="*/ 750 h 813"/>
                <a:gd name="T44" fmla="*/ 253 w 601"/>
                <a:gd name="T45" fmla="*/ 737 h 813"/>
                <a:gd name="T46" fmla="*/ 253 w 601"/>
                <a:gd name="T47" fmla="*/ 337 h 813"/>
                <a:gd name="T48" fmla="*/ 342 w 601"/>
                <a:gd name="T49" fmla="*/ 332 h 813"/>
                <a:gd name="T50" fmla="*/ 221 w 601"/>
                <a:gd name="T51" fmla="*/ 581 h 813"/>
                <a:gd name="T52" fmla="*/ 59 w 601"/>
                <a:gd name="T53" fmla="*/ 572 h 813"/>
                <a:gd name="T54" fmla="*/ 0 w 601"/>
                <a:gd name="T55" fmla="*/ 486 h 813"/>
                <a:gd name="T56" fmla="*/ 68 w 601"/>
                <a:gd name="T57" fmla="*/ 407 h 813"/>
                <a:gd name="T58" fmla="*/ 221 w 601"/>
                <a:gd name="T59" fmla="*/ 415 h 813"/>
                <a:gd name="T60" fmla="*/ 221 w 601"/>
                <a:gd name="T61" fmla="*/ 581 h 8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601" h="813">
                  <a:moveTo>
                    <a:pt x="592" y="600"/>
                  </a:moveTo>
                  <a:cubicBezTo>
                    <a:pt x="374" y="589"/>
                    <a:pt x="374" y="589"/>
                    <a:pt x="374" y="589"/>
                  </a:cubicBezTo>
                  <a:cubicBezTo>
                    <a:pt x="374" y="423"/>
                    <a:pt x="374" y="423"/>
                    <a:pt x="374" y="423"/>
                  </a:cubicBezTo>
                  <a:cubicBezTo>
                    <a:pt x="601" y="435"/>
                    <a:pt x="601" y="435"/>
                    <a:pt x="601" y="435"/>
                  </a:cubicBezTo>
                  <a:cubicBezTo>
                    <a:pt x="533" y="514"/>
                    <a:pt x="533" y="514"/>
                    <a:pt x="533" y="514"/>
                  </a:cubicBezTo>
                  <a:cubicBezTo>
                    <a:pt x="592" y="600"/>
                    <a:pt x="592" y="600"/>
                    <a:pt x="592" y="600"/>
                  </a:cubicBezTo>
                  <a:close/>
                  <a:moveTo>
                    <a:pt x="253" y="44"/>
                  </a:moveTo>
                  <a:cubicBezTo>
                    <a:pt x="253" y="20"/>
                    <a:pt x="273" y="0"/>
                    <a:pt x="298" y="0"/>
                  </a:cubicBezTo>
                  <a:cubicBezTo>
                    <a:pt x="322" y="0"/>
                    <a:pt x="342" y="20"/>
                    <a:pt x="342" y="44"/>
                  </a:cubicBezTo>
                  <a:cubicBezTo>
                    <a:pt x="342" y="103"/>
                    <a:pt x="342" y="103"/>
                    <a:pt x="342" y="103"/>
                  </a:cubicBezTo>
                  <a:cubicBezTo>
                    <a:pt x="253" y="108"/>
                    <a:pt x="253" y="108"/>
                    <a:pt x="253" y="108"/>
                  </a:cubicBezTo>
                  <a:cubicBezTo>
                    <a:pt x="253" y="44"/>
                    <a:pt x="253" y="44"/>
                    <a:pt x="253" y="44"/>
                  </a:cubicBezTo>
                  <a:close/>
                  <a:moveTo>
                    <a:pt x="342" y="332"/>
                  </a:moveTo>
                  <a:cubicBezTo>
                    <a:pt x="342" y="737"/>
                    <a:pt x="342" y="737"/>
                    <a:pt x="342" y="737"/>
                  </a:cubicBezTo>
                  <a:cubicBezTo>
                    <a:pt x="342" y="744"/>
                    <a:pt x="348" y="750"/>
                    <a:pt x="355" y="750"/>
                  </a:cubicBezTo>
                  <a:cubicBezTo>
                    <a:pt x="380" y="750"/>
                    <a:pt x="380" y="750"/>
                    <a:pt x="380" y="750"/>
                  </a:cubicBezTo>
                  <a:cubicBezTo>
                    <a:pt x="399" y="750"/>
                    <a:pt x="415" y="766"/>
                    <a:pt x="415" y="786"/>
                  </a:cubicBezTo>
                  <a:cubicBezTo>
                    <a:pt x="415" y="813"/>
                    <a:pt x="415" y="813"/>
                    <a:pt x="415" y="813"/>
                  </a:cubicBezTo>
                  <a:cubicBezTo>
                    <a:pt x="180" y="813"/>
                    <a:pt x="180" y="813"/>
                    <a:pt x="180" y="813"/>
                  </a:cubicBezTo>
                  <a:cubicBezTo>
                    <a:pt x="180" y="786"/>
                    <a:pt x="180" y="786"/>
                    <a:pt x="180" y="786"/>
                  </a:cubicBezTo>
                  <a:cubicBezTo>
                    <a:pt x="180" y="766"/>
                    <a:pt x="196" y="750"/>
                    <a:pt x="216" y="750"/>
                  </a:cubicBezTo>
                  <a:cubicBezTo>
                    <a:pt x="240" y="750"/>
                    <a:pt x="240" y="750"/>
                    <a:pt x="240" y="750"/>
                  </a:cubicBezTo>
                  <a:cubicBezTo>
                    <a:pt x="247" y="750"/>
                    <a:pt x="253" y="744"/>
                    <a:pt x="253" y="737"/>
                  </a:cubicBezTo>
                  <a:cubicBezTo>
                    <a:pt x="253" y="337"/>
                    <a:pt x="253" y="337"/>
                    <a:pt x="253" y="337"/>
                  </a:cubicBezTo>
                  <a:cubicBezTo>
                    <a:pt x="342" y="332"/>
                    <a:pt x="342" y="332"/>
                    <a:pt x="342" y="332"/>
                  </a:cubicBezTo>
                  <a:close/>
                  <a:moveTo>
                    <a:pt x="221" y="581"/>
                  </a:moveTo>
                  <a:cubicBezTo>
                    <a:pt x="59" y="572"/>
                    <a:pt x="59" y="572"/>
                    <a:pt x="59" y="572"/>
                  </a:cubicBezTo>
                  <a:cubicBezTo>
                    <a:pt x="0" y="486"/>
                    <a:pt x="0" y="486"/>
                    <a:pt x="0" y="486"/>
                  </a:cubicBezTo>
                  <a:cubicBezTo>
                    <a:pt x="68" y="407"/>
                    <a:pt x="68" y="407"/>
                    <a:pt x="68" y="407"/>
                  </a:cubicBezTo>
                  <a:cubicBezTo>
                    <a:pt x="221" y="415"/>
                    <a:pt x="221" y="415"/>
                    <a:pt x="221" y="415"/>
                  </a:cubicBezTo>
                  <a:cubicBezTo>
                    <a:pt x="221" y="581"/>
                    <a:pt x="221" y="581"/>
                    <a:pt x="221" y="58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56" name="Freeform 24"/>
            <p:cNvSpPr>
              <a:spLocks/>
            </p:cNvSpPr>
            <p:nvPr/>
          </p:nvSpPr>
          <p:spPr bwMode="auto">
            <a:xfrm>
              <a:off x="7985371" y="2386200"/>
              <a:ext cx="519339" cy="166774"/>
            </a:xfrm>
            <a:custGeom>
              <a:avLst/>
              <a:gdLst>
                <a:gd name="T0" fmla="*/ 0 w 1420"/>
                <a:gd name="T1" fmla="*/ 66 h 456"/>
                <a:gd name="T2" fmla="*/ 631 w 1420"/>
                <a:gd name="T3" fmla="*/ 33 h 456"/>
                <a:gd name="T4" fmla="*/ 1259 w 1420"/>
                <a:gd name="T5" fmla="*/ 0 h 456"/>
                <a:gd name="T6" fmla="*/ 1420 w 1420"/>
                <a:gd name="T7" fmla="*/ 189 h 456"/>
                <a:gd name="T8" fmla="*/ 1281 w 1420"/>
                <a:gd name="T9" fmla="*/ 390 h 456"/>
                <a:gd name="T10" fmla="*/ 650 w 1420"/>
                <a:gd name="T11" fmla="*/ 423 h 456"/>
                <a:gd name="T12" fmla="*/ 21 w 1420"/>
                <a:gd name="T13" fmla="*/ 456 h 456"/>
                <a:gd name="T14" fmla="*/ 160 w 1420"/>
                <a:gd name="T15" fmla="*/ 253 h 456"/>
                <a:gd name="T16" fmla="*/ 0 w 1420"/>
                <a:gd name="T17" fmla="*/ 66 h 456"/>
                <a:gd name="T18" fmla="*/ 0 w 1420"/>
                <a:gd name="T19" fmla="*/ 66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20" h="456">
                  <a:moveTo>
                    <a:pt x="0" y="66"/>
                  </a:moveTo>
                  <a:lnTo>
                    <a:pt x="631" y="33"/>
                  </a:lnTo>
                  <a:lnTo>
                    <a:pt x="1259" y="0"/>
                  </a:lnTo>
                  <a:lnTo>
                    <a:pt x="1420" y="189"/>
                  </a:lnTo>
                  <a:lnTo>
                    <a:pt x="1281" y="390"/>
                  </a:lnTo>
                  <a:lnTo>
                    <a:pt x="650" y="423"/>
                  </a:lnTo>
                  <a:lnTo>
                    <a:pt x="21" y="456"/>
                  </a:lnTo>
                  <a:lnTo>
                    <a:pt x="160" y="253"/>
                  </a:lnTo>
                  <a:lnTo>
                    <a:pt x="0" y="66"/>
                  </a:lnTo>
                  <a:lnTo>
                    <a:pt x="0" y="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7947227" y="5065223"/>
            <a:ext cx="363345" cy="360905"/>
            <a:chOff x="6463926" y="2278309"/>
            <a:chExt cx="708057" cy="703302"/>
          </a:xfrm>
          <a:solidFill>
            <a:schemeClr val="bg1"/>
          </a:solidFill>
        </p:grpSpPr>
        <p:sp>
          <p:nvSpPr>
            <p:cNvPr id="58" name="Freeform 30"/>
            <p:cNvSpPr>
              <a:spLocks noEditPoints="1"/>
            </p:cNvSpPr>
            <p:nvPr/>
          </p:nvSpPr>
          <p:spPr bwMode="auto">
            <a:xfrm>
              <a:off x="6687023" y="2278309"/>
              <a:ext cx="261864" cy="305752"/>
            </a:xfrm>
            <a:custGeom>
              <a:avLst/>
              <a:gdLst>
                <a:gd name="T0" fmla="*/ 150 w 303"/>
                <a:gd name="T1" fmla="*/ 1 h 354"/>
                <a:gd name="T2" fmla="*/ 81 w 303"/>
                <a:gd name="T3" fmla="*/ 76 h 354"/>
                <a:gd name="T4" fmla="*/ 153 w 303"/>
                <a:gd name="T5" fmla="*/ 165 h 354"/>
                <a:gd name="T6" fmla="*/ 222 w 303"/>
                <a:gd name="T7" fmla="*/ 74 h 354"/>
                <a:gd name="T8" fmla="*/ 150 w 303"/>
                <a:gd name="T9" fmla="*/ 1 h 354"/>
                <a:gd name="T10" fmla="*/ 151 w 303"/>
                <a:gd name="T11" fmla="*/ 261 h 354"/>
                <a:gd name="T12" fmla="*/ 198 w 303"/>
                <a:gd name="T13" fmla="*/ 196 h 354"/>
                <a:gd name="T14" fmla="*/ 210 w 303"/>
                <a:gd name="T15" fmla="*/ 190 h 354"/>
                <a:gd name="T16" fmla="*/ 260 w 303"/>
                <a:gd name="T17" fmla="*/ 199 h 354"/>
                <a:gd name="T18" fmla="*/ 290 w 303"/>
                <a:gd name="T19" fmla="*/ 225 h 354"/>
                <a:gd name="T20" fmla="*/ 303 w 303"/>
                <a:gd name="T21" fmla="*/ 330 h 354"/>
                <a:gd name="T22" fmla="*/ 297 w 303"/>
                <a:gd name="T23" fmla="*/ 347 h 354"/>
                <a:gd name="T24" fmla="*/ 280 w 303"/>
                <a:gd name="T25" fmla="*/ 354 h 354"/>
                <a:gd name="T26" fmla="*/ 23 w 303"/>
                <a:gd name="T27" fmla="*/ 354 h 354"/>
                <a:gd name="T28" fmla="*/ 6 w 303"/>
                <a:gd name="T29" fmla="*/ 347 h 354"/>
                <a:gd name="T30" fmla="*/ 0 w 303"/>
                <a:gd name="T31" fmla="*/ 330 h 354"/>
                <a:gd name="T32" fmla="*/ 13 w 303"/>
                <a:gd name="T33" fmla="*/ 225 h 354"/>
                <a:gd name="T34" fmla="*/ 43 w 303"/>
                <a:gd name="T35" fmla="*/ 199 h 354"/>
                <a:gd name="T36" fmla="*/ 93 w 303"/>
                <a:gd name="T37" fmla="*/ 190 h 354"/>
                <a:gd name="T38" fmla="*/ 105 w 303"/>
                <a:gd name="T39" fmla="*/ 196 h 354"/>
                <a:gd name="T40" fmla="*/ 151 w 303"/>
                <a:gd name="T41" fmla="*/ 261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3" h="354">
                  <a:moveTo>
                    <a:pt x="150" y="1"/>
                  </a:moveTo>
                  <a:cubicBezTo>
                    <a:pt x="111" y="2"/>
                    <a:pt x="80" y="36"/>
                    <a:pt x="81" y="76"/>
                  </a:cubicBezTo>
                  <a:cubicBezTo>
                    <a:pt x="82" y="117"/>
                    <a:pt x="114" y="166"/>
                    <a:pt x="153" y="165"/>
                  </a:cubicBezTo>
                  <a:cubicBezTo>
                    <a:pt x="192" y="165"/>
                    <a:pt x="223" y="114"/>
                    <a:pt x="222" y="74"/>
                  </a:cubicBezTo>
                  <a:cubicBezTo>
                    <a:pt x="221" y="33"/>
                    <a:pt x="189" y="0"/>
                    <a:pt x="150" y="1"/>
                  </a:cubicBezTo>
                  <a:close/>
                  <a:moveTo>
                    <a:pt x="151" y="261"/>
                  </a:moveTo>
                  <a:cubicBezTo>
                    <a:pt x="198" y="196"/>
                    <a:pt x="198" y="196"/>
                    <a:pt x="198" y="196"/>
                  </a:cubicBezTo>
                  <a:cubicBezTo>
                    <a:pt x="201" y="192"/>
                    <a:pt x="206" y="190"/>
                    <a:pt x="210" y="190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78" y="202"/>
                    <a:pt x="288" y="217"/>
                    <a:pt x="290" y="225"/>
                  </a:cubicBezTo>
                  <a:cubicBezTo>
                    <a:pt x="297" y="274"/>
                    <a:pt x="301" y="304"/>
                    <a:pt x="303" y="330"/>
                  </a:cubicBezTo>
                  <a:cubicBezTo>
                    <a:pt x="303" y="336"/>
                    <a:pt x="301" y="342"/>
                    <a:pt x="297" y="347"/>
                  </a:cubicBezTo>
                  <a:cubicBezTo>
                    <a:pt x="292" y="351"/>
                    <a:pt x="287" y="354"/>
                    <a:pt x="280" y="354"/>
                  </a:cubicBezTo>
                  <a:cubicBezTo>
                    <a:pt x="23" y="354"/>
                    <a:pt x="23" y="354"/>
                    <a:pt x="23" y="354"/>
                  </a:cubicBezTo>
                  <a:cubicBezTo>
                    <a:pt x="16" y="354"/>
                    <a:pt x="11" y="351"/>
                    <a:pt x="6" y="347"/>
                  </a:cubicBezTo>
                  <a:cubicBezTo>
                    <a:pt x="2" y="342"/>
                    <a:pt x="0" y="336"/>
                    <a:pt x="0" y="330"/>
                  </a:cubicBezTo>
                  <a:cubicBezTo>
                    <a:pt x="2" y="304"/>
                    <a:pt x="6" y="274"/>
                    <a:pt x="13" y="225"/>
                  </a:cubicBezTo>
                  <a:cubicBezTo>
                    <a:pt x="15" y="217"/>
                    <a:pt x="25" y="202"/>
                    <a:pt x="43" y="199"/>
                  </a:cubicBezTo>
                  <a:cubicBezTo>
                    <a:pt x="93" y="190"/>
                    <a:pt x="93" y="190"/>
                    <a:pt x="93" y="190"/>
                  </a:cubicBezTo>
                  <a:cubicBezTo>
                    <a:pt x="97" y="190"/>
                    <a:pt x="102" y="192"/>
                    <a:pt x="105" y="196"/>
                  </a:cubicBezTo>
                  <a:cubicBezTo>
                    <a:pt x="151" y="261"/>
                    <a:pt x="151" y="261"/>
                    <a:pt x="151" y="2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59" name="Freeform 31"/>
            <p:cNvSpPr>
              <a:spLocks noEditPoints="1"/>
            </p:cNvSpPr>
            <p:nvPr/>
          </p:nvSpPr>
          <p:spPr bwMode="auto">
            <a:xfrm>
              <a:off x="6463926" y="2632337"/>
              <a:ext cx="268082" cy="349274"/>
            </a:xfrm>
            <a:custGeom>
              <a:avLst/>
              <a:gdLst>
                <a:gd name="T0" fmla="*/ 153 w 310"/>
                <a:gd name="T1" fmla="*/ 1 h 404"/>
                <a:gd name="T2" fmla="*/ 84 w 310"/>
                <a:gd name="T3" fmla="*/ 76 h 404"/>
                <a:gd name="T4" fmla="*/ 156 w 310"/>
                <a:gd name="T5" fmla="*/ 165 h 404"/>
                <a:gd name="T6" fmla="*/ 225 w 310"/>
                <a:gd name="T7" fmla="*/ 73 h 404"/>
                <a:gd name="T8" fmla="*/ 153 w 310"/>
                <a:gd name="T9" fmla="*/ 1 h 404"/>
                <a:gd name="T10" fmla="*/ 155 w 310"/>
                <a:gd name="T11" fmla="*/ 261 h 404"/>
                <a:gd name="T12" fmla="*/ 201 w 310"/>
                <a:gd name="T13" fmla="*/ 195 h 404"/>
                <a:gd name="T14" fmla="*/ 213 w 310"/>
                <a:gd name="T15" fmla="*/ 190 h 404"/>
                <a:gd name="T16" fmla="*/ 263 w 310"/>
                <a:gd name="T17" fmla="*/ 199 h 404"/>
                <a:gd name="T18" fmla="*/ 293 w 310"/>
                <a:gd name="T19" fmla="*/ 225 h 404"/>
                <a:gd name="T20" fmla="*/ 304 w 310"/>
                <a:gd name="T21" fmla="*/ 385 h 404"/>
                <a:gd name="T22" fmla="*/ 282 w 310"/>
                <a:gd name="T23" fmla="*/ 404 h 404"/>
                <a:gd name="T24" fmla="*/ 27 w 310"/>
                <a:gd name="T25" fmla="*/ 404 h 404"/>
                <a:gd name="T26" fmla="*/ 5 w 310"/>
                <a:gd name="T27" fmla="*/ 385 h 404"/>
                <a:gd name="T28" fmla="*/ 16 w 310"/>
                <a:gd name="T29" fmla="*/ 225 h 404"/>
                <a:gd name="T30" fmla="*/ 46 w 310"/>
                <a:gd name="T31" fmla="*/ 199 h 404"/>
                <a:gd name="T32" fmla="*/ 96 w 310"/>
                <a:gd name="T33" fmla="*/ 190 h 404"/>
                <a:gd name="T34" fmla="*/ 108 w 310"/>
                <a:gd name="T35" fmla="*/ 195 h 404"/>
                <a:gd name="T36" fmla="*/ 155 w 310"/>
                <a:gd name="T37" fmla="*/ 261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10" h="404">
                  <a:moveTo>
                    <a:pt x="153" y="1"/>
                  </a:moveTo>
                  <a:cubicBezTo>
                    <a:pt x="114" y="1"/>
                    <a:pt x="83" y="35"/>
                    <a:pt x="84" y="76"/>
                  </a:cubicBezTo>
                  <a:cubicBezTo>
                    <a:pt x="85" y="117"/>
                    <a:pt x="117" y="166"/>
                    <a:pt x="156" y="165"/>
                  </a:cubicBezTo>
                  <a:cubicBezTo>
                    <a:pt x="195" y="164"/>
                    <a:pt x="226" y="114"/>
                    <a:pt x="225" y="73"/>
                  </a:cubicBezTo>
                  <a:cubicBezTo>
                    <a:pt x="224" y="32"/>
                    <a:pt x="192" y="0"/>
                    <a:pt x="153" y="1"/>
                  </a:cubicBezTo>
                  <a:close/>
                  <a:moveTo>
                    <a:pt x="155" y="261"/>
                  </a:moveTo>
                  <a:cubicBezTo>
                    <a:pt x="201" y="195"/>
                    <a:pt x="201" y="195"/>
                    <a:pt x="201" y="195"/>
                  </a:cubicBezTo>
                  <a:cubicBezTo>
                    <a:pt x="204" y="191"/>
                    <a:pt x="209" y="189"/>
                    <a:pt x="213" y="190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81" y="202"/>
                    <a:pt x="291" y="216"/>
                    <a:pt x="293" y="225"/>
                  </a:cubicBezTo>
                  <a:cubicBezTo>
                    <a:pt x="304" y="309"/>
                    <a:pt x="310" y="336"/>
                    <a:pt x="304" y="385"/>
                  </a:cubicBezTo>
                  <a:cubicBezTo>
                    <a:pt x="303" y="396"/>
                    <a:pt x="294" y="404"/>
                    <a:pt x="282" y="404"/>
                  </a:cubicBezTo>
                  <a:cubicBezTo>
                    <a:pt x="27" y="404"/>
                    <a:pt x="27" y="404"/>
                    <a:pt x="27" y="404"/>
                  </a:cubicBezTo>
                  <a:cubicBezTo>
                    <a:pt x="15" y="404"/>
                    <a:pt x="6" y="396"/>
                    <a:pt x="5" y="385"/>
                  </a:cubicBezTo>
                  <a:cubicBezTo>
                    <a:pt x="0" y="336"/>
                    <a:pt x="5" y="309"/>
                    <a:pt x="16" y="225"/>
                  </a:cubicBezTo>
                  <a:cubicBezTo>
                    <a:pt x="18" y="216"/>
                    <a:pt x="28" y="202"/>
                    <a:pt x="46" y="199"/>
                  </a:cubicBezTo>
                  <a:cubicBezTo>
                    <a:pt x="96" y="190"/>
                    <a:pt x="96" y="190"/>
                    <a:pt x="96" y="190"/>
                  </a:cubicBezTo>
                  <a:cubicBezTo>
                    <a:pt x="100" y="189"/>
                    <a:pt x="105" y="191"/>
                    <a:pt x="108" y="195"/>
                  </a:cubicBezTo>
                  <a:cubicBezTo>
                    <a:pt x="155" y="261"/>
                    <a:pt x="155" y="261"/>
                    <a:pt x="155" y="2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60" name="Freeform 32"/>
            <p:cNvSpPr>
              <a:spLocks/>
            </p:cNvSpPr>
            <p:nvPr/>
          </p:nvSpPr>
          <p:spPr bwMode="auto">
            <a:xfrm>
              <a:off x="6727619" y="2616977"/>
              <a:ext cx="180672" cy="154705"/>
            </a:xfrm>
            <a:custGeom>
              <a:avLst/>
              <a:gdLst>
                <a:gd name="T0" fmla="*/ 85 w 209"/>
                <a:gd name="T1" fmla="*/ 19 h 179"/>
                <a:gd name="T2" fmla="*/ 104 w 209"/>
                <a:gd name="T3" fmla="*/ 0 h 179"/>
                <a:gd name="T4" fmla="*/ 124 w 209"/>
                <a:gd name="T5" fmla="*/ 19 h 179"/>
                <a:gd name="T6" fmla="*/ 124 w 209"/>
                <a:gd name="T7" fmla="*/ 98 h 179"/>
                <a:gd name="T8" fmla="*/ 197 w 209"/>
                <a:gd name="T9" fmla="*/ 141 h 179"/>
                <a:gd name="T10" fmla="*/ 204 w 209"/>
                <a:gd name="T11" fmla="*/ 167 h 179"/>
                <a:gd name="T12" fmla="*/ 178 w 209"/>
                <a:gd name="T13" fmla="*/ 174 h 179"/>
                <a:gd name="T14" fmla="*/ 104 w 209"/>
                <a:gd name="T15" fmla="*/ 131 h 179"/>
                <a:gd name="T16" fmla="*/ 31 w 209"/>
                <a:gd name="T17" fmla="*/ 174 h 179"/>
                <a:gd name="T18" fmla="*/ 5 w 209"/>
                <a:gd name="T19" fmla="*/ 167 h 179"/>
                <a:gd name="T20" fmla="*/ 12 w 209"/>
                <a:gd name="T21" fmla="*/ 141 h 179"/>
                <a:gd name="T22" fmla="*/ 85 w 209"/>
                <a:gd name="T23" fmla="*/ 98 h 179"/>
                <a:gd name="T24" fmla="*/ 85 w 209"/>
                <a:gd name="T25" fmla="*/ 1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9" h="179">
                  <a:moveTo>
                    <a:pt x="85" y="19"/>
                  </a:moveTo>
                  <a:cubicBezTo>
                    <a:pt x="85" y="8"/>
                    <a:pt x="94" y="0"/>
                    <a:pt x="104" y="0"/>
                  </a:cubicBezTo>
                  <a:cubicBezTo>
                    <a:pt x="115" y="0"/>
                    <a:pt x="124" y="8"/>
                    <a:pt x="124" y="19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206" y="146"/>
                    <a:pt x="209" y="158"/>
                    <a:pt x="204" y="167"/>
                  </a:cubicBezTo>
                  <a:cubicBezTo>
                    <a:pt x="198" y="176"/>
                    <a:pt x="187" y="179"/>
                    <a:pt x="178" y="174"/>
                  </a:cubicBezTo>
                  <a:cubicBezTo>
                    <a:pt x="104" y="131"/>
                    <a:pt x="104" y="131"/>
                    <a:pt x="104" y="131"/>
                  </a:cubicBezTo>
                  <a:cubicBezTo>
                    <a:pt x="31" y="174"/>
                    <a:pt x="31" y="174"/>
                    <a:pt x="31" y="174"/>
                  </a:cubicBezTo>
                  <a:cubicBezTo>
                    <a:pt x="22" y="179"/>
                    <a:pt x="11" y="176"/>
                    <a:pt x="5" y="167"/>
                  </a:cubicBezTo>
                  <a:cubicBezTo>
                    <a:pt x="0" y="158"/>
                    <a:pt x="3" y="146"/>
                    <a:pt x="12" y="141"/>
                  </a:cubicBezTo>
                  <a:cubicBezTo>
                    <a:pt x="85" y="98"/>
                    <a:pt x="85" y="98"/>
                    <a:pt x="85" y="98"/>
                  </a:cubicBezTo>
                  <a:cubicBezTo>
                    <a:pt x="85" y="19"/>
                    <a:pt x="85" y="19"/>
                    <a:pt x="85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61" name="Freeform 33"/>
            <p:cNvSpPr>
              <a:spLocks noEditPoints="1"/>
            </p:cNvSpPr>
            <p:nvPr/>
          </p:nvSpPr>
          <p:spPr bwMode="auto">
            <a:xfrm>
              <a:off x="6903901" y="2632337"/>
              <a:ext cx="268082" cy="349274"/>
            </a:xfrm>
            <a:custGeom>
              <a:avLst/>
              <a:gdLst>
                <a:gd name="T0" fmla="*/ 154 w 310"/>
                <a:gd name="T1" fmla="*/ 1 h 404"/>
                <a:gd name="T2" fmla="*/ 85 w 310"/>
                <a:gd name="T3" fmla="*/ 76 h 404"/>
                <a:gd name="T4" fmla="*/ 157 w 310"/>
                <a:gd name="T5" fmla="*/ 165 h 404"/>
                <a:gd name="T6" fmla="*/ 226 w 310"/>
                <a:gd name="T7" fmla="*/ 73 h 404"/>
                <a:gd name="T8" fmla="*/ 154 w 310"/>
                <a:gd name="T9" fmla="*/ 1 h 404"/>
                <a:gd name="T10" fmla="*/ 155 w 310"/>
                <a:gd name="T11" fmla="*/ 261 h 404"/>
                <a:gd name="T12" fmla="*/ 202 w 310"/>
                <a:gd name="T13" fmla="*/ 195 h 404"/>
                <a:gd name="T14" fmla="*/ 214 w 310"/>
                <a:gd name="T15" fmla="*/ 190 h 404"/>
                <a:gd name="T16" fmla="*/ 264 w 310"/>
                <a:gd name="T17" fmla="*/ 199 h 404"/>
                <a:gd name="T18" fmla="*/ 294 w 310"/>
                <a:gd name="T19" fmla="*/ 225 h 404"/>
                <a:gd name="T20" fmla="*/ 305 w 310"/>
                <a:gd name="T21" fmla="*/ 385 h 404"/>
                <a:gd name="T22" fmla="*/ 283 w 310"/>
                <a:gd name="T23" fmla="*/ 404 h 404"/>
                <a:gd name="T24" fmla="*/ 28 w 310"/>
                <a:gd name="T25" fmla="*/ 404 h 404"/>
                <a:gd name="T26" fmla="*/ 6 w 310"/>
                <a:gd name="T27" fmla="*/ 385 h 404"/>
                <a:gd name="T28" fmla="*/ 17 w 310"/>
                <a:gd name="T29" fmla="*/ 225 h 404"/>
                <a:gd name="T30" fmla="*/ 47 w 310"/>
                <a:gd name="T31" fmla="*/ 199 h 404"/>
                <a:gd name="T32" fmla="*/ 97 w 310"/>
                <a:gd name="T33" fmla="*/ 190 h 404"/>
                <a:gd name="T34" fmla="*/ 109 w 310"/>
                <a:gd name="T35" fmla="*/ 195 h 404"/>
                <a:gd name="T36" fmla="*/ 155 w 310"/>
                <a:gd name="T37" fmla="*/ 261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10" h="404">
                  <a:moveTo>
                    <a:pt x="154" y="1"/>
                  </a:moveTo>
                  <a:cubicBezTo>
                    <a:pt x="115" y="1"/>
                    <a:pt x="84" y="35"/>
                    <a:pt x="85" y="76"/>
                  </a:cubicBezTo>
                  <a:cubicBezTo>
                    <a:pt x="86" y="117"/>
                    <a:pt x="118" y="166"/>
                    <a:pt x="157" y="165"/>
                  </a:cubicBezTo>
                  <a:cubicBezTo>
                    <a:pt x="196" y="164"/>
                    <a:pt x="227" y="114"/>
                    <a:pt x="226" y="73"/>
                  </a:cubicBezTo>
                  <a:cubicBezTo>
                    <a:pt x="225" y="32"/>
                    <a:pt x="193" y="0"/>
                    <a:pt x="154" y="1"/>
                  </a:cubicBezTo>
                  <a:close/>
                  <a:moveTo>
                    <a:pt x="155" y="261"/>
                  </a:moveTo>
                  <a:cubicBezTo>
                    <a:pt x="202" y="195"/>
                    <a:pt x="202" y="195"/>
                    <a:pt x="202" y="195"/>
                  </a:cubicBezTo>
                  <a:cubicBezTo>
                    <a:pt x="205" y="191"/>
                    <a:pt x="209" y="189"/>
                    <a:pt x="214" y="190"/>
                  </a:cubicBezTo>
                  <a:cubicBezTo>
                    <a:pt x="264" y="199"/>
                    <a:pt x="264" y="199"/>
                    <a:pt x="264" y="199"/>
                  </a:cubicBezTo>
                  <a:cubicBezTo>
                    <a:pt x="282" y="202"/>
                    <a:pt x="292" y="216"/>
                    <a:pt x="294" y="225"/>
                  </a:cubicBezTo>
                  <a:cubicBezTo>
                    <a:pt x="305" y="309"/>
                    <a:pt x="310" y="336"/>
                    <a:pt x="305" y="385"/>
                  </a:cubicBezTo>
                  <a:cubicBezTo>
                    <a:pt x="304" y="396"/>
                    <a:pt x="295" y="404"/>
                    <a:pt x="283" y="404"/>
                  </a:cubicBezTo>
                  <a:cubicBezTo>
                    <a:pt x="28" y="404"/>
                    <a:pt x="28" y="404"/>
                    <a:pt x="28" y="404"/>
                  </a:cubicBezTo>
                  <a:cubicBezTo>
                    <a:pt x="16" y="404"/>
                    <a:pt x="7" y="396"/>
                    <a:pt x="6" y="385"/>
                  </a:cubicBezTo>
                  <a:cubicBezTo>
                    <a:pt x="0" y="336"/>
                    <a:pt x="6" y="309"/>
                    <a:pt x="17" y="225"/>
                  </a:cubicBezTo>
                  <a:cubicBezTo>
                    <a:pt x="19" y="216"/>
                    <a:pt x="29" y="202"/>
                    <a:pt x="47" y="199"/>
                  </a:cubicBezTo>
                  <a:cubicBezTo>
                    <a:pt x="97" y="190"/>
                    <a:pt x="97" y="190"/>
                    <a:pt x="97" y="190"/>
                  </a:cubicBezTo>
                  <a:cubicBezTo>
                    <a:pt x="101" y="189"/>
                    <a:pt x="106" y="191"/>
                    <a:pt x="109" y="195"/>
                  </a:cubicBezTo>
                  <a:cubicBezTo>
                    <a:pt x="155" y="261"/>
                    <a:pt x="155" y="261"/>
                    <a:pt x="155" y="2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3802611" y="3221032"/>
            <a:ext cx="4570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HAINAN UNIVERSITY HAINAN UNIVERSITY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4453" y="5768067"/>
            <a:ext cx="2504087" cy="848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2595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002971"/>
            <a:ext cx="12192000" cy="2540000"/>
          </a:xfrm>
          <a:prstGeom prst="rect">
            <a:avLst/>
          </a:prstGeom>
          <a:solidFill>
            <a:srgbClr val="114B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88940" y="2311217"/>
            <a:ext cx="483325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500" kern="0" dirty="0">
                <a:solidFill>
                  <a:schemeClr val="bg1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目录页</a:t>
            </a:r>
            <a:endParaRPr kumimoji="0" lang="zh-CN" altLang="en-US" sz="115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2888342" y="1132114"/>
            <a:ext cx="1843315" cy="184331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H="1">
            <a:off x="1132930" y="2873829"/>
            <a:ext cx="2211726" cy="221172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H="1">
            <a:off x="9375411" y="1132114"/>
            <a:ext cx="1843315" cy="184331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7619999" y="2873829"/>
            <a:ext cx="2211726" cy="221172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93476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26456" y="0"/>
            <a:ext cx="2496457" cy="5515429"/>
          </a:xfrm>
          <a:prstGeom prst="rect">
            <a:avLst/>
          </a:prstGeom>
          <a:solidFill>
            <a:srgbClr val="164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444171" y="3672114"/>
            <a:ext cx="21263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>
                <a:solidFill>
                  <a:schemeClr val="bg1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目录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538514" y="4747659"/>
            <a:ext cx="1872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CONTENTS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114" y="5526545"/>
            <a:ext cx="2754236" cy="933800"/>
          </a:xfrm>
          <a:prstGeom prst="rect">
            <a:avLst/>
          </a:prstGeom>
        </p:spPr>
      </p:pic>
      <p:cxnSp>
        <p:nvCxnSpPr>
          <p:cNvPr id="9" name="直接连接符 8"/>
          <p:cNvCxnSpPr/>
          <p:nvPr/>
        </p:nvCxnSpPr>
        <p:spPr>
          <a:xfrm>
            <a:off x="4513942" y="1814284"/>
            <a:ext cx="7082972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4833257" y="856342"/>
            <a:ext cx="69523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rgbClr val="164E8E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海南大学财务管理学科答辩</a:t>
            </a:r>
          </a:p>
        </p:txBody>
      </p:sp>
      <p:sp>
        <p:nvSpPr>
          <p:cNvPr id="11" name="等腰三角形 10"/>
          <p:cNvSpPr/>
          <p:nvPr/>
        </p:nvSpPr>
        <p:spPr>
          <a:xfrm rot="16200000">
            <a:off x="4301698" y="1080854"/>
            <a:ext cx="351256" cy="302807"/>
          </a:xfrm>
          <a:prstGeom prst="triangle">
            <a:avLst/>
          </a:prstGeom>
          <a:solidFill>
            <a:srgbClr val="164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513942" y="2220683"/>
            <a:ext cx="420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164E8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endParaRPr lang="zh-CN" altLang="en-US" sz="3600" b="1" dirty="0">
              <a:solidFill>
                <a:srgbClr val="164E8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 flipH="1">
            <a:off x="4724399" y="2432104"/>
            <a:ext cx="370115" cy="65121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4934857" y="2555215"/>
            <a:ext cx="3338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164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选题背景及意义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8062686" y="2220683"/>
            <a:ext cx="420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164E8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endParaRPr lang="zh-CN" altLang="en-US" sz="3600" b="1" dirty="0">
              <a:solidFill>
                <a:srgbClr val="164E8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 flipH="1">
            <a:off x="8273143" y="2432104"/>
            <a:ext cx="370115" cy="65121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8483601" y="2555215"/>
            <a:ext cx="3338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164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实验的概要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4412342" y="3415156"/>
            <a:ext cx="420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164E8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</a:t>
            </a:r>
            <a:endParaRPr lang="zh-CN" altLang="en-US" sz="3600" b="1" dirty="0">
              <a:solidFill>
                <a:srgbClr val="164E8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 flipH="1">
            <a:off x="4622799" y="3626577"/>
            <a:ext cx="370115" cy="65121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4833257" y="3749688"/>
            <a:ext cx="467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164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实验的实施与结果分析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4412342" y="4467885"/>
            <a:ext cx="420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164E8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</a:t>
            </a:r>
            <a:endParaRPr lang="zh-CN" altLang="en-US" sz="3600" b="1" dirty="0">
              <a:solidFill>
                <a:srgbClr val="164E8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26" name="直接连接符 25"/>
          <p:cNvCxnSpPr/>
          <p:nvPr/>
        </p:nvCxnSpPr>
        <p:spPr>
          <a:xfrm flipH="1">
            <a:off x="4622799" y="4679306"/>
            <a:ext cx="370115" cy="65121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4833257" y="4802417"/>
            <a:ext cx="18868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164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全文结论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8222343" y="4467885"/>
            <a:ext cx="420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164E8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</a:t>
            </a:r>
            <a:endParaRPr lang="zh-CN" altLang="en-US" sz="3600" b="1" dirty="0">
              <a:solidFill>
                <a:srgbClr val="164E8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 flipH="1">
            <a:off x="8432800" y="4679306"/>
            <a:ext cx="370115" cy="65121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8643258" y="4802417"/>
            <a:ext cx="2329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164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讨论与致谢</a:t>
            </a:r>
          </a:p>
        </p:txBody>
      </p:sp>
    </p:spTree>
    <p:extLst>
      <p:ext uri="{BB962C8B-B14F-4D97-AF65-F5344CB8AC3E}">
        <p14:creationId xmlns:p14="http://schemas.microsoft.com/office/powerpoint/2010/main" val="12469780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26456" y="0"/>
            <a:ext cx="2496457" cy="6081486"/>
          </a:xfrm>
          <a:prstGeom prst="rect">
            <a:avLst/>
          </a:prstGeom>
          <a:solidFill>
            <a:srgbClr val="164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444171" y="3672114"/>
            <a:ext cx="21263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>
                <a:solidFill>
                  <a:schemeClr val="bg1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目录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538514" y="4747659"/>
            <a:ext cx="1872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CONTENTS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13942" y="1814284"/>
            <a:ext cx="7082972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4833257" y="856342"/>
            <a:ext cx="69523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rgbClr val="164E8E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海南大学财务管理学科答辩</a:t>
            </a:r>
          </a:p>
        </p:txBody>
      </p:sp>
      <p:sp>
        <p:nvSpPr>
          <p:cNvPr id="11" name="等腰三角形 10"/>
          <p:cNvSpPr/>
          <p:nvPr/>
        </p:nvSpPr>
        <p:spPr>
          <a:xfrm rot="16200000">
            <a:off x="4301698" y="1080854"/>
            <a:ext cx="351256" cy="302807"/>
          </a:xfrm>
          <a:prstGeom prst="triangle">
            <a:avLst/>
          </a:prstGeom>
          <a:solidFill>
            <a:srgbClr val="164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513942" y="2220683"/>
            <a:ext cx="420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164E8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endParaRPr lang="zh-CN" altLang="en-US" sz="3600" b="1" dirty="0">
              <a:solidFill>
                <a:srgbClr val="164E8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 flipH="1">
            <a:off x="4724399" y="2432104"/>
            <a:ext cx="370115" cy="65121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4934857" y="2555215"/>
            <a:ext cx="3338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164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选题背景及意义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8062686" y="2220683"/>
            <a:ext cx="420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164E8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endParaRPr lang="zh-CN" altLang="en-US" sz="3600" b="1" dirty="0">
              <a:solidFill>
                <a:srgbClr val="164E8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 flipH="1">
            <a:off x="8273143" y="2432104"/>
            <a:ext cx="370115" cy="65121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8483601" y="2555215"/>
            <a:ext cx="3338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164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实验的概要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4412342" y="3415156"/>
            <a:ext cx="420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164E8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</a:t>
            </a:r>
            <a:endParaRPr lang="zh-CN" altLang="en-US" sz="3600" b="1" dirty="0">
              <a:solidFill>
                <a:srgbClr val="164E8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 flipH="1">
            <a:off x="4622799" y="3626577"/>
            <a:ext cx="370115" cy="65121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4833257" y="3749688"/>
            <a:ext cx="467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164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实验的实施与结果分析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4412342" y="4467885"/>
            <a:ext cx="420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164E8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</a:t>
            </a:r>
            <a:endParaRPr lang="zh-CN" altLang="en-US" sz="3600" b="1" dirty="0">
              <a:solidFill>
                <a:srgbClr val="164E8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26" name="直接连接符 25"/>
          <p:cNvCxnSpPr/>
          <p:nvPr/>
        </p:nvCxnSpPr>
        <p:spPr>
          <a:xfrm flipH="1">
            <a:off x="4622799" y="4679306"/>
            <a:ext cx="370115" cy="65121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4833257" y="4802417"/>
            <a:ext cx="18868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164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全文结论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8222343" y="4467885"/>
            <a:ext cx="420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164E8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</a:t>
            </a:r>
            <a:endParaRPr lang="zh-CN" altLang="en-US" sz="3600" b="1" dirty="0">
              <a:solidFill>
                <a:srgbClr val="164E8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 flipH="1">
            <a:off x="8432800" y="4679306"/>
            <a:ext cx="370115" cy="65121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8643258" y="4802417"/>
            <a:ext cx="2329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164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讨论与致谢</a:t>
            </a: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03827" y="3059199"/>
            <a:ext cx="1966687" cy="666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3119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26456" y="0"/>
            <a:ext cx="2496457" cy="5387192"/>
          </a:xfrm>
          <a:prstGeom prst="rect">
            <a:avLst/>
          </a:prstGeom>
          <a:solidFill>
            <a:srgbClr val="164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444171" y="3672114"/>
            <a:ext cx="21263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>
                <a:solidFill>
                  <a:schemeClr val="bg1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目录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538514" y="4747659"/>
            <a:ext cx="1872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CONTENTS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13942" y="1814284"/>
            <a:ext cx="7082972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4833257" y="856342"/>
            <a:ext cx="69523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rgbClr val="164E8E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海南大学财务管理学科答辩</a:t>
            </a:r>
          </a:p>
        </p:txBody>
      </p:sp>
      <p:sp>
        <p:nvSpPr>
          <p:cNvPr id="11" name="等腰三角形 10"/>
          <p:cNvSpPr/>
          <p:nvPr/>
        </p:nvSpPr>
        <p:spPr>
          <a:xfrm rot="16200000">
            <a:off x="4301698" y="1080854"/>
            <a:ext cx="351256" cy="302807"/>
          </a:xfrm>
          <a:prstGeom prst="triangle">
            <a:avLst/>
          </a:prstGeom>
          <a:solidFill>
            <a:srgbClr val="164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513942" y="2220683"/>
            <a:ext cx="420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164E8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endParaRPr lang="zh-CN" altLang="en-US" sz="3600" b="1" dirty="0">
              <a:solidFill>
                <a:srgbClr val="164E8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 flipH="1">
            <a:off x="4724399" y="2432104"/>
            <a:ext cx="370115" cy="65121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4934857" y="2555215"/>
            <a:ext cx="3338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164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选题背景及意义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8062686" y="2220683"/>
            <a:ext cx="420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164E8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endParaRPr lang="zh-CN" altLang="en-US" sz="3600" b="1" dirty="0">
              <a:solidFill>
                <a:srgbClr val="164E8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 flipH="1">
            <a:off x="8273143" y="2432104"/>
            <a:ext cx="370115" cy="65121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8483601" y="2555215"/>
            <a:ext cx="3338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164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实验的概要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4412342" y="3415156"/>
            <a:ext cx="420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164E8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</a:t>
            </a:r>
            <a:endParaRPr lang="zh-CN" altLang="en-US" sz="3600" b="1" dirty="0">
              <a:solidFill>
                <a:srgbClr val="164E8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 flipH="1">
            <a:off x="4622799" y="3626577"/>
            <a:ext cx="370115" cy="65121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4833257" y="3749688"/>
            <a:ext cx="467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164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实验的实施与结果分析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4412342" y="4467885"/>
            <a:ext cx="420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164E8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</a:t>
            </a:r>
            <a:endParaRPr lang="zh-CN" altLang="en-US" sz="3600" b="1" dirty="0">
              <a:solidFill>
                <a:srgbClr val="164E8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26" name="直接连接符 25"/>
          <p:cNvCxnSpPr/>
          <p:nvPr/>
        </p:nvCxnSpPr>
        <p:spPr>
          <a:xfrm flipH="1">
            <a:off x="4622799" y="4679306"/>
            <a:ext cx="370115" cy="65121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4833257" y="4802417"/>
            <a:ext cx="18868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164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全文结论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8222343" y="4467885"/>
            <a:ext cx="420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164E8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</a:t>
            </a:r>
            <a:endParaRPr lang="zh-CN" altLang="en-US" sz="3600" b="1" dirty="0">
              <a:solidFill>
                <a:srgbClr val="164E8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 flipH="1">
            <a:off x="8432800" y="4679306"/>
            <a:ext cx="370115" cy="65121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8643258" y="4802417"/>
            <a:ext cx="2329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164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讨论与致谢</a:t>
            </a: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03827" y="3059199"/>
            <a:ext cx="1966687" cy="666788"/>
          </a:xfrm>
          <a:prstGeom prst="rect">
            <a:avLst/>
          </a:prstGeom>
        </p:spPr>
      </p:pic>
      <p:sp>
        <p:nvSpPr>
          <p:cNvPr id="2" name="等腰三角形 1"/>
          <p:cNvSpPr/>
          <p:nvPr/>
        </p:nvSpPr>
        <p:spPr>
          <a:xfrm rot="10800000">
            <a:off x="1226456" y="5384657"/>
            <a:ext cx="2492664" cy="1126661"/>
          </a:xfrm>
          <a:prstGeom prst="triangle">
            <a:avLst>
              <a:gd name="adj" fmla="val 50765"/>
            </a:avLst>
          </a:prstGeom>
          <a:solidFill>
            <a:srgbClr val="164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75961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1226456" y="-571500"/>
            <a:ext cx="2496457" cy="6652986"/>
          </a:xfrm>
          <a:prstGeom prst="roundRect">
            <a:avLst>
              <a:gd name="adj" fmla="val 13372"/>
            </a:avLst>
          </a:prstGeom>
          <a:solidFill>
            <a:srgbClr val="164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444171" y="3672114"/>
            <a:ext cx="21263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>
                <a:solidFill>
                  <a:schemeClr val="bg1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目录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538514" y="4747659"/>
            <a:ext cx="1872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CONTENTS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13942" y="1814284"/>
            <a:ext cx="7082972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4833257" y="856342"/>
            <a:ext cx="69523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rgbClr val="164E8E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海南大学财务管理学科答辩</a:t>
            </a:r>
          </a:p>
        </p:txBody>
      </p:sp>
      <p:sp>
        <p:nvSpPr>
          <p:cNvPr id="11" name="等腰三角形 10"/>
          <p:cNvSpPr/>
          <p:nvPr/>
        </p:nvSpPr>
        <p:spPr>
          <a:xfrm rot="16200000">
            <a:off x="4301698" y="1080854"/>
            <a:ext cx="351256" cy="302807"/>
          </a:xfrm>
          <a:prstGeom prst="triangle">
            <a:avLst/>
          </a:prstGeom>
          <a:solidFill>
            <a:srgbClr val="164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513942" y="2220683"/>
            <a:ext cx="420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164E8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endParaRPr lang="zh-CN" altLang="en-US" sz="3600" b="1" dirty="0">
              <a:solidFill>
                <a:srgbClr val="164E8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 flipH="1">
            <a:off x="4724399" y="2432104"/>
            <a:ext cx="370115" cy="65121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4934857" y="2555215"/>
            <a:ext cx="3338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164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选题背景及意义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8062686" y="2220683"/>
            <a:ext cx="420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164E8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endParaRPr lang="zh-CN" altLang="en-US" sz="3600" b="1" dirty="0">
              <a:solidFill>
                <a:srgbClr val="164E8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 flipH="1">
            <a:off x="8273143" y="2432104"/>
            <a:ext cx="370115" cy="65121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8483601" y="2555215"/>
            <a:ext cx="3338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164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实验的概要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4412342" y="3415156"/>
            <a:ext cx="420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164E8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</a:t>
            </a:r>
            <a:endParaRPr lang="zh-CN" altLang="en-US" sz="3600" b="1" dirty="0">
              <a:solidFill>
                <a:srgbClr val="164E8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 flipH="1">
            <a:off x="4622799" y="3626577"/>
            <a:ext cx="370115" cy="65121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4833257" y="3749688"/>
            <a:ext cx="467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164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实验的实施与结果分析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4412342" y="4467885"/>
            <a:ext cx="420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164E8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</a:t>
            </a:r>
            <a:endParaRPr lang="zh-CN" altLang="en-US" sz="3600" b="1" dirty="0">
              <a:solidFill>
                <a:srgbClr val="164E8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26" name="直接连接符 25"/>
          <p:cNvCxnSpPr/>
          <p:nvPr/>
        </p:nvCxnSpPr>
        <p:spPr>
          <a:xfrm flipH="1">
            <a:off x="4622799" y="4679306"/>
            <a:ext cx="370115" cy="65121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4833257" y="4802417"/>
            <a:ext cx="18868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164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全文结论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8222343" y="4467885"/>
            <a:ext cx="420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164E8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</a:t>
            </a:r>
            <a:endParaRPr lang="zh-CN" altLang="en-US" sz="3600" b="1" dirty="0">
              <a:solidFill>
                <a:srgbClr val="164E8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 flipH="1">
            <a:off x="8432800" y="4679306"/>
            <a:ext cx="370115" cy="65121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8643258" y="4802417"/>
            <a:ext cx="2329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164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讨论与致谢</a:t>
            </a: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03827" y="3059199"/>
            <a:ext cx="1966687" cy="666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8313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293257"/>
            <a:ext cx="6096000" cy="2249714"/>
          </a:xfrm>
          <a:prstGeom prst="rect">
            <a:avLst/>
          </a:prstGeom>
          <a:solidFill>
            <a:srgbClr val="164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80981" y="1636709"/>
            <a:ext cx="51337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164E8E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海南大学财务管理学科答辩</a:t>
            </a:r>
          </a:p>
        </p:txBody>
      </p:sp>
      <p:sp>
        <p:nvSpPr>
          <p:cNvPr id="5" name="等腰三角形 4"/>
          <p:cNvSpPr/>
          <p:nvPr/>
        </p:nvSpPr>
        <p:spPr>
          <a:xfrm rot="16200000">
            <a:off x="672461" y="1748327"/>
            <a:ext cx="351256" cy="302807"/>
          </a:xfrm>
          <a:prstGeom prst="triangle">
            <a:avLst/>
          </a:prstGeom>
          <a:solidFill>
            <a:srgbClr val="164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969657" y="2627085"/>
            <a:ext cx="21263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>
                <a:solidFill>
                  <a:schemeClr val="bg1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目录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064000" y="3702630"/>
            <a:ext cx="1872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CONTENTS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681" y="4664981"/>
            <a:ext cx="2504087" cy="848989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7265940" y="671941"/>
            <a:ext cx="3830232" cy="864866"/>
            <a:chOff x="7265940" y="671941"/>
            <a:chExt cx="3830232" cy="864866"/>
          </a:xfrm>
        </p:grpSpPr>
        <p:sp>
          <p:nvSpPr>
            <p:cNvPr id="26" name="文本框 25"/>
            <p:cNvSpPr txBox="1"/>
            <p:nvPr/>
          </p:nvSpPr>
          <p:spPr>
            <a:xfrm>
              <a:off x="7265940" y="671941"/>
              <a:ext cx="42091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solidFill>
                    <a:srgbClr val="164E8E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1</a:t>
              </a:r>
              <a:endParaRPr lang="zh-CN" altLang="en-US" sz="3600" b="1" dirty="0">
                <a:solidFill>
                  <a:srgbClr val="164E8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27" name="直接连接符 26"/>
            <p:cNvCxnSpPr/>
            <p:nvPr/>
          </p:nvCxnSpPr>
          <p:spPr>
            <a:xfrm flipH="1">
              <a:off x="7547428" y="885588"/>
              <a:ext cx="370115" cy="65121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/>
            <p:cNvSpPr txBox="1"/>
            <p:nvPr/>
          </p:nvSpPr>
          <p:spPr>
            <a:xfrm>
              <a:off x="7757886" y="1008699"/>
              <a:ext cx="33382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64E8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选题背景及意义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7238024" y="1839184"/>
            <a:ext cx="3858148" cy="862228"/>
            <a:chOff x="7238024" y="1839184"/>
            <a:chExt cx="3858148" cy="862228"/>
          </a:xfrm>
        </p:grpSpPr>
        <p:sp>
          <p:nvSpPr>
            <p:cNvPr id="29" name="文本框 28"/>
            <p:cNvSpPr txBox="1"/>
            <p:nvPr/>
          </p:nvSpPr>
          <p:spPr>
            <a:xfrm>
              <a:off x="7238024" y="1839184"/>
              <a:ext cx="42091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solidFill>
                    <a:srgbClr val="164E8E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2</a:t>
              </a:r>
              <a:endParaRPr lang="zh-CN" altLang="en-US" sz="3600" b="1" dirty="0">
                <a:solidFill>
                  <a:srgbClr val="164E8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30" name="直接连接符 29"/>
            <p:cNvCxnSpPr/>
            <p:nvPr/>
          </p:nvCxnSpPr>
          <p:spPr>
            <a:xfrm flipH="1">
              <a:off x="7547428" y="2050193"/>
              <a:ext cx="370115" cy="65121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本框 30"/>
            <p:cNvSpPr txBox="1"/>
            <p:nvPr/>
          </p:nvSpPr>
          <p:spPr>
            <a:xfrm>
              <a:off x="7757886" y="2173304"/>
              <a:ext cx="33382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64E8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实验的概要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7190536" y="2887755"/>
            <a:ext cx="4725694" cy="876979"/>
            <a:chOff x="7190536" y="2887755"/>
            <a:chExt cx="4725694" cy="876979"/>
          </a:xfrm>
        </p:grpSpPr>
        <p:sp>
          <p:nvSpPr>
            <p:cNvPr id="32" name="文本框 31"/>
            <p:cNvSpPr txBox="1"/>
            <p:nvPr/>
          </p:nvSpPr>
          <p:spPr>
            <a:xfrm>
              <a:off x="7190536" y="2887755"/>
              <a:ext cx="3825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solidFill>
                    <a:srgbClr val="164E8E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3</a:t>
              </a:r>
              <a:endParaRPr lang="zh-CN" altLang="en-US" sz="3600" b="1" dirty="0">
                <a:solidFill>
                  <a:srgbClr val="164E8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33" name="直接连接符 32"/>
            <p:cNvCxnSpPr/>
            <p:nvPr/>
          </p:nvCxnSpPr>
          <p:spPr>
            <a:xfrm flipH="1">
              <a:off x="7477442" y="3113515"/>
              <a:ext cx="336372" cy="65121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本框 33"/>
            <p:cNvSpPr txBox="1"/>
            <p:nvPr/>
          </p:nvSpPr>
          <p:spPr>
            <a:xfrm>
              <a:off x="7668713" y="3236626"/>
              <a:ext cx="424751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64E8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实验的实施与结果分析</a:t>
              </a:r>
            </a:p>
          </p:txBody>
        </p:sp>
      </p:grpSp>
      <p:sp>
        <p:nvSpPr>
          <p:cNvPr id="35" name="文本框 34"/>
          <p:cNvSpPr txBox="1"/>
          <p:nvPr/>
        </p:nvSpPr>
        <p:spPr>
          <a:xfrm>
            <a:off x="7152162" y="3979771"/>
            <a:ext cx="420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164E8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</a:t>
            </a:r>
            <a:endParaRPr lang="zh-CN" altLang="en-US" sz="3600" b="1" dirty="0">
              <a:solidFill>
                <a:srgbClr val="164E8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36" name="直接连接符 35"/>
          <p:cNvCxnSpPr/>
          <p:nvPr/>
        </p:nvCxnSpPr>
        <p:spPr>
          <a:xfrm flipH="1">
            <a:off x="7496628" y="4247859"/>
            <a:ext cx="370115" cy="65121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7707086" y="4370970"/>
            <a:ext cx="1886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164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全文结论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7224713" y="5055891"/>
            <a:ext cx="420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164E8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</a:t>
            </a:r>
            <a:endParaRPr lang="zh-CN" altLang="en-US" sz="3600" b="1" dirty="0">
              <a:solidFill>
                <a:srgbClr val="164E8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39" name="直接连接符 38"/>
          <p:cNvCxnSpPr/>
          <p:nvPr/>
        </p:nvCxnSpPr>
        <p:spPr>
          <a:xfrm flipH="1">
            <a:off x="7485742" y="5281818"/>
            <a:ext cx="370115" cy="65121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7696200" y="5404929"/>
            <a:ext cx="2329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164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讨论与致谢</a:t>
            </a:r>
          </a:p>
        </p:txBody>
      </p:sp>
    </p:spTree>
    <p:extLst>
      <p:ext uri="{BB962C8B-B14F-4D97-AF65-F5344CB8AC3E}">
        <p14:creationId xmlns:p14="http://schemas.microsoft.com/office/powerpoint/2010/main" val="23871626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平行四边形 2"/>
          <p:cNvSpPr/>
          <p:nvPr/>
        </p:nvSpPr>
        <p:spPr>
          <a:xfrm>
            <a:off x="-847048" y="0"/>
            <a:ext cx="6249989" cy="6858000"/>
          </a:xfrm>
          <a:prstGeom prst="parallelogram">
            <a:avLst>
              <a:gd name="adj" fmla="val 59077"/>
            </a:avLst>
          </a:prstGeom>
          <a:solidFill>
            <a:srgbClr val="164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108198" y="1143795"/>
            <a:ext cx="21263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>
                <a:solidFill>
                  <a:schemeClr val="bg1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目录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119086" y="2193144"/>
            <a:ext cx="1872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CONTENTS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121453" y="1510510"/>
            <a:ext cx="420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164E8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endParaRPr lang="zh-CN" altLang="en-US" sz="4000" b="1" dirty="0">
              <a:solidFill>
                <a:srgbClr val="164E8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H="1">
            <a:off x="5402941" y="1724157"/>
            <a:ext cx="370115" cy="65121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613399" y="1847268"/>
            <a:ext cx="3338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164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选题背景及意义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601591" y="2386441"/>
            <a:ext cx="420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164E8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endParaRPr lang="zh-CN" altLang="en-US" sz="4000" b="1" dirty="0">
              <a:solidFill>
                <a:srgbClr val="164E8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 flipH="1">
            <a:off x="4910995" y="2597450"/>
            <a:ext cx="370115" cy="65121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5121453" y="2720561"/>
            <a:ext cx="3338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164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实验的概要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149790" y="3435012"/>
            <a:ext cx="3825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164E8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</a:t>
            </a:r>
            <a:endParaRPr lang="zh-CN" altLang="en-US" sz="4000" b="1" dirty="0">
              <a:solidFill>
                <a:srgbClr val="164E8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flipH="1">
            <a:off x="4436696" y="3660772"/>
            <a:ext cx="336372" cy="65121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4627967" y="3783883"/>
            <a:ext cx="42475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164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实验的实施与结果分析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541733" y="4527028"/>
            <a:ext cx="420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164E8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</a:t>
            </a:r>
            <a:endParaRPr lang="zh-CN" altLang="en-US" sz="4000" b="1" dirty="0">
              <a:solidFill>
                <a:srgbClr val="164E8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 flipH="1">
            <a:off x="3886199" y="4795116"/>
            <a:ext cx="370115" cy="65121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4096657" y="4918227"/>
            <a:ext cx="18868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164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全文结论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3121194" y="5603148"/>
            <a:ext cx="420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164E8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</a:t>
            </a:r>
            <a:endParaRPr lang="zh-CN" altLang="en-US" sz="4000" b="1" dirty="0">
              <a:solidFill>
                <a:srgbClr val="164E8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 flipH="1">
            <a:off x="3382223" y="5829075"/>
            <a:ext cx="370115" cy="65121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3592681" y="5952186"/>
            <a:ext cx="2329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164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讨论与致谢</a:t>
            </a:r>
          </a:p>
        </p:txBody>
      </p:sp>
      <p:cxnSp>
        <p:nvCxnSpPr>
          <p:cNvPr id="21" name="直接连接符 20"/>
          <p:cNvCxnSpPr/>
          <p:nvPr/>
        </p:nvCxnSpPr>
        <p:spPr>
          <a:xfrm>
            <a:off x="5613399" y="1102307"/>
            <a:ext cx="5954486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6395082" y="421612"/>
            <a:ext cx="51728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164E8E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海南大学财务管理学科答辩</a:t>
            </a:r>
          </a:p>
        </p:txBody>
      </p:sp>
      <p:sp>
        <p:nvSpPr>
          <p:cNvPr id="23" name="等腰三角形 22"/>
          <p:cNvSpPr/>
          <p:nvPr/>
        </p:nvSpPr>
        <p:spPr>
          <a:xfrm rot="16200000">
            <a:off x="5920372" y="560238"/>
            <a:ext cx="351256" cy="302807"/>
          </a:xfrm>
          <a:prstGeom prst="triangle">
            <a:avLst/>
          </a:prstGeom>
          <a:solidFill>
            <a:srgbClr val="164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2770" y="5631305"/>
            <a:ext cx="2504087" cy="848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8756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103086"/>
            <a:ext cx="7402286" cy="4412343"/>
          </a:xfrm>
          <a:prstGeom prst="rect">
            <a:avLst/>
          </a:prstGeom>
          <a:solidFill>
            <a:srgbClr val="164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0392230" y="1103086"/>
            <a:ext cx="1799770" cy="4412343"/>
          </a:xfrm>
          <a:prstGeom prst="rect">
            <a:avLst/>
          </a:prstGeom>
          <a:solidFill>
            <a:srgbClr val="164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377371" y="2090056"/>
            <a:ext cx="6647543" cy="0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03071" y="1410236"/>
            <a:ext cx="50824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海南大学财务管理学科答辩</a:t>
            </a:r>
          </a:p>
        </p:txBody>
      </p:sp>
      <p:sp>
        <p:nvSpPr>
          <p:cNvPr id="6" name="等腰三角形 5"/>
          <p:cNvSpPr/>
          <p:nvPr/>
        </p:nvSpPr>
        <p:spPr>
          <a:xfrm rot="16200000">
            <a:off x="557575" y="1521498"/>
            <a:ext cx="351256" cy="30280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8971" y="2142505"/>
            <a:ext cx="420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endParaRPr lang="zh-CN" altLang="en-US" sz="36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689428" y="2353926"/>
            <a:ext cx="370115" cy="651219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874485" y="2591040"/>
            <a:ext cx="2500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选题背景及意义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027715" y="2142505"/>
            <a:ext cx="420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endParaRPr lang="zh-CN" altLang="en-US" sz="36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 flipH="1">
            <a:off x="4238172" y="2353926"/>
            <a:ext cx="370115" cy="651219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401460" y="2620052"/>
            <a:ext cx="1879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实验的概要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77371" y="3336978"/>
            <a:ext cx="420915" cy="646331"/>
          </a:xfrm>
          <a:prstGeom prst="rect">
            <a:avLst/>
          </a:prstGeom>
          <a:ln>
            <a:noFill/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</a:t>
            </a:r>
            <a:endParaRPr lang="zh-CN" altLang="en-US" sz="36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flipH="1">
            <a:off x="587828" y="3548399"/>
            <a:ext cx="370115" cy="651219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798287" y="3829349"/>
            <a:ext cx="3389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实验的实施与结果分析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377371" y="4389707"/>
            <a:ext cx="420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</a:t>
            </a:r>
            <a:endParaRPr lang="zh-CN" altLang="en-US" sz="36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 flipH="1">
            <a:off x="587828" y="4601128"/>
            <a:ext cx="370115" cy="651219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740229" y="4836825"/>
            <a:ext cx="15094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全文结论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187372" y="4389707"/>
            <a:ext cx="420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</a:t>
            </a:r>
            <a:endParaRPr lang="zh-CN" altLang="en-US" sz="36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 flipH="1">
            <a:off x="4397829" y="4601128"/>
            <a:ext cx="370115" cy="651219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4619172" y="4837368"/>
            <a:ext cx="1719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讨论与致谢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7823200" y="2999289"/>
            <a:ext cx="21263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>
                <a:solidFill>
                  <a:srgbClr val="164E8E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目录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7917543" y="4139463"/>
            <a:ext cx="1872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164E8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CONTENTS</a:t>
            </a:r>
            <a:endParaRPr lang="zh-CN" altLang="en-US" sz="2400" dirty="0">
              <a:solidFill>
                <a:srgbClr val="164E8E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9225" y="2288958"/>
            <a:ext cx="1821729" cy="617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6177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4B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1489887" y="1700808"/>
            <a:ext cx="237502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000" b="1" dirty="0">
                <a:solidFill>
                  <a:prstClr val="white"/>
                </a:solidFill>
                <a:latin typeface="Calibri"/>
                <a:ea typeface="微软雅黑"/>
              </a:rPr>
              <a:t>目录页</a:t>
            </a:r>
          </a:p>
        </p:txBody>
      </p:sp>
      <p:sp>
        <p:nvSpPr>
          <p:cNvPr id="13" name="矩形 12"/>
          <p:cNvSpPr/>
          <p:nvPr/>
        </p:nvSpPr>
        <p:spPr>
          <a:xfrm>
            <a:off x="4245609" y="0"/>
            <a:ext cx="7946391" cy="6858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008080" y="0"/>
            <a:ext cx="94363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509711" y="835942"/>
            <a:ext cx="3830232" cy="864866"/>
            <a:chOff x="7265940" y="671941"/>
            <a:chExt cx="3830232" cy="864866"/>
          </a:xfrm>
        </p:grpSpPr>
        <p:sp>
          <p:nvSpPr>
            <p:cNvPr id="21" name="文本框 20"/>
            <p:cNvSpPr txBox="1"/>
            <p:nvPr/>
          </p:nvSpPr>
          <p:spPr>
            <a:xfrm>
              <a:off x="7265940" y="671941"/>
              <a:ext cx="42091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solidFill>
                    <a:srgbClr val="164E8E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1</a:t>
              </a:r>
              <a:endParaRPr lang="zh-CN" altLang="en-US" sz="3600" b="1" dirty="0">
                <a:solidFill>
                  <a:srgbClr val="164E8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22" name="直接连接符 21"/>
            <p:cNvCxnSpPr/>
            <p:nvPr/>
          </p:nvCxnSpPr>
          <p:spPr>
            <a:xfrm flipH="1">
              <a:off x="7547428" y="885588"/>
              <a:ext cx="370115" cy="65121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本框 22"/>
            <p:cNvSpPr txBox="1"/>
            <p:nvPr/>
          </p:nvSpPr>
          <p:spPr>
            <a:xfrm>
              <a:off x="7757886" y="1008699"/>
              <a:ext cx="33382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64E8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选题背景及意义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5481795" y="2003185"/>
            <a:ext cx="3858148" cy="862228"/>
            <a:chOff x="7238024" y="1839184"/>
            <a:chExt cx="3858148" cy="862228"/>
          </a:xfrm>
        </p:grpSpPr>
        <p:sp>
          <p:nvSpPr>
            <p:cNvPr id="25" name="文本框 24"/>
            <p:cNvSpPr txBox="1"/>
            <p:nvPr/>
          </p:nvSpPr>
          <p:spPr>
            <a:xfrm>
              <a:off x="7238024" y="1839184"/>
              <a:ext cx="42091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solidFill>
                    <a:srgbClr val="164E8E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2</a:t>
              </a:r>
              <a:endParaRPr lang="zh-CN" altLang="en-US" sz="3600" b="1" dirty="0">
                <a:solidFill>
                  <a:srgbClr val="164E8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26" name="直接连接符 25"/>
            <p:cNvCxnSpPr/>
            <p:nvPr/>
          </p:nvCxnSpPr>
          <p:spPr>
            <a:xfrm flipH="1">
              <a:off x="7547428" y="2050193"/>
              <a:ext cx="370115" cy="65121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/>
            <p:cNvSpPr txBox="1"/>
            <p:nvPr/>
          </p:nvSpPr>
          <p:spPr>
            <a:xfrm>
              <a:off x="7757886" y="2173304"/>
              <a:ext cx="33382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64E8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实验的概要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434307" y="3051756"/>
            <a:ext cx="4725694" cy="876979"/>
            <a:chOff x="7190536" y="2887755"/>
            <a:chExt cx="4725694" cy="876979"/>
          </a:xfrm>
        </p:grpSpPr>
        <p:sp>
          <p:nvSpPr>
            <p:cNvPr id="29" name="文本框 28"/>
            <p:cNvSpPr txBox="1"/>
            <p:nvPr/>
          </p:nvSpPr>
          <p:spPr>
            <a:xfrm>
              <a:off x="7190536" y="2887755"/>
              <a:ext cx="3825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solidFill>
                    <a:srgbClr val="164E8E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3</a:t>
              </a:r>
              <a:endParaRPr lang="zh-CN" altLang="en-US" sz="3600" b="1" dirty="0">
                <a:solidFill>
                  <a:srgbClr val="164E8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30" name="直接连接符 29"/>
            <p:cNvCxnSpPr/>
            <p:nvPr/>
          </p:nvCxnSpPr>
          <p:spPr>
            <a:xfrm flipH="1">
              <a:off x="7477442" y="3113515"/>
              <a:ext cx="336372" cy="65121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本框 30"/>
            <p:cNvSpPr txBox="1"/>
            <p:nvPr/>
          </p:nvSpPr>
          <p:spPr>
            <a:xfrm>
              <a:off x="7668713" y="3236626"/>
              <a:ext cx="424751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64E8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实验的实施与结果分析</a:t>
              </a: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5395933" y="4143772"/>
            <a:ext cx="2441781" cy="919307"/>
            <a:chOff x="5395933" y="4143772"/>
            <a:chExt cx="2441781" cy="919307"/>
          </a:xfrm>
        </p:grpSpPr>
        <p:sp>
          <p:nvSpPr>
            <p:cNvPr id="32" name="文本框 31"/>
            <p:cNvSpPr txBox="1"/>
            <p:nvPr/>
          </p:nvSpPr>
          <p:spPr>
            <a:xfrm>
              <a:off x="5395933" y="4143772"/>
              <a:ext cx="42091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solidFill>
                    <a:srgbClr val="164E8E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4</a:t>
              </a:r>
              <a:endParaRPr lang="zh-CN" altLang="en-US" sz="3600" b="1" dirty="0">
                <a:solidFill>
                  <a:srgbClr val="164E8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33" name="直接连接符 32"/>
            <p:cNvCxnSpPr/>
            <p:nvPr/>
          </p:nvCxnSpPr>
          <p:spPr>
            <a:xfrm flipH="1">
              <a:off x="5740399" y="4411860"/>
              <a:ext cx="370115" cy="65121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本框 33"/>
            <p:cNvSpPr txBox="1"/>
            <p:nvPr/>
          </p:nvSpPr>
          <p:spPr>
            <a:xfrm>
              <a:off x="5950857" y="4534971"/>
              <a:ext cx="18868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64E8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全文结论</a:t>
              </a: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5468484" y="5219892"/>
            <a:ext cx="2801029" cy="877146"/>
            <a:chOff x="5468484" y="5219892"/>
            <a:chExt cx="2801029" cy="877146"/>
          </a:xfrm>
        </p:grpSpPr>
        <p:sp>
          <p:nvSpPr>
            <p:cNvPr id="35" name="文本框 34"/>
            <p:cNvSpPr txBox="1"/>
            <p:nvPr/>
          </p:nvSpPr>
          <p:spPr>
            <a:xfrm>
              <a:off x="5468484" y="5219892"/>
              <a:ext cx="42091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solidFill>
                    <a:srgbClr val="164E8E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5</a:t>
              </a:r>
              <a:endParaRPr lang="zh-CN" altLang="en-US" sz="3600" b="1" dirty="0">
                <a:solidFill>
                  <a:srgbClr val="164E8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36" name="直接连接符 35"/>
            <p:cNvCxnSpPr/>
            <p:nvPr/>
          </p:nvCxnSpPr>
          <p:spPr>
            <a:xfrm flipH="1">
              <a:off x="5729513" y="5445819"/>
              <a:ext cx="370115" cy="65121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本框 36"/>
            <p:cNvSpPr txBox="1"/>
            <p:nvPr/>
          </p:nvSpPr>
          <p:spPr>
            <a:xfrm>
              <a:off x="5939971" y="5568930"/>
              <a:ext cx="23295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64E8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讨论与致谢</a:t>
              </a:r>
            </a:p>
          </p:txBody>
        </p:sp>
      </p:grpSp>
      <p:pic>
        <p:nvPicPr>
          <p:cNvPr id="40" name="图片 39"/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06110" y="4867204"/>
            <a:ext cx="2196741" cy="744786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9887" y="2430719"/>
            <a:ext cx="2377646" cy="859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6851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/>
          <p:nvPr/>
        </p:nvSpPr>
        <p:spPr bwMode="auto">
          <a:xfrm rot="16200000">
            <a:off x="-233505" y="696054"/>
            <a:ext cx="856800" cy="389790"/>
          </a:xfrm>
          <a:custGeom>
            <a:avLst/>
            <a:gdLst/>
            <a:ahLst/>
            <a:cxnLst/>
            <a:rect l="l" t="t" r="r" b="b"/>
            <a:pathLst>
              <a:path w="1512168" h="411499">
                <a:moveTo>
                  <a:pt x="0" y="0"/>
                </a:moveTo>
                <a:lnTo>
                  <a:pt x="1512168" y="0"/>
                </a:lnTo>
                <a:lnTo>
                  <a:pt x="1512168" y="111467"/>
                </a:lnTo>
                <a:lnTo>
                  <a:pt x="1512168" y="260647"/>
                </a:lnTo>
                <a:lnTo>
                  <a:pt x="1512168" y="351491"/>
                </a:lnTo>
                <a:cubicBezTo>
                  <a:pt x="1512168" y="384633"/>
                  <a:pt x="1485302" y="411499"/>
                  <a:pt x="1452160" y="411499"/>
                </a:cubicBezTo>
                <a:lnTo>
                  <a:pt x="60008" y="411499"/>
                </a:lnTo>
                <a:cubicBezTo>
                  <a:pt x="26866" y="411499"/>
                  <a:pt x="0" y="384633"/>
                  <a:pt x="0" y="351491"/>
                </a:cubicBezTo>
                <a:lnTo>
                  <a:pt x="0" y="260647"/>
                </a:lnTo>
                <a:lnTo>
                  <a:pt x="0" y="111467"/>
                </a:lnTo>
                <a:close/>
              </a:path>
            </a:pathLst>
          </a:custGeom>
          <a:solidFill>
            <a:srgbClr val="114B8A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6109" tIns="38049" rIns="38049" bIns="7610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3210">
              <a:defRPr/>
            </a:pPr>
            <a:endParaRPr lang="en-US" sz="1500" kern="0" spc="-4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Rectangle 3"/>
          <p:cNvSpPr/>
          <p:nvPr/>
        </p:nvSpPr>
        <p:spPr bwMode="auto">
          <a:xfrm>
            <a:off x="454971" y="462959"/>
            <a:ext cx="1511381" cy="856390"/>
          </a:xfrm>
          <a:prstGeom prst="roundRect">
            <a:avLst>
              <a:gd name="adj" fmla="val 6940"/>
            </a:avLst>
          </a:prstGeom>
          <a:solidFill>
            <a:srgbClr val="114B8A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6109" tIns="38049" rIns="38049" bIns="7610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3210"/>
            <a:endParaRPr lang="en-US" sz="1500" kern="0" spc="-4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4971" y="512715"/>
            <a:ext cx="15113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prstClr val="white"/>
                </a:solidFill>
                <a:latin typeface="Calibri"/>
                <a:ea typeface="微软雅黑"/>
              </a:rPr>
              <a:t>目录页</a:t>
            </a:r>
          </a:p>
        </p:txBody>
      </p:sp>
      <p:sp>
        <p:nvSpPr>
          <p:cNvPr id="6" name="矩形 5"/>
          <p:cNvSpPr/>
          <p:nvPr/>
        </p:nvSpPr>
        <p:spPr>
          <a:xfrm>
            <a:off x="4718039" y="0"/>
            <a:ext cx="305841" cy="6858000"/>
          </a:xfrm>
          <a:prstGeom prst="rect">
            <a:avLst/>
          </a:prstGeom>
          <a:solidFill>
            <a:sysClr val="window" lastClr="FFFFFF">
              <a:lumMod val="7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4673062" y="1340768"/>
            <a:ext cx="395794" cy="396000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673062" y="2321866"/>
            <a:ext cx="395794" cy="396000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4673062" y="3302964"/>
            <a:ext cx="395794" cy="396000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4673062" y="4284062"/>
            <a:ext cx="395794" cy="396000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4673062" y="5265160"/>
            <a:ext cx="395794" cy="396000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335556" y="1282424"/>
            <a:ext cx="3338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164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选题背景及意义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5335556" y="2266283"/>
            <a:ext cx="3338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164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实验的概要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5335556" y="3289502"/>
            <a:ext cx="42475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164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实验的实施与结果分析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5335556" y="4220452"/>
            <a:ext cx="1886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164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全文结论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5335556" y="5296580"/>
            <a:ext cx="2329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164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讨论与致谢</a:t>
            </a: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767" y="916901"/>
            <a:ext cx="1511939" cy="43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026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5303912" y="1223891"/>
            <a:ext cx="2912988" cy="661181"/>
            <a:chOff x="5303912" y="1223891"/>
            <a:chExt cx="2520280" cy="661181"/>
          </a:xfrm>
        </p:grpSpPr>
        <p:sp>
          <p:nvSpPr>
            <p:cNvPr id="25" name="圆角矩形 24"/>
            <p:cNvSpPr/>
            <p:nvPr/>
          </p:nvSpPr>
          <p:spPr>
            <a:xfrm>
              <a:off x="5303912" y="1223891"/>
              <a:ext cx="2520280" cy="661181"/>
            </a:xfrm>
            <a:prstGeom prst="roundRect">
              <a:avLst>
                <a:gd name="adj" fmla="val 10284"/>
              </a:avLst>
            </a:prstGeom>
            <a:solidFill>
              <a:srgbClr val="114B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圆角矩形 25"/>
            <p:cNvSpPr/>
            <p:nvPr/>
          </p:nvSpPr>
          <p:spPr>
            <a:xfrm>
              <a:off x="5349185" y="1268824"/>
              <a:ext cx="2430000" cy="576000"/>
            </a:xfrm>
            <a:prstGeom prst="roundRect">
              <a:avLst>
                <a:gd name="adj" fmla="val 10284"/>
              </a:avLst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Rectangle 3"/>
          <p:cNvSpPr/>
          <p:nvPr/>
        </p:nvSpPr>
        <p:spPr bwMode="auto">
          <a:xfrm rot="16200000">
            <a:off x="-233505" y="696054"/>
            <a:ext cx="856800" cy="389790"/>
          </a:xfrm>
          <a:custGeom>
            <a:avLst/>
            <a:gdLst/>
            <a:ahLst/>
            <a:cxnLst/>
            <a:rect l="l" t="t" r="r" b="b"/>
            <a:pathLst>
              <a:path w="1512168" h="411499">
                <a:moveTo>
                  <a:pt x="0" y="0"/>
                </a:moveTo>
                <a:lnTo>
                  <a:pt x="1512168" y="0"/>
                </a:lnTo>
                <a:lnTo>
                  <a:pt x="1512168" y="111467"/>
                </a:lnTo>
                <a:lnTo>
                  <a:pt x="1512168" y="260647"/>
                </a:lnTo>
                <a:lnTo>
                  <a:pt x="1512168" y="351491"/>
                </a:lnTo>
                <a:cubicBezTo>
                  <a:pt x="1512168" y="384633"/>
                  <a:pt x="1485302" y="411499"/>
                  <a:pt x="1452160" y="411499"/>
                </a:cubicBezTo>
                <a:lnTo>
                  <a:pt x="60008" y="411499"/>
                </a:lnTo>
                <a:cubicBezTo>
                  <a:pt x="26866" y="411499"/>
                  <a:pt x="0" y="384633"/>
                  <a:pt x="0" y="351491"/>
                </a:cubicBezTo>
                <a:lnTo>
                  <a:pt x="0" y="260647"/>
                </a:lnTo>
                <a:lnTo>
                  <a:pt x="0" y="111467"/>
                </a:lnTo>
                <a:close/>
              </a:path>
            </a:pathLst>
          </a:custGeom>
          <a:solidFill>
            <a:srgbClr val="114B8A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6109" tIns="38049" rIns="38049" bIns="7610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3210">
              <a:defRPr/>
            </a:pPr>
            <a:endParaRPr lang="en-US" sz="1500" kern="0" spc="-4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Rectangle 3"/>
          <p:cNvSpPr/>
          <p:nvPr/>
        </p:nvSpPr>
        <p:spPr bwMode="auto">
          <a:xfrm>
            <a:off x="454971" y="462959"/>
            <a:ext cx="1511381" cy="856390"/>
          </a:xfrm>
          <a:prstGeom prst="roundRect">
            <a:avLst>
              <a:gd name="adj" fmla="val 6940"/>
            </a:avLst>
          </a:prstGeom>
          <a:solidFill>
            <a:srgbClr val="114B8A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6109" tIns="38049" rIns="38049" bIns="7610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3210"/>
            <a:endParaRPr lang="en-US" sz="1500" kern="0" spc="-4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718039" y="0"/>
            <a:ext cx="305841" cy="6858000"/>
          </a:xfrm>
          <a:prstGeom prst="rect">
            <a:avLst/>
          </a:prstGeom>
          <a:solidFill>
            <a:sysClr val="window" lastClr="FFFFFF">
              <a:lumMod val="7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717321" y="0"/>
            <a:ext cx="306000" cy="1448768"/>
          </a:xfrm>
          <a:prstGeom prst="rect">
            <a:avLst/>
          </a:prstGeom>
          <a:solidFill>
            <a:srgbClr val="114B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4673062" y="1340768"/>
            <a:ext cx="395794" cy="396000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673062" y="2321866"/>
            <a:ext cx="395794" cy="396000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4673062" y="3302964"/>
            <a:ext cx="395794" cy="396000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4673062" y="4284062"/>
            <a:ext cx="395794" cy="396000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4673062" y="5265160"/>
            <a:ext cx="395794" cy="396000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4780321" y="1448768"/>
            <a:ext cx="180000" cy="180000"/>
          </a:xfrm>
          <a:prstGeom prst="ellipse">
            <a:avLst/>
          </a:prstGeom>
          <a:solidFill>
            <a:srgbClr val="114B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5457154" y="1269432"/>
            <a:ext cx="3338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选题背景及意义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5335556" y="2266283"/>
            <a:ext cx="3338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164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实验的概要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5335556" y="3289502"/>
            <a:ext cx="42475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164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实验的实施与结果分析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5356239" y="4220452"/>
            <a:ext cx="1886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164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全文结论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5307036" y="5247120"/>
            <a:ext cx="2329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164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讨论与致谢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454971" y="512715"/>
            <a:ext cx="1511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ea typeface="微软雅黑"/>
              </a:rPr>
              <a:t>过渡页</a:t>
            </a: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995" y="903301"/>
            <a:ext cx="1511939" cy="43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3977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210628" y="1103086"/>
            <a:ext cx="6981371" cy="4412343"/>
          </a:xfrm>
          <a:prstGeom prst="rect">
            <a:avLst/>
          </a:prstGeom>
          <a:solidFill>
            <a:srgbClr val="164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-1" y="1103086"/>
            <a:ext cx="2206171" cy="4412343"/>
          </a:xfrm>
          <a:prstGeom prst="rect">
            <a:avLst/>
          </a:prstGeom>
          <a:solidFill>
            <a:srgbClr val="164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9827" y="2423885"/>
            <a:ext cx="21263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>
                <a:solidFill>
                  <a:schemeClr val="bg1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目录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74170" y="3499430"/>
            <a:ext cx="1872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CONTENTS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34" t="9950" r="15308" b="10134"/>
          <a:stretch/>
        </p:blipFill>
        <p:spPr>
          <a:xfrm>
            <a:off x="2526579" y="1903561"/>
            <a:ext cx="2320098" cy="2724305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>
            <a:off x="5470300" y="2133599"/>
            <a:ext cx="6647543" cy="0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096000" y="1453779"/>
            <a:ext cx="50824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海南大学财务管理学科答辩</a:t>
            </a:r>
          </a:p>
        </p:txBody>
      </p:sp>
      <p:sp>
        <p:nvSpPr>
          <p:cNvPr id="9" name="等腰三角形 8"/>
          <p:cNvSpPr/>
          <p:nvPr/>
        </p:nvSpPr>
        <p:spPr>
          <a:xfrm rot="16200000">
            <a:off x="5650504" y="1565041"/>
            <a:ext cx="351256" cy="30280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571900" y="2186048"/>
            <a:ext cx="420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endParaRPr lang="zh-CN" altLang="en-US" sz="36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 flipH="1">
            <a:off x="5782357" y="2397469"/>
            <a:ext cx="370115" cy="651219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5967414" y="2634583"/>
            <a:ext cx="2500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选题背景及意义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9120644" y="2186048"/>
            <a:ext cx="420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endParaRPr lang="zh-CN" altLang="en-US" sz="36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flipH="1">
            <a:off x="9331101" y="2397469"/>
            <a:ext cx="370115" cy="651219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9494389" y="2663595"/>
            <a:ext cx="1879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实验的概要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5470300" y="3380521"/>
            <a:ext cx="420915" cy="646331"/>
          </a:xfrm>
          <a:prstGeom prst="rect">
            <a:avLst/>
          </a:prstGeom>
          <a:ln>
            <a:noFill/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</a:t>
            </a:r>
            <a:endParaRPr lang="zh-CN" altLang="en-US" sz="36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 flipH="1">
            <a:off x="5680757" y="3591942"/>
            <a:ext cx="370115" cy="651219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5891216" y="3872892"/>
            <a:ext cx="3389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实验的实施与结果分析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5470300" y="4433250"/>
            <a:ext cx="420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</a:t>
            </a:r>
            <a:endParaRPr lang="zh-CN" altLang="en-US" sz="36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 flipH="1">
            <a:off x="5680757" y="4644671"/>
            <a:ext cx="370115" cy="651219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5833158" y="4880368"/>
            <a:ext cx="15094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全文结论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9280301" y="4433250"/>
            <a:ext cx="420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</a:t>
            </a:r>
            <a:endParaRPr lang="zh-CN" altLang="en-US" sz="36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 flipH="1">
            <a:off x="9490758" y="4644671"/>
            <a:ext cx="370115" cy="651219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9712101" y="4880911"/>
            <a:ext cx="1719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讨论与致谢</a:t>
            </a:r>
          </a:p>
        </p:txBody>
      </p:sp>
    </p:spTree>
    <p:extLst>
      <p:ext uri="{BB962C8B-B14F-4D97-AF65-F5344CB8AC3E}">
        <p14:creationId xmlns:p14="http://schemas.microsoft.com/office/powerpoint/2010/main" val="36773052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1103086"/>
            <a:ext cx="6096000" cy="4412343"/>
          </a:xfrm>
          <a:prstGeom prst="rect">
            <a:avLst/>
          </a:prstGeom>
          <a:solidFill>
            <a:srgbClr val="164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1582400" y="1103085"/>
            <a:ext cx="609600" cy="4412343"/>
          </a:xfrm>
          <a:prstGeom prst="rect">
            <a:avLst/>
          </a:prstGeom>
          <a:solidFill>
            <a:srgbClr val="164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1643" y="1887659"/>
            <a:ext cx="4192991" cy="1421598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>
          <a:xfrm>
            <a:off x="6606493" y="1103085"/>
            <a:ext cx="2559119" cy="864866"/>
            <a:chOff x="7265940" y="671941"/>
            <a:chExt cx="2559119" cy="864866"/>
          </a:xfrm>
        </p:grpSpPr>
        <p:sp>
          <p:nvSpPr>
            <p:cNvPr id="5" name="文本框 4"/>
            <p:cNvSpPr txBox="1"/>
            <p:nvPr/>
          </p:nvSpPr>
          <p:spPr>
            <a:xfrm>
              <a:off x="7265940" y="671941"/>
              <a:ext cx="42091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solidFill>
                    <a:srgbClr val="164E8E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1</a:t>
              </a:r>
              <a:endParaRPr lang="zh-CN" altLang="en-US" sz="3600" b="1" dirty="0">
                <a:solidFill>
                  <a:srgbClr val="164E8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 flipH="1">
              <a:off x="7547428" y="885588"/>
              <a:ext cx="370115" cy="65121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/>
            <p:cNvSpPr txBox="1"/>
            <p:nvPr/>
          </p:nvSpPr>
          <p:spPr>
            <a:xfrm>
              <a:off x="7760401" y="1097559"/>
              <a:ext cx="20646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rgbClr val="164E8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选题背景及意义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6606493" y="2006694"/>
            <a:ext cx="2146932" cy="862228"/>
            <a:chOff x="7238024" y="1839184"/>
            <a:chExt cx="2146932" cy="862228"/>
          </a:xfrm>
        </p:grpSpPr>
        <p:sp>
          <p:nvSpPr>
            <p:cNvPr id="8" name="文本框 7"/>
            <p:cNvSpPr txBox="1"/>
            <p:nvPr/>
          </p:nvSpPr>
          <p:spPr>
            <a:xfrm>
              <a:off x="7238024" y="1839184"/>
              <a:ext cx="42091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600" b="1">
                  <a:solidFill>
                    <a:srgbClr val="164E8E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defRPr>
              </a:lvl1pPr>
            </a:lstStyle>
            <a:p>
              <a:r>
                <a:rPr lang="en-US" altLang="zh-CN" dirty="0"/>
                <a:t>2</a:t>
              </a:r>
              <a:endParaRPr lang="zh-CN" altLang="en-US" dirty="0"/>
            </a:p>
          </p:txBody>
        </p:sp>
        <p:cxnSp>
          <p:nvCxnSpPr>
            <p:cNvPr id="9" name="直接连接符 8"/>
            <p:cNvCxnSpPr/>
            <p:nvPr/>
          </p:nvCxnSpPr>
          <p:spPr>
            <a:xfrm flipH="1">
              <a:off x="7547428" y="2050193"/>
              <a:ext cx="370115" cy="65121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/>
            <p:cNvSpPr txBox="1"/>
            <p:nvPr/>
          </p:nvSpPr>
          <p:spPr>
            <a:xfrm>
              <a:off x="7773872" y="2272737"/>
              <a:ext cx="16110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>
                  <a:solidFill>
                    <a:srgbClr val="164E8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实验的概要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6528842" y="2907665"/>
            <a:ext cx="3262199" cy="907941"/>
            <a:chOff x="7190536" y="2887755"/>
            <a:chExt cx="3262199" cy="907941"/>
          </a:xfrm>
        </p:grpSpPr>
        <p:sp>
          <p:nvSpPr>
            <p:cNvPr id="11" name="文本框 10"/>
            <p:cNvSpPr txBox="1"/>
            <p:nvPr/>
          </p:nvSpPr>
          <p:spPr>
            <a:xfrm>
              <a:off x="7190536" y="2887755"/>
              <a:ext cx="3825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600" b="1">
                  <a:solidFill>
                    <a:srgbClr val="164E8E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defRPr>
              </a:lvl1pPr>
            </a:lstStyle>
            <a:p>
              <a:r>
                <a:rPr lang="en-US" altLang="zh-CN" dirty="0"/>
                <a:t>3</a:t>
              </a:r>
              <a:endParaRPr lang="zh-CN" altLang="en-US" dirty="0"/>
            </a:p>
          </p:txBody>
        </p:sp>
        <p:cxnSp>
          <p:nvCxnSpPr>
            <p:cNvPr id="12" name="直接连接符 11"/>
            <p:cNvCxnSpPr/>
            <p:nvPr/>
          </p:nvCxnSpPr>
          <p:spPr>
            <a:xfrm flipH="1">
              <a:off x="7477442" y="3113515"/>
              <a:ext cx="336372" cy="65121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/>
            <p:cNvSpPr txBox="1"/>
            <p:nvPr/>
          </p:nvSpPr>
          <p:spPr>
            <a:xfrm>
              <a:off x="7654046" y="3395586"/>
              <a:ext cx="27986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>
                  <a:solidFill>
                    <a:srgbClr val="164E8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实验的实施与结果分析</a:t>
              </a: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6492839" y="3823387"/>
            <a:ext cx="2398116" cy="983306"/>
            <a:chOff x="7152162" y="3979771"/>
            <a:chExt cx="2398116" cy="983306"/>
          </a:xfrm>
        </p:grpSpPr>
        <p:sp>
          <p:nvSpPr>
            <p:cNvPr id="14" name="文本框 13"/>
            <p:cNvSpPr txBox="1"/>
            <p:nvPr/>
          </p:nvSpPr>
          <p:spPr>
            <a:xfrm>
              <a:off x="7152162" y="3979771"/>
              <a:ext cx="42091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600" b="1">
                  <a:solidFill>
                    <a:srgbClr val="164E8E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defRPr>
              </a:lvl1pPr>
            </a:lstStyle>
            <a:p>
              <a:r>
                <a:rPr lang="en-US" altLang="zh-CN" dirty="0"/>
                <a:t>4</a:t>
              </a:r>
              <a:endParaRPr lang="zh-CN" altLang="en-US" dirty="0"/>
            </a:p>
          </p:txBody>
        </p:sp>
        <p:cxnSp>
          <p:nvCxnSpPr>
            <p:cNvPr id="15" name="直接连接符 14"/>
            <p:cNvCxnSpPr/>
            <p:nvPr/>
          </p:nvCxnSpPr>
          <p:spPr>
            <a:xfrm flipH="1">
              <a:off x="7496628" y="4247859"/>
              <a:ext cx="370115" cy="65121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/>
            <p:cNvSpPr txBox="1"/>
            <p:nvPr/>
          </p:nvSpPr>
          <p:spPr>
            <a:xfrm>
              <a:off x="7663421" y="4562967"/>
              <a:ext cx="188685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>
                  <a:solidFill>
                    <a:srgbClr val="164E8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全文结论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576152" y="4781435"/>
            <a:ext cx="2728484" cy="892878"/>
            <a:chOff x="7224713" y="5055891"/>
            <a:chExt cx="2728484" cy="892878"/>
          </a:xfrm>
        </p:grpSpPr>
        <p:sp>
          <p:nvSpPr>
            <p:cNvPr id="17" name="文本框 16"/>
            <p:cNvSpPr txBox="1"/>
            <p:nvPr/>
          </p:nvSpPr>
          <p:spPr>
            <a:xfrm>
              <a:off x="7224713" y="5055891"/>
              <a:ext cx="42091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600" b="1">
                  <a:solidFill>
                    <a:srgbClr val="164E8E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defRPr>
              </a:lvl1pPr>
            </a:lstStyle>
            <a:p>
              <a:r>
                <a:rPr lang="en-US" altLang="zh-CN" dirty="0"/>
                <a:t>5</a:t>
              </a:r>
              <a:endParaRPr lang="zh-CN" altLang="en-US" dirty="0"/>
            </a:p>
          </p:txBody>
        </p:sp>
        <p:cxnSp>
          <p:nvCxnSpPr>
            <p:cNvPr id="18" name="直接连接符 17"/>
            <p:cNvCxnSpPr/>
            <p:nvPr/>
          </p:nvCxnSpPr>
          <p:spPr>
            <a:xfrm flipH="1">
              <a:off x="7485742" y="5281818"/>
              <a:ext cx="370115" cy="65121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/>
            <p:cNvSpPr txBox="1"/>
            <p:nvPr/>
          </p:nvSpPr>
          <p:spPr>
            <a:xfrm>
              <a:off x="7623655" y="5548659"/>
              <a:ext cx="2329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>
                  <a:solidFill>
                    <a:srgbClr val="164E8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讨论与致谢</a:t>
              </a:r>
            </a:p>
          </p:txBody>
        </p:sp>
      </p:grpSp>
      <p:cxnSp>
        <p:nvCxnSpPr>
          <p:cNvPr id="26" name="直接连接符 25"/>
          <p:cNvCxnSpPr/>
          <p:nvPr/>
        </p:nvCxnSpPr>
        <p:spPr>
          <a:xfrm>
            <a:off x="1131643" y="3415496"/>
            <a:ext cx="3832243" cy="0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1312691" y="3668590"/>
            <a:ext cx="3888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海南大学财务管理学科答辩</a:t>
            </a:r>
          </a:p>
        </p:txBody>
      </p:sp>
      <p:sp>
        <p:nvSpPr>
          <p:cNvPr id="28" name="等腰三角形 27"/>
          <p:cNvSpPr/>
          <p:nvPr/>
        </p:nvSpPr>
        <p:spPr>
          <a:xfrm rot="16200000">
            <a:off x="998665" y="3747872"/>
            <a:ext cx="295219" cy="25449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9918413" y="1417608"/>
            <a:ext cx="1872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164E8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ONTENTS</a:t>
            </a:r>
            <a:endParaRPr lang="zh-CN" altLang="en-US" sz="2400" dirty="0">
              <a:solidFill>
                <a:srgbClr val="164E8E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179495" y="694234"/>
            <a:ext cx="92031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solidFill>
                  <a:srgbClr val="164E8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endParaRPr lang="zh-CN" altLang="en-US" sz="8800" dirty="0">
              <a:solidFill>
                <a:srgbClr val="164E8E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924290" y="943928"/>
            <a:ext cx="10933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164E8E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21936356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-3381828" y="1110344"/>
            <a:ext cx="6226628" cy="6226628"/>
          </a:xfrm>
          <a:prstGeom prst="ellipse">
            <a:avLst/>
          </a:prstGeom>
          <a:solidFill>
            <a:srgbClr val="164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94285" y="525569"/>
            <a:ext cx="50824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164E8E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海南大学财务管理学科答辩</a:t>
            </a:r>
          </a:p>
        </p:txBody>
      </p:sp>
      <p:sp>
        <p:nvSpPr>
          <p:cNvPr id="4" name="等腰三角形 3"/>
          <p:cNvSpPr/>
          <p:nvPr/>
        </p:nvSpPr>
        <p:spPr>
          <a:xfrm rot="16200000">
            <a:off x="6448789" y="636831"/>
            <a:ext cx="351256" cy="302807"/>
          </a:xfrm>
          <a:prstGeom prst="triangle">
            <a:avLst/>
          </a:prstGeom>
          <a:solidFill>
            <a:srgbClr val="164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64E8E"/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113903" y="1650732"/>
            <a:ext cx="2559119" cy="864866"/>
            <a:chOff x="7265940" y="671941"/>
            <a:chExt cx="2559119" cy="864866"/>
          </a:xfrm>
        </p:grpSpPr>
        <p:sp>
          <p:nvSpPr>
            <p:cNvPr id="6" name="文本框 5"/>
            <p:cNvSpPr txBox="1"/>
            <p:nvPr/>
          </p:nvSpPr>
          <p:spPr>
            <a:xfrm>
              <a:off x="7265940" y="671941"/>
              <a:ext cx="42091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solidFill>
                    <a:srgbClr val="164E8E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1</a:t>
              </a:r>
              <a:endParaRPr lang="zh-CN" altLang="en-US" sz="3600" b="1" dirty="0">
                <a:solidFill>
                  <a:srgbClr val="164E8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H="1">
              <a:off x="7547428" y="885588"/>
              <a:ext cx="370115" cy="65121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文本框 7"/>
            <p:cNvSpPr txBox="1"/>
            <p:nvPr/>
          </p:nvSpPr>
          <p:spPr>
            <a:xfrm>
              <a:off x="7760401" y="1097559"/>
              <a:ext cx="20646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rgbClr val="164E8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选题背景及意义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346931" y="2545810"/>
            <a:ext cx="2146932" cy="862228"/>
            <a:chOff x="7238024" y="1839184"/>
            <a:chExt cx="2146932" cy="862228"/>
          </a:xfrm>
        </p:grpSpPr>
        <p:sp>
          <p:nvSpPr>
            <p:cNvPr id="10" name="文本框 9"/>
            <p:cNvSpPr txBox="1"/>
            <p:nvPr/>
          </p:nvSpPr>
          <p:spPr>
            <a:xfrm>
              <a:off x="7238024" y="1839184"/>
              <a:ext cx="42091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600" b="1">
                  <a:solidFill>
                    <a:srgbClr val="164E8E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defRPr>
              </a:lvl1pPr>
            </a:lstStyle>
            <a:p>
              <a:r>
                <a:rPr lang="en-US" altLang="zh-CN" dirty="0"/>
                <a:t>2</a:t>
              </a:r>
              <a:endParaRPr lang="zh-CN" altLang="en-US" dirty="0"/>
            </a:p>
          </p:txBody>
        </p:sp>
        <p:cxnSp>
          <p:nvCxnSpPr>
            <p:cNvPr id="11" name="直接连接符 10"/>
            <p:cNvCxnSpPr/>
            <p:nvPr/>
          </p:nvCxnSpPr>
          <p:spPr>
            <a:xfrm flipH="1">
              <a:off x="7547428" y="2050193"/>
              <a:ext cx="370115" cy="65121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本框 11"/>
            <p:cNvSpPr txBox="1"/>
            <p:nvPr/>
          </p:nvSpPr>
          <p:spPr>
            <a:xfrm>
              <a:off x="7773872" y="2272737"/>
              <a:ext cx="16110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>
                  <a:solidFill>
                    <a:srgbClr val="164E8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实验的概要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362983" y="3513901"/>
            <a:ext cx="3262199" cy="907941"/>
            <a:chOff x="7190536" y="2887755"/>
            <a:chExt cx="3262199" cy="907941"/>
          </a:xfrm>
        </p:grpSpPr>
        <p:sp>
          <p:nvSpPr>
            <p:cNvPr id="14" name="文本框 13"/>
            <p:cNvSpPr txBox="1"/>
            <p:nvPr/>
          </p:nvSpPr>
          <p:spPr>
            <a:xfrm>
              <a:off x="7190536" y="2887755"/>
              <a:ext cx="3825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600" b="1">
                  <a:solidFill>
                    <a:srgbClr val="164E8E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defRPr>
              </a:lvl1pPr>
            </a:lstStyle>
            <a:p>
              <a:r>
                <a:rPr lang="en-US" altLang="zh-CN" dirty="0"/>
                <a:t>3</a:t>
              </a:r>
              <a:endParaRPr lang="zh-CN" altLang="en-US" dirty="0"/>
            </a:p>
          </p:txBody>
        </p:sp>
        <p:cxnSp>
          <p:nvCxnSpPr>
            <p:cNvPr id="15" name="直接连接符 14"/>
            <p:cNvCxnSpPr/>
            <p:nvPr/>
          </p:nvCxnSpPr>
          <p:spPr>
            <a:xfrm flipH="1">
              <a:off x="7477442" y="3113515"/>
              <a:ext cx="336372" cy="65121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/>
            <p:cNvSpPr txBox="1"/>
            <p:nvPr/>
          </p:nvSpPr>
          <p:spPr>
            <a:xfrm>
              <a:off x="7654046" y="3395586"/>
              <a:ext cx="27986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>
                  <a:solidFill>
                    <a:srgbClr val="164E8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实验的实施与结果分析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3534818" y="4512921"/>
            <a:ext cx="2398116" cy="983306"/>
            <a:chOff x="7152162" y="3979771"/>
            <a:chExt cx="2398116" cy="983306"/>
          </a:xfrm>
        </p:grpSpPr>
        <p:sp>
          <p:nvSpPr>
            <p:cNvPr id="18" name="文本框 17"/>
            <p:cNvSpPr txBox="1"/>
            <p:nvPr/>
          </p:nvSpPr>
          <p:spPr>
            <a:xfrm>
              <a:off x="7152162" y="3979771"/>
              <a:ext cx="42091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600" b="1">
                  <a:solidFill>
                    <a:srgbClr val="164E8E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defRPr>
              </a:lvl1pPr>
            </a:lstStyle>
            <a:p>
              <a:r>
                <a:rPr lang="en-US" altLang="zh-CN" dirty="0"/>
                <a:t>4</a:t>
              </a:r>
              <a:endParaRPr lang="zh-CN" altLang="en-US" dirty="0"/>
            </a:p>
          </p:txBody>
        </p:sp>
        <p:cxnSp>
          <p:nvCxnSpPr>
            <p:cNvPr id="19" name="直接连接符 18"/>
            <p:cNvCxnSpPr/>
            <p:nvPr/>
          </p:nvCxnSpPr>
          <p:spPr>
            <a:xfrm flipH="1">
              <a:off x="7496628" y="4247859"/>
              <a:ext cx="370115" cy="65121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/>
            <p:cNvSpPr txBox="1"/>
            <p:nvPr/>
          </p:nvSpPr>
          <p:spPr>
            <a:xfrm>
              <a:off x="7663421" y="4562967"/>
              <a:ext cx="188685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>
                  <a:solidFill>
                    <a:srgbClr val="164E8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全文结论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204450" y="5427340"/>
            <a:ext cx="2728484" cy="892878"/>
            <a:chOff x="7224713" y="5055891"/>
            <a:chExt cx="2728484" cy="892878"/>
          </a:xfrm>
        </p:grpSpPr>
        <p:sp>
          <p:nvSpPr>
            <p:cNvPr id="22" name="文本框 21"/>
            <p:cNvSpPr txBox="1"/>
            <p:nvPr/>
          </p:nvSpPr>
          <p:spPr>
            <a:xfrm>
              <a:off x="7224713" y="5055891"/>
              <a:ext cx="42091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600" b="1">
                  <a:solidFill>
                    <a:srgbClr val="164E8E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defRPr>
              </a:lvl1pPr>
            </a:lstStyle>
            <a:p>
              <a:r>
                <a:rPr lang="en-US" altLang="zh-CN" dirty="0"/>
                <a:t>5</a:t>
              </a:r>
              <a:endParaRPr lang="zh-CN" altLang="en-US" dirty="0"/>
            </a:p>
          </p:txBody>
        </p:sp>
        <p:cxnSp>
          <p:nvCxnSpPr>
            <p:cNvPr id="23" name="直接连接符 22"/>
            <p:cNvCxnSpPr/>
            <p:nvPr/>
          </p:nvCxnSpPr>
          <p:spPr>
            <a:xfrm flipH="1">
              <a:off x="7485742" y="5281818"/>
              <a:ext cx="370115" cy="65121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本框 23"/>
            <p:cNvSpPr txBox="1"/>
            <p:nvPr/>
          </p:nvSpPr>
          <p:spPr>
            <a:xfrm>
              <a:off x="7623655" y="5548659"/>
              <a:ext cx="2329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>
                  <a:solidFill>
                    <a:srgbClr val="164E8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讨论与致谢</a:t>
              </a:r>
            </a:p>
          </p:txBody>
        </p:sp>
      </p:grpSp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1398" y="4990952"/>
            <a:ext cx="3330602" cy="1129211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79827" y="2423885"/>
            <a:ext cx="21263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>
                <a:solidFill>
                  <a:schemeClr val="bg1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目录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174170" y="3499430"/>
            <a:ext cx="1872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CONTENTS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6640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12"/>
          <p:cNvSpPr/>
          <p:nvPr/>
        </p:nvSpPr>
        <p:spPr>
          <a:xfrm>
            <a:off x="7589782" y="0"/>
            <a:ext cx="4602219" cy="6858000"/>
          </a:xfrm>
          <a:custGeom>
            <a:avLst/>
            <a:gdLst>
              <a:gd name="connsiteX0" fmla="*/ 0 w 4602219"/>
              <a:gd name="connsiteY0" fmla="*/ 0 h 6858000"/>
              <a:gd name="connsiteX1" fmla="*/ 4602219 w 4602219"/>
              <a:gd name="connsiteY1" fmla="*/ 0 h 6858000"/>
              <a:gd name="connsiteX2" fmla="*/ 4602219 w 4602219"/>
              <a:gd name="connsiteY2" fmla="*/ 6858000 h 6858000"/>
              <a:gd name="connsiteX3" fmla="*/ 57525 w 4602219"/>
              <a:gd name="connsiteY3" fmla="*/ 6858000 h 6858000"/>
              <a:gd name="connsiteX4" fmla="*/ 163144 w 4602219"/>
              <a:gd name="connsiteY4" fmla="*/ 6723599 h 6858000"/>
              <a:gd name="connsiteX5" fmla="*/ 1244957 w 4602219"/>
              <a:gd name="connsiteY5" fmla="*/ 3465513 h 6858000"/>
              <a:gd name="connsiteX6" fmla="*/ 1487 w 4602219"/>
              <a:gd name="connsiteY6" fmla="*/ 17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02219" h="6858000">
                <a:moveTo>
                  <a:pt x="0" y="0"/>
                </a:moveTo>
                <a:lnTo>
                  <a:pt x="4602219" y="0"/>
                </a:lnTo>
                <a:lnTo>
                  <a:pt x="4602219" y="6858000"/>
                </a:lnTo>
                <a:lnTo>
                  <a:pt x="57525" y="6858000"/>
                </a:lnTo>
                <a:lnTo>
                  <a:pt x="163144" y="6723599"/>
                </a:lnTo>
                <a:cubicBezTo>
                  <a:pt x="842592" y="5815069"/>
                  <a:pt x="1244957" y="4687280"/>
                  <a:pt x="1244957" y="3465513"/>
                </a:cubicBezTo>
                <a:cubicBezTo>
                  <a:pt x="1244957" y="2149764"/>
                  <a:pt x="778309" y="943007"/>
                  <a:pt x="1487" y="1716"/>
                </a:cubicBezTo>
                <a:close/>
              </a:path>
            </a:pathLst>
          </a:custGeom>
          <a:solidFill>
            <a:srgbClr val="164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-1684564" y="928574"/>
            <a:ext cx="5073877" cy="5073877"/>
          </a:xfrm>
          <a:prstGeom prst="ellipse">
            <a:avLst/>
          </a:prstGeom>
          <a:solidFill>
            <a:srgbClr val="164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-1684564" y="318180"/>
            <a:ext cx="6294664" cy="6294664"/>
          </a:xfrm>
          <a:prstGeom prst="ellipse">
            <a:avLst/>
          </a:prstGeom>
          <a:noFill/>
          <a:ln>
            <a:solidFill>
              <a:srgbClr val="164E8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61099" y="2757902"/>
            <a:ext cx="21263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>
                <a:solidFill>
                  <a:schemeClr val="bg1"/>
                </a:solidFill>
                <a:latin typeface="造字工房言宋（非商用）常规体" pitchFamily="50" charset="-122"/>
                <a:ea typeface="造字工房言宋（非商用）常规体" pitchFamily="50" charset="-122"/>
              </a:rPr>
              <a:t>目录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55442" y="3833447"/>
            <a:ext cx="1872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CONTENTS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18" r="11818"/>
          <a:stretch/>
        </p:blipFill>
        <p:spPr>
          <a:xfrm>
            <a:off x="3720173" y="1484967"/>
            <a:ext cx="1067337" cy="1067337"/>
          </a:xfrm>
          <a:prstGeom prst="ellipse">
            <a:avLst/>
          </a:prstGeom>
          <a:ln w="28575">
            <a:solidFill>
              <a:srgbClr val="164E8E"/>
            </a:solidFill>
          </a:ln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770" y="375882"/>
            <a:ext cx="1109085" cy="1109085"/>
          </a:xfrm>
          <a:prstGeom prst="ellipse">
            <a:avLst/>
          </a:prstGeom>
          <a:ln w="28575">
            <a:solidFill>
              <a:srgbClr val="164E8E"/>
            </a:solidFill>
          </a:ln>
        </p:spPr>
      </p:pic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50" r="18750"/>
          <a:stretch/>
        </p:blipFill>
        <p:spPr>
          <a:xfrm>
            <a:off x="3978182" y="2844782"/>
            <a:ext cx="1082854" cy="1082854"/>
          </a:xfrm>
          <a:prstGeom prst="ellipse">
            <a:avLst/>
          </a:prstGeom>
          <a:ln w="28575">
            <a:solidFill>
              <a:srgbClr val="164E8E"/>
            </a:solidFill>
          </a:ln>
        </p:spPr>
      </p:pic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50" r="18750"/>
          <a:stretch/>
        </p:blipFill>
        <p:spPr>
          <a:xfrm flipH="1">
            <a:off x="3747040" y="4141130"/>
            <a:ext cx="1040470" cy="1040470"/>
          </a:xfrm>
          <a:prstGeom prst="ellipse">
            <a:avLst/>
          </a:prstGeom>
          <a:ln w="28575">
            <a:solidFill>
              <a:srgbClr val="164E8E"/>
            </a:solidFill>
          </a:ln>
        </p:spPr>
      </p:pic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50" r="18750"/>
          <a:stretch/>
        </p:blipFill>
        <p:spPr>
          <a:xfrm>
            <a:off x="2986921" y="5332042"/>
            <a:ext cx="1026143" cy="1026143"/>
          </a:xfrm>
          <a:prstGeom prst="ellipse">
            <a:avLst/>
          </a:prstGeom>
          <a:ln w="28575">
            <a:solidFill>
              <a:srgbClr val="164E8E"/>
            </a:solidFill>
          </a:ln>
        </p:spPr>
      </p:pic>
      <p:sp>
        <p:nvSpPr>
          <p:cNvPr id="20" name="文本框 19"/>
          <p:cNvSpPr txBox="1"/>
          <p:nvPr/>
        </p:nvSpPr>
        <p:spPr>
          <a:xfrm>
            <a:off x="4496884" y="624498"/>
            <a:ext cx="33289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164E8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【1】</a:t>
            </a:r>
            <a:r>
              <a:rPr lang="zh-CN" altLang="en-US" sz="2400" b="1" dirty="0">
                <a:solidFill>
                  <a:srgbClr val="164E8E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选题与意义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4897956" y="1833969"/>
            <a:ext cx="33289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164E8E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【2】</a:t>
            </a:r>
            <a:r>
              <a:rPr lang="zh-CN" altLang="en-US" dirty="0"/>
              <a:t>实验与概要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5289714" y="3280846"/>
            <a:ext cx="2694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164E8E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【3】</a:t>
            </a:r>
            <a:r>
              <a:rPr lang="zh-CN" altLang="en-US" dirty="0"/>
              <a:t>实验与结果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4967827" y="4584679"/>
            <a:ext cx="2694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164E8E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【4】</a:t>
            </a:r>
            <a:r>
              <a:rPr lang="zh-CN" altLang="en-US" dirty="0"/>
              <a:t>分析与结论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4342009" y="5817785"/>
            <a:ext cx="2694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164E8E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【5】</a:t>
            </a:r>
            <a:r>
              <a:rPr lang="zh-CN" altLang="en-US" dirty="0"/>
              <a:t>讨论与致谢</a:t>
            </a:r>
          </a:p>
        </p:txBody>
      </p:sp>
    </p:spTree>
    <p:extLst>
      <p:ext uri="{BB962C8B-B14F-4D97-AF65-F5344CB8AC3E}">
        <p14:creationId xmlns:p14="http://schemas.microsoft.com/office/powerpoint/2010/main" val="30018262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002971"/>
            <a:ext cx="12192000" cy="2540000"/>
          </a:xfrm>
          <a:prstGeom prst="rect">
            <a:avLst/>
          </a:prstGeom>
          <a:solidFill>
            <a:srgbClr val="114B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88940" y="2311217"/>
            <a:ext cx="483325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500" kern="0" dirty="0">
                <a:solidFill>
                  <a:schemeClr val="bg1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内容页</a:t>
            </a:r>
            <a:endParaRPr kumimoji="0" lang="zh-CN" altLang="en-US" sz="115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2888342" y="1132114"/>
            <a:ext cx="1843315" cy="184331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H="1">
            <a:off x="1132930" y="2873829"/>
            <a:ext cx="2211726" cy="221172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H="1">
            <a:off x="9375411" y="1132114"/>
            <a:ext cx="1843315" cy="184331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7619999" y="2873829"/>
            <a:ext cx="2211726" cy="221172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2674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600" y="854720"/>
            <a:ext cx="12193200" cy="1152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3" name="燕尾形 2"/>
          <p:cNvSpPr/>
          <p:nvPr/>
        </p:nvSpPr>
        <p:spPr>
          <a:xfrm>
            <a:off x="11701320" y="908720"/>
            <a:ext cx="215912" cy="432048"/>
          </a:xfrm>
          <a:prstGeom prst="chevron">
            <a:avLst/>
          </a:prstGeom>
          <a:solidFill>
            <a:srgbClr val="114B8A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/>
          </a:p>
        </p:txBody>
      </p:sp>
      <p:sp>
        <p:nvSpPr>
          <p:cNvPr id="4" name="燕尾形 3"/>
          <p:cNvSpPr/>
          <p:nvPr/>
        </p:nvSpPr>
        <p:spPr>
          <a:xfrm>
            <a:off x="11853641" y="908720"/>
            <a:ext cx="215912" cy="432048"/>
          </a:xfrm>
          <a:prstGeom prst="chevron">
            <a:avLst/>
          </a:prstGeom>
          <a:solidFill>
            <a:srgbClr val="114B8A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endParaRPr lang="zh-CN" altLang="en-US" sz="1800"/>
          </a:p>
        </p:txBody>
      </p:sp>
      <p:sp>
        <p:nvSpPr>
          <p:cNvPr id="5" name="椭圆 4"/>
          <p:cNvSpPr/>
          <p:nvPr/>
        </p:nvSpPr>
        <p:spPr>
          <a:xfrm>
            <a:off x="804046" y="867320"/>
            <a:ext cx="86355" cy="86400"/>
          </a:xfrm>
          <a:prstGeom prst="ellipse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6" name="椭圆 14"/>
          <p:cNvSpPr>
            <a:spLocks noChangeAspect="1"/>
          </p:cNvSpPr>
          <p:nvPr/>
        </p:nvSpPr>
        <p:spPr bwMode="auto">
          <a:xfrm>
            <a:off x="565786" y="188720"/>
            <a:ext cx="562875" cy="720000"/>
          </a:xfrm>
          <a:custGeom>
            <a:avLst/>
            <a:gdLst>
              <a:gd name="connsiteX0" fmla="*/ 341785 w 683568"/>
              <a:gd name="connsiteY0" fmla="*/ 75471 h 864094"/>
              <a:gd name="connsiteX1" fmla="*/ 117720 w 683568"/>
              <a:gd name="connsiteY1" fmla="*/ 299536 h 864094"/>
              <a:gd name="connsiteX2" fmla="*/ 341785 w 683568"/>
              <a:gd name="connsiteY2" fmla="*/ 523601 h 864094"/>
              <a:gd name="connsiteX3" fmla="*/ 341785 w 683568"/>
              <a:gd name="connsiteY3" fmla="*/ 75471 h 864094"/>
              <a:gd name="connsiteX4" fmla="*/ 341784 w 683568"/>
              <a:gd name="connsiteY4" fmla="*/ 0 h 864094"/>
              <a:gd name="connsiteX5" fmla="*/ 683568 w 683568"/>
              <a:gd name="connsiteY5" fmla="*/ 341784 h 864094"/>
              <a:gd name="connsiteX6" fmla="*/ 577183 w 683568"/>
              <a:gd name="connsiteY6" fmla="*/ 588642 h 864094"/>
              <a:gd name="connsiteX7" fmla="*/ 341597 w 683568"/>
              <a:gd name="connsiteY7" fmla="*/ 864094 h 864094"/>
              <a:gd name="connsiteX8" fmla="*/ 105111 w 683568"/>
              <a:gd name="connsiteY8" fmla="*/ 587591 h 864094"/>
              <a:gd name="connsiteX9" fmla="*/ 59857 w 683568"/>
              <a:gd name="connsiteY9" fmla="*/ 534679 h 864094"/>
              <a:gd name="connsiteX10" fmla="*/ 59306 w 683568"/>
              <a:gd name="connsiteY10" fmla="*/ 534035 h 864094"/>
              <a:gd name="connsiteX11" fmla="*/ 59325 w 683568"/>
              <a:gd name="connsiteY11" fmla="*/ 534035 h 864094"/>
              <a:gd name="connsiteX12" fmla="*/ 0 w 683568"/>
              <a:gd name="connsiteY12" fmla="*/ 341784 h 864094"/>
              <a:gd name="connsiteX13" fmla="*/ 341784 w 683568"/>
              <a:gd name="connsiteY13" fmla="*/ 0 h 864094"/>
              <a:gd name="connsiteX0" fmla="*/ 341785 w 683568"/>
              <a:gd name="connsiteY0" fmla="*/ 523601 h 864094"/>
              <a:gd name="connsiteX1" fmla="*/ 117720 w 683568"/>
              <a:gd name="connsiteY1" fmla="*/ 299536 h 864094"/>
              <a:gd name="connsiteX2" fmla="*/ 341785 w 683568"/>
              <a:gd name="connsiteY2" fmla="*/ 523601 h 864094"/>
              <a:gd name="connsiteX3" fmla="*/ 341784 w 683568"/>
              <a:gd name="connsiteY3" fmla="*/ 0 h 864094"/>
              <a:gd name="connsiteX4" fmla="*/ 683568 w 683568"/>
              <a:gd name="connsiteY4" fmla="*/ 341784 h 864094"/>
              <a:gd name="connsiteX5" fmla="*/ 577183 w 683568"/>
              <a:gd name="connsiteY5" fmla="*/ 588642 h 864094"/>
              <a:gd name="connsiteX6" fmla="*/ 341597 w 683568"/>
              <a:gd name="connsiteY6" fmla="*/ 864094 h 864094"/>
              <a:gd name="connsiteX7" fmla="*/ 105111 w 683568"/>
              <a:gd name="connsiteY7" fmla="*/ 587591 h 864094"/>
              <a:gd name="connsiteX8" fmla="*/ 59857 w 683568"/>
              <a:gd name="connsiteY8" fmla="*/ 534679 h 864094"/>
              <a:gd name="connsiteX9" fmla="*/ 59306 w 683568"/>
              <a:gd name="connsiteY9" fmla="*/ 534035 h 864094"/>
              <a:gd name="connsiteX10" fmla="*/ 59325 w 683568"/>
              <a:gd name="connsiteY10" fmla="*/ 534035 h 864094"/>
              <a:gd name="connsiteX11" fmla="*/ 0 w 683568"/>
              <a:gd name="connsiteY11" fmla="*/ 341784 h 864094"/>
              <a:gd name="connsiteX12" fmla="*/ 341784 w 683568"/>
              <a:gd name="connsiteY12" fmla="*/ 0 h 864094"/>
              <a:gd name="connsiteX0" fmla="*/ 341784 w 683568"/>
              <a:gd name="connsiteY0" fmla="*/ 0 h 864094"/>
              <a:gd name="connsiteX1" fmla="*/ 683568 w 683568"/>
              <a:gd name="connsiteY1" fmla="*/ 341784 h 864094"/>
              <a:gd name="connsiteX2" fmla="*/ 577183 w 683568"/>
              <a:gd name="connsiteY2" fmla="*/ 588642 h 864094"/>
              <a:gd name="connsiteX3" fmla="*/ 341597 w 683568"/>
              <a:gd name="connsiteY3" fmla="*/ 864094 h 864094"/>
              <a:gd name="connsiteX4" fmla="*/ 105111 w 683568"/>
              <a:gd name="connsiteY4" fmla="*/ 587591 h 864094"/>
              <a:gd name="connsiteX5" fmla="*/ 59857 w 683568"/>
              <a:gd name="connsiteY5" fmla="*/ 534679 h 864094"/>
              <a:gd name="connsiteX6" fmla="*/ 59306 w 683568"/>
              <a:gd name="connsiteY6" fmla="*/ 534035 h 864094"/>
              <a:gd name="connsiteX7" fmla="*/ 59325 w 683568"/>
              <a:gd name="connsiteY7" fmla="*/ 534035 h 864094"/>
              <a:gd name="connsiteX8" fmla="*/ 0 w 683568"/>
              <a:gd name="connsiteY8" fmla="*/ 341784 h 864094"/>
              <a:gd name="connsiteX9" fmla="*/ 341784 w 683568"/>
              <a:gd name="connsiteY9" fmla="*/ 0 h 864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3568" h="864094">
                <a:moveTo>
                  <a:pt x="341784" y="0"/>
                </a:moveTo>
                <a:cubicBezTo>
                  <a:pt x="530546" y="0"/>
                  <a:pt x="683568" y="153022"/>
                  <a:pt x="683568" y="341784"/>
                </a:cubicBezTo>
                <a:cubicBezTo>
                  <a:pt x="683568" y="439085"/>
                  <a:pt x="642909" y="526890"/>
                  <a:pt x="577183" y="588642"/>
                </a:cubicBezTo>
                <a:lnTo>
                  <a:pt x="341597" y="864094"/>
                </a:lnTo>
                <a:lnTo>
                  <a:pt x="105111" y="587591"/>
                </a:lnTo>
                <a:cubicBezTo>
                  <a:pt x="87976" y="571864"/>
                  <a:pt x="72869" y="554041"/>
                  <a:pt x="59857" y="534679"/>
                </a:cubicBezTo>
                <a:lnTo>
                  <a:pt x="59306" y="534035"/>
                </a:lnTo>
                <a:lnTo>
                  <a:pt x="59325" y="534035"/>
                </a:lnTo>
                <a:cubicBezTo>
                  <a:pt x="21845" y="479324"/>
                  <a:pt x="0" y="413105"/>
                  <a:pt x="0" y="341784"/>
                </a:cubicBezTo>
                <a:cubicBezTo>
                  <a:pt x="0" y="153022"/>
                  <a:pt x="153022" y="0"/>
                  <a:pt x="341784" y="0"/>
                </a:cubicBezTo>
                <a:close/>
              </a:path>
            </a:pathLst>
          </a:custGeom>
          <a:solidFill>
            <a:srgbClr val="114B8A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/>
          </a:p>
        </p:txBody>
      </p:sp>
      <p:sp>
        <p:nvSpPr>
          <p:cNvPr id="8" name="文本框 7"/>
          <p:cNvSpPr txBox="1"/>
          <p:nvPr/>
        </p:nvSpPr>
        <p:spPr>
          <a:xfrm>
            <a:off x="684478" y="235454"/>
            <a:ext cx="562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</a:t>
            </a:r>
            <a:endParaRPr lang="zh-CN" altLang="en-US" sz="28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9" name="燕尾形 8"/>
          <p:cNvSpPr/>
          <p:nvPr/>
        </p:nvSpPr>
        <p:spPr>
          <a:xfrm>
            <a:off x="1273976" y="363099"/>
            <a:ext cx="1977224" cy="432048"/>
          </a:xfrm>
          <a:prstGeom prst="chevron">
            <a:avLst>
              <a:gd name="adj" fmla="val 26719"/>
            </a:avLst>
          </a:prstGeom>
          <a:solidFill>
            <a:srgbClr val="114B8A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endParaRPr lang="zh-CN" altLang="en-US" sz="1800"/>
          </a:p>
        </p:txBody>
      </p:sp>
      <p:sp>
        <p:nvSpPr>
          <p:cNvPr id="11" name="TextBox 6"/>
          <p:cNvSpPr txBox="1"/>
          <p:nvPr/>
        </p:nvSpPr>
        <p:spPr>
          <a:xfrm>
            <a:off x="1129178" y="459180"/>
            <a:ext cx="2266819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01 </a:t>
            </a:r>
            <a:r>
              <a:rPr lang="en-US" altLang="zh-CN" sz="1600" dirty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背景意义</a:t>
            </a:r>
            <a:endParaRPr lang="zh-CN" altLang="en-US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TextBox 6"/>
          <p:cNvSpPr txBox="1"/>
          <p:nvPr/>
        </p:nvSpPr>
        <p:spPr>
          <a:xfrm>
            <a:off x="3422620" y="459180"/>
            <a:ext cx="2266819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02 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Impact" pitchFamily="34" charset="0"/>
                <a:ea typeface="微软雅黑" pitchFamily="34" charset="-122"/>
              </a:rPr>
              <a:t> 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Impact" pitchFamily="34" charset="0"/>
                <a:ea typeface="微软雅黑" pitchFamily="34" charset="-122"/>
              </a:rPr>
              <a:t>实验概要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TextBox 6"/>
          <p:cNvSpPr txBox="1"/>
          <p:nvPr/>
        </p:nvSpPr>
        <p:spPr>
          <a:xfrm>
            <a:off x="5293373" y="459180"/>
            <a:ext cx="2266819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altLang="zh-CN" dirty="0"/>
              <a:t>03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实施与结果分析</a:t>
            </a:r>
          </a:p>
        </p:txBody>
      </p:sp>
      <p:sp>
        <p:nvSpPr>
          <p:cNvPr id="20" name="TextBox 6"/>
          <p:cNvSpPr txBox="1"/>
          <p:nvPr/>
        </p:nvSpPr>
        <p:spPr>
          <a:xfrm>
            <a:off x="7164126" y="459180"/>
            <a:ext cx="2266819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altLang="zh-CN" dirty="0"/>
              <a:t>04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全文结论</a:t>
            </a:r>
          </a:p>
        </p:txBody>
      </p:sp>
      <p:sp>
        <p:nvSpPr>
          <p:cNvPr id="21" name="TextBox 6"/>
          <p:cNvSpPr txBox="1"/>
          <p:nvPr/>
        </p:nvSpPr>
        <p:spPr>
          <a:xfrm>
            <a:off x="9034879" y="459180"/>
            <a:ext cx="2266819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altLang="zh-CN" dirty="0"/>
              <a:t>05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讨论致谢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5323" y="5921934"/>
            <a:ext cx="1405997" cy="47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1775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对角圆角矩形 14"/>
          <p:cNvSpPr/>
          <p:nvPr/>
        </p:nvSpPr>
        <p:spPr>
          <a:xfrm>
            <a:off x="1612704" y="321065"/>
            <a:ext cx="1259344" cy="468000"/>
          </a:xfrm>
          <a:prstGeom prst="round2DiagRect">
            <a:avLst/>
          </a:prstGeom>
          <a:solidFill>
            <a:srgbClr val="114B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872728"/>
            <a:ext cx="12193200" cy="144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4" name="矩形 3"/>
          <p:cNvSpPr/>
          <p:nvPr/>
        </p:nvSpPr>
        <p:spPr>
          <a:xfrm>
            <a:off x="788208" y="872728"/>
            <a:ext cx="611681" cy="144000"/>
          </a:xfrm>
          <a:prstGeom prst="rect">
            <a:avLst/>
          </a:prstGeom>
          <a:solidFill>
            <a:srgbClr val="114B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椭圆 14"/>
          <p:cNvSpPr>
            <a:spLocks noChangeAspect="1"/>
          </p:cNvSpPr>
          <p:nvPr/>
        </p:nvSpPr>
        <p:spPr bwMode="auto">
          <a:xfrm>
            <a:off x="812611" y="116632"/>
            <a:ext cx="562875" cy="720000"/>
          </a:xfrm>
          <a:custGeom>
            <a:avLst/>
            <a:gdLst>
              <a:gd name="connsiteX0" fmla="*/ 341785 w 683568"/>
              <a:gd name="connsiteY0" fmla="*/ 75471 h 864094"/>
              <a:gd name="connsiteX1" fmla="*/ 117720 w 683568"/>
              <a:gd name="connsiteY1" fmla="*/ 299536 h 864094"/>
              <a:gd name="connsiteX2" fmla="*/ 341785 w 683568"/>
              <a:gd name="connsiteY2" fmla="*/ 523601 h 864094"/>
              <a:gd name="connsiteX3" fmla="*/ 341785 w 683568"/>
              <a:gd name="connsiteY3" fmla="*/ 75471 h 864094"/>
              <a:gd name="connsiteX4" fmla="*/ 341784 w 683568"/>
              <a:gd name="connsiteY4" fmla="*/ 0 h 864094"/>
              <a:gd name="connsiteX5" fmla="*/ 683568 w 683568"/>
              <a:gd name="connsiteY5" fmla="*/ 341784 h 864094"/>
              <a:gd name="connsiteX6" fmla="*/ 577183 w 683568"/>
              <a:gd name="connsiteY6" fmla="*/ 588642 h 864094"/>
              <a:gd name="connsiteX7" fmla="*/ 341597 w 683568"/>
              <a:gd name="connsiteY7" fmla="*/ 864094 h 864094"/>
              <a:gd name="connsiteX8" fmla="*/ 105111 w 683568"/>
              <a:gd name="connsiteY8" fmla="*/ 587591 h 864094"/>
              <a:gd name="connsiteX9" fmla="*/ 59857 w 683568"/>
              <a:gd name="connsiteY9" fmla="*/ 534679 h 864094"/>
              <a:gd name="connsiteX10" fmla="*/ 59306 w 683568"/>
              <a:gd name="connsiteY10" fmla="*/ 534035 h 864094"/>
              <a:gd name="connsiteX11" fmla="*/ 59325 w 683568"/>
              <a:gd name="connsiteY11" fmla="*/ 534035 h 864094"/>
              <a:gd name="connsiteX12" fmla="*/ 0 w 683568"/>
              <a:gd name="connsiteY12" fmla="*/ 341784 h 864094"/>
              <a:gd name="connsiteX13" fmla="*/ 341784 w 683568"/>
              <a:gd name="connsiteY13" fmla="*/ 0 h 864094"/>
              <a:gd name="connsiteX0" fmla="*/ 341785 w 683568"/>
              <a:gd name="connsiteY0" fmla="*/ 523601 h 864094"/>
              <a:gd name="connsiteX1" fmla="*/ 117720 w 683568"/>
              <a:gd name="connsiteY1" fmla="*/ 299536 h 864094"/>
              <a:gd name="connsiteX2" fmla="*/ 341785 w 683568"/>
              <a:gd name="connsiteY2" fmla="*/ 523601 h 864094"/>
              <a:gd name="connsiteX3" fmla="*/ 341784 w 683568"/>
              <a:gd name="connsiteY3" fmla="*/ 0 h 864094"/>
              <a:gd name="connsiteX4" fmla="*/ 683568 w 683568"/>
              <a:gd name="connsiteY4" fmla="*/ 341784 h 864094"/>
              <a:gd name="connsiteX5" fmla="*/ 577183 w 683568"/>
              <a:gd name="connsiteY5" fmla="*/ 588642 h 864094"/>
              <a:gd name="connsiteX6" fmla="*/ 341597 w 683568"/>
              <a:gd name="connsiteY6" fmla="*/ 864094 h 864094"/>
              <a:gd name="connsiteX7" fmla="*/ 105111 w 683568"/>
              <a:gd name="connsiteY7" fmla="*/ 587591 h 864094"/>
              <a:gd name="connsiteX8" fmla="*/ 59857 w 683568"/>
              <a:gd name="connsiteY8" fmla="*/ 534679 h 864094"/>
              <a:gd name="connsiteX9" fmla="*/ 59306 w 683568"/>
              <a:gd name="connsiteY9" fmla="*/ 534035 h 864094"/>
              <a:gd name="connsiteX10" fmla="*/ 59325 w 683568"/>
              <a:gd name="connsiteY10" fmla="*/ 534035 h 864094"/>
              <a:gd name="connsiteX11" fmla="*/ 0 w 683568"/>
              <a:gd name="connsiteY11" fmla="*/ 341784 h 864094"/>
              <a:gd name="connsiteX12" fmla="*/ 341784 w 683568"/>
              <a:gd name="connsiteY12" fmla="*/ 0 h 864094"/>
              <a:gd name="connsiteX0" fmla="*/ 341784 w 683568"/>
              <a:gd name="connsiteY0" fmla="*/ 0 h 864094"/>
              <a:gd name="connsiteX1" fmla="*/ 683568 w 683568"/>
              <a:gd name="connsiteY1" fmla="*/ 341784 h 864094"/>
              <a:gd name="connsiteX2" fmla="*/ 577183 w 683568"/>
              <a:gd name="connsiteY2" fmla="*/ 588642 h 864094"/>
              <a:gd name="connsiteX3" fmla="*/ 341597 w 683568"/>
              <a:gd name="connsiteY3" fmla="*/ 864094 h 864094"/>
              <a:gd name="connsiteX4" fmla="*/ 105111 w 683568"/>
              <a:gd name="connsiteY4" fmla="*/ 587591 h 864094"/>
              <a:gd name="connsiteX5" fmla="*/ 59857 w 683568"/>
              <a:gd name="connsiteY5" fmla="*/ 534679 h 864094"/>
              <a:gd name="connsiteX6" fmla="*/ 59306 w 683568"/>
              <a:gd name="connsiteY6" fmla="*/ 534035 h 864094"/>
              <a:gd name="connsiteX7" fmla="*/ 59325 w 683568"/>
              <a:gd name="connsiteY7" fmla="*/ 534035 h 864094"/>
              <a:gd name="connsiteX8" fmla="*/ 0 w 683568"/>
              <a:gd name="connsiteY8" fmla="*/ 341784 h 864094"/>
              <a:gd name="connsiteX9" fmla="*/ 341784 w 683568"/>
              <a:gd name="connsiteY9" fmla="*/ 0 h 864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3568" h="864094">
                <a:moveTo>
                  <a:pt x="341784" y="0"/>
                </a:moveTo>
                <a:cubicBezTo>
                  <a:pt x="530546" y="0"/>
                  <a:pt x="683568" y="153022"/>
                  <a:pt x="683568" y="341784"/>
                </a:cubicBezTo>
                <a:cubicBezTo>
                  <a:pt x="683568" y="439085"/>
                  <a:pt x="642909" y="526890"/>
                  <a:pt x="577183" y="588642"/>
                </a:cubicBezTo>
                <a:lnTo>
                  <a:pt x="341597" y="864094"/>
                </a:lnTo>
                <a:lnTo>
                  <a:pt x="105111" y="587591"/>
                </a:lnTo>
                <a:cubicBezTo>
                  <a:pt x="87976" y="571864"/>
                  <a:pt x="72869" y="554041"/>
                  <a:pt x="59857" y="534679"/>
                </a:cubicBezTo>
                <a:lnTo>
                  <a:pt x="59306" y="534035"/>
                </a:lnTo>
                <a:lnTo>
                  <a:pt x="59325" y="534035"/>
                </a:lnTo>
                <a:cubicBezTo>
                  <a:pt x="21845" y="479324"/>
                  <a:pt x="0" y="413105"/>
                  <a:pt x="0" y="341784"/>
                </a:cubicBezTo>
                <a:cubicBezTo>
                  <a:pt x="0" y="153022"/>
                  <a:pt x="153022" y="0"/>
                  <a:pt x="341784" y="0"/>
                </a:cubicBezTo>
                <a:close/>
              </a:path>
            </a:pathLst>
          </a:custGeom>
          <a:solidFill>
            <a:srgbClr val="114B8A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/>
          </a:p>
        </p:txBody>
      </p:sp>
      <p:sp>
        <p:nvSpPr>
          <p:cNvPr id="9" name="文本框 8"/>
          <p:cNvSpPr txBox="1"/>
          <p:nvPr/>
        </p:nvSpPr>
        <p:spPr>
          <a:xfrm>
            <a:off x="931220" y="177398"/>
            <a:ext cx="562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</a:t>
            </a:r>
            <a:endParaRPr lang="zh-CN" altLang="en-US" sz="28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0" name="TextBox 6"/>
          <p:cNvSpPr txBox="1"/>
          <p:nvPr/>
        </p:nvSpPr>
        <p:spPr>
          <a:xfrm>
            <a:off x="1129178" y="459180"/>
            <a:ext cx="2266819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01 </a:t>
            </a:r>
            <a:r>
              <a:rPr lang="en-US" altLang="zh-CN" sz="1600" dirty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背景意义</a:t>
            </a:r>
            <a:endParaRPr lang="zh-CN" altLang="en-US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Box 6"/>
          <p:cNvSpPr txBox="1"/>
          <p:nvPr/>
        </p:nvSpPr>
        <p:spPr>
          <a:xfrm>
            <a:off x="3422620" y="459180"/>
            <a:ext cx="2266819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02 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Impact" pitchFamily="34" charset="0"/>
                <a:ea typeface="微软雅黑" pitchFamily="34" charset="-122"/>
              </a:rPr>
              <a:t> 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Impact" pitchFamily="34" charset="0"/>
                <a:ea typeface="微软雅黑" pitchFamily="34" charset="-122"/>
              </a:rPr>
              <a:t>实验概要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Box 6"/>
          <p:cNvSpPr txBox="1"/>
          <p:nvPr/>
        </p:nvSpPr>
        <p:spPr>
          <a:xfrm>
            <a:off x="5293373" y="459180"/>
            <a:ext cx="2266819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altLang="zh-CN" dirty="0"/>
              <a:t>03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实施与结果分析</a:t>
            </a:r>
          </a:p>
        </p:txBody>
      </p:sp>
      <p:sp>
        <p:nvSpPr>
          <p:cNvPr id="13" name="TextBox 6"/>
          <p:cNvSpPr txBox="1"/>
          <p:nvPr/>
        </p:nvSpPr>
        <p:spPr>
          <a:xfrm>
            <a:off x="7164126" y="459180"/>
            <a:ext cx="2266819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altLang="zh-CN" dirty="0"/>
              <a:t>04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全文结论</a:t>
            </a:r>
          </a:p>
        </p:txBody>
      </p:sp>
      <p:sp>
        <p:nvSpPr>
          <p:cNvPr id="14" name="TextBox 6"/>
          <p:cNvSpPr txBox="1"/>
          <p:nvPr/>
        </p:nvSpPr>
        <p:spPr>
          <a:xfrm>
            <a:off x="9034879" y="459180"/>
            <a:ext cx="2266819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altLang="zh-CN" dirty="0"/>
              <a:t>05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讨论致谢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5323" y="5921934"/>
            <a:ext cx="1405997" cy="47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8288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332656"/>
            <a:ext cx="12192000" cy="432048"/>
          </a:xfrm>
          <a:prstGeom prst="rect">
            <a:avLst/>
          </a:prstGeom>
          <a:solidFill>
            <a:srgbClr val="124C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1" name="矩形 10"/>
          <p:cNvSpPr/>
          <p:nvPr/>
        </p:nvSpPr>
        <p:spPr>
          <a:xfrm>
            <a:off x="5320729" y="348625"/>
            <a:ext cx="1223363" cy="432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296650" y="332656"/>
            <a:ext cx="1223363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背景意义</a:t>
            </a:r>
            <a:endParaRPr lang="zh-CN" altLang="en-US" sz="1800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544092" y="332656"/>
            <a:ext cx="1223363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实验概要</a:t>
            </a:r>
            <a:endParaRPr lang="zh-CN" altLang="en-US" sz="1800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791535" y="332656"/>
            <a:ext cx="1223363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结果分析</a:t>
            </a:r>
            <a:endParaRPr lang="zh-CN" altLang="en-US" sz="1800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38981" y="332656"/>
            <a:ext cx="1223363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全文结论</a:t>
            </a:r>
            <a:endParaRPr lang="zh-CN" altLang="en-US" sz="1800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764704"/>
            <a:ext cx="12192000" cy="7200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椭圆 7"/>
          <p:cNvSpPr/>
          <p:nvPr/>
        </p:nvSpPr>
        <p:spPr>
          <a:xfrm>
            <a:off x="267586" y="372616"/>
            <a:ext cx="359813" cy="360000"/>
          </a:xfrm>
          <a:prstGeom prst="ellipse">
            <a:avLst/>
          </a:prstGeom>
          <a:solidFill>
            <a:srgbClr val="FFFFFF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76200" y="364594"/>
            <a:ext cx="562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262344" y="332656"/>
            <a:ext cx="1223363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讨论致谢</a:t>
            </a:r>
            <a:endParaRPr lang="zh-CN" altLang="en-US" sz="1800" b="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5323" y="5921934"/>
            <a:ext cx="1405997" cy="47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9427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圆角矩形 14"/>
          <p:cNvSpPr/>
          <p:nvPr/>
        </p:nvSpPr>
        <p:spPr>
          <a:xfrm>
            <a:off x="3846385" y="6093296"/>
            <a:ext cx="1079719" cy="360000"/>
          </a:xfrm>
          <a:prstGeom prst="roundRect">
            <a:avLst>
              <a:gd name="adj" fmla="val 5329"/>
            </a:avLst>
          </a:prstGeom>
          <a:gradFill>
            <a:gsLst>
              <a:gs pos="0">
                <a:srgbClr val="939292"/>
              </a:gs>
              <a:gs pos="80000">
                <a:srgbClr val="A6A6A7"/>
              </a:gs>
              <a:gs pos="100000">
                <a:srgbClr val="B6B0B2"/>
              </a:gs>
            </a:gsLst>
          </a:gra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2" name="直接连接符 1"/>
          <p:cNvCxnSpPr/>
          <p:nvPr/>
        </p:nvCxnSpPr>
        <p:spPr>
          <a:xfrm>
            <a:off x="4404232" y="6273296"/>
            <a:ext cx="698218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直角三角形 2"/>
          <p:cNvSpPr/>
          <p:nvPr/>
        </p:nvSpPr>
        <p:spPr>
          <a:xfrm>
            <a:off x="11783149" y="188641"/>
            <a:ext cx="107972" cy="74995"/>
          </a:xfrm>
          <a:prstGeom prst="rtTriangle">
            <a:avLst/>
          </a:prstGeom>
          <a:solidFill>
            <a:srgbClr val="F8F8F8">
              <a:alpha val="84706"/>
            </a:srgbClr>
          </a:solidFill>
          <a:ln w="317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R="0" lvl="0" indent="0"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kern="0" cap="none" spc="0" normalizeH="0" baseline="0">
              <a:ln>
                <a:noFill/>
              </a:ln>
              <a:solidFill>
                <a:srgbClr val="F9F9F9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" y="258912"/>
            <a:ext cx="1187808" cy="396000"/>
          </a:xfrm>
          <a:prstGeom prst="rect">
            <a:avLst/>
          </a:prstGeom>
          <a:solidFill>
            <a:srgbClr val="0341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矩形 4"/>
          <p:cNvSpPr/>
          <p:nvPr/>
        </p:nvSpPr>
        <p:spPr>
          <a:xfrm>
            <a:off x="1244276" y="258912"/>
            <a:ext cx="10947724" cy="396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 rot="16200000">
            <a:off x="11129319" y="181144"/>
            <a:ext cx="634120" cy="673544"/>
          </a:xfrm>
          <a:custGeom>
            <a:avLst/>
            <a:gdLst/>
            <a:ahLst/>
            <a:cxnLst/>
            <a:rect l="l" t="t" r="r" b="b"/>
            <a:pathLst>
              <a:path w="4732299" h="655200">
                <a:moveTo>
                  <a:pt x="29842" y="0"/>
                </a:moveTo>
                <a:lnTo>
                  <a:pt x="4732299" y="0"/>
                </a:lnTo>
                <a:lnTo>
                  <a:pt x="4732299" y="655200"/>
                </a:lnTo>
                <a:lnTo>
                  <a:pt x="0" y="655200"/>
                </a:lnTo>
                <a:lnTo>
                  <a:pt x="0" y="651669"/>
                </a:lnTo>
                <a:lnTo>
                  <a:pt x="25384" y="651669"/>
                </a:lnTo>
                <a:lnTo>
                  <a:pt x="393662" y="323851"/>
                </a:lnTo>
                <a:close/>
              </a:path>
            </a:pathLst>
          </a:custGeom>
          <a:solidFill>
            <a:schemeClr val="bg1">
              <a:alpha val="85000"/>
            </a:schemeClr>
          </a:solidFill>
          <a:ln w="317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R="0" lvl="0" indent="0"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kern="0" cap="none" spc="0" normalizeH="0" baseline="0" dirty="0">
              <a:ln>
                <a:noFill/>
              </a:ln>
              <a:solidFill>
                <a:srgbClr val="F9F9F9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260294" y="6183296"/>
            <a:ext cx="179953" cy="180000"/>
          </a:xfrm>
          <a:prstGeom prst="ellipse">
            <a:avLst/>
          </a:prstGeom>
          <a:solidFill>
            <a:srgbClr val="03418B"/>
          </a:solidFill>
          <a:ln w="57150">
            <a:solidFill>
              <a:srgbClr val="EAE0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椭圆 8"/>
          <p:cNvSpPr/>
          <p:nvPr/>
        </p:nvSpPr>
        <p:spPr>
          <a:xfrm>
            <a:off x="6051007" y="6183296"/>
            <a:ext cx="179953" cy="180000"/>
          </a:xfrm>
          <a:prstGeom prst="ellipse">
            <a:avLst/>
          </a:prstGeom>
          <a:solidFill>
            <a:srgbClr val="03418B"/>
          </a:solidFill>
          <a:ln w="57150">
            <a:solidFill>
              <a:srgbClr val="EAE0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7805746" y="6183296"/>
            <a:ext cx="179953" cy="180000"/>
          </a:xfrm>
          <a:prstGeom prst="ellipse">
            <a:avLst/>
          </a:prstGeom>
          <a:solidFill>
            <a:srgbClr val="03418B"/>
          </a:solidFill>
          <a:ln w="57150">
            <a:solidFill>
              <a:srgbClr val="EAE0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9560485" y="6183296"/>
            <a:ext cx="179953" cy="180000"/>
          </a:xfrm>
          <a:prstGeom prst="ellipse">
            <a:avLst/>
          </a:prstGeom>
          <a:solidFill>
            <a:srgbClr val="03418B"/>
          </a:solidFill>
          <a:ln w="57150">
            <a:solidFill>
              <a:srgbClr val="EAE0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11315224" y="6183296"/>
            <a:ext cx="179953" cy="180000"/>
          </a:xfrm>
          <a:prstGeom prst="ellipse">
            <a:avLst/>
          </a:prstGeom>
          <a:solidFill>
            <a:srgbClr val="03418B"/>
          </a:solidFill>
          <a:ln w="57150">
            <a:solidFill>
              <a:srgbClr val="EAE0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1274261" y="235454"/>
            <a:ext cx="562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0341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800" dirty="0">
              <a:solidFill>
                <a:srgbClr val="03418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780951" y="6439427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3418B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背景与意义</a:t>
            </a:r>
          </a:p>
        </p:txBody>
      </p:sp>
      <p:sp>
        <p:nvSpPr>
          <p:cNvPr id="14" name="TextBox 8"/>
          <p:cNvSpPr txBox="1"/>
          <p:nvPr/>
        </p:nvSpPr>
        <p:spPr>
          <a:xfrm>
            <a:off x="1343472" y="273348"/>
            <a:ext cx="460851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第一节    选题的背景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753308" y="6439428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实验概要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7482032" y="6439428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结果分析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9210755" y="6439428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全文结论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0939480" y="6439428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讨论致谢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0854" y="287205"/>
            <a:ext cx="1001095" cy="339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9502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弦形 1"/>
          <p:cNvSpPr/>
          <p:nvPr/>
        </p:nvSpPr>
        <p:spPr>
          <a:xfrm rot="6746465">
            <a:off x="5734413" y="6451453"/>
            <a:ext cx="720000" cy="719625"/>
          </a:xfrm>
          <a:prstGeom prst="chord">
            <a:avLst>
              <a:gd name="adj1" fmla="val 3577158"/>
              <a:gd name="adj2" fmla="val 15329001"/>
            </a:avLst>
          </a:prstGeom>
          <a:solidFill>
            <a:srgbClr val="124C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cxnSp>
        <p:nvCxnSpPr>
          <p:cNvPr id="3" name="直接连接符 2"/>
          <p:cNvCxnSpPr/>
          <p:nvPr/>
        </p:nvCxnSpPr>
        <p:spPr>
          <a:xfrm>
            <a:off x="6554163" y="6741368"/>
            <a:ext cx="5634665" cy="0"/>
          </a:xfrm>
          <a:prstGeom prst="line">
            <a:avLst/>
          </a:prstGeom>
          <a:ln w="22479">
            <a:solidFill>
              <a:srgbClr val="124C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0" y="6741368"/>
            <a:ext cx="5634665" cy="0"/>
          </a:xfrm>
          <a:prstGeom prst="line">
            <a:avLst/>
          </a:prstGeom>
          <a:ln w="22479">
            <a:solidFill>
              <a:srgbClr val="124C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-600" y="332656"/>
            <a:ext cx="12193200" cy="0"/>
          </a:xfrm>
          <a:prstGeom prst="line">
            <a:avLst/>
          </a:prstGeom>
          <a:ln w="152400">
            <a:solidFill>
              <a:srgbClr val="C8C8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弧形 6"/>
          <p:cNvSpPr/>
          <p:nvPr/>
        </p:nvSpPr>
        <p:spPr>
          <a:xfrm>
            <a:off x="5626604" y="6343232"/>
            <a:ext cx="935617" cy="936104"/>
          </a:xfrm>
          <a:prstGeom prst="arc">
            <a:avLst>
              <a:gd name="adj1" fmla="val 11317002"/>
              <a:gd name="adj2" fmla="val 21097504"/>
            </a:avLst>
          </a:prstGeom>
          <a:ln w="22479">
            <a:solidFill>
              <a:srgbClr val="124C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任意多边形 7"/>
          <p:cNvSpPr/>
          <p:nvPr/>
        </p:nvSpPr>
        <p:spPr>
          <a:xfrm rot="16200000">
            <a:off x="10184813" y="-101185"/>
            <a:ext cx="1463041" cy="1665411"/>
          </a:xfrm>
          <a:custGeom>
            <a:avLst/>
            <a:gdLst>
              <a:gd name="connsiteX0" fmla="*/ 1463041 w 1463041"/>
              <a:gd name="connsiteY0" fmla="*/ 0 h 1665411"/>
              <a:gd name="connsiteX1" fmla="*/ 1463041 w 1463041"/>
              <a:gd name="connsiteY1" fmla="*/ 832707 h 1665411"/>
              <a:gd name="connsiteX2" fmla="*/ 1463041 w 1463041"/>
              <a:gd name="connsiteY2" fmla="*/ 1665411 h 1665411"/>
              <a:gd name="connsiteX3" fmla="*/ 285101 w 1463041"/>
              <a:gd name="connsiteY3" fmla="*/ 1665411 h 1665411"/>
              <a:gd name="connsiteX4" fmla="*/ 217339 w 1463041"/>
              <a:gd name="connsiteY4" fmla="*/ 1665411 h 1665411"/>
              <a:gd name="connsiteX5" fmla="*/ 0 w 1463041"/>
              <a:gd name="connsiteY5" fmla="*/ 1665411 h 1665411"/>
              <a:gd name="connsiteX6" fmla="*/ 152009 w 1463041"/>
              <a:gd name="connsiteY6" fmla="*/ 832707 h 1665411"/>
              <a:gd name="connsiteX7" fmla="*/ 0 w 1463041"/>
              <a:gd name="connsiteY7" fmla="*/ 2 h 1665411"/>
              <a:gd name="connsiteX8" fmla="*/ 217339 w 1463041"/>
              <a:gd name="connsiteY8" fmla="*/ 2 h 1665411"/>
              <a:gd name="connsiteX9" fmla="*/ 217339 w 1463041"/>
              <a:gd name="connsiteY9" fmla="*/ 0 h 1665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63041" h="1665411">
                <a:moveTo>
                  <a:pt x="1463041" y="0"/>
                </a:moveTo>
                <a:lnTo>
                  <a:pt x="1463041" y="832707"/>
                </a:lnTo>
                <a:lnTo>
                  <a:pt x="1463041" y="1665411"/>
                </a:lnTo>
                <a:lnTo>
                  <a:pt x="285101" y="1665411"/>
                </a:lnTo>
                <a:lnTo>
                  <a:pt x="217339" y="1665411"/>
                </a:lnTo>
                <a:lnTo>
                  <a:pt x="0" y="1665411"/>
                </a:lnTo>
                <a:lnTo>
                  <a:pt x="152009" y="832707"/>
                </a:lnTo>
                <a:lnTo>
                  <a:pt x="0" y="2"/>
                </a:lnTo>
                <a:lnTo>
                  <a:pt x="217339" y="2"/>
                </a:lnTo>
                <a:lnTo>
                  <a:pt x="217339" y="0"/>
                </a:lnTo>
                <a:close/>
              </a:path>
            </a:pathLst>
          </a:custGeom>
          <a:solidFill>
            <a:srgbClr val="124C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/>
          </a:p>
        </p:txBody>
      </p:sp>
      <p:sp>
        <p:nvSpPr>
          <p:cNvPr id="9" name="文本框 8"/>
          <p:cNvSpPr txBox="1"/>
          <p:nvPr/>
        </p:nvSpPr>
        <p:spPr>
          <a:xfrm>
            <a:off x="5921558" y="6478750"/>
            <a:ext cx="562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4"/>
          <p:cNvSpPr txBox="1"/>
          <p:nvPr/>
        </p:nvSpPr>
        <p:spPr>
          <a:xfrm>
            <a:off x="10127399" y="188644"/>
            <a:ext cx="1624697" cy="838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300"/>
              </a:spcAft>
              <a:defRPr/>
            </a:pPr>
            <a:r>
              <a:rPr lang="zh-CN" altLang="en-US" sz="1800" b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第一章  </a:t>
            </a:r>
            <a:endParaRPr lang="en-US" altLang="zh-CN" sz="1800" b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  <a:defRPr/>
            </a:pPr>
            <a:r>
              <a:rPr lang="zh-CN" altLang="en-US" sz="2800" dirty="0">
                <a:solidFill>
                  <a:schemeClr val="bg1"/>
                </a:solidFill>
                <a:latin typeface="华康俪金黑W8(P)" pitchFamily="34" charset="-122"/>
                <a:ea typeface="华康俪金黑W8(P)" pitchFamily="34" charset="-122"/>
              </a:rPr>
              <a:t>背景意义</a:t>
            </a:r>
            <a:endParaRPr lang="en-US" altLang="zh-CN" sz="2800" b="0" dirty="0">
              <a:solidFill>
                <a:schemeClr val="bg1"/>
              </a:solidFill>
              <a:latin typeface="华康俪金黑W8(P)" pitchFamily="34" charset="-122"/>
              <a:ea typeface="华康俪金黑W8(P)" pitchFamily="34" charset="-122"/>
            </a:endParaRPr>
          </a:p>
        </p:txBody>
      </p:sp>
      <p:sp>
        <p:nvSpPr>
          <p:cNvPr id="11" name="TextBox 8"/>
          <p:cNvSpPr txBox="1"/>
          <p:nvPr/>
        </p:nvSpPr>
        <p:spPr>
          <a:xfrm>
            <a:off x="336859" y="476676"/>
            <a:ext cx="4967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5F5E5C"/>
                </a:solidFill>
                <a:latin typeface="华康俪金黑W8(P)" pitchFamily="34" charset="-122"/>
                <a:ea typeface="华康俪金黑W8(P)" pitchFamily="34" charset="-122"/>
              </a:rPr>
              <a:t>第一节</a:t>
            </a:r>
            <a:r>
              <a:rPr lang="en-US" altLang="zh-CN" sz="2400" dirty="0">
                <a:solidFill>
                  <a:srgbClr val="5F5E5C"/>
                </a:solidFill>
                <a:latin typeface="华康俪金黑W8(P)" pitchFamily="34" charset="-122"/>
                <a:ea typeface="华康俪金黑W8(P)" pitchFamily="34" charset="-122"/>
              </a:rPr>
              <a:t>  </a:t>
            </a:r>
            <a:r>
              <a:rPr lang="zh-CN" altLang="en-US" sz="2400" dirty="0">
                <a:solidFill>
                  <a:srgbClr val="5F5E5C"/>
                </a:solidFill>
                <a:latin typeface="华康俪金黑W8(P)" pitchFamily="34" charset="-122"/>
                <a:ea typeface="华康俪金黑W8(P)" pitchFamily="34" charset="-122"/>
              </a:rPr>
              <a:t>选题的背景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5323" y="5921934"/>
            <a:ext cx="1405997" cy="47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7067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" y="0"/>
            <a:ext cx="12193200" cy="3645024"/>
          </a:xfrm>
          <a:prstGeom prst="rect">
            <a:avLst/>
          </a:prstGeom>
          <a:solidFill>
            <a:srgbClr val="114B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66FF"/>
              </a:solidFill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872752" y="1358845"/>
            <a:ext cx="2612161" cy="2757255"/>
            <a:chOff x="6932338" y="975156"/>
            <a:chExt cx="3017007" cy="3184588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13" name="椭圆 12"/>
            <p:cNvSpPr/>
            <p:nvPr/>
          </p:nvSpPr>
          <p:spPr>
            <a:xfrm>
              <a:off x="7389009" y="1943956"/>
              <a:ext cx="2215787" cy="2215788"/>
            </a:xfrm>
            <a:prstGeom prst="ellipse">
              <a:avLst/>
            </a:prstGeom>
            <a:solidFill>
              <a:schemeClr val="bg1"/>
            </a:solidFill>
            <a:ln w="57150" cap="flat" cmpd="sng" algn="ctr">
              <a:solidFill>
                <a:schemeClr val="tx1">
                  <a:lumMod val="85000"/>
                  <a:lumOff val="1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4" name="任意多边形 13"/>
            <p:cNvSpPr/>
            <p:nvPr/>
          </p:nvSpPr>
          <p:spPr>
            <a:xfrm>
              <a:off x="7389008" y="2911816"/>
              <a:ext cx="2191719" cy="472829"/>
            </a:xfrm>
            <a:custGeom>
              <a:avLst/>
              <a:gdLst>
                <a:gd name="connsiteX0" fmla="*/ 2432050 w 2787650"/>
                <a:gd name="connsiteY0" fmla="*/ 76670 h 575226"/>
                <a:gd name="connsiteX1" fmla="*/ 2171700 w 2787650"/>
                <a:gd name="connsiteY1" fmla="*/ 79845 h 575226"/>
                <a:gd name="connsiteX2" fmla="*/ 1949450 w 2787650"/>
                <a:gd name="connsiteY2" fmla="*/ 79845 h 575226"/>
                <a:gd name="connsiteX3" fmla="*/ 1825625 w 2787650"/>
                <a:gd name="connsiteY3" fmla="*/ 79845 h 575226"/>
                <a:gd name="connsiteX4" fmla="*/ 1695450 w 2787650"/>
                <a:gd name="connsiteY4" fmla="*/ 92545 h 575226"/>
                <a:gd name="connsiteX5" fmla="*/ 1657350 w 2787650"/>
                <a:gd name="connsiteY5" fmla="*/ 133820 h 575226"/>
                <a:gd name="connsiteX6" fmla="*/ 1657350 w 2787650"/>
                <a:gd name="connsiteY6" fmla="*/ 197320 h 575226"/>
                <a:gd name="connsiteX7" fmla="*/ 1660525 w 2787650"/>
                <a:gd name="connsiteY7" fmla="*/ 308445 h 575226"/>
                <a:gd name="connsiteX8" fmla="*/ 1685925 w 2787650"/>
                <a:gd name="connsiteY8" fmla="*/ 403695 h 575226"/>
                <a:gd name="connsiteX9" fmla="*/ 1708150 w 2787650"/>
                <a:gd name="connsiteY9" fmla="*/ 460845 h 575226"/>
                <a:gd name="connsiteX10" fmla="*/ 1793875 w 2787650"/>
                <a:gd name="connsiteY10" fmla="*/ 514820 h 575226"/>
                <a:gd name="connsiteX11" fmla="*/ 1889125 w 2787650"/>
                <a:gd name="connsiteY11" fmla="*/ 533870 h 575226"/>
                <a:gd name="connsiteX12" fmla="*/ 2098675 w 2787650"/>
                <a:gd name="connsiteY12" fmla="*/ 530695 h 575226"/>
                <a:gd name="connsiteX13" fmla="*/ 2355850 w 2787650"/>
                <a:gd name="connsiteY13" fmla="*/ 530695 h 575226"/>
                <a:gd name="connsiteX14" fmla="*/ 2419350 w 2787650"/>
                <a:gd name="connsiteY14" fmla="*/ 524345 h 575226"/>
                <a:gd name="connsiteX15" fmla="*/ 2479675 w 2787650"/>
                <a:gd name="connsiteY15" fmla="*/ 524345 h 575226"/>
                <a:gd name="connsiteX16" fmla="*/ 2530475 w 2787650"/>
                <a:gd name="connsiteY16" fmla="*/ 505295 h 575226"/>
                <a:gd name="connsiteX17" fmla="*/ 2549525 w 2787650"/>
                <a:gd name="connsiteY17" fmla="*/ 483070 h 575226"/>
                <a:gd name="connsiteX18" fmla="*/ 2565400 w 2787650"/>
                <a:gd name="connsiteY18" fmla="*/ 441795 h 575226"/>
                <a:gd name="connsiteX19" fmla="*/ 2578100 w 2787650"/>
                <a:gd name="connsiteY19" fmla="*/ 410045 h 575226"/>
                <a:gd name="connsiteX20" fmla="*/ 2590800 w 2787650"/>
                <a:gd name="connsiteY20" fmla="*/ 289395 h 575226"/>
                <a:gd name="connsiteX21" fmla="*/ 2587625 w 2787650"/>
                <a:gd name="connsiteY21" fmla="*/ 235420 h 575226"/>
                <a:gd name="connsiteX22" fmla="*/ 2593975 w 2787650"/>
                <a:gd name="connsiteY22" fmla="*/ 168745 h 575226"/>
                <a:gd name="connsiteX23" fmla="*/ 2593975 w 2787650"/>
                <a:gd name="connsiteY23" fmla="*/ 117945 h 575226"/>
                <a:gd name="connsiteX24" fmla="*/ 2578100 w 2787650"/>
                <a:gd name="connsiteY24" fmla="*/ 92545 h 575226"/>
                <a:gd name="connsiteX25" fmla="*/ 2549525 w 2787650"/>
                <a:gd name="connsiteY25" fmla="*/ 83020 h 575226"/>
                <a:gd name="connsiteX26" fmla="*/ 2562744 w 2787650"/>
                <a:gd name="connsiteY26" fmla="*/ 82839 h 575226"/>
                <a:gd name="connsiteX27" fmla="*/ 2565400 w 2787650"/>
                <a:gd name="connsiteY27" fmla="*/ 83020 h 575226"/>
                <a:gd name="connsiteX28" fmla="*/ 2564011 w 2787650"/>
                <a:gd name="connsiteY28" fmla="*/ 82821 h 575226"/>
                <a:gd name="connsiteX29" fmla="*/ 2562744 w 2787650"/>
                <a:gd name="connsiteY29" fmla="*/ 82839 h 575226"/>
                <a:gd name="connsiteX30" fmla="*/ 2515989 w 2787650"/>
                <a:gd name="connsiteY30" fmla="*/ 79647 h 575226"/>
                <a:gd name="connsiteX31" fmla="*/ 2432050 w 2787650"/>
                <a:gd name="connsiteY31" fmla="*/ 76670 h 575226"/>
                <a:gd name="connsiteX32" fmla="*/ 590550 w 2787650"/>
                <a:gd name="connsiteY32" fmla="*/ 70320 h 575226"/>
                <a:gd name="connsiteX33" fmla="*/ 355600 w 2787650"/>
                <a:gd name="connsiteY33" fmla="*/ 76670 h 575226"/>
                <a:gd name="connsiteX34" fmla="*/ 269875 w 2787650"/>
                <a:gd name="connsiteY34" fmla="*/ 79845 h 575226"/>
                <a:gd name="connsiteX35" fmla="*/ 200025 w 2787650"/>
                <a:gd name="connsiteY35" fmla="*/ 86195 h 575226"/>
                <a:gd name="connsiteX36" fmla="*/ 184150 w 2787650"/>
                <a:gd name="connsiteY36" fmla="*/ 105245 h 575226"/>
                <a:gd name="connsiteX37" fmla="*/ 184150 w 2787650"/>
                <a:gd name="connsiteY37" fmla="*/ 130645 h 575226"/>
                <a:gd name="connsiteX38" fmla="*/ 190500 w 2787650"/>
                <a:gd name="connsiteY38" fmla="*/ 225895 h 575226"/>
                <a:gd name="connsiteX39" fmla="*/ 196850 w 2787650"/>
                <a:gd name="connsiteY39" fmla="*/ 308445 h 575226"/>
                <a:gd name="connsiteX40" fmla="*/ 212725 w 2787650"/>
                <a:gd name="connsiteY40" fmla="*/ 425920 h 575226"/>
                <a:gd name="connsiteX41" fmla="*/ 247650 w 2787650"/>
                <a:gd name="connsiteY41" fmla="*/ 505295 h 575226"/>
                <a:gd name="connsiteX42" fmla="*/ 298450 w 2787650"/>
                <a:gd name="connsiteY42" fmla="*/ 521170 h 575226"/>
                <a:gd name="connsiteX43" fmla="*/ 374650 w 2787650"/>
                <a:gd name="connsiteY43" fmla="*/ 530695 h 575226"/>
                <a:gd name="connsiteX44" fmla="*/ 533400 w 2787650"/>
                <a:gd name="connsiteY44" fmla="*/ 537045 h 575226"/>
                <a:gd name="connsiteX45" fmla="*/ 714375 w 2787650"/>
                <a:gd name="connsiteY45" fmla="*/ 533870 h 575226"/>
                <a:gd name="connsiteX46" fmla="*/ 857250 w 2787650"/>
                <a:gd name="connsiteY46" fmla="*/ 530695 h 575226"/>
                <a:gd name="connsiteX47" fmla="*/ 930275 w 2787650"/>
                <a:gd name="connsiteY47" fmla="*/ 527520 h 575226"/>
                <a:gd name="connsiteX48" fmla="*/ 1003300 w 2787650"/>
                <a:gd name="connsiteY48" fmla="*/ 511645 h 575226"/>
                <a:gd name="connsiteX49" fmla="*/ 1047750 w 2787650"/>
                <a:gd name="connsiteY49" fmla="*/ 483070 h 575226"/>
                <a:gd name="connsiteX50" fmla="*/ 1079500 w 2787650"/>
                <a:gd name="connsiteY50" fmla="*/ 438620 h 575226"/>
                <a:gd name="connsiteX51" fmla="*/ 1117600 w 2787650"/>
                <a:gd name="connsiteY51" fmla="*/ 384645 h 575226"/>
                <a:gd name="connsiteX52" fmla="*/ 1130300 w 2787650"/>
                <a:gd name="connsiteY52" fmla="*/ 283045 h 575226"/>
                <a:gd name="connsiteX53" fmla="*/ 1127125 w 2787650"/>
                <a:gd name="connsiteY53" fmla="*/ 162395 h 575226"/>
                <a:gd name="connsiteX54" fmla="*/ 1114425 w 2787650"/>
                <a:gd name="connsiteY54" fmla="*/ 108420 h 575226"/>
                <a:gd name="connsiteX55" fmla="*/ 1060450 w 2787650"/>
                <a:gd name="connsiteY55" fmla="*/ 86195 h 575226"/>
                <a:gd name="connsiteX56" fmla="*/ 1000125 w 2787650"/>
                <a:gd name="connsiteY56" fmla="*/ 76670 h 575226"/>
                <a:gd name="connsiteX57" fmla="*/ 590550 w 2787650"/>
                <a:gd name="connsiteY57" fmla="*/ 70320 h 575226"/>
                <a:gd name="connsiteX58" fmla="*/ 2107803 w 2787650"/>
                <a:gd name="connsiteY58" fmla="*/ 73 h 575226"/>
                <a:gd name="connsiteX59" fmla="*/ 2139950 w 2787650"/>
                <a:gd name="connsiteY59" fmla="*/ 470 h 575226"/>
                <a:gd name="connsiteX60" fmla="*/ 2292350 w 2787650"/>
                <a:gd name="connsiteY60" fmla="*/ 470 h 575226"/>
                <a:gd name="connsiteX61" fmla="*/ 2444750 w 2787650"/>
                <a:gd name="connsiteY61" fmla="*/ 3645 h 575226"/>
                <a:gd name="connsiteX62" fmla="*/ 2622550 w 2787650"/>
                <a:gd name="connsiteY62" fmla="*/ 16345 h 575226"/>
                <a:gd name="connsiteX63" fmla="*/ 2736850 w 2787650"/>
                <a:gd name="connsiteY63" fmla="*/ 41745 h 575226"/>
                <a:gd name="connsiteX64" fmla="*/ 2787650 w 2787650"/>
                <a:gd name="connsiteY64" fmla="*/ 63970 h 575226"/>
                <a:gd name="connsiteX65" fmla="*/ 2781300 w 2787650"/>
                <a:gd name="connsiteY65" fmla="*/ 203670 h 575226"/>
                <a:gd name="connsiteX66" fmla="*/ 2686050 w 2787650"/>
                <a:gd name="connsiteY66" fmla="*/ 286220 h 575226"/>
                <a:gd name="connsiteX67" fmla="*/ 2667000 w 2787650"/>
                <a:gd name="connsiteY67" fmla="*/ 343370 h 575226"/>
                <a:gd name="connsiteX68" fmla="*/ 2638425 w 2787650"/>
                <a:gd name="connsiteY68" fmla="*/ 425920 h 575226"/>
                <a:gd name="connsiteX69" fmla="*/ 2565400 w 2787650"/>
                <a:gd name="connsiteY69" fmla="*/ 524345 h 575226"/>
                <a:gd name="connsiteX70" fmla="*/ 2536825 w 2787650"/>
                <a:gd name="connsiteY70" fmla="*/ 543395 h 575226"/>
                <a:gd name="connsiteX71" fmla="*/ 2486025 w 2787650"/>
                <a:gd name="connsiteY71" fmla="*/ 559270 h 575226"/>
                <a:gd name="connsiteX72" fmla="*/ 2381250 w 2787650"/>
                <a:gd name="connsiteY72" fmla="*/ 568795 h 575226"/>
                <a:gd name="connsiteX73" fmla="*/ 1949450 w 2787650"/>
                <a:gd name="connsiteY73" fmla="*/ 571970 h 575226"/>
                <a:gd name="connsiteX74" fmla="*/ 1847850 w 2787650"/>
                <a:gd name="connsiteY74" fmla="*/ 565620 h 575226"/>
                <a:gd name="connsiteX75" fmla="*/ 1774825 w 2787650"/>
                <a:gd name="connsiteY75" fmla="*/ 549745 h 575226"/>
                <a:gd name="connsiteX76" fmla="*/ 1692275 w 2787650"/>
                <a:gd name="connsiteY76" fmla="*/ 502120 h 575226"/>
                <a:gd name="connsiteX77" fmla="*/ 1651000 w 2787650"/>
                <a:gd name="connsiteY77" fmla="*/ 457670 h 575226"/>
                <a:gd name="connsiteX78" fmla="*/ 1622425 w 2787650"/>
                <a:gd name="connsiteY78" fmla="*/ 352895 h 575226"/>
                <a:gd name="connsiteX79" fmla="*/ 1590675 w 2787650"/>
                <a:gd name="connsiteY79" fmla="*/ 248120 h 575226"/>
                <a:gd name="connsiteX80" fmla="*/ 1533525 w 2787650"/>
                <a:gd name="connsiteY80" fmla="*/ 168745 h 575226"/>
                <a:gd name="connsiteX81" fmla="*/ 1479550 w 2787650"/>
                <a:gd name="connsiteY81" fmla="*/ 152870 h 575226"/>
                <a:gd name="connsiteX82" fmla="*/ 1279525 w 2787650"/>
                <a:gd name="connsiteY82" fmla="*/ 159220 h 575226"/>
                <a:gd name="connsiteX83" fmla="*/ 1231900 w 2787650"/>
                <a:gd name="connsiteY83" fmla="*/ 194145 h 575226"/>
                <a:gd name="connsiteX84" fmla="*/ 1200150 w 2787650"/>
                <a:gd name="connsiteY84" fmla="*/ 263995 h 575226"/>
                <a:gd name="connsiteX85" fmla="*/ 1168400 w 2787650"/>
                <a:gd name="connsiteY85" fmla="*/ 365595 h 575226"/>
                <a:gd name="connsiteX86" fmla="*/ 1136650 w 2787650"/>
                <a:gd name="connsiteY86" fmla="*/ 448145 h 575226"/>
                <a:gd name="connsiteX87" fmla="*/ 1076325 w 2787650"/>
                <a:gd name="connsiteY87" fmla="*/ 514820 h 575226"/>
                <a:gd name="connsiteX88" fmla="*/ 971550 w 2787650"/>
                <a:gd name="connsiteY88" fmla="*/ 556095 h 575226"/>
                <a:gd name="connsiteX89" fmla="*/ 463550 w 2787650"/>
                <a:gd name="connsiteY89" fmla="*/ 575145 h 575226"/>
                <a:gd name="connsiteX90" fmla="*/ 311150 w 2787650"/>
                <a:gd name="connsiteY90" fmla="*/ 562445 h 575226"/>
                <a:gd name="connsiteX91" fmla="*/ 247650 w 2787650"/>
                <a:gd name="connsiteY91" fmla="*/ 549745 h 575226"/>
                <a:gd name="connsiteX92" fmla="*/ 206375 w 2787650"/>
                <a:gd name="connsiteY92" fmla="*/ 508470 h 575226"/>
                <a:gd name="connsiteX93" fmla="*/ 174625 w 2787650"/>
                <a:gd name="connsiteY93" fmla="*/ 441795 h 575226"/>
                <a:gd name="connsiteX94" fmla="*/ 149225 w 2787650"/>
                <a:gd name="connsiteY94" fmla="*/ 368770 h 575226"/>
                <a:gd name="connsiteX95" fmla="*/ 117475 w 2787650"/>
                <a:gd name="connsiteY95" fmla="*/ 273520 h 575226"/>
                <a:gd name="connsiteX96" fmla="*/ 63500 w 2787650"/>
                <a:gd name="connsiteY96" fmla="*/ 232245 h 575226"/>
                <a:gd name="connsiteX97" fmla="*/ 15875 w 2787650"/>
                <a:gd name="connsiteY97" fmla="*/ 210020 h 575226"/>
                <a:gd name="connsiteX98" fmla="*/ 0 w 2787650"/>
                <a:gd name="connsiteY98" fmla="*/ 57620 h 575226"/>
                <a:gd name="connsiteX99" fmla="*/ 28575 w 2787650"/>
                <a:gd name="connsiteY99" fmla="*/ 38570 h 575226"/>
                <a:gd name="connsiteX100" fmla="*/ 146050 w 2787650"/>
                <a:gd name="connsiteY100" fmla="*/ 16345 h 575226"/>
                <a:gd name="connsiteX101" fmla="*/ 342900 w 2787650"/>
                <a:gd name="connsiteY101" fmla="*/ 6820 h 575226"/>
                <a:gd name="connsiteX102" fmla="*/ 581025 w 2787650"/>
                <a:gd name="connsiteY102" fmla="*/ 6820 h 575226"/>
                <a:gd name="connsiteX103" fmla="*/ 771525 w 2787650"/>
                <a:gd name="connsiteY103" fmla="*/ 9995 h 575226"/>
                <a:gd name="connsiteX104" fmla="*/ 1057275 w 2787650"/>
                <a:gd name="connsiteY104" fmla="*/ 6820 h 575226"/>
                <a:gd name="connsiteX105" fmla="*/ 1085850 w 2787650"/>
                <a:gd name="connsiteY105" fmla="*/ 9995 h 575226"/>
                <a:gd name="connsiteX106" fmla="*/ 1165225 w 2787650"/>
                <a:gd name="connsiteY106" fmla="*/ 35395 h 575226"/>
                <a:gd name="connsiteX107" fmla="*/ 1279525 w 2787650"/>
                <a:gd name="connsiteY107" fmla="*/ 51270 h 575226"/>
                <a:gd name="connsiteX108" fmla="*/ 1390650 w 2787650"/>
                <a:gd name="connsiteY108" fmla="*/ 60795 h 575226"/>
                <a:gd name="connsiteX109" fmla="*/ 1543050 w 2787650"/>
                <a:gd name="connsiteY109" fmla="*/ 48095 h 575226"/>
                <a:gd name="connsiteX110" fmla="*/ 1638300 w 2787650"/>
                <a:gd name="connsiteY110" fmla="*/ 32220 h 575226"/>
                <a:gd name="connsiteX111" fmla="*/ 1708150 w 2787650"/>
                <a:gd name="connsiteY111" fmla="*/ 13170 h 575226"/>
                <a:gd name="connsiteX112" fmla="*/ 1752600 w 2787650"/>
                <a:gd name="connsiteY112" fmla="*/ 13170 h 575226"/>
                <a:gd name="connsiteX113" fmla="*/ 1892300 w 2787650"/>
                <a:gd name="connsiteY113" fmla="*/ 6820 h 575226"/>
                <a:gd name="connsiteX114" fmla="*/ 2044700 w 2787650"/>
                <a:gd name="connsiteY114" fmla="*/ 470 h 575226"/>
                <a:gd name="connsiteX115" fmla="*/ 2107803 w 2787650"/>
                <a:gd name="connsiteY115" fmla="*/ 73 h 57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2787650" h="575226">
                  <a:moveTo>
                    <a:pt x="2432050" y="76670"/>
                  </a:moveTo>
                  <a:lnTo>
                    <a:pt x="2171700" y="79845"/>
                  </a:lnTo>
                  <a:lnTo>
                    <a:pt x="1949450" y="79845"/>
                  </a:lnTo>
                  <a:cubicBezTo>
                    <a:pt x="1949450" y="79845"/>
                    <a:pt x="1867958" y="77728"/>
                    <a:pt x="1825625" y="79845"/>
                  </a:cubicBezTo>
                  <a:cubicBezTo>
                    <a:pt x="1783292" y="81962"/>
                    <a:pt x="1723496" y="83549"/>
                    <a:pt x="1695450" y="92545"/>
                  </a:cubicBezTo>
                  <a:cubicBezTo>
                    <a:pt x="1667404" y="101541"/>
                    <a:pt x="1663700" y="116358"/>
                    <a:pt x="1657350" y="133820"/>
                  </a:cubicBezTo>
                  <a:cubicBezTo>
                    <a:pt x="1651000" y="151282"/>
                    <a:pt x="1656821" y="168216"/>
                    <a:pt x="1657350" y="197320"/>
                  </a:cubicBezTo>
                  <a:cubicBezTo>
                    <a:pt x="1657879" y="226424"/>
                    <a:pt x="1655763" y="274049"/>
                    <a:pt x="1660525" y="308445"/>
                  </a:cubicBezTo>
                  <a:cubicBezTo>
                    <a:pt x="1665287" y="342841"/>
                    <a:pt x="1679046" y="380941"/>
                    <a:pt x="1685925" y="403695"/>
                  </a:cubicBezTo>
                  <a:cubicBezTo>
                    <a:pt x="1692804" y="426449"/>
                    <a:pt x="1690158" y="442324"/>
                    <a:pt x="1708150" y="460845"/>
                  </a:cubicBezTo>
                  <a:cubicBezTo>
                    <a:pt x="1726142" y="479366"/>
                    <a:pt x="1763713" y="502649"/>
                    <a:pt x="1793875" y="514820"/>
                  </a:cubicBezTo>
                  <a:cubicBezTo>
                    <a:pt x="1824037" y="526991"/>
                    <a:pt x="1838325" y="531224"/>
                    <a:pt x="1889125" y="533870"/>
                  </a:cubicBezTo>
                  <a:cubicBezTo>
                    <a:pt x="1939925" y="536516"/>
                    <a:pt x="2020888" y="531224"/>
                    <a:pt x="2098675" y="530695"/>
                  </a:cubicBezTo>
                  <a:cubicBezTo>
                    <a:pt x="2098675" y="530695"/>
                    <a:pt x="2302404" y="531753"/>
                    <a:pt x="2355850" y="530695"/>
                  </a:cubicBezTo>
                  <a:cubicBezTo>
                    <a:pt x="2409296" y="529637"/>
                    <a:pt x="2398713" y="525403"/>
                    <a:pt x="2419350" y="524345"/>
                  </a:cubicBezTo>
                  <a:cubicBezTo>
                    <a:pt x="2439987" y="523287"/>
                    <a:pt x="2461154" y="527520"/>
                    <a:pt x="2479675" y="524345"/>
                  </a:cubicBezTo>
                  <a:cubicBezTo>
                    <a:pt x="2498196" y="521170"/>
                    <a:pt x="2518833" y="512174"/>
                    <a:pt x="2530475" y="505295"/>
                  </a:cubicBezTo>
                  <a:cubicBezTo>
                    <a:pt x="2542117" y="498416"/>
                    <a:pt x="2543704" y="493653"/>
                    <a:pt x="2549525" y="483070"/>
                  </a:cubicBezTo>
                  <a:cubicBezTo>
                    <a:pt x="2555346" y="472487"/>
                    <a:pt x="2560638" y="453966"/>
                    <a:pt x="2565400" y="441795"/>
                  </a:cubicBezTo>
                  <a:cubicBezTo>
                    <a:pt x="2570162" y="429624"/>
                    <a:pt x="2573867" y="435445"/>
                    <a:pt x="2578100" y="410045"/>
                  </a:cubicBezTo>
                  <a:cubicBezTo>
                    <a:pt x="2582333" y="384645"/>
                    <a:pt x="2589213" y="318499"/>
                    <a:pt x="2590800" y="289395"/>
                  </a:cubicBezTo>
                  <a:cubicBezTo>
                    <a:pt x="2592387" y="260291"/>
                    <a:pt x="2587096" y="255528"/>
                    <a:pt x="2587625" y="235420"/>
                  </a:cubicBezTo>
                  <a:cubicBezTo>
                    <a:pt x="2588154" y="215312"/>
                    <a:pt x="2592917" y="188324"/>
                    <a:pt x="2593975" y="168745"/>
                  </a:cubicBezTo>
                  <a:cubicBezTo>
                    <a:pt x="2595033" y="149166"/>
                    <a:pt x="2596621" y="130645"/>
                    <a:pt x="2593975" y="117945"/>
                  </a:cubicBezTo>
                  <a:cubicBezTo>
                    <a:pt x="2591329" y="105245"/>
                    <a:pt x="2585508" y="98366"/>
                    <a:pt x="2578100" y="92545"/>
                  </a:cubicBezTo>
                  <a:cubicBezTo>
                    <a:pt x="2570692" y="86724"/>
                    <a:pt x="2551642" y="84608"/>
                    <a:pt x="2549525" y="83020"/>
                  </a:cubicBezTo>
                  <a:lnTo>
                    <a:pt x="2562744" y="82839"/>
                  </a:lnTo>
                  <a:lnTo>
                    <a:pt x="2565400" y="83020"/>
                  </a:lnTo>
                  <a:cubicBezTo>
                    <a:pt x="2575190" y="83549"/>
                    <a:pt x="2570692" y="83152"/>
                    <a:pt x="2564011" y="82821"/>
                  </a:cubicBezTo>
                  <a:lnTo>
                    <a:pt x="2562744" y="82839"/>
                  </a:lnTo>
                  <a:lnTo>
                    <a:pt x="2515989" y="79647"/>
                  </a:lnTo>
                  <a:cubicBezTo>
                    <a:pt x="2493301" y="78258"/>
                    <a:pt x="2464859" y="76935"/>
                    <a:pt x="2432050" y="76670"/>
                  </a:cubicBezTo>
                  <a:close/>
                  <a:moveTo>
                    <a:pt x="590550" y="70320"/>
                  </a:moveTo>
                  <a:cubicBezTo>
                    <a:pt x="483129" y="70320"/>
                    <a:pt x="409046" y="75083"/>
                    <a:pt x="355600" y="76670"/>
                  </a:cubicBezTo>
                  <a:cubicBezTo>
                    <a:pt x="355600" y="76670"/>
                    <a:pt x="295804" y="78257"/>
                    <a:pt x="269875" y="79845"/>
                  </a:cubicBezTo>
                  <a:cubicBezTo>
                    <a:pt x="243946" y="81432"/>
                    <a:pt x="214312" y="81962"/>
                    <a:pt x="200025" y="86195"/>
                  </a:cubicBezTo>
                  <a:cubicBezTo>
                    <a:pt x="185738" y="90428"/>
                    <a:pt x="186796" y="97837"/>
                    <a:pt x="184150" y="105245"/>
                  </a:cubicBezTo>
                  <a:cubicBezTo>
                    <a:pt x="181504" y="112653"/>
                    <a:pt x="183092" y="110537"/>
                    <a:pt x="184150" y="130645"/>
                  </a:cubicBezTo>
                  <a:cubicBezTo>
                    <a:pt x="185208" y="150753"/>
                    <a:pt x="188383" y="196262"/>
                    <a:pt x="190500" y="225895"/>
                  </a:cubicBezTo>
                  <a:cubicBezTo>
                    <a:pt x="192617" y="255528"/>
                    <a:pt x="192617" y="274578"/>
                    <a:pt x="196850" y="308445"/>
                  </a:cubicBezTo>
                  <a:cubicBezTo>
                    <a:pt x="201083" y="342312"/>
                    <a:pt x="204258" y="393112"/>
                    <a:pt x="212725" y="425920"/>
                  </a:cubicBezTo>
                  <a:cubicBezTo>
                    <a:pt x="221192" y="458728"/>
                    <a:pt x="233363" y="489420"/>
                    <a:pt x="247650" y="505295"/>
                  </a:cubicBezTo>
                  <a:cubicBezTo>
                    <a:pt x="261938" y="521170"/>
                    <a:pt x="277283" y="516937"/>
                    <a:pt x="298450" y="521170"/>
                  </a:cubicBezTo>
                  <a:cubicBezTo>
                    <a:pt x="319617" y="525403"/>
                    <a:pt x="335492" y="528049"/>
                    <a:pt x="374650" y="530695"/>
                  </a:cubicBezTo>
                  <a:cubicBezTo>
                    <a:pt x="413808" y="533341"/>
                    <a:pt x="476779" y="536516"/>
                    <a:pt x="533400" y="537045"/>
                  </a:cubicBezTo>
                  <a:cubicBezTo>
                    <a:pt x="590021" y="537574"/>
                    <a:pt x="660400" y="534928"/>
                    <a:pt x="714375" y="533870"/>
                  </a:cubicBezTo>
                  <a:lnTo>
                    <a:pt x="857250" y="530695"/>
                  </a:lnTo>
                  <a:cubicBezTo>
                    <a:pt x="857250" y="530695"/>
                    <a:pt x="905933" y="530695"/>
                    <a:pt x="930275" y="527520"/>
                  </a:cubicBezTo>
                  <a:cubicBezTo>
                    <a:pt x="954617" y="524345"/>
                    <a:pt x="983721" y="519053"/>
                    <a:pt x="1003300" y="511645"/>
                  </a:cubicBezTo>
                  <a:cubicBezTo>
                    <a:pt x="1022879" y="504237"/>
                    <a:pt x="1035050" y="495241"/>
                    <a:pt x="1047750" y="483070"/>
                  </a:cubicBezTo>
                  <a:cubicBezTo>
                    <a:pt x="1060450" y="470899"/>
                    <a:pt x="1067858" y="455024"/>
                    <a:pt x="1079500" y="438620"/>
                  </a:cubicBezTo>
                  <a:cubicBezTo>
                    <a:pt x="1079500" y="438620"/>
                    <a:pt x="1109133" y="410574"/>
                    <a:pt x="1117600" y="384645"/>
                  </a:cubicBezTo>
                  <a:cubicBezTo>
                    <a:pt x="1126067" y="358716"/>
                    <a:pt x="1128713" y="320087"/>
                    <a:pt x="1130300" y="283045"/>
                  </a:cubicBezTo>
                  <a:cubicBezTo>
                    <a:pt x="1131888" y="246003"/>
                    <a:pt x="1129771" y="191499"/>
                    <a:pt x="1127125" y="162395"/>
                  </a:cubicBezTo>
                  <a:cubicBezTo>
                    <a:pt x="1124479" y="133291"/>
                    <a:pt x="1125537" y="121120"/>
                    <a:pt x="1114425" y="108420"/>
                  </a:cubicBezTo>
                  <a:cubicBezTo>
                    <a:pt x="1103313" y="95720"/>
                    <a:pt x="1079500" y="91487"/>
                    <a:pt x="1060450" y="86195"/>
                  </a:cubicBezTo>
                  <a:cubicBezTo>
                    <a:pt x="1041400" y="80903"/>
                    <a:pt x="1078442" y="79316"/>
                    <a:pt x="1000125" y="76670"/>
                  </a:cubicBezTo>
                  <a:cubicBezTo>
                    <a:pt x="921808" y="74024"/>
                    <a:pt x="697971" y="70320"/>
                    <a:pt x="590550" y="70320"/>
                  </a:cubicBezTo>
                  <a:close/>
                  <a:moveTo>
                    <a:pt x="2107803" y="73"/>
                  </a:moveTo>
                  <a:cubicBezTo>
                    <a:pt x="2126456" y="206"/>
                    <a:pt x="2139950" y="470"/>
                    <a:pt x="2139950" y="470"/>
                  </a:cubicBezTo>
                  <a:lnTo>
                    <a:pt x="2292350" y="470"/>
                  </a:lnTo>
                  <a:cubicBezTo>
                    <a:pt x="2343150" y="999"/>
                    <a:pt x="2389717" y="999"/>
                    <a:pt x="2444750" y="3645"/>
                  </a:cubicBezTo>
                  <a:cubicBezTo>
                    <a:pt x="2499783" y="6291"/>
                    <a:pt x="2573867" y="9995"/>
                    <a:pt x="2622550" y="16345"/>
                  </a:cubicBezTo>
                  <a:cubicBezTo>
                    <a:pt x="2671233" y="22695"/>
                    <a:pt x="2709334" y="33808"/>
                    <a:pt x="2736850" y="41745"/>
                  </a:cubicBezTo>
                  <a:cubicBezTo>
                    <a:pt x="2764366" y="49682"/>
                    <a:pt x="2778654" y="58678"/>
                    <a:pt x="2787650" y="63970"/>
                  </a:cubicBezTo>
                  <a:lnTo>
                    <a:pt x="2781300" y="203670"/>
                  </a:lnTo>
                  <a:cubicBezTo>
                    <a:pt x="2749550" y="231187"/>
                    <a:pt x="2705100" y="262937"/>
                    <a:pt x="2686050" y="286220"/>
                  </a:cubicBezTo>
                  <a:cubicBezTo>
                    <a:pt x="2667000" y="309503"/>
                    <a:pt x="2674938" y="320087"/>
                    <a:pt x="2667000" y="343370"/>
                  </a:cubicBezTo>
                  <a:cubicBezTo>
                    <a:pt x="2659063" y="366653"/>
                    <a:pt x="2655358" y="395758"/>
                    <a:pt x="2638425" y="425920"/>
                  </a:cubicBezTo>
                  <a:cubicBezTo>
                    <a:pt x="2621492" y="456082"/>
                    <a:pt x="2582333" y="504766"/>
                    <a:pt x="2565400" y="524345"/>
                  </a:cubicBezTo>
                  <a:cubicBezTo>
                    <a:pt x="2548467" y="543924"/>
                    <a:pt x="2550054" y="537574"/>
                    <a:pt x="2536825" y="543395"/>
                  </a:cubicBezTo>
                  <a:cubicBezTo>
                    <a:pt x="2523596" y="549216"/>
                    <a:pt x="2511954" y="555037"/>
                    <a:pt x="2486025" y="559270"/>
                  </a:cubicBezTo>
                  <a:cubicBezTo>
                    <a:pt x="2460096" y="563503"/>
                    <a:pt x="2470679" y="566678"/>
                    <a:pt x="2381250" y="568795"/>
                  </a:cubicBezTo>
                  <a:cubicBezTo>
                    <a:pt x="2291821" y="570912"/>
                    <a:pt x="2038350" y="572499"/>
                    <a:pt x="1949450" y="571970"/>
                  </a:cubicBezTo>
                  <a:cubicBezTo>
                    <a:pt x="1860550" y="571441"/>
                    <a:pt x="1876954" y="569324"/>
                    <a:pt x="1847850" y="565620"/>
                  </a:cubicBezTo>
                  <a:cubicBezTo>
                    <a:pt x="1818746" y="561916"/>
                    <a:pt x="1800754" y="560328"/>
                    <a:pt x="1774825" y="549745"/>
                  </a:cubicBezTo>
                  <a:cubicBezTo>
                    <a:pt x="1748896" y="539162"/>
                    <a:pt x="1712912" y="517466"/>
                    <a:pt x="1692275" y="502120"/>
                  </a:cubicBezTo>
                  <a:cubicBezTo>
                    <a:pt x="1671638" y="486774"/>
                    <a:pt x="1662642" y="482541"/>
                    <a:pt x="1651000" y="457670"/>
                  </a:cubicBezTo>
                  <a:cubicBezTo>
                    <a:pt x="1639358" y="432799"/>
                    <a:pt x="1632479" y="387820"/>
                    <a:pt x="1622425" y="352895"/>
                  </a:cubicBezTo>
                  <a:cubicBezTo>
                    <a:pt x="1612371" y="317970"/>
                    <a:pt x="1605492" y="278812"/>
                    <a:pt x="1590675" y="248120"/>
                  </a:cubicBezTo>
                  <a:cubicBezTo>
                    <a:pt x="1575858" y="217428"/>
                    <a:pt x="1552046" y="184620"/>
                    <a:pt x="1533525" y="168745"/>
                  </a:cubicBezTo>
                  <a:cubicBezTo>
                    <a:pt x="1515004" y="152870"/>
                    <a:pt x="1521883" y="154458"/>
                    <a:pt x="1479550" y="152870"/>
                  </a:cubicBezTo>
                  <a:cubicBezTo>
                    <a:pt x="1437217" y="151283"/>
                    <a:pt x="1320800" y="152341"/>
                    <a:pt x="1279525" y="159220"/>
                  </a:cubicBezTo>
                  <a:cubicBezTo>
                    <a:pt x="1238250" y="166099"/>
                    <a:pt x="1245129" y="176683"/>
                    <a:pt x="1231900" y="194145"/>
                  </a:cubicBezTo>
                  <a:cubicBezTo>
                    <a:pt x="1218671" y="211608"/>
                    <a:pt x="1210733" y="235420"/>
                    <a:pt x="1200150" y="263995"/>
                  </a:cubicBezTo>
                  <a:cubicBezTo>
                    <a:pt x="1189567" y="292570"/>
                    <a:pt x="1178983" y="334903"/>
                    <a:pt x="1168400" y="365595"/>
                  </a:cubicBezTo>
                  <a:cubicBezTo>
                    <a:pt x="1157817" y="396287"/>
                    <a:pt x="1151996" y="423274"/>
                    <a:pt x="1136650" y="448145"/>
                  </a:cubicBezTo>
                  <a:cubicBezTo>
                    <a:pt x="1121304" y="473016"/>
                    <a:pt x="1103842" y="496828"/>
                    <a:pt x="1076325" y="514820"/>
                  </a:cubicBezTo>
                  <a:cubicBezTo>
                    <a:pt x="1048808" y="532812"/>
                    <a:pt x="1073679" y="546041"/>
                    <a:pt x="971550" y="556095"/>
                  </a:cubicBezTo>
                  <a:cubicBezTo>
                    <a:pt x="869421" y="566149"/>
                    <a:pt x="573617" y="574087"/>
                    <a:pt x="463550" y="575145"/>
                  </a:cubicBezTo>
                  <a:cubicBezTo>
                    <a:pt x="353483" y="576203"/>
                    <a:pt x="347133" y="566678"/>
                    <a:pt x="311150" y="562445"/>
                  </a:cubicBezTo>
                  <a:cubicBezTo>
                    <a:pt x="275167" y="558212"/>
                    <a:pt x="265113" y="558741"/>
                    <a:pt x="247650" y="549745"/>
                  </a:cubicBezTo>
                  <a:cubicBezTo>
                    <a:pt x="230188" y="540749"/>
                    <a:pt x="218546" y="526462"/>
                    <a:pt x="206375" y="508470"/>
                  </a:cubicBezTo>
                  <a:cubicBezTo>
                    <a:pt x="194204" y="490478"/>
                    <a:pt x="184150" y="465078"/>
                    <a:pt x="174625" y="441795"/>
                  </a:cubicBezTo>
                  <a:cubicBezTo>
                    <a:pt x="165100" y="418512"/>
                    <a:pt x="158750" y="396816"/>
                    <a:pt x="149225" y="368770"/>
                  </a:cubicBezTo>
                  <a:cubicBezTo>
                    <a:pt x="139700" y="340724"/>
                    <a:pt x="131762" y="296274"/>
                    <a:pt x="117475" y="273520"/>
                  </a:cubicBezTo>
                  <a:cubicBezTo>
                    <a:pt x="103187" y="250766"/>
                    <a:pt x="80433" y="242828"/>
                    <a:pt x="63500" y="232245"/>
                  </a:cubicBezTo>
                  <a:cubicBezTo>
                    <a:pt x="46567" y="221662"/>
                    <a:pt x="31221" y="215841"/>
                    <a:pt x="15875" y="210020"/>
                  </a:cubicBezTo>
                  <a:lnTo>
                    <a:pt x="0" y="57620"/>
                  </a:lnTo>
                  <a:cubicBezTo>
                    <a:pt x="9525" y="51270"/>
                    <a:pt x="529" y="46508"/>
                    <a:pt x="28575" y="38570"/>
                  </a:cubicBezTo>
                  <a:cubicBezTo>
                    <a:pt x="56621" y="30633"/>
                    <a:pt x="93663" y="21637"/>
                    <a:pt x="146050" y="16345"/>
                  </a:cubicBezTo>
                  <a:cubicBezTo>
                    <a:pt x="198437" y="11053"/>
                    <a:pt x="270404" y="8407"/>
                    <a:pt x="342900" y="6820"/>
                  </a:cubicBezTo>
                  <a:cubicBezTo>
                    <a:pt x="415396" y="5233"/>
                    <a:pt x="581025" y="6820"/>
                    <a:pt x="581025" y="6820"/>
                  </a:cubicBezTo>
                  <a:cubicBezTo>
                    <a:pt x="652463" y="7349"/>
                    <a:pt x="692150" y="9995"/>
                    <a:pt x="771525" y="9995"/>
                  </a:cubicBezTo>
                  <a:cubicBezTo>
                    <a:pt x="850900" y="9995"/>
                    <a:pt x="1004888" y="6820"/>
                    <a:pt x="1057275" y="6820"/>
                  </a:cubicBezTo>
                  <a:cubicBezTo>
                    <a:pt x="1109662" y="6820"/>
                    <a:pt x="1067858" y="5232"/>
                    <a:pt x="1085850" y="9995"/>
                  </a:cubicBezTo>
                  <a:cubicBezTo>
                    <a:pt x="1103842" y="14757"/>
                    <a:pt x="1132946" y="28516"/>
                    <a:pt x="1165225" y="35395"/>
                  </a:cubicBezTo>
                  <a:cubicBezTo>
                    <a:pt x="1197504" y="42274"/>
                    <a:pt x="1241954" y="47037"/>
                    <a:pt x="1279525" y="51270"/>
                  </a:cubicBezTo>
                  <a:cubicBezTo>
                    <a:pt x="1317096" y="55503"/>
                    <a:pt x="1346729" y="61324"/>
                    <a:pt x="1390650" y="60795"/>
                  </a:cubicBezTo>
                  <a:cubicBezTo>
                    <a:pt x="1434571" y="60266"/>
                    <a:pt x="1501775" y="52857"/>
                    <a:pt x="1543050" y="48095"/>
                  </a:cubicBezTo>
                  <a:cubicBezTo>
                    <a:pt x="1584325" y="43333"/>
                    <a:pt x="1610783" y="38041"/>
                    <a:pt x="1638300" y="32220"/>
                  </a:cubicBezTo>
                  <a:cubicBezTo>
                    <a:pt x="1665817" y="26399"/>
                    <a:pt x="1689100" y="16345"/>
                    <a:pt x="1708150" y="13170"/>
                  </a:cubicBezTo>
                  <a:cubicBezTo>
                    <a:pt x="1727200" y="9995"/>
                    <a:pt x="1721908" y="14228"/>
                    <a:pt x="1752600" y="13170"/>
                  </a:cubicBezTo>
                  <a:cubicBezTo>
                    <a:pt x="1783292" y="12112"/>
                    <a:pt x="1892300" y="6820"/>
                    <a:pt x="1892300" y="6820"/>
                  </a:cubicBezTo>
                  <a:lnTo>
                    <a:pt x="2044700" y="470"/>
                  </a:lnTo>
                  <a:cubicBezTo>
                    <a:pt x="2065338" y="-59"/>
                    <a:pt x="2089150" y="-59"/>
                    <a:pt x="2107803" y="7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4"/>
            <p:cNvSpPr/>
            <p:nvPr/>
          </p:nvSpPr>
          <p:spPr>
            <a:xfrm>
              <a:off x="6932338" y="975156"/>
              <a:ext cx="3017007" cy="2016365"/>
            </a:xfrm>
            <a:custGeom>
              <a:avLst/>
              <a:gdLst>
                <a:gd name="connsiteX0" fmla="*/ 0 w 4084328"/>
                <a:gd name="connsiteY0" fmla="*/ 1391611 h 2729692"/>
                <a:gd name="connsiteX1" fmla="*/ 168812 w 4084328"/>
                <a:gd name="connsiteY1" fmla="*/ 828903 h 2729692"/>
                <a:gd name="connsiteX2" fmla="*/ 576775 w 4084328"/>
                <a:gd name="connsiteY2" fmla="*/ 435008 h 2729692"/>
                <a:gd name="connsiteX3" fmla="*/ 914400 w 4084328"/>
                <a:gd name="connsiteY3" fmla="*/ 266196 h 2729692"/>
                <a:gd name="connsiteX4" fmla="*/ 1392702 w 4084328"/>
                <a:gd name="connsiteY4" fmla="*/ 69248 h 2729692"/>
                <a:gd name="connsiteX5" fmla="*/ 2208628 w 4084328"/>
                <a:gd name="connsiteY5" fmla="*/ 12977 h 2729692"/>
                <a:gd name="connsiteX6" fmla="*/ 3108960 w 4084328"/>
                <a:gd name="connsiteY6" fmla="*/ 294331 h 2729692"/>
                <a:gd name="connsiteX7" fmla="*/ 3263705 w 4084328"/>
                <a:gd name="connsiteY7" fmla="*/ 420940 h 2729692"/>
                <a:gd name="connsiteX8" fmla="*/ 3221502 w 4084328"/>
                <a:gd name="connsiteY8" fmla="*/ 435008 h 2729692"/>
                <a:gd name="connsiteX9" fmla="*/ 3713871 w 4084328"/>
                <a:gd name="connsiteY9" fmla="*/ 547549 h 2729692"/>
                <a:gd name="connsiteX10" fmla="*/ 3742006 w 4084328"/>
                <a:gd name="connsiteY10" fmla="*/ 716362 h 2729692"/>
                <a:gd name="connsiteX11" fmla="*/ 4023360 w 4084328"/>
                <a:gd name="connsiteY11" fmla="*/ 1096189 h 2729692"/>
                <a:gd name="connsiteX12" fmla="*/ 4065563 w 4084328"/>
                <a:gd name="connsiteY12" fmla="*/ 1813642 h 2729692"/>
                <a:gd name="connsiteX13" fmla="*/ 3784209 w 4084328"/>
                <a:gd name="connsiteY13" fmla="*/ 2545162 h 2729692"/>
                <a:gd name="connsiteX14" fmla="*/ 3657600 w 4084328"/>
                <a:gd name="connsiteY14" fmla="*/ 2587365 h 2729692"/>
                <a:gd name="connsiteX15" fmla="*/ 3277772 w 4084328"/>
                <a:gd name="connsiteY15" fmla="*/ 2249740 h 2729692"/>
                <a:gd name="connsiteX16" fmla="*/ 3179298 w 4084328"/>
                <a:gd name="connsiteY16" fmla="*/ 2066860 h 2729692"/>
                <a:gd name="connsiteX17" fmla="*/ 3151163 w 4084328"/>
                <a:gd name="connsiteY17" fmla="*/ 1954319 h 2729692"/>
                <a:gd name="connsiteX18" fmla="*/ 2897945 w 4084328"/>
                <a:gd name="connsiteY18" fmla="*/ 2390417 h 2729692"/>
                <a:gd name="connsiteX19" fmla="*/ 2715065 w 4084328"/>
                <a:gd name="connsiteY19" fmla="*/ 2432620 h 2729692"/>
                <a:gd name="connsiteX20" fmla="*/ 2293034 w 4084328"/>
                <a:gd name="connsiteY20" fmla="*/ 2573297 h 2729692"/>
                <a:gd name="connsiteX21" fmla="*/ 2152357 w 4084328"/>
                <a:gd name="connsiteY21" fmla="*/ 2517026 h 2729692"/>
                <a:gd name="connsiteX22" fmla="*/ 1885071 w 4084328"/>
                <a:gd name="connsiteY22" fmla="*/ 2573297 h 2729692"/>
                <a:gd name="connsiteX23" fmla="*/ 1477108 w 4084328"/>
                <a:gd name="connsiteY23" fmla="*/ 2615500 h 2729692"/>
                <a:gd name="connsiteX24" fmla="*/ 1252025 w 4084328"/>
                <a:gd name="connsiteY24" fmla="*/ 2685839 h 2729692"/>
                <a:gd name="connsiteX25" fmla="*/ 998806 w 4084328"/>
                <a:gd name="connsiteY25" fmla="*/ 2728042 h 2729692"/>
                <a:gd name="connsiteX26" fmla="*/ 731520 w 4084328"/>
                <a:gd name="connsiteY26" fmla="*/ 2629568 h 2729692"/>
                <a:gd name="connsiteX27" fmla="*/ 436098 w 4084328"/>
                <a:gd name="connsiteY27" fmla="*/ 2699906 h 2729692"/>
                <a:gd name="connsiteX28" fmla="*/ 154745 w 4084328"/>
                <a:gd name="connsiteY28" fmla="*/ 2249740 h 2729692"/>
                <a:gd name="connsiteX29" fmla="*/ 42203 w 4084328"/>
                <a:gd name="connsiteY29" fmla="*/ 1785506 h 2729692"/>
                <a:gd name="connsiteX30" fmla="*/ 70338 w 4084328"/>
                <a:gd name="connsiteY30" fmla="*/ 1574491 h 2729692"/>
                <a:gd name="connsiteX31" fmla="*/ 28135 w 4084328"/>
                <a:gd name="connsiteY31" fmla="*/ 1194663 h 2729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084328" h="2729692">
                  <a:moveTo>
                    <a:pt x="0" y="1391611"/>
                  </a:moveTo>
                  <a:cubicBezTo>
                    <a:pt x="36341" y="1189974"/>
                    <a:pt x="72683" y="988337"/>
                    <a:pt x="168812" y="828903"/>
                  </a:cubicBezTo>
                  <a:cubicBezTo>
                    <a:pt x="264941" y="669469"/>
                    <a:pt x="452510" y="528792"/>
                    <a:pt x="576775" y="435008"/>
                  </a:cubicBezTo>
                  <a:cubicBezTo>
                    <a:pt x="701040" y="341224"/>
                    <a:pt x="778412" y="327156"/>
                    <a:pt x="914400" y="266196"/>
                  </a:cubicBezTo>
                  <a:cubicBezTo>
                    <a:pt x="1050388" y="205236"/>
                    <a:pt x="1176997" y="111451"/>
                    <a:pt x="1392702" y="69248"/>
                  </a:cubicBezTo>
                  <a:cubicBezTo>
                    <a:pt x="1608407" y="27045"/>
                    <a:pt x="1922585" y="-24537"/>
                    <a:pt x="2208628" y="12977"/>
                  </a:cubicBezTo>
                  <a:cubicBezTo>
                    <a:pt x="2494671" y="50491"/>
                    <a:pt x="2933114" y="226337"/>
                    <a:pt x="3108960" y="294331"/>
                  </a:cubicBezTo>
                  <a:cubicBezTo>
                    <a:pt x="3284806" y="362325"/>
                    <a:pt x="3244948" y="397494"/>
                    <a:pt x="3263705" y="420940"/>
                  </a:cubicBezTo>
                  <a:cubicBezTo>
                    <a:pt x="3282462" y="444386"/>
                    <a:pt x="3146474" y="413907"/>
                    <a:pt x="3221502" y="435008"/>
                  </a:cubicBezTo>
                  <a:cubicBezTo>
                    <a:pt x="3296530" y="456109"/>
                    <a:pt x="3627120" y="500657"/>
                    <a:pt x="3713871" y="547549"/>
                  </a:cubicBezTo>
                  <a:cubicBezTo>
                    <a:pt x="3800622" y="594441"/>
                    <a:pt x="3690425" y="624922"/>
                    <a:pt x="3742006" y="716362"/>
                  </a:cubicBezTo>
                  <a:cubicBezTo>
                    <a:pt x="3793587" y="807802"/>
                    <a:pt x="3969434" y="913309"/>
                    <a:pt x="4023360" y="1096189"/>
                  </a:cubicBezTo>
                  <a:cubicBezTo>
                    <a:pt x="4077286" y="1279069"/>
                    <a:pt x="4105421" y="1572147"/>
                    <a:pt x="4065563" y="1813642"/>
                  </a:cubicBezTo>
                  <a:cubicBezTo>
                    <a:pt x="4025705" y="2055137"/>
                    <a:pt x="3852203" y="2416208"/>
                    <a:pt x="3784209" y="2545162"/>
                  </a:cubicBezTo>
                  <a:cubicBezTo>
                    <a:pt x="3716215" y="2674116"/>
                    <a:pt x="3742006" y="2636602"/>
                    <a:pt x="3657600" y="2587365"/>
                  </a:cubicBezTo>
                  <a:cubicBezTo>
                    <a:pt x="3573194" y="2538128"/>
                    <a:pt x="3357489" y="2336491"/>
                    <a:pt x="3277772" y="2249740"/>
                  </a:cubicBezTo>
                  <a:cubicBezTo>
                    <a:pt x="3198055" y="2162989"/>
                    <a:pt x="3200400" y="2116097"/>
                    <a:pt x="3179298" y="2066860"/>
                  </a:cubicBezTo>
                  <a:cubicBezTo>
                    <a:pt x="3158197" y="2017623"/>
                    <a:pt x="3198055" y="1900393"/>
                    <a:pt x="3151163" y="1954319"/>
                  </a:cubicBezTo>
                  <a:cubicBezTo>
                    <a:pt x="3104271" y="2008245"/>
                    <a:pt x="2970628" y="2310700"/>
                    <a:pt x="2897945" y="2390417"/>
                  </a:cubicBezTo>
                  <a:cubicBezTo>
                    <a:pt x="2825262" y="2470134"/>
                    <a:pt x="2815884" y="2402140"/>
                    <a:pt x="2715065" y="2432620"/>
                  </a:cubicBezTo>
                  <a:cubicBezTo>
                    <a:pt x="2614247" y="2463100"/>
                    <a:pt x="2386819" y="2559229"/>
                    <a:pt x="2293034" y="2573297"/>
                  </a:cubicBezTo>
                  <a:cubicBezTo>
                    <a:pt x="2199249" y="2587365"/>
                    <a:pt x="2220351" y="2517026"/>
                    <a:pt x="2152357" y="2517026"/>
                  </a:cubicBezTo>
                  <a:cubicBezTo>
                    <a:pt x="2084363" y="2517026"/>
                    <a:pt x="1997613" y="2556885"/>
                    <a:pt x="1885071" y="2573297"/>
                  </a:cubicBezTo>
                  <a:cubicBezTo>
                    <a:pt x="1772529" y="2589709"/>
                    <a:pt x="1582616" y="2596743"/>
                    <a:pt x="1477108" y="2615500"/>
                  </a:cubicBezTo>
                  <a:cubicBezTo>
                    <a:pt x="1371600" y="2634257"/>
                    <a:pt x="1331742" y="2667082"/>
                    <a:pt x="1252025" y="2685839"/>
                  </a:cubicBezTo>
                  <a:cubicBezTo>
                    <a:pt x="1172308" y="2704596"/>
                    <a:pt x="1085557" y="2737420"/>
                    <a:pt x="998806" y="2728042"/>
                  </a:cubicBezTo>
                  <a:cubicBezTo>
                    <a:pt x="912055" y="2718664"/>
                    <a:pt x="825305" y="2634257"/>
                    <a:pt x="731520" y="2629568"/>
                  </a:cubicBezTo>
                  <a:cubicBezTo>
                    <a:pt x="637735" y="2624879"/>
                    <a:pt x="532227" y="2763211"/>
                    <a:pt x="436098" y="2699906"/>
                  </a:cubicBezTo>
                  <a:cubicBezTo>
                    <a:pt x="339969" y="2636601"/>
                    <a:pt x="220394" y="2402140"/>
                    <a:pt x="154745" y="2249740"/>
                  </a:cubicBezTo>
                  <a:cubicBezTo>
                    <a:pt x="89096" y="2097340"/>
                    <a:pt x="56271" y="1898047"/>
                    <a:pt x="42203" y="1785506"/>
                  </a:cubicBezTo>
                  <a:cubicBezTo>
                    <a:pt x="28135" y="1672965"/>
                    <a:pt x="72683" y="1672965"/>
                    <a:pt x="70338" y="1574491"/>
                  </a:cubicBezTo>
                  <a:cubicBezTo>
                    <a:pt x="67993" y="1476017"/>
                    <a:pt x="48064" y="1335340"/>
                    <a:pt x="28135" y="1194663"/>
                  </a:cubicBezTo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7740784" y="3028881"/>
              <a:ext cx="1360979" cy="168714"/>
              <a:chOff x="5818440" y="4156832"/>
              <a:chExt cx="1948877" cy="241593"/>
            </a:xfrm>
            <a:grpFill/>
          </p:grpSpPr>
          <p:sp>
            <p:nvSpPr>
              <p:cNvPr id="19" name="任意多边形 18"/>
              <p:cNvSpPr/>
              <p:nvPr/>
            </p:nvSpPr>
            <p:spPr>
              <a:xfrm>
                <a:off x="5818440" y="4156832"/>
                <a:ext cx="575638" cy="126446"/>
              </a:xfrm>
              <a:custGeom>
                <a:avLst/>
                <a:gdLst>
                  <a:gd name="connsiteX0" fmla="*/ 0 w 575638"/>
                  <a:gd name="connsiteY0" fmla="*/ 126444 h 126444"/>
                  <a:gd name="connsiteX1" fmla="*/ 142875 w 575638"/>
                  <a:gd name="connsiteY1" fmla="*/ 21669 h 126444"/>
                  <a:gd name="connsiteX2" fmla="*/ 523875 w 575638"/>
                  <a:gd name="connsiteY2" fmla="*/ 2619 h 126444"/>
                  <a:gd name="connsiteX3" fmla="*/ 561975 w 575638"/>
                  <a:gd name="connsiteY3" fmla="*/ 59769 h 126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5638" h="126444">
                    <a:moveTo>
                      <a:pt x="0" y="126444"/>
                    </a:moveTo>
                    <a:cubicBezTo>
                      <a:pt x="27781" y="84375"/>
                      <a:pt x="55562" y="42307"/>
                      <a:pt x="142875" y="21669"/>
                    </a:cubicBezTo>
                    <a:cubicBezTo>
                      <a:pt x="230188" y="1031"/>
                      <a:pt x="454025" y="-3731"/>
                      <a:pt x="523875" y="2619"/>
                    </a:cubicBezTo>
                    <a:cubicBezTo>
                      <a:pt x="593725" y="8969"/>
                      <a:pt x="577850" y="34369"/>
                      <a:pt x="561975" y="59769"/>
                    </a:cubicBezTo>
                  </a:path>
                </a:pathLst>
              </a:custGeom>
              <a:noFill/>
              <a:ln w="38100">
                <a:solidFill>
                  <a:schemeClr val="tx1">
                    <a:lumMod val="85000"/>
                    <a:lumOff val="1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6027989" y="4156833"/>
                <a:ext cx="241591" cy="24159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椭圆 20"/>
              <p:cNvSpPr/>
              <p:nvPr/>
            </p:nvSpPr>
            <p:spPr>
              <a:xfrm>
                <a:off x="7525726" y="4156832"/>
                <a:ext cx="241591" cy="24159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7" name="任意多边形 16"/>
            <p:cNvSpPr/>
            <p:nvPr/>
          </p:nvSpPr>
          <p:spPr>
            <a:xfrm>
              <a:off x="8817856" y="3030636"/>
              <a:ext cx="399102" cy="72269"/>
            </a:xfrm>
            <a:custGeom>
              <a:avLst/>
              <a:gdLst>
                <a:gd name="connsiteX0" fmla="*/ 0 w 571500"/>
                <a:gd name="connsiteY0" fmla="*/ 36812 h 103487"/>
                <a:gd name="connsiteX1" fmla="*/ 95250 w 571500"/>
                <a:gd name="connsiteY1" fmla="*/ 8237 h 103487"/>
                <a:gd name="connsiteX2" fmla="*/ 428625 w 571500"/>
                <a:gd name="connsiteY2" fmla="*/ 8237 h 103487"/>
                <a:gd name="connsiteX3" fmla="*/ 571500 w 571500"/>
                <a:gd name="connsiteY3" fmla="*/ 103487 h 103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103487">
                  <a:moveTo>
                    <a:pt x="0" y="36812"/>
                  </a:moveTo>
                  <a:cubicBezTo>
                    <a:pt x="11906" y="24905"/>
                    <a:pt x="23813" y="12999"/>
                    <a:pt x="95250" y="8237"/>
                  </a:cubicBezTo>
                  <a:cubicBezTo>
                    <a:pt x="166688" y="3474"/>
                    <a:pt x="349250" y="-7638"/>
                    <a:pt x="428625" y="8237"/>
                  </a:cubicBezTo>
                  <a:cubicBezTo>
                    <a:pt x="508000" y="24112"/>
                    <a:pt x="539750" y="63799"/>
                    <a:pt x="571500" y="103487"/>
                  </a:cubicBezTo>
                </a:path>
              </a:pathLst>
            </a:custGeom>
            <a:noFill/>
            <a:ln w="38100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7"/>
            <p:cNvSpPr/>
            <p:nvPr/>
          </p:nvSpPr>
          <p:spPr>
            <a:xfrm>
              <a:off x="8413022" y="3822439"/>
              <a:ext cx="179596" cy="52176"/>
            </a:xfrm>
            <a:custGeom>
              <a:avLst/>
              <a:gdLst>
                <a:gd name="connsiteX0" fmla="*/ 0 w 257175"/>
                <a:gd name="connsiteY0" fmla="*/ 4763 h 74714"/>
                <a:gd name="connsiteX1" fmla="*/ 52388 w 257175"/>
                <a:gd name="connsiteY1" fmla="*/ 66675 h 74714"/>
                <a:gd name="connsiteX2" fmla="*/ 190500 w 257175"/>
                <a:gd name="connsiteY2" fmla="*/ 66675 h 74714"/>
                <a:gd name="connsiteX3" fmla="*/ 257175 w 257175"/>
                <a:gd name="connsiteY3" fmla="*/ 0 h 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175" h="74714">
                  <a:moveTo>
                    <a:pt x="0" y="4763"/>
                  </a:moveTo>
                  <a:cubicBezTo>
                    <a:pt x="10319" y="30559"/>
                    <a:pt x="20638" y="56356"/>
                    <a:pt x="52388" y="66675"/>
                  </a:cubicBezTo>
                  <a:cubicBezTo>
                    <a:pt x="84138" y="76994"/>
                    <a:pt x="156369" y="77788"/>
                    <a:pt x="190500" y="66675"/>
                  </a:cubicBezTo>
                  <a:cubicBezTo>
                    <a:pt x="224631" y="55562"/>
                    <a:pt x="240903" y="27781"/>
                    <a:pt x="257175" y="0"/>
                  </a:cubicBezTo>
                </a:path>
              </a:pathLst>
            </a:custGeom>
            <a:noFill/>
            <a:ln w="38100" cap="rnd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6338551" y="1802013"/>
            <a:ext cx="516708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anose="04020904020102020604" pitchFamily="82" charset="0"/>
              </a:rPr>
              <a:t>THANKS</a:t>
            </a:r>
            <a:endParaRPr lang="zh-CN" altLang="en-US" sz="8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howcard Gothic" panose="04020904020102020604" pitchFamily="82" charset="0"/>
            </a:endParaRPr>
          </a:p>
        </p:txBody>
      </p:sp>
      <p:sp>
        <p:nvSpPr>
          <p:cNvPr id="29" name="Freeform 11"/>
          <p:cNvSpPr>
            <a:spLocks noEditPoints="1"/>
          </p:cNvSpPr>
          <p:nvPr/>
        </p:nvSpPr>
        <p:spPr bwMode="auto">
          <a:xfrm>
            <a:off x="2613960" y="4256087"/>
            <a:ext cx="1081572" cy="1050669"/>
          </a:xfrm>
          <a:custGeom>
            <a:avLst/>
            <a:gdLst>
              <a:gd name="T0" fmla="*/ 122 w 139"/>
              <a:gd name="T1" fmla="*/ 5 h 135"/>
              <a:gd name="T2" fmla="*/ 84 w 139"/>
              <a:gd name="T3" fmla="*/ 1 h 135"/>
              <a:gd name="T4" fmla="*/ 45 w 139"/>
              <a:gd name="T5" fmla="*/ 5 h 135"/>
              <a:gd name="T6" fmla="*/ 30 w 139"/>
              <a:gd name="T7" fmla="*/ 18 h 135"/>
              <a:gd name="T8" fmla="*/ 13 w 139"/>
              <a:gd name="T9" fmla="*/ 83 h 135"/>
              <a:gd name="T10" fmla="*/ 35 w 139"/>
              <a:gd name="T11" fmla="*/ 92 h 135"/>
              <a:gd name="T12" fmla="*/ 41 w 139"/>
              <a:gd name="T13" fmla="*/ 135 h 135"/>
              <a:gd name="T14" fmla="*/ 48 w 139"/>
              <a:gd name="T15" fmla="*/ 135 h 135"/>
              <a:gd name="T16" fmla="*/ 119 w 139"/>
              <a:gd name="T17" fmla="*/ 135 h 135"/>
              <a:gd name="T18" fmla="*/ 126 w 139"/>
              <a:gd name="T19" fmla="*/ 135 h 135"/>
              <a:gd name="T20" fmla="*/ 139 w 139"/>
              <a:gd name="T21" fmla="*/ 32 h 135"/>
              <a:gd name="T22" fmla="*/ 122 w 139"/>
              <a:gd name="T23" fmla="*/ 5 h 135"/>
              <a:gd name="T24" fmla="*/ 41 w 139"/>
              <a:gd name="T25" fmla="*/ 55 h 135"/>
              <a:gd name="T26" fmla="*/ 38 w 139"/>
              <a:gd name="T27" fmla="*/ 41 h 135"/>
              <a:gd name="T28" fmla="*/ 39 w 139"/>
              <a:gd name="T29" fmla="*/ 41 h 135"/>
              <a:gd name="T30" fmla="*/ 53 w 139"/>
              <a:gd name="T31" fmla="*/ 40 h 135"/>
              <a:gd name="T32" fmla="*/ 55 w 139"/>
              <a:gd name="T33" fmla="*/ 42 h 135"/>
              <a:gd name="T34" fmla="*/ 55 w 139"/>
              <a:gd name="T35" fmla="*/ 49 h 135"/>
              <a:gd name="T36" fmla="*/ 41 w 139"/>
              <a:gd name="T37" fmla="*/ 55 h 135"/>
              <a:gd name="T38" fmla="*/ 90 w 139"/>
              <a:gd name="T39" fmla="*/ 69 h 135"/>
              <a:gd name="T40" fmla="*/ 50 w 139"/>
              <a:gd name="T41" fmla="*/ 69 h 135"/>
              <a:gd name="T42" fmla="*/ 50 w 139"/>
              <a:gd name="T43" fmla="*/ 60 h 135"/>
              <a:gd name="T44" fmla="*/ 61 w 139"/>
              <a:gd name="T45" fmla="*/ 53 h 135"/>
              <a:gd name="T46" fmla="*/ 62 w 139"/>
              <a:gd name="T47" fmla="*/ 40 h 135"/>
              <a:gd name="T48" fmla="*/ 57 w 139"/>
              <a:gd name="T49" fmla="*/ 34 h 135"/>
              <a:gd name="T50" fmla="*/ 50 w 139"/>
              <a:gd name="T51" fmla="*/ 32 h 135"/>
              <a:gd name="T52" fmla="*/ 50 w 139"/>
              <a:gd name="T53" fmla="*/ 20 h 135"/>
              <a:gd name="T54" fmla="*/ 90 w 139"/>
              <a:gd name="T55" fmla="*/ 20 h 135"/>
              <a:gd name="T56" fmla="*/ 90 w 139"/>
              <a:gd name="T57" fmla="*/ 69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39" h="135">
                <a:moveTo>
                  <a:pt x="122" y="5"/>
                </a:moveTo>
                <a:cubicBezTo>
                  <a:pt x="113" y="2"/>
                  <a:pt x="100" y="0"/>
                  <a:pt x="84" y="1"/>
                </a:cubicBezTo>
                <a:cubicBezTo>
                  <a:pt x="67" y="0"/>
                  <a:pt x="55" y="2"/>
                  <a:pt x="45" y="5"/>
                </a:cubicBezTo>
                <a:cubicBezTo>
                  <a:pt x="36" y="7"/>
                  <a:pt x="30" y="17"/>
                  <a:pt x="30" y="18"/>
                </a:cubicBezTo>
                <a:cubicBezTo>
                  <a:pt x="27" y="22"/>
                  <a:pt x="0" y="64"/>
                  <a:pt x="13" y="83"/>
                </a:cubicBezTo>
                <a:cubicBezTo>
                  <a:pt x="17" y="89"/>
                  <a:pt x="24" y="92"/>
                  <a:pt x="35" y="92"/>
                </a:cubicBezTo>
                <a:cubicBezTo>
                  <a:pt x="37" y="105"/>
                  <a:pt x="39" y="120"/>
                  <a:pt x="41" y="135"/>
                </a:cubicBezTo>
                <a:cubicBezTo>
                  <a:pt x="48" y="135"/>
                  <a:pt x="48" y="135"/>
                  <a:pt x="48" y="135"/>
                </a:cubicBezTo>
                <a:cubicBezTo>
                  <a:pt x="119" y="135"/>
                  <a:pt x="119" y="135"/>
                  <a:pt x="119" y="135"/>
                </a:cubicBezTo>
                <a:cubicBezTo>
                  <a:pt x="126" y="135"/>
                  <a:pt x="126" y="135"/>
                  <a:pt x="126" y="135"/>
                </a:cubicBezTo>
                <a:cubicBezTo>
                  <a:pt x="133" y="91"/>
                  <a:pt x="139" y="46"/>
                  <a:pt x="139" y="32"/>
                </a:cubicBezTo>
                <a:cubicBezTo>
                  <a:pt x="139" y="18"/>
                  <a:pt x="133" y="8"/>
                  <a:pt x="122" y="5"/>
                </a:cubicBezTo>
                <a:close/>
                <a:moveTo>
                  <a:pt x="41" y="55"/>
                </a:moveTo>
                <a:cubicBezTo>
                  <a:pt x="38" y="41"/>
                  <a:pt x="38" y="41"/>
                  <a:pt x="38" y="41"/>
                </a:cubicBezTo>
                <a:cubicBezTo>
                  <a:pt x="38" y="41"/>
                  <a:pt x="38" y="41"/>
                  <a:pt x="39" y="41"/>
                </a:cubicBezTo>
                <a:cubicBezTo>
                  <a:pt x="43" y="39"/>
                  <a:pt x="50" y="38"/>
                  <a:pt x="53" y="40"/>
                </a:cubicBezTo>
                <a:cubicBezTo>
                  <a:pt x="54" y="40"/>
                  <a:pt x="55" y="41"/>
                  <a:pt x="55" y="42"/>
                </a:cubicBezTo>
                <a:cubicBezTo>
                  <a:pt x="57" y="45"/>
                  <a:pt x="55" y="48"/>
                  <a:pt x="55" y="49"/>
                </a:cubicBezTo>
                <a:cubicBezTo>
                  <a:pt x="53" y="52"/>
                  <a:pt x="48" y="54"/>
                  <a:pt x="41" y="55"/>
                </a:cubicBezTo>
                <a:close/>
                <a:moveTo>
                  <a:pt x="90" y="69"/>
                </a:moveTo>
                <a:cubicBezTo>
                  <a:pt x="84" y="69"/>
                  <a:pt x="56" y="69"/>
                  <a:pt x="50" y="69"/>
                </a:cubicBezTo>
                <a:cubicBezTo>
                  <a:pt x="50" y="68"/>
                  <a:pt x="50" y="64"/>
                  <a:pt x="50" y="60"/>
                </a:cubicBezTo>
                <a:cubicBezTo>
                  <a:pt x="55" y="58"/>
                  <a:pt x="59" y="56"/>
                  <a:pt x="61" y="53"/>
                </a:cubicBezTo>
                <a:cubicBezTo>
                  <a:pt x="63" y="50"/>
                  <a:pt x="64" y="45"/>
                  <a:pt x="62" y="40"/>
                </a:cubicBezTo>
                <a:cubicBezTo>
                  <a:pt x="61" y="38"/>
                  <a:pt x="60" y="35"/>
                  <a:pt x="57" y="34"/>
                </a:cubicBezTo>
                <a:cubicBezTo>
                  <a:pt x="55" y="33"/>
                  <a:pt x="53" y="32"/>
                  <a:pt x="50" y="32"/>
                </a:cubicBezTo>
                <a:cubicBezTo>
                  <a:pt x="50" y="26"/>
                  <a:pt x="50" y="22"/>
                  <a:pt x="50" y="20"/>
                </a:cubicBezTo>
                <a:cubicBezTo>
                  <a:pt x="56" y="20"/>
                  <a:pt x="84" y="20"/>
                  <a:pt x="90" y="20"/>
                </a:cubicBezTo>
                <a:cubicBezTo>
                  <a:pt x="90" y="26"/>
                  <a:pt x="90" y="63"/>
                  <a:pt x="90" y="69"/>
                </a:cubicBezTo>
                <a:close/>
              </a:path>
            </a:pathLst>
          </a:custGeom>
          <a:solidFill>
            <a:srgbClr val="2E2E2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34" name="组合 33"/>
          <p:cNvGrpSpPr/>
          <p:nvPr/>
        </p:nvGrpSpPr>
        <p:grpSpPr>
          <a:xfrm flipH="1">
            <a:off x="10662161" y="4013691"/>
            <a:ext cx="127796" cy="253512"/>
            <a:chOff x="6338551" y="4117866"/>
            <a:chExt cx="279963" cy="555372"/>
          </a:xfrm>
        </p:grpSpPr>
        <p:cxnSp>
          <p:nvCxnSpPr>
            <p:cNvPr id="32" name="直接连接符 31"/>
            <p:cNvCxnSpPr/>
            <p:nvPr/>
          </p:nvCxnSpPr>
          <p:spPr>
            <a:xfrm flipV="1">
              <a:off x="6338551" y="4117866"/>
              <a:ext cx="279963" cy="279963"/>
            </a:xfrm>
            <a:prstGeom prst="line">
              <a:avLst/>
            </a:prstGeom>
            <a:ln>
              <a:solidFill>
                <a:srgbClr val="114B8A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H="1" flipV="1">
              <a:off x="6338551" y="4393275"/>
              <a:ext cx="279963" cy="279963"/>
            </a:xfrm>
            <a:prstGeom prst="line">
              <a:avLst/>
            </a:prstGeom>
            <a:ln>
              <a:solidFill>
                <a:srgbClr val="114B8A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文本框 34"/>
          <p:cNvSpPr txBox="1"/>
          <p:nvPr/>
        </p:nvSpPr>
        <p:spPr>
          <a:xfrm>
            <a:off x="8270311" y="3924129"/>
            <a:ext cx="23396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@</a:t>
            </a:r>
            <a:endParaRPr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789853" y="4605822"/>
            <a:ext cx="40640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抛砖引玉，作学习交流之用</a:t>
            </a:r>
          </a:p>
        </p:txBody>
      </p:sp>
      <p:grpSp>
        <p:nvGrpSpPr>
          <p:cNvPr id="37" name="组合 36"/>
          <p:cNvGrpSpPr/>
          <p:nvPr/>
        </p:nvGrpSpPr>
        <p:grpSpPr>
          <a:xfrm flipH="1">
            <a:off x="10726059" y="4654665"/>
            <a:ext cx="127796" cy="253512"/>
            <a:chOff x="6338551" y="4117866"/>
            <a:chExt cx="279963" cy="555372"/>
          </a:xfrm>
        </p:grpSpPr>
        <p:cxnSp>
          <p:nvCxnSpPr>
            <p:cNvPr id="38" name="直接连接符 37"/>
            <p:cNvCxnSpPr/>
            <p:nvPr/>
          </p:nvCxnSpPr>
          <p:spPr>
            <a:xfrm flipV="1">
              <a:off x="6338551" y="4117866"/>
              <a:ext cx="279963" cy="279963"/>
            </a:xfrm>
            <a:prstGeom prst="line">
              <a:avLst/>
            </a:prstGeom>
            <a:ln>
              <a:solidFill>
                <a:srgbClr val="114B8A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 flipV="1">
              <a:off x="6338551" y="4393275"/>
              <a:ext cx="279963" cy="279963"/>
            </a:xfrm>
            <a:prstGeom prst="line">
              <a:avLst/>
            </a:prstGeom>
            <a:ln>
              <a:solidFill>
                <a:srgbClr val="114B8A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0" name="图片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097" y="3959821"/>
            <a:ext cx="1405997" cy="47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823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蓝色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1318</TotalTime>
  <Words>788</Words>
  <Application>Microsoft Office PowerPoint</Application>
  <PresentationFormat>宽屏</PresentationFormat>
  <Paragraphs>281</Paragraphs>
  <Slides>49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49</vt:i4>
      </vt:variant>
    </vt:vector>
  </HeadingPairs>
  <TitlesOfParts>
    <vt:vector size="71" baseType="lpstr">
      <vt:lpstr>ITC Avant Garde Std Bk Cn</vt:lpstr>
      <vt:lpstr>Open Sans Light</vt:lpstr>
      <vt:lpstr>草檀斋毛泽东字体</vt:lpstr>
      <vt:lpstr>等线</vt:lpstr>
      <vt:lpstr>等线 Light</vt:lpstr>
      <vt:lpstr>方正清刻本悦宋简体</vt:lpstr>
      <vt:lpstr>华康俪金黑W8(P)</vt:lpstr>
      <vt:lpstr>华文细黑</vt:lpstr>
      <vt:lpstr>宋体</vt:lpstr>
      <vt:lpstr>微软雅黑</vt:lpstr>
      <vt:lpstr>微软雅黑 Light</vt:lpstr>
      <vt:lpstr>造字工房言宋（非商用）常规体</vt:lpstr>
      <vt:lpstr>Arial</vt:lpstr>
      <vt:lpstr>Calibri</vt:lpstr>
      <vt:lpstr>Impact</vt:lpstr>
      <vt:lpstr>Open Sans</vt:lpstr>
      <vt:lpstr>Segoe UI</vt:lpstr>
      <vt:lpstr>Showcard Gothic</vt:lpstr>
      <vt:lpstr>Times New Roman</vt:lpstr>
      <vt:lpstr>Office 主题​​</vt:lpstr>
      <vt:lpstr>1_Office 主题​​</vt:lpstr>
      <vt:lpstr>2_Office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BECHIN北辰</dc:creator>
  <cp:lastModifiedBy>BECHIN北辰</cp:lastModifiedBy>
  <cp:revision>100</cp:revision>
  <dcterms:created xsi:type="dcterms:W3CDTF">2016-02-06T12:27:32Z</dcterms:created>
  <dcterms:modified xsi:type="dcterms:W3CDTF">2016-06-07T16:09:32Z</dcterms:modified>
</cp:coreProperties>
</file>