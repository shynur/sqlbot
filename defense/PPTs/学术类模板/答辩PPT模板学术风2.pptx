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media/image2.jpeg" ContentType="image/jpeg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media/image3.jpe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 b="def" i="def"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 b="def" i="def"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1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Sheet1.xlsx"/></Relationships>
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Sheet2.xlsx"/></Relationships>
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Sheet3.xlsx"/></Relationships>
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Sheet4.xlsx"/></Relationships>
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Sheet5.xlsx"/></Relationships>
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Sheet6.xlsx"/>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595863"/>
          <c:y val="0.0901021"/>
          <c:w val="0.935414"/>
          <c:h val="0.863973"/>
        </c:manualLayout>
      </c:layout>
      <c:areaChart>
        <c:grouping val="standard"/>
        <c:varyColors val="0"/>
        <c:ser>
          <c:idx val="1"/>
          <c:order val="0"/>
          <c:tx>
            <c:strRef>
              <c:f>Sheet1!$A$3</c:f>
              <c:strCache>
                <c:ptCount val="1"/>
                <c:pt idx="0">
                  <c:v>区域 2</c:v>
                </c:pt>
              </c:strCache>
            </c:strRef>
          </c:tx>
          <c:spPr>
            <a:solidFill>
              <a:srgbClr val="515358"/>
            </a:solidFill>
            <a:ln w="76200" cap="flat">
              <a:noFill/>
              <a:miter lim="400000"/>
            </a:ln>
            <a:effectLst/>
          </c:spPr>
          <c:dLbls>
            <c:numFmt formatCode="#,##0" sourceLinked="0"/>
            <c:txPr>
              <a:bodyPr/>
              <a:lstStyle/>
              <a:p>
                <a:pPr>
                  <a:defRPr b="0" i="0" strike="noStrike" sz="3200" u="none">
                    <a:solidFill>
                      <a:srgbClr val="FFFFFF"/>
                    </a:solidFill>
                    <a:effectLst>
                      <a:outerShdw sx="100000" sy="100000" kx="0" ky="0" algn="tl" rotWithShape="1" blurRad="127000" dist="50800" dir="5400000">
                        <a:srgbClr val="000000">
                          <a:alpha val="60000"/>
                        </a:srgbClr>
                      </a:outerShdw>
                    </a:effectLst>
                    <a:latin typeface="Helvetica Ligh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Sheet1!$B$1:$E$1</c:f>
              <c:strCache>
                <c:ptCount val="4"/>
                <c:pt idx="0">
                  <c:v>四月</c:v>
                </c:pt>
                <c:pt idx="1">
                  <c:v>五月</c:v>
                </c:pt>
                <c:pt idx="2">
                  <c:v>六月</c:v>
                </c:pt>
                <c:pt idx="3">
                  <c:v>七月</c:v>
                </c:pt>
              </c:strCache>
            </c:strRef>
          </c:cat>
          <c:val>
            <c:numRef>
              <c:f>Sheet1!$B$3:$E$3</c:f>
              <c:numCache>
                <c:ptCount val="4"/>
                <c:pt idx="0">
                  <c:v>55.000000</c:v>
                </c:pt>
                <c:pt idx="1">
                  <c:v>43.000000</c:v>
                </c:pt>
                <c:pt idx="2">
                  <c:v>70.000000</c:v>
                </c:pt>
                <c:pt idx="3">
                  <c:v>58.000000</c:v>
                </c:pt>
              </c:numCache>
            </c:numRef>
          </c:val>
        </c:ser>
        <c:ser>
          <c:idx val="0"/>
          <c:order val="1"/>
          <c:tx>
            <c:strRef>
              <c:f>Sheet1!$A$2</c:f>
              <c:strCache>
                <c:ptCount val="1"/>
                <c:pt idx="0">
                  <c:v>区域 1</c:v>
                </c:pt>
              </c:strCache>
            </c:strRef>
          </c:tx>
          <c:spPr>
            <a:solidFill>
              <a:srgbClr val="2F2F34"/>
            </a:solidFill>
            <a:ln w="76200" cap="flat">
              <a:noFill/>
              <a:miter lim="400000"/>
            </a:ln>
            <a:effectLst/>
          </c:spPr>
          <c:dLbls>
            <c:numFmt formatCode="#,##0" sourceLinked="0"/>
            <c:txPr>
              <a:bodyPr/>
              <a:lstStyle/>
              <a:p>
                <a:pPr>
                  <a:defRPr b="0" i="0" strike="noStrike" sz="3200" u="none">
                    <a:solidFill>
                      <a:srgbClr val="FFFFFF"/>
                    </a:solidFill>
                    <a:effectLst>
                      <a:outerShdw sx="100000" sy="100000" kx="0" ky="0" algn="tl" rotWithShape="1" blurRad="127000" dist="50800" dir="5400000">
                        <a:srgbClr val="000000">
                          <a:alpha val="60000"/>
                        </a:srgbClr>
                      </a:outerShdw>
                    </a:effectLst>
                    <a:latin typeface="Helvetica Ligh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Sheet1!$B$1:$E$1</c:f>
              <c:strCache>
                <c:ptCount val="4"/>
                <c:pt idx="0">
                  <c:v>四月</c:v>
                </c:pt>
                <c:pt idx="1">
                  <c:v>五月</c:v>
                </c:pt>
                <c:pt idx="2">
                  <c:v>六月</c:v>
                </c:pt>
                <c:pt idx="3">
                  <c:v>七月</c:v>
                </c:pt>
              </c:strCache>
            </c:strRef>
          </c:cat>
          <c:val>
            <c:numRef>
              <c:f>Sheet1!$B$2:$E$2</c:f>
              <c:numCache>
                <c:ptCount val="4"/>
                <c:pt idx="0">
                  <c:v>17.000000</c:v>
                </c:pt>
                <c:pt idx="1">
                  <c:v>26.000000</c:v>
                </c:pt>
                <c:pt idx="2">
                  <c:v>53.000000</c:v>
                </c:pt>
                <c:pt idx="3">
                  <c:v>96.000000</c:v>
                </c:pt>
              </c:numCache>
            </c:numRef>
          </c:val>
        </c:ser>
        <c:axId val="2094734552"/>
        <c:axId val="2094734553"/>
      </c:areaChart>
      <c:cat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929292"/>
              </a:solidFill>
              <a:prstDash val="solid"/>
              <a:miter lim="400000"/>
            </a:ln>
          </c:spPr>
        </c:majorGridlines>
        <c:numFmt formatCode="General" sourceLinked="0"/>
        <c:majorTickMark val="none"/>
        <c:minorTickMark val="none"/>
        <c:tickLblPos val="none"/>
        <c:spPr>
          <a:ln w="12700" cap="flat">
            <a:solidFill>
              <a:srgbClr val="000000"/>
            </a:solidFill>
            <a:prstDash val="solid"/>
            <a:miter lim="400000"/>
          </a:ln>
        </c:spPr>
        <c:txPr>
          <a:bodyPr rot="0"/>
          <a:lstStyle/>
          <a:p>
            <a:pPr>
              <a:defRPr b="0" i="0" strike="noStrike" sz="2600" u="none">
                <a:solidFill>
                  <a:srgbClr val="000000"/>
                </a:solidFill>
                <a:latin typeface="Helvetica Light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miter lim="400000"/>
          </a:ln>
        </c:spPr>
        <c:txPr>
          <a:bodyPr rot="-5400000"/>
          <a:lstStyle/>
          <a:p>
            <a:pPr>
              <a:defRPr b="0" i="0" strike="noStrike" sz="2600" u="none">
                <a:solidFill>
                  <a:srgbClr val="000000"/>
                </a:solidFill>
                <a:latin typeface="Helvetica Light"/>
              </a:defRPr>
            </a:pPr>
          </a:p>
        </c:txPr>
        <c:crossAx val="2094734552"/>
        <c:crosses val="autoZero"/>
        <c:crossBetween val="midCat"/>
        <c:majorUnit val="25"/>
        <c:minorUnit val="12.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586275"/>
          <c:y val="0.0901021"/>
          <c:w val="0.936372"/>
          <c:h val="0.86397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区域 1</c:v>
                </c:pt>
              </c:strCache>
            </c:strRef>
          </c:tx>
          <c:spPr>
            <a:solidFill>
              <a:srgbClr val="2F2F34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3200" u="none">
                    <a:solidFill>
                      <a:srgbClr val="FFFFFF"/>
                    </a:solidFill>
                    <a:effectLst>
                      <a:outerShdw sx="100000" sy="100000" kx="0" ky="0" algn="tl" rotWithShape="1" blurRad="127000" dist="25433" dir="5400000">
                        <a:srgbClr val="000000">
                          <a:alpha val="60000"/>
                        </a:srgbClr>
                      </a:outerShdw>
                    </a:effectLst>
                    <a:latin typeface="Helvetica Light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Sheet1!$B$1:$E$1</c:f>
              <c:strCache>
                <c:ptCount val="4"/>
                <c:pt idx="0">
                  <c:v>四月</c:v>
                </c:pt>
                <c:pt idx="1">
                  <c:v>五月</c:v>
                </c:pt>
                <c:pt idx="2">
                  <c:v>六月</c:v>
                </c:pt>
                <c:pt idx="3">
                  <c:v>七月</c:v>
                </c:pt>
              </c:strCache>
            </c:strRef>
          </c:cat>
          <c:val>
            <c:numRef>
              <c:f>Sheet1!$B$2:$E$2</c:f>
              <c:numCache>
                <c:ptCount val="4"/>
                <c:pt idx="0">
                  <c:v>27.000000</c:v>
                </c:pt>
                <c:pt idx="1">
                  <c:v>36.000000</c:v>
                </c:pt>
                <c:pt idx="2">
                  <c:v>63.000000</c:v>
                </c:pt>
                <c:pt idx="3">
                  <c:v>143.000000</c:v>
                </c:pt>
              </c:numCache>
            </c:numRef>
          </c:val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区域 2</c:v>
                </c:pt>
              </c:strCache>
            </c:strRef>
          </c:tx>
          <c:spPr>
            <a:solidFill>
              <a:srgbClr val="515358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3200" u="none">
                    <a:solidFill>
                      <a:srgbClr val="FFFFFF"/>
                    </a:solidFill>
                    <a:effectLst>
                      <a:outerShdw sx="100000" sy="100000" kx="0" ky="0" algn="tl" rotWithShape="1" blurRad="127000" dist="25433" dir="5400000">
                        <a:srgbClr val="000000">
                          <a:alpha val="60000"/>
                        </a:srgbClr>
                      </a:outerShdw>
                    </a:effectLst>
                    <a:latin typeface="Helvetica Light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Sheet1!$B$1:$E$1</c:f>
              <c:strCache>
                <c:ptCount val="4"/>
                <c:pt idx="0">
                  <c:v>四月</c:v>
                </c:pt>
                <c:pt idx="1">
                  <c:v>五月</c:v>
                </c:pt>
                <c:pt idx="2">
                  <c:v>六月</c:v>
                </c:pt>
                <c:pt idx="3">
                  <c:v>七月</c:v>
                </c:pt>
              </c:strCache>
            </c:strRef>
          </c:cat>
          <c:val>
            <c:numRef>
              <c:f>Sheet1!$B$3:$E$3</c:f>
              <c:numCache>
                <c:ptCount val="4"/>
                <c:pt idx="0">
                  <c:v>55.000000</c:v>
                </c:pt>
                <c:pt idx="1">
                  <c:v>43.000000</c:v>
                </c:pt>
                <c:pt idx="2">
                  <c:v>80.000000</c:v>
                </c:pt>
                <c:pt idx="3">
                  <c:v>48.000000</c:v>
                </c:pt>
              </c:numCache>
            </c:numRef>
          </c:val>
        </c:ser>
        <c:gapWidth val="50"/>
        <c:overlap val="10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929292"/>
              </a:solidFill>
              <a:prstDash val="solid"/>
              <a:miter lim="400000"/>
            </a:ln>
          </c:spPr>
        </c:majorGridlines>
        <c:numFmt formatCode="General" sourceLinked="0"/>
        <c:majorTickMark val="none"/>
        <c:minorTickMark val="none"/>
        <c:tickLblPos val="none"/>
        <c:spPr>
          <a:ln w="12700" cap="flat">
            <a:solidFill>
              <a:srgbClr val="000000"/>
            </a:solidFill>
            <a:prstDash val="solid"/>
            <a:miter lim="400000"/>
          </a:ln>
        </c:spPr>
        <c:txPr>
          <a:bodyPr rot="0"/>
          <a:lstStyle/>
          <a:p>
            <a:pPr>
              <a:defRPr b="0" i="0" strike="noStrike" sz="2600" u="none">
                <a:solidFill>
                  <a:srgbClr val="000000"/>
                </a:solidFill>
                <a:latin typeface="Helvetica Light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miter lim="400000"/>
          </a:ln>
        </c:spPr>
        <c:txPr>
          <a:bodyPr rot="-5400000"/>
          <a:lstStyle/>
          <a:p>
            <a:pPr>
              <a:defRPr b="0" i="0" strike="noStrike" sz="2600" u="none">
                <a:solidFill>
                  <a:srgbClr val="000000"/>
                </a:solidFill>
                <a:latin typeface="Helvetica Light"/>
              </a:defRPr>
            </a:pPr>
          </a:p>
        </c:txPr>
        <c:crossAx val="2094734552"/>
        <c:crosses val="autoZero"/>
        <c:crossBetween val="between"/>
        <c:majorUnit val="50"/>
        <c:minorUnit val="2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112673"/>
          <c:y val="0.112673"/>
          <c:w val="0.774654"/>
          <c:h val="0.762154"/>
        </c:manualLayout>
      </c:layout>
      <c:pie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区域 1</c:v>
                </c:pt>
              </c:strCache>
            </c:strRef>
          </c:tx>
          <c:spPr>
            <a:solidFill>
              <a:srgbClr val="53585F"/>
            </a:solidFill>
            <a:ln w="101600" cap="flat">
              <a:solidFill>
                <a:srgbClr val="FFFFFF"/>
              </a:solidFill>
              <a:prstDash val="solid"/>
              <a:miter lim="400000"/>
            </a:ln>
            <a:effectLst/>
          </c:spPr>
          <c:explosion val="0"/>
          <c:dPt>
            <c:idx val="0"/>
            <c:explosion val="0"/>
            <c:spPr>
              <a:solidFill>
                <a:srgbClr val="53585F"/>
              </a:solidFill>
              <a:ln w="101600" cap="flat">
                <a:solidFill>
                  <a:srgbClr val="FFFFFF"/>
                </a:solidFill>
                <a:prstDash val="solid"/>
                <a:miter lim="400000"/>
              </a:ln>
              <a:effectLst/>
            </c:spPr>
          </c:dPt>
          <c:dPt>
            <c:idx val="1"/>
            <c:explosion val="14"/>
            <c:spPr>
              <a:solidFill>
                <a:srgbClr val="A6AAA9"/>
              </a:solidFill>
              <a:ln w="12700" cap="flat">
                <a:noFill/>
                <a:miter lim="400000"/>
              </a:ln>
              <a:effectLst/>
            </c:spPr>
          </c:dPt>
          <c:dPt>
            <c:idx val="2"/>
            <c:explosion val="29"/>
            <c:spPr>
              <a:solidFill>
                <a:srgbClr val="FFFFFF"/>
              </a:solidFill>
              <a:ln w="12700" cap="flat">
                <a:noFill/>
                <a:miter lim="400000"/>
              </a:ln>
              <a:effectLst/>
            </c:spPr>
          </c:dPt>
          <c:dLbls>
            <c:dLbl>
              <c:idx val="0"/>
              <c:numFmt formatCode="#,##0%" sourceLinked="0"/>
              <c:txPr>
                <a:bodyPr/>
                <a:lstStyle/>
                <a:p>
                  <a:pPr>
                    <a:defRPr b="0" i="0" strike="noStrike" sz="3200" u="none">
                      <a:solidFill>
                        <a:srgbClr val="FFFFFF"/>
                      </a:solidFill>
                      <a:effectLst>
                        <a:outerShdw sx="100000" sy="100000" kx="0" ky="0" algn="tl" rotWithShape="1" blurRad="127000" dist="45484" dir="5400000">
                          <a:srgbClr val="000000">
                            <a:alpha val="60000"/>
                          </a:srgbClr>
                        </a:outerShdw>
                      </a:effectLst>
                      <a:latin typeface="Helvetica Light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#,##0%" sourceLinked="0"/>
              <c:txPr>
                <a:bodyPr/>
                <a:lstStyle/>
                <a:p>
                  <a:pPr>
                    <a:defRPr b="0" i="0" strike="noStrike" sz="3200" u="none">
                      <a:solidFill>
                        <a:srgbClr val="FFFFFF"/>
                      </a:solidFill>
                      <a:effectLst>
                        <a:outerShdw sx="100000" sy="100000" kx="0" ky="0" algn="tl" rotWithShape="1" blurRad="127000" dist="45484" dir="5400000">
                          <a:srgbClr val="000000">
                            <a:alpha val="60000"/>
                          </a:srgbClr>
                        </a:outerShdw>
                      </a:effectLst>
                      <a:latin typeface="Helvetica Light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#,##0%" sourceLinked="0"/>
              <c:txPr>
                <a:bodyPr/>
                <a:lstStyle/>
                <a:p>
                  <a:pPr>
                    <a:defRPr b="0" i="0" strike="noStrike" sz="3200" u="none">
                      <a:solidFill>
                        <a:srgbClr val="FFFFFF"/>
                      </a:solidFill>
                      <a:effectLst>
                        <a:outerShdw sx="100000" sy="100000" kx="0" ky="0" algn="tl" rotWithShape="1" blurRad="127000" dist="45484" dir="5400000">
                          <a:srgbClr val="000000">
                            <a:alpha val="60000"/>
                          </a:srgbClr>
                        </a:outerShdw>
                      </a:effectLst>
                      <a:latin typeface="Helvetica Light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#,##0%" sourceLinked="0"/>
            <c:txPr>
              <a:bodyPr/>
              <a:lstStyle/>
              <a:p>
                <a:pPr>
                  <a:defRPr b="0" i="0" strike="noStrike" sz="3200" u="none">
                    <a:solidFill>
                      <a:srgbClr val="FFFFFF"/>
                    </a:solidFill>
                    <a:effectLst>
                      <a:outerShdw sx="100000" sy="100000" kx="0" ky="0" algn="tl" rotWithShape="1" blurRad="127000" dist="45484" dir="5400000">
                        <a:srgbClr val="000000">
                          <a:alpha val="60000"/>
                        </a:srgbClr>
                      </a:outerShdw>
                    </a:effectLst>
                    <a:latin typeface="Helvetica Ligh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Sheet1!$B$1:$D$1</c:f>
              <c:strCache>
                <c:ptCount val="3"/>
                <c:pt idx="0">
                  <c:v>四月</c:v>
                </c:pt>
                <c:pt idx="1">
                  <c:v>五月</c:v>
                </c:pt>
                <c:pt idx="2">
                  <c:v>六月</c:v>
                </c:pt>
              </c:strCache>
            </c:strRef>
          </c:cat>
          <c:val>
            <c:numRef>
              <c:f>Sheet1!$B$2:$D$2</c:f>
              <c:numCache>
                <c:ptCount val="3"/>
                <c:pt idx="0">
                  <c:v>91.000000</c:v>
                </c:pt>
                <c:pt idx="1">
                  <c:v>41.000000</c:v>
                </c:pt>
                <c:pt idx="2">
                  <c:v>22.000000</c:v>
                </c:pt>
              </c:numCache>
            </c:numRef>
          </c:val>
        </c:ser>
        <c:firstSliceAng val="0"/>
      </c:pieChart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774784"/>
          <c:y val="0.0774784"/>
          <c:w val="0.845043"/>
          <c:h val="0.832543"/>
        </c:manualLayout>
      </c:layout>
      <c:pie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区域 1</c:v>
                </c:pt>
              </c:strCache>
            </c:strRef>
          </c:tx>
          <c:spPr>
            <a:solidFill>
              <a:srgbClr val="53585F"/>
            </a:solidFill>
            <a:ln w="101600" cap="flat">
              <a:solidFill>
                <a:srgbClr val="FFFFFF"/>
              </a:solidFill>
              <a:prstDash val="solid"/>
              <a:miter lim="400000"/>
            </a:ln>
            <a:effectLst/>
          </c:spPr>
          <c:explosion val="0"/>
          <c:dPt>
            <c:idx val="0"/>
            <c:explosion val="0"/>
            <c:spPr>
              <a:solidFill>
                <a:srgbClr val="53585F"/>
              </a:solidFill>
              <a:ln w="101600" cap="flat">
                <a:solidFill>
                  <a:srgbClr val="FFFFFF"/>
                </a:solidFill>
                <a:prstDash val="solid"/>
                <a:miter lim="400000"/>
              </a:ln>
              <a:effectLst/>
            </c:spPr>
          </c:dPt>
          <c:dPt>
            <c:idx val="1"/>
            <c:explosion val="3"/>
            <c:spPr>
              <a:solidFill>
                <a:srgbClr val="A6AAA9"/>
              </a:solidFill>
              <a:ln w="12700" cap="flat">
                <a:noFill/>
                <a:miter lim="400000"/>
              </a:ln>
              <a:effectLst/>
            </c:spPr>
          </c:dPt>
          <c:dPt>
            <c:idx val="2"/>
            <c:explosion val="18"/>
            <c:spPr>
              <a:solidFill>
                <a:srgbClr val="FFFFFF"/>
              </a:solidFill>
              <a:ln w="12700" cap="flat">
                <a:noFill/>
                <a:miter lim="400000"/>
              </a:ln>
              <a:effectLst/>
            </c:spPr>
          </c:dPt>
          <c:dLbls>
            <c:dLbl>
              <c:idx val="0"/>
              <c:numFmt formatCode="#,##0%" sourceLinked="0"/>
              <c:txPr>
                <a:bodyPr/>
                <a:lstStyle/>
                <a:p>
                  <a:pPr>
                    <a:defRPr b="0" i="0" strike="noStrike" sz="3200" u="none">
                      <a:solidFill>
                        <a:srgbClr val="FFFFFF"/>
                      </a:solidFill>
                      <a:effectLst>
                        <a:outerShdw sx="100000" sy="100000" kx="0" ky="0" algn="tl" rotWithShape="1" blurRad="127000" dist="45484" dir="5400000">
                          <a:srgbClr val="000000">
                            <a:alpha val="60000"/>
                          </a:srgbClr>
                        </a:outerShdw>
                      </a:effectLst>
                      <a:latin typeface="Helvetica Light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#,##0%" sourceLinked="0"/>
              <c:txPr>
                <a:bodyPr/>
                <a:lstStyle/>
                <a:p>
                  <a:pPr>
                    <a:defRPr b="0" i="0" strike="noStrike" sz="3200" u="none">
                      <a:solidFill>
                        <a:srgbClr val="FFFFFF"/>
                      </a:solidFill>
                      <a:effectLst>
                        <a:outerShdw sx="100000" sy="100000" kx="0" ky="0" algn="tl" rotWithShape="1" blurRad="127000" dist="45484" dir="5400000">
                          <a:srgbClr val="000000">
                            <a:alpha val="60000"/>
                          </a:srgbClr>
                        </a:outerShdw>
                      </a:effectLst>
                      <a:latin typeface="Helvetica Light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#,##0%" sourceLinked="0"/>
              <c:txPr>
                <a:bodyPr/>
                <a:lstStyle/>
                <a:p>
                  <a:pPr>
                    <a:defRPr b="0" i="0" strike="noStrike" sz="3200" u="none">
                      <a:solidFill>
                        <a:srgbClr val="FFFFFF"/>
                      </a:solidFill>
                      <a:effectLst>
                        <a:outerShdw sx="100000" sy="100000" kx="0" ky="0" algn="tl" rotWithShape="1" blurRad="127000" dist="45484" dir="5400000">
                          <a:srgbClr val="000000">
                            <a:alpha val="60000"/>
                          </a:srgbClr>
                        </a:outerShdw>
                      </a:effectLst>
                      <a:latin typeface="Helvetica Light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#,##0%" sourceLinked="0"/>
            <c:txPr>
              <a:bodyPr/>
              <a:lstStyle/>
              <a:p>
                <a:pPr>
                  <a:defRPr b="0" i="0" strike="noStrike" sz="3200" u="none">
                    <a:solidFill>
                      <a:srgbClr val="FFFFFF"/>
                    </a:solidFill>
                    <a:effectLst>
                      <a:outerShdw sx="100000" sy="100000" kx="0" ky="0" algn="tl" rotWithShape="1" blurRad="127000" dist="45484" dir="5400000">
                        <a:srgbClr val="000000">
                          <a:alpha val="60000"/>
                        </a:srgbClr>
                      </a:outerShdw>
                    </a:effectLst>
                    <a:latin typeface="Helvetica Ligh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Sheet1!$B$1:$D$1</c:f>
              <c:strCache>
                <c:ptCount val="3"/>
                <c:pt idx="0">
                  <c:v>四月</c:v>
                </c:pt>
                <c:pt idx="1">
                  <c:v>五月</c:v>
                </c:pt>
                <c:pt idx="2">
                  <c:v>六月</c:v>
                </c:pt>
              </c:strCache>
            </c:strRef>
          </c:cat>
          <c:val>
            <c:numRef>
              <c:f>Sheet1!$B$2:$D$2</c:f>
              <c:numCache>
                <c:ptCount val="3"/>
                <c:pt idx="0">
                  <c:v>80.000000</c:v>
                </c:pt>
                <c:pt idx="1">
                  <c:v>50.000000</c:v>
                </c:pt>
                <c:pt idx="2">
                  <c:v>20.000000</c:v>
                </c:pt>
              </c:numCache>
            </c:numRef>
          </c:val>
        </c:ser>
        <c:firstSliceAng val="0"/>
      </c:pieChart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560251"/>
          <c:y val="0.0476414"/>
          <c:w val="0.913824"/>
          <c:h val="0.874544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区域 1</c:v>
                </c:pt>
              </c:strCache>
            </c:strRef>
          </c:tx>
          <c:spPr>
            <a:solidFill>
              <a:srgbClr val="FFFFFF"/>
            </a:solidFill>
            <a:ln w="190500" cap="flat">
              <a:solidFill>
                <a:srgbClr val="000000"/>
              </a:solidFill>
              <a:prstDash val="solid"/>
              <a:miter lim="400000"/>
            </a:ln>
            <a:effectLst/>
          </c:spPr>
          <c:marker>
            <c:symbol val="none"/>
            <c:size val="6"/>
            <c:spPr>
              <a:solidFill>
                <a:srgbClr val="FFFFFF"/>
              </a:solidFill>
              <a:ln w="76200" cap="flat">
                <a:solidFill>
                  <a:schemeClr val="accent1">
                    <a:satOff val="-3355"/>
                    <a:lumOff val="26614"/>
                  </a:schemeClr>
                </a:solidFill>
                <a:prstDash val="solid"/>
                <a:miter lim="400000"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3200" u="none">
                    <a:solidFill>
                      <a:srgbClr val="000000"/>
                    </a:solidFill>
                    <a:latin typeface="Helvetica Light"/>
                  </a:defRPr>
                </a:pPr>
              </a:p>
            </c:txPr>
            <c:dLblPos val="b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Sheet1!$B$1:$I$1</c:f>
              <c:strCache>
                <c:ptCount val="8"/>
                <c:pt idx="0">
                  <c:v/>
                </c:pt>
                <c:pt idx="1">
                  <c:v>JAN</c:v>
                </c:pt>
                <c:pt idx="2">
                  <c:v/>
                </c:pt>
                <c:pt idx="3">
                  <c:v>FEB</c:v>
                </c:pt>
                <c:pt idx="4">
                  <c:v/>
                </c:pt>
                <c:pt idx="5">
                  <c:v>MAR</c:v>
                </c:pt>
                <c:pt idx="6">
                  <c:v/>
                </c:pt>
                <c:pt idx="7">
                  <c:v>APR</c:v>
                </c:pt>
              </c:strCache>
            </c:strRef>
          </c:cat>
          <c:val>
            <c:numRef>
              <c:f>Sheet1!$B$2:$I$2</c:f>
              <c:numCache>
                <c:ptCount val="8"/>
                <c:pt idx="0">
                  <c:v>0.000000</c:v>
                </c:pt>
                <c:pt idx="1">
                  <c:v>14.000000</c:v>
                </c:pt>
                <c:pt idx="2">
                  <c:v>18.000000</c:v>
                </c:pt>
                <c:pt idx="3">
                  <c:v>10.000000</c:v>
                </c:pt>
                <c:pt idx="4">
                  <c:v>30.000000</c:v>
                </c:pt>
                <c:pt idx="5">
                  <c:v>22.000000</c:v>
                </c:pt>
                <c:pt idx="6">
                  <c:v>39.000000</c:v>
                </c:pt>
                <c:pt idx="7">
                  <c:v>30.000000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000000"/>
            </a:solidFill>
            <a:prstDash val="solid"/>
            <a:miter lim="400000"/>
          </a:ln>
        </c:spPr>
        <c:txPr>
          <a:bodyPr rot="0"/>
          <a:lstStyle/>
          <a:p>
            <a:pPr>
              <a:defRPr b="0" i="0" strike="noStrike" sz="2600" u="none">
                <a:solidFill>
                  <a:srgbClr val="53585F"/>
                </a:solidFill>
                <a:latin typeface="Helvetica Light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miter lim="400000"/>
          </a:ln>
        </c:spPr>
        <c:txPr>
          <a:bodyPr rot="0"/>
          <a:lstStyle/>
          <a:p>
            <a:pPr>
              <a:defRPr b="0" i="0" strike="noStrike" sz="2600" u="none">
                <a:solidFill>
                  <a:srgbClr val="000000"/>
                </a:solidFill>
                <a:latin typeface="Helvetica Light"/>
              </a:defRPr>
            </a:pPr>
          </a:p>
        </c:txPr>
        <c:crossAx val="2094734552"/>
        <c:crosses val="autoZero"/>
        <c:crossBetween val="midCat"/>
        <c:majorUnit val="10"/>
        <c:minorUnit val="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753486"/>
          <c:y val="0.0475035"/>
          <c:w val="0.919651"/>
          <c:h val="0.87487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区域 1</c:v>
                </c:pt>
              </c:strCache>
            </c:strRef>
          </c:tx>
          <c:spPr>
            <a:solidFill>
              <a:srgbClr val="000000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3200" u="none">
                    <a:solidFill>
                      <a:srgbClr val="FFFFFF"/>
                    </a:solidFill>
                    <a:effectLst>
                      <a:outerShdw sx="100000" sy="100000" kx="0" ky="0" algn="tl" rotWithShape="1" blurRad="127000" dist="25433" dir="5400000">
                        <a:srgbClr val="000000">
                          <a:alpha val="60000"/>
                        </a:srgbClr>
                      </a:outerShdw>
                    </a:effectLst>
                    <a:latin typeface="Helvetica Light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s</c:v>
                </c:pt>
                <c:pt idx="1">
                  <c:v>m</c:v>
                </c:pt>
                <c:pt idx="2">
                  <c:v>t</c:v>
                </c:pt>
                <c:pt idx="3">
                  <c:v>w</c:v>
                </c:pt>
                <c:pt idx="4">
                  <c:v>t</c:v>
                </c:pt>
                <c:pt idx="5">
                  <c:v>f</c:v>
                </c:pt>
                <c:pt idx="6">
                  <c:v>s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17.000000</c:v>
                </c:pt>
                <c:pt idx="1">
                  <c:v>10.000000</c:v>
                </c:pt>
                <c:pt idx="2">
                  <c:v>33.000000</c:v>
                </c:pt>
                <c:pt idx="3">
                  <c:v>70.000000</c:v>
                </c:pt>
                <c:pt idx="4">
                  <c:v>20.000000</c:v>
                </c:pt>
                <c:pt idx="5">
                  <c:v>30.000000</c:v>
                </c:pt>
                <c:pt idx="6">
                  <c:v>22.000000</c:v>
                </c:pt>
              </c:numCache>
            </c:numRef>
          </c:val>
        </c:ser>
        <c:gapWidth val="280"/>
        <c:overlap val="-1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000000"/>
            </a:solidFill>
            <a:prstDash val="solid"/>
            <a:miter lim="400000"/>
          </a:ln>
        </c:spPr>
        <c:txPr>
          <a:bodyPr rot="0"/>
          <a:lstStyle/>
          <a:p>
            <a:pPr>
              <a:defRPr b="0" i="0" strike="noStrike" sz="2600" u="none">
                <a:solidFill>
                  <a:srgbClr val="000000"/>
                </a:solidFill>
                <a:latin typeface="Helvetica Light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c:spPr>
        </c:majorGridlines>
        <c:numFmt formatCode="0" sourceLinked="0"/>
        <c:majorTickMark val="none"/>
        <c:minorTickMark val="none"/>
        <c:tickLblPos val="nextTo"/>
        <c:spPr>
          <a:ln w="12700" cap="flat">
            <a:noFill/>
            <a:prstDash val="solid"/>
            <a:miter lim="400000"/>
          </a:ln>
        </c:spPr>
        <c:txPr>
          <a:bodyPr rot="-5400000"/>
          <a:lstStyle/>
          <a:p>
            <a:pPr>
              <a:defRPr b="0" i="0" strike="noStrike" sz="2600" u="none">
                <a:solidFill>
                  <a:srgbClr val="000000"/>
                </a:solidFill>
                <a:latin typeface="Helvetica Light"/>
              </a:defRPr>
            </a:pPr>
          </a:p>
        </c:txPr>
        <c:crossAx val="2094734552"/>
        <c:crosses val="autoZero"/>
        <c:crossBetween val="between"/>
        <c:majorUnit val="17.5"/>
        <c:minorUnit val="8.7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3" name="Shape 4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6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6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6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6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6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6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6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6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6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Relationship Id="rId3" Type="http://schemas.openxmlformats.org/officeDocument/2006/relationships/hyperlink" Target="https://download.unsplash.com/46/3YNGIU4yRTO4DDifrEfA__MG_2885.jpg" TargetMode="External"/><Relationship Id="rId4" Type="http://schemas.openxmlformats.org/officeDocument/2006/relationships/hyperlink" Target="http://pixabay.com/zh/%E6%9C%AC%E4%B9%A6-%E5%BC%80%E6%94%BE-%E9%A1%B5-%E5%9B%BE%E4%B9%A6%E9%A6%86-%E5%9B%BE%E4%B9%A6-%E7%9F%A5%E9%81%93-%E9%98%85%E8%AF%BB-%E5%AD%A6%E4%B9%A0-%E8%AF%BB%E5%8F%96-%E7%A0%94%E7%A9%B6-408302/" TargetMode="External"/><Relationship Id="rId5" Type="http://schemas.openxmlformats.org/officeDocument/2006/relationships/hyperlink" Target="https://download.unsplash.com/photo-1429041966141-44d228a42775" TargetMode="External"/></Relationships>
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Shape 44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49" name="Shape 44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700"/>
            </a:pPr>
            <a:r>
              <a:rPr u="sng">
                <a:hlinkClick r:id="rId3" invalidUrl="" action="" tgtFrame="" tooltip="" history="1" highlightClick="0" endSnd="0"/>
              </a:rPr>
              <a:t>https://download.unsplash.com/46/3YNGIU4yRTO4DDifrEfA__MG_2885.jpg</a:t>
            </a:r>
          </a:p>
          <a:p>
            <a:pPr>
              <a:defRPr sz="1700"/>
            </a:pPr>
            <a:r>
              <a:rPr u="sng">
                <a:hlinkClick r:id="rId4" invalidUrl="" action="" tgtFrame="" tooltip="" history="1" highlightClick="0" endSnd="0"/>
              </a:rPr>
              <a:t>http://pixabay.com/zh/本书-开放-页-图书馆-图书-知道-阅读-学习-读取-研究-408302/</a:t>
            </a:r>
          </a:p>
          <a:p>
            <a:pPr>
              <a:defRPr sz="1700"/>
            </a:pPr>
            <a:r>
              <a:rPr u="sng">
                <a:hlinkClick r:id="rId5" invalidUrl="" action="" tgtFrame="" tooltip="" history="1" highlightClick="0" endSnd="0"/>
              </a:rPr>
              <a:t>https://download.unsplash.com/photo-1429041966141-44d228a42775</a:t>
            </a: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Shape 45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53" name="Shape 45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algn="ctr" defTabSz="914400">
              <a:lnSpc>
                <a:spcPct val="100000"/>
              </a:lnSpc>
              <a:defRPr sz="3200">
                <a:latin typeface="Calibri"/>
                <a:ea typeface="Calibri"/>
                <a:cs typeface="Calibri"/>
                <a:sym typeface="Calibri"/>
              </a:defRPr>
            </a:pPr>
            <a:r>
              <a:rPr sz="5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原创</a:t>
            </a:r>
            <a:r>
              <a:rPr sz="5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PPT</a:t>
            </a:r>
            <a:r>
              <a:rPr sz="5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发布说明</a:t>
            </a:r>
            <a:endParaRPr sz="5200">
              <a:solidFill>
                <a:srgbClr val="FFFFF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algn="ctr" defTabSz="914400">
              <a:lnSpc>
                <a:spcPct val="100000"/>
              </a:lnSpc>
              <a:defRPr sz="3200">
                <a:latin typeface="Calibri"/>
                <a:ea typeface="Calibri"/>
                <a:cs typeface="Calibri"/>
                <a:sym typeface="Calibri"/>
              </a:defRPr>
            </a:pPr>
            <a:endParaRPr sz="5200">
              <a:solidFill>
                <a:srgbClr val="FFFFF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defTabSz="914400">
              <a:lnSpc>
                <a:spcPct val="100000"/>
              </a:lnSpc>
              <a:defRPr sz="3200"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</a:t>
            </a:r>
            <a:r>
              <a:rPr>
                <a:solidFill>
                  <a:srgbClr val="FF66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</a:t>
            </a:r>
            <a:r>
              <a:rPr>
                <a:solidFill>
                  <a:srgbClr val="FF66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、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为</a:t>
            </a:r>
            <a:r>
              <a:rPr>
                <a:solidFill>
                  <a:srgbClr val="FF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保护您作品的版权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，请将版权声明页对应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4:3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或者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16:9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规格插入到原创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PPT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中。</a:t>
            </a:r>
            <a:endParaRPr>
              <a:solidFill>
                <a:srgbClr val="FFFFF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defTabSz="914400">
              <a:lnSpc>
                <a:spcPct val="100000"/>
              </a:lnSpc>
              <a:defRPr sz="3200">
                <a:latin typeface="Calibri"/>
                <a:ea typeface="Calibri"/>
                <a:cs typeface="Calibri"/>
                <a:sym typeface="Calibri"/>
              </a:defRPr>
            </a:pPr>
            <a:endParaRPr>
              <a:solidFill>
                <a:srgbClr val="FFFFF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defTabSz="914400">
              <a:lnSpc>
                <a:spcPct val="100000"/>
              </a:lnSpc>
              <a:defRPr sz="3200"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solidFill>
                  <a:srgbClr val="FF66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</a:t>
            </a:r>
            <a:r>
              <a:rPr>
                <a:solidFill>
                  <a:srgbClr val="FF66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、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推荐使用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2010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版本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OFFICE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制作原创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PPT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，发布作品存为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2003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和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2007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以上版本两个格式，压缩后上传。</a:t>
            </a:r>
          </a:p>
          <a:p>
            <a:pPr defTabSz="914400">
              <a:lnSpc>
                <a:spcPct val="100000"/>
              </a:lnSpc>
              <a:defRPr sz="3200">
                <a:latin typeface="Calibri"/>
                <a:ea typeface="Calibri"/>
                <a:cs typeface="Calibri"/>
                <a:sym typeface="Calibri"/>
              </a:defRPr>
            </a:pPr>
            <a:endParaRPr>
              <a:solidFill>
                <a:srgbClr val="FFFFF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defTabSz="914400">
              <a:lnSpc>
                <a:spcPct val="100000"/>
              </a:lnSpc>
              <a:defRPr sz="3200"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solidFill>
                  <a:srgbClr val="FF66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3</a:t>
            </a:r>
            <a:r>
              <a:rPr>
                <a:solidFill>
                  <a:srgbClr val="FF66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、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在上传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PPT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的截图时，推荐使用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2010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版本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OFFICE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另存为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jpg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图片的功能，第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页为封面，第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页为封面结合缩略图，图片宽度为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640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像素。</a:t>
            </a:r>
            <a:endParaRPr>
              <a:solidFill>
                <a:srgbClr val="FFFFF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defTabSz="914400">
              <a:lnSpc>
                <a:spcPct val="100000"/>
              </a:lnSpc>
              <a:defRPr sz="3200">
                <a:latin typeface="Calibri"/>
                <a:ea typeface="Calibri"/>
                <a:cs typeface="Calibri"/>
                <a:sym typeface="Calibri"/>
              </a:defRPr>
            </a:pPr>
            <a:endParaRPr>
              <a:solidFill>
                <a:srgbClr val="FFFFF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defTabSz="914400">
              <a:lnSpc>
                <a:spcPct val="100000"/>
              </a:lnSpc>
              <a:defRPr sz="3200"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solidFill>
                  <a:srgbClr val="FF66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4</a:t>
            </a:r>
            <a:r>
              <a:rPr>
                <a:solidFill>
                  <a:srgbClr val="FF66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、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上传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PPT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作品时，可以使用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2010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版本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OFFICE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将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PPT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另存为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wmv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格式视频，上传到优酷，在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PPT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STORE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添加原创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PPT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时，嵌入视频地址。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Shape 45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58" name="Shape 45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algn="ctr" defTabSz="914400">
              <a:lnSpc>
                <a:spcPct val="100000"/>
              </a:lnSpc>
              <a:defRPr sz="3200">
                <a:latin typeface="Calibri"/>
                <a:ea typeface="Calibri"/>
                <a:cs typeface="Calibri"/>
                <a:sym typeface="Calibri"/>
              </a:defRPr>
            </a:pPr>
            <a:r>
              <a:rPr sz="5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原创</a:t>
            </a:r>
            <a:r>
              <a:rPr sz="5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PPT</a:t>
            </a:r>
            <a:r>
              <a:rPr sz="5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发布说明</a:t>
            </a:r>
            <a:endParaRPr sz="5200">
              <a:solidFill>
                <a:srgbClr val="FFFFF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algn="ctr" defTabSz="914400">
              <a:lnSpc>
                <a:spcPct val="100000"/>
              </a:lnSpc>
              <a:defRPr sz="3200">
                <a:latin typeface="Calibri"/>
                <a:ea typeface="Calibri"/>
                <a:cs typeface="Calibri"/>
                <a:sym typeface="Calibri"/>
              </a:defRPr>
            </a:pPr>
            <a:endParaRPr sz="5200">
              <a:solidFill>
                <a:srgbClr val="FFFFF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defTabSz="914400">
              <a:lnSpc>
                <a:spcPct val="100000"/>
              </a:lnSpc>
              <a:defRPr sz="3200"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</a:t>
            </a:r>
            <a:r>
              <a:rPr>
                <a:solidFill>
                  <a:srgbClr val="FF66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</a:t>
            </a:r>
            <a:r>
              <a:rPr>
                <a:solidFill>
                  <a:srgbClr val="FF66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、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为</a:t>
            </a:r>
            <a:r>
              <a:rPr>
                <a:solidFill>
                  <a:srgbClr val="FF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保护您作品的版权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，请将版权声明页对应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4:3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或者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16:9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规格插入到原创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PPT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中。</a:t>
            </a:r>
            <a:endParaRPr>
              <a:solidFill>
                <a:srgbClr val="FFFFF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defTabSz="914400">
              <a:lnSpc>
                <a:spcPct val="100000"/>
              </a:lnSpc>
              <a:defRPr sz="3200">
                <a:latin typeface="Calibri"/>
                <a:ea typeface="Calibri"/>
                <a:cs typeface="Calibri"/>
                <a:sym typeface="Calibri"/>
              </a:defRPr>
            </a:pPr>
            <a:endParaRPr>
              <a:solidFill>
                <a:srgbClr val="FFFFF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defTabSz="914400">
              <a:lnSpc>
                <a:spcPct val="100000"/>
              </a:lnSpc>
              <a:defRPr sz="3200"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solidFill>
                  <a:srgbClr val="FF66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</a:t>
            </a:r>
            <a:r>
              <a:rPr>
                <a:solidFill>
                  <a:srgbClr val="FF66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、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推荐使用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2010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版本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OFFICE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制作原创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PPT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，发布作品存为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2003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和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2007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以上版本两个格式，压缩后上传。</a:t>
            </a:r>
          </a:p>
          <a:p>
            <a:pPr defTabSz="914400">
              <a:lnSpc>
                <a:spcPct val="100000"/>
              </a:lnSpc>
              <a:defRPr sz="3200">
                <a:latin typeface="Calibri"/>
                <a:ea typeface="Calibri"/>
                <a:cs typeface="Calibri"/>
                <a:sym typeface="Calibri"/>
              </a:defRPr>
            </a:pPr>
            <a:endParaRPr>
              <a:solidFill>
                <a:srgbClr val="FFFFF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defTabSz="914400">
              <a:lnSpc>
                <a:spcPct val="100000"/>
              </a:lnSpc>
              <a:defRPr sz="3200"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solidFill>
                  <a:srgbClr val="FF66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3</a:t>
            </a:r>
            <a:r>
              <a:rPr>
                <a:solidFill>
                  <a:srgbClr val="FF66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、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在上传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PPT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的截图时，推荐使用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2010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版本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OFFICE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另存为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jpg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图片的功能，第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页为封面，第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页为封面结合缩略图，图片宽度为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640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像素。</a:t>
            </a:r>
            <a:endParaRPr>
              <a:solidFill>
                <a:srgbClr val="FFFFF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defTabSz="914400">
              <a:lnSpc>
                <a:spcPct val="100000"/>
              </a:lnSpc>
              <a:defRPr sz="3200">
                <a:latin typeface="Calibri"/>
                <a:ea typeface="Calibri"/>
                <a:cs typeface="Calibri"/>
                <a:sym typeface="Calibri"/>
              </a:defRPr>
            </a:pPr>
            <a:endParaRPr>
              <a:solidFill>
                <a:srgbClr val="FFFFF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defTabSz="914400">
              <a:lnSpc>
                <a:spcPct val="100000"/>
              </a:lnSpc>
              <a:defRPr sz="3200"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solidFill>
                  <a:srgbClr val="FF66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4</a:t>
            </a:r>
            <a:r>
              <a:rPr>
                <a:solidFill>
                  <a:srgbClr val="FF66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、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上传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PPT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作品时，可以使用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2010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版本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OFFICE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将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PPT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另存为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wmv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格式视频，上传到优酷，在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PPT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STORE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添加原创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PPT</a:t>
            </a:r>
            <a:r>
              <a:rPr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时，嵌入视频地址。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空白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>
            <p:ph type="sldNum" sz="quarter" idx="2"/>
          </p:nvPr>
        </p:nvSpPr>
        <p:spPr>
          <a:xfrm>
            <a:off x="11935814" y="13010554"/>
            <a:ext cx="494513" cy="511176"/>
          </a:xfrm>
          <a:prstGeom prst="rect">
            <a:avLst/>
          </a:prstGeom>
        </p:spPr>
        <p:txBody>
          <a:bodyPr wrap="none" lIns="71437" tIns="71437" rIns="71437" bIns="71437" anchor="t"/>
          <a:lstStyle>
            <a:lvl1pPr algn="ctr" defTabSz="584200"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标题和内容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/>
          <p:nvPr>
            <p:ph type="title"/>
          </p:nvPr>
        </p:nvSpPr>
        <p:spPr>
          <a:xfrm>
            <a:off x="1219199" y="184151"/>
            <a:ext cx="21945601" cy="3016252"/>
          </a:xfrm>
          <a:prstGeom prst="rect">
            <a:avLst/>
          </a:prstGeom>
        </p:spPr>
        <p:txBody>
          <a:bodyPr lIns="121919" tIns="121919" rIns="121919" bIns="121919">
            <a:normAutofit fontScale="100000" lnSpcReduction="0"/>
          </a:bodyPr>
          <a:lstStyle>
            <a:lvl1pPr algn="ctr">
              <a:lnSpc>
                <a:spcPct val="100000"/>
              </a:lnSpc>
              <a:defRPr sz="116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26" name="Shape 26"/>
          <p:cNvSpPr/>
          <p:nvPr>
            <p:ph type="body" idx="1"/>
          </p:nvPr>
        </p:nvSpPr>
        <p:spPr>
          <a:xfrm>
            <a:off x="1219199" y="3200402"/>
            <a:ext cx="21945601" cy="10515599"/>
          </a:xfrm>
          <a:prstGeom prst="rect">
            <a:avLst/>
          </a:prstGeom>
        </p:spPr>
        <p:txBody>
          <a:bodyPr lIns="121919" tIns="121919" rIns="121919" bIns="121919">
            <a:normAutofit fontScale="100000" lnSpcReduction="0"/>
          </a:bodyPr>
          <a:lstStyle>
            <a:lvl1pPr marL="900112" indent="-900112">
              <a:lnSpc>
                <a:spcPct val="100000"/>
              </a:lnSpc>
              <a:spcBef>
                <a:spcPts val="700"/>
              </a:spcBef>
              <a:defRPr sz="8400"/>
            </a:lvl1pPr>
            <a:lvl2pPr marL="1314450" indent="-857250">
              <a:lnSpc>
                <a:spcPct val="100000"/>
              </a:lnSpc>
              <a:spcBef>
                <a:spcPts val="700"/>
              </a:spcBef>
              <a:buChar char="–"/>
              <a:defRPr sz="8400"/>
            </a:lvl2pPr>
            <a:lvl3pPr marL="1714500" indent="-800100">
              <a:lnSpc>
                <a:spcPct val="100000"/>
              </a:lnSpc>
              <a:spcBef>
                <a:spcPts val="700"/>
              </a:spcBef>
              <a:defRPr sz="8400"/>
            </a:lvl3pPr>
            <a:lvl4pPr marL="2331720" indent="-960120">
              <a:lnSpc>
                <a:spcPct val="100000"/>
              </a:lnSpc>
              <a:spcBef>
                <a:spcPts val="700"/>
              </a:spcBef>
              <a:buChar char="–"/>
              <a:defRPr sz="8400"/>
            </a:lvl4pPr>
            <a:lvl5pPr marL="2788920" indent="-960120">
              <a:lnSpc>
                <a:spcPct val="100000"/>
              </a:lnSpc>
              <a:spcBef>
                <a:spcPts val="700"/>
              </a:spcBef>
              <a:buChar char="»"/>
              <a:defRPr sz="84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7" name="Shape 27"/>
          <p:cNvSpPr/>
          <p:nvPr>
            <p:ph type="sldNum" sz="quarter" idx="2"/>
          </p:nvPr>
        </p:nvSpPr>
        <p:spPr>
          <a:xfrm>
            <a:off x="17475200" y="12714606"/>
            <a:ext cx="5689600" cy="726441"/>
          </a:xfrm>
          <a:prstGeom prst="rect">
            <a:avLst/>
          </a:prstGeom>
        </p:spPr>
        <p:txBody>
          <a:bodyPr lIns="121919" tIns="121919" rIns="121919" bIns="121919"/>
          <a:lstStyle>
            <a:lvl1pPr>
              <a:defRPr sz="32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标题幻灯片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/>
          <p:nvPr>
            <p:ph type="title"/>
          </p:nvPr>
        </p:nvSpPr>
        <p:spPr>
          <a:xfrm>
            <a:off x="1828799" y="3689352"/>
            <a:ext cx="20726401" cy="4083048"/>
          </a:xfrm>
          <a:prstGeom prst="rect">
            <a:avLst/>
          </a:prstGeom>
        </p:spPr>
        <p:txBody>
          <a:bodyPr lIns="121919" tIns="121919" rIns="121919" bIns="121919">
            <a:normAutofit fontScale="100000" lnSpcReduction="0"/>
          </a:bodyPr>
          <a:lstStyle>
            <a:lvl1pPr algn="ctr">
              <a:lnSpc>
                <a:spcPct val="100000"/>
              </a:lnSpc>
              <a:defRPr sz="116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35" name="Shape 35"/>
          <p:cNvSpPr/>
          <p:nvPr>
            <p:ph type="body" sz="half" idx="1"/>
          </p:nvPr>
        </p:nvSpPr>
        <p:spPr>
          <a:xfrm>
            <a:off x="3657599" y="7772400"/>
            <a:ext cx="17068801" cy="5943600"/>
          </a:xfrm>
          <a:prstGeom prst="rect">
            <a:avLst/>
          </a:prstGeom>
        </p:spPr>
        <p:txBody>
          <a:bodyPr lIns="121919" tIns="121919" rIns="121919" bIns="121919">
            <a:normAutofit fontScale="100000" lnSpcReduction="0"/>
          </a:bodyPr>
          <a:lstStyle>
            <a:lvl1pPr marL="0" indent="0" algn="ctr">
              <a:lnSpc>
                <a:spcPct val="100000"/>
              </a:lnSpc>
              <a:spcBef>
                <a:spcPts val="700"/>
              </a:spcBef>
              <a:buSzTx/>
              <a:buFontTx/>
              <a:buNone/>
              <a:defRPr sz="8400">
                <a:solidFill>
                  <a:srgbClr val="888888"/>
                </a:solidFill>
              </a:defRPr>
            </a:lvl1pPr>
            <a:lvl2pPr marL="0" indent="457200" algn="ctr">
              <a:lnSpc>
                <a:spcPct val="100000"/>
              </a:lnSpc>
              <a:spcBef>
                <a:spcPts val="700"/>
              </a:spcBef>
              <a:buSzTx/>
              <a:buFontTx/>
              <a:buNone/>
              <a:defRPr sz="8400">
                <a:solidFill>
                  <a:srgbClr val="888888"/>
                </a:solidFill>
              </a:defRPr>
            </a:lvl2pPr>
            <a:lvl3pPr marL="0" indent="914400" algn="ctr">
              <a:lnSpc>
                <a:spcPct val="100000"/>
              </a:lnSpc>
              <a:spcBef>
                <a:spcPts val="700"/>
              </a:spcBef>
              <a:buSzTx/>
              <a:buFontTx/>
              <a:buNone/>
              <a:defRPr sz="8400">
                <a:solidFill>
                  <a:srgbClr val="888888"/>
                </a:solidFill>
              </a:defRPr>
            </a:lvl3pPr>
            <a:lvl4pPr marL="0" indent="1371600" algn="ctr">
              <a:lnSpc>
                <a:spcPct val="100000"/>
              </a:lnSpc>
              <a:spcBef>
                <a:spcPts val="700"/>
              </a:spcBef>
              <a:buSzTx/>
              <a:buFontTx/>
              <a:buNone/>
              <a:defRPr sz="8400">
                <a:solidFill>
                  <a:srgbClr val="888888"/>
                </a:solidFill>
              </a:defRPr>
            </a:lvl4pPr>
            <a:lvl5pPr marL="0" indent="1828800" algn="ctr">
              <a:lnSpc>
                <a:spcPct val="100000"/>
              </a:lnSpc>
              <a:spcBef>
                <a:spcPts val="700"/>
              </a:spcBef>
              <a:buSzTx/>
              <a:buFontTx/>
              <a:buNone/>
              <a:defRPr sz="8400">
                <a:solidFill>
                  <a:srgbClr val="888888"/>
                </a:solidFill>
              </a:defRPr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6" name="Shape 36"/>
          <p:cNvSpPr/>
          <p:nvPr>
            <p:ph type="sldNum" sz="quarter" idx="2"/>
          </p:nvPr>
        </p:nvSpPr>
        <p:spPr>
          <a:xfrm>
            <a:off x="17475200" y="12714606"/>
            <a:ext cx="5689600" cy="726441"/>
          </a:xfrm>
          <a:prstGeom prst="rect">
            <a:avLst/>
          </a:prstGeom>
        </p:spPr>
        <p:txBody>
          <a:bodyPr lIns="121919" tIns="121919" rIns="121919" bIns="121919"/>
          <a:lstStyle>
            <a:lvl1pPr>
              <a:defRPr sz="32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>
            <p:ph type="title"/>
          </p:nvPr>
        </p:nvSpPr>
        <p:spPr>
          <a:xfrm>
            <a:off x="2316479" y="851534"/>
            <a:ext cx="19751042" cy="271462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82295" tIns="82295" rIns="82295" bIns="82295" anchor="ctr"/>
          <a:lstStyle/>
          <a:p>
            <a:pPr/>
            <a:r>
              <a:t>标题文本</a:t>
            </a:r>
          </a:p>
        </p:txBody>
      </p:sp>
      <p:sp>
        <p:nvSpPr>
          <p:cNvPr id="3" name="Shape 3"/>
          <p:cNvSpPr/>
          <p:nvPr>
            <p:ph type="body" idx="1"/>
          </p:nvPr>
        </p:nvSpPr>
        <p:spPr>
          <a:xfrm>
            <a:off x="2316479" y="3566159"/>
            <a:ext cx="19751042" cy="946404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82295" tIns="82295" rIns="82295" bIns="82295"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Shape 4"/>
          <p:cNvSpPr/>
          <p:nvPr>
            <p:ph type="sldNum" sz="quarter" idx="2"/>
          </p:nvPr>
        </p:nvSpPr>
        <p:spPr>
          <a:xfrm>
            <a:off x="16718280" y="12221146"/>
            <a:ext cx="4937761" cy="469393"/>
          </a:xfrm>
          <a:prstGeom prst="rect">
            <a:avLst/>
          </a:prstGeom>
          <a:ln w="3175">
            <a:miter lim="400000"/>
          </a:ln>
        </p:spPr>
        <p:txBody>
          <a:bodyPr lIns="82295" tIns="82295" rIns="82295" bIns="82295" anchor="ctr">
            <a:spAutoFit/>
          </a:bodyPr>
          <a:lstStyle>
            <a:lvl1pPr algn="r" defTabSz="914400">
              <a:defRPr sz="2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45720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91440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137160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182880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440871" marR="0" indent="-440871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400" u="none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971550" marR="0" indent="-51435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400" u="none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531619" marR="0" indent="-61721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400" u="none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2057400" marR="0" indent="-6858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400" u="none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514600" marR="0" indent="-6858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400" u="none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971800" marR="0" indent="-6858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400" u="none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429000" marR="0" indent="-6858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400" u="none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886200" marR="0" indent="-6858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400" u="none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343400" marR="0" indent="-6858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400" u="none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.xml"/><Relationship Id="rId3" Type="http://schemas.openxmlformats.org/officeDocument/2006/relationships/image" Target="../media/image2.jpeg"/><Relationship Id="rId4" Type="http://schemas.openxmlformats.org/officeDocument/2006/relationships/chart" Target="../charts/chart4.xml"/></Relationships>
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/Relationships>
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/>
          <p:nvPr/>
        </p:nvSpPr>
        <p:spPr>
          <a:xfrm>
            <a:off x="1" y="3197894"/>
            <a:ext cx="24383999" cy="7320212"/>
          </a:xfrm>
          <a:prstGeom prst="rect">
            <a:avLst/>
          </a:pr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46" name="Shape 46"/>
          <p:cNvSpPr/>
          <p:nvPr/>
        </p:nvSpPr>
        <p:spPr>
          <a:xfrm>
            <a:off x="913848" y="1201136"/>
            <a:ext cx="2546723" cy="1"/>
          </a:xfrm>
          <a:prstGeom prst="line">
            <a:avLst/>
          </a:prstGeom>
          <a:ln w="101600">
            <a:solidFill>
              <a:srgbClr val="2F2F34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200"/>
            </a:pPr>
          </a:p>
        </p:txBody>
      </p:sp>
      <p:sp>
        <p:nvSpPr>
          <p:cNvPr id="47" name="Shape 47"/>
          <p:cNvSpPr/>
          <p:nvPr/>
        </p:nvSpPr>
        <p:spPr>
          <a:xfrm>
            <a:off x="20906810" y="12514863"/>
            <a:ext cx="2546723" cy="1"/>
          </a:xfrm>
          <a:prstGeom prst="line">
            <a:avLst/>
          </a:prstGeom>
          <a:ln w="101600">
            <a:solidFill>
              <a:srgbClr val="2F2F34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200"/>
            </a:pPr>
          </a:p>
        </p:txBody>
      </p:sp>
      <p:sp>
        <p:nvSpPr>
          <p:cNvPr id="48" name="Shape 48"/>
          <p:cNvSpPr/>
          <p:nvPr/>
        </p:nvSpPr>
        <p:spPr>
          <a:xfrm>
            <a:off x="4908594" y="4570284"/>
            <a:ext cx="14481176" cy="26447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141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毕业论文课题答辩</a:t>
            </a:r>
          </a:p>
        </p:txBody>
      </p:sp>
      <p:sp>
        <p:nvSpPr>
          <p:cNvPr id="49" name="Shape 49"/>
          <p:cNvSpPr/>
          <p:nvPr/>
        </p:nvSpPr>
        <p:spPr>
          <a:xfrm>
            <a:off x="3027456" y="9105229"/>
            <a:ext cx="18451852" cy="1412878"/>
          </a:xfrm>
          <a:prstGeom prst="rect">
            <a:avLst/>
          </a:prstGeom>
          <a:solidFill>
            <a:srgbClr val="53585F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50" name="Shape 50"/>
          <p:cNvSpPr/>
          <p:nvPr/>
        </p:nvSpPr>
        <p:spPr>
          <a:xfrm>
            <a:off x="4992377" y="9469021"/>
            <a:ext cx="3631693" cy="77419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82295" tIns="82295" rIns="82295" bIns="82295">
            <a:spAutoFit/>
          </a:bodyPr>
          <a:lstStyle>
            <a:lvl1pPr algn="l" defTabSz="914400">
              <a:defRPr sz="34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答辩人：督门提酒</a:t>
            </a:r>
          </a:p>
        </p:txBody>
      </p:sp>
      <p:sp>
        <p:nvSpPr>
          <p:cNvPr id="51" name="Shape 51"/>
          <p:cNvSpPr/>
          <p:nvPr/>
        </p:nvSpPr>
        <p:spPr>
          <a:xfrm>
            <a:off x="10807743" y="9469021"/>
            <a:ext cx="4063493" cy="77419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82295" tIns="82295" rIns="82295" bIns="82295">
            <a:spAutoFit/>
          </a:bodyPr>
          <a:lstStyle>
            <a:lvl1pPr algn="l" defTabSz="914400">
              <a:defRPr sz="34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指导老师：九门提督</a:t>
            </a:r>
          </a:p>
        </p:txBody>
      </p:sp>
      <p:sp>
        <p:nvSpPr>
          <p:cNvPr id="52" name="Shape 52"/>
          <p:cNvSpPr/>
          <p:nvPr/>
        </p:nvSpPr>
        <p:spPr>
          <a:xfrm>
            <a:off x="16189878" y="9469021"/>
            <a:ext cx="3199893" cy="77419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82295" tIns="82295" rIns="82295" bIns="82295">
            <a:spAutoFit/>
          </a:bodyPr>
          <a:lstStyle>
            <a:lvl1pPr algn="l" defTabSz="914400">
              <a:defRPr sz="34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专业：工商管理</a:t>
            </a:r>
          </a:p>
        </p:txBody>
      </p:sp>
      <p:sp>
        <p:nvSpPr>
          <p:cNvPr id="53" name="Shape 53"/>
          <p:cNvSpPr/>
          <p:nvPr/>
        </p:nvSpPr>
        <p:spPr>
          <a:xfrm rot="10800000">
            <a:off x="11557000" y="11295663"/>
            <a:ext cx="1270000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0" y="21600"/>
                </a:lnTo>
                <a:lnTo>
                  <a:pt x="10800" y="15052"/>
                </a:lnTo>
                <a:lnTo>
                  <a:pt x="21600" y="21600"/>
                </a:lnTo>
                <a:lnTo>
                  <a:pt x="10800" y="0"/>
                </a:lnTo>
                <a:close/>
              </a:path>
            </a:pathLst>
          </a:cu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/>
          <p:nvPr/>
        </p:nvSpPr>
        <p:spPr>
          <a:xfrm>
            <a:off x="-1" y="-1"/>
            <a:ext cx="24384001" cy="4886248"/>
          </a:xfrm>
          <a:prstGeom prst="rect">
            <a:avLst/>
          </a:prstGeom>
          <a:solidFill>
            <a:srgbClr val="2F2F34"/>
          </a:solidFill>
          <a:ln w="3175">
            <a:miter lim="400000"/>
          </a:ln>
          <a:effectLst>
            <a:outerShdw sx="100000" sy="100000" kx="0" ky="0" algn="b" rotWithShape="0" blurRad="355600" dist="0" dir="0">
              <a:srgbClr val="000000">
                <a:alpha val="38207"/>
              </a:srgbClr>
            </a:outerShdw>
          </a:effectLst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56" name="Shape 56"/>
          <p:cNvSpPr/>
          <p:nvPr/>
        </p:nvSpPr>
        <p:spPr>
          <a:xfrm>
            <a:off x="7666672" y="847685"/>
            <a:ext cx="9050656" cy="3190876"/>
          </a:xfrm>
          <a:prstGeom prst="rect">
            <a:avLst/>
          </a:prstGeom>
          <a:ln w="3175">
            <a:miter lim="400000"/>
          </a:ln>
          <a:effectLst>
            <a:outerShdw sx="100000" sy="100000" kx="0" ky="0" algn="b" rotWithShape="0" blurRad="241300" dist="170706" dir="5400000">
              <a:srgbClr val="53585F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20000">
                <a:solidFill>
                  <a:srgbClr val="FFFFFF"/>
                </a:solidFill>
              </a:defRPr>
            </a:lvl1pPr>
          </a:lstStyle>
          <a:p>
            <a:pPr/>
            <a:r>
              <a:t>content</a:t>
            </a:r>
          </a:p>
        </p:txBody>
      </p:sp>
      <p:sp>
        <p:nvSpPr>
          <p:cNvPr id="57" name="Shape 57"/>
          <p:cNvSpPr/>
          <p:nvPr/>
        </p:nvSpPr>
        <p:spPr>
          <a:xfrm>
            <a:off x="3334591" y="6330592"/>
            <a:ext cx="5527011" cy="12096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just">
              <a:defRPr cap="all" sz="6000"/>
            </a:lvl1pPr>
          </a:lstStyle>
          <a:p>
            <a:pPr/>
            <a:r>
              <a:t>选题意义及目的</a:t>
            </a:r>
          </a:p>
        </p:txBody>
      </p:sp>
      <p:sp>
        <p:nvSpPr>
          <p:cNvPr id="58" name="Shape 58"/>
          <p:cNvSpPr/>
          <p:nvPr/>
        </p:nvSpPr>
        <p:spPr>
          <a:xfrm>
            <a:off x="1389108" y="5999670"/>
            <a:ext cx="1384561" cy="14636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b="1" sz="87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59" name="Shape 59"/>
          <p:cNvSpPr/>
          <p:nvPr/>
        </p:nvSpPr>
        <p:spPr>
          <a:xfrm flipH="1">
            <a:off x="1716255" y="6731509"/>
            <a:ext cx="977082" cy="5222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FFFFF"/>
          </a:solidFill>
          <a:ln w="3175">
            <a:miter lim="400000"/>
          </a:ln>
          <a:effectLst>
            <a:outerShdw sx="100000" sy="100000" kx="0" ky="0" algn="b" rotWithShape="0" blurRad="76200" dist="101840" dir="12709411">
              <a:srgbClr val="53585F">
                <a:alpha val="50000"/>
              </a:srgbClr>
            </a:outerShdw>
          </a:effectLst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60" name="Shape 60"/>
          <p:cNvSpPr/>
          <p:nvPr/>
        </p:nvSpPr>
        <p:spPr>
          <a:xfrm>
            <a:off x="13998782" y="5999670"/>
            <a:ext cx="1384562" cy="14636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b="1" sz="87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61" name="Shape 61"/>
          <p:cNvSpPr/>
          <p:nvPr/>
        </p:nvSpPr>
        <p:spPr>
          <a:xfrm flipH="1">
            <a:off x="14325930" y="6731508"/>
            <a:ext cx="998518" cy="5222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FFFFF"/>
          </a:solidFill>
          <a:ln w="3175">
            <a:miter lim="400000"/>
          </a:ln>
          <a:effectLst>
            <a:outerShdw sx="100000" sy="100000" kx="0" ky="0" algn="b" rotWithShape="0" blurRad="76200" dist="101840" dir="12709411">
              <a:srgbClr val="53585F">
                <a:alpha val="50000"/>
              </a:srgbClr>
            </a:outerShdw>
          </a:effectLst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62" name="Shape 62"/>
          <p:cNvSpPr/>
          <p:nvPr/>
        </p:nvSpPr>
        <p:spPr>
          <a:xfrm>
            <a:off x="1389108" y="8359720"/>
            <a:ext cx="1384561" cy="14636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b="1" sz="87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63" name="Shape 63"/>
          <p:cNvSpPr/>
          <p:nvPr/>
        </p:nvSpPr>
        <p:spPr>
          <a:xfrm flipH="1">
            <a:off x="1716255" y="9091558"/>
            <a:ext cx="977081" cy="5222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FFFFF"/>
          </a:solidFill>
          <a:ln w="3175">
            <a:miter lim="400000"/>
          </a:ln>
          <a:effectLst>
            <a:outerShdw sx="100000" sy="100000" kx="0" ky="0" algn="b" rotWithShape="0" blurRad="76200" dist="101840" dir="12709411">
              <a:srgbClr val="53585F">
                <a:alpha val="50000"/>
              </a:srgbClr>
            </a:outerShdw>
          </a:effectLst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64" name="Shape 64"/>
          <p:cNvSpPr/>
          <p:nvPr/>
        </p:nvSpPr>
        <p:spPr>
          <a:xfrm>
            <a:off x="13998781" y="8359720"/>
            <a:ext cx="1384561" cy="14636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b="1" sz="87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65" name="Shape 65"/>
          <p:cNvSpPr/>
          <p:nvPr/>
        </p:nvSpPr>
        <p:spPr>
          <a:xfrm flipH="1">
            <a:off x="14325928" y="9091558"/>
            <a:ext cx="977082" cy="5222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FFFFF"/>
          </a:solidFill>
          <a:ln w="3175">
            <a:miter lim="400000"/>
          </a:ln>
          <a:effectLst>
            <a:outerShdw sx="100000" sy="100000" kx="0" ky="0" algn="b" rotWithShape="0" blurRad="76200" dist="101840" dir="12709411">
              <a:srgbClr val="53585F">
                <a:alpha val="50000"/>
              </a:srgbClr>
            </a:outerShdw>
          </a:effectLst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66" name="Shape 66"/>
          <p:cNvSpPr/>
          <p:nvPr/>
        </p:nvSpPr>
        <p:spPr>
          <a:xfrm>
            <a:off x="3334591" y="8555301"/>
            <a:ext cx="5527011" cy="12096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just">
              <a:defRPr cap="all" sz="6000"/>
            </a:lvl1pPr>
          </a:lstStyle>
          <a:p>
            <a:pPr/>
            <a:r>
              <a:t>主要研究的内容</a:t>
            </a:r>
          </a:p>
        </p:txBody>
      </p:sp>
      <p:sp>
        <p:nvSpPr>
          <p:cNvPr id="67" name="Shape 67"/>
          <p:cNvSpPr/>
          <p:nvPr/>
        </p:nvSpPr>
        <p:spPr>
          <a:xfrm>
            <a:off x="16600971" y="6126671"/>
            <a:ext cx="5527011" cy="12096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just">
              <a:defRPr cap="all" sz="6000"/>
            </a:lvl1pPr>
          </a:lstStyle>
          <a:p>
            <a:pPr/>
            <a:r>
              <a:t>国内外发展现状</a:t>
            </a:r>
          </a:p>
        </p:txBody>
      </p:sp>
      <p:sp>
        <p:nvSpPr>
          <p:cNvPr id="68" name="Shape 68"/>
          <p:cNvSpPr/>
          <p:nvPr/>
        </p:nvSpPr>
        <p:spPr>
          <a:xfrm>
            <a:off x="16600971" y="8555301"/>
            <a:ext cx="5527011" cy="12096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just">
              <a:defRPr cap="all" sz="6000"/>
            </a:lvl1pPr>
          </a:lstStyle>
          <a:p>
            <a:pPr/>
            <a:r>
              <a:t>项目的原理分析</a:t>
            </a:r>
          </a:p>
        </p:txBody>
      </p:sp>
      <p:sp>
        <p:nvSpPr>
          <p:cNvPr id="69" name="Shape 69"/>
          <p:cNvSpPr/>
          <p:nvPr/>
        </p:nvSpPr>
        <p:spPr>
          <a:xfrm>
            <a:off x="1389108" y="10929321"/>
            <a:ext cx="1384561" cy="14636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b="1" sz="87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70" name="Shape 70"/>
          <p:cNvSpPr/>
          <p:nvPr/>
        </p:nvSpPr>
        <p:spPr>
          <a:xfrm flipH="1">
            <a:off x="1716255" y="11661158"/>
            <a:ext cx="977082" cy="5222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FFFFF"/>
          </a:solidFill>
          <a:ln w="3175">
            <a:miter lim="400000"/>
          </a:ln>
          <a:effectLst>
            <a:outerShdw sx="100000" sy="100000" kx="0" ky="0" algn="b" rotWithShape="0" blurRad="76200" dist="101840" dir="12709411">
              <a:srgbClr val="53585F">
                <a:alpha val="50000"/>
              </a:srgbClr>
            </a:outerShdw>
          </a:effectLst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71" name="Shape 71"/>
          <p:cNvSpPr/>
          <p:nvPr/>
        </p:nvSpPr>
        <p:spPr>
          <a:xfrm>
            <a:off x="13998781" y="10929321"/>
            <a:ext cx="1384561" cy="14636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b="1" sz="87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72" name="Shape 72"/>
          <p:cNvSpPr/>
          <p:nvPr/>
        </p:nvSpPr>
        <p:spPr>
          <a:xfrm flipH="1">
            <a:off x="14325928" y="11661158"/>
            <a:ext cx="977082" cy="5222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FFFFF"/>
          </a:solidFill>
          <a:ln w="3175">
            <a:miter lim="400000"/>
          </a:ln>
          <a:effectLst>
            <a:outerShdw sx="100000" sy="100000" kx="0" ky="0" algn="b" rotWithShape="0" blurRad="76200" dist="101840" dir="12709411">
              <a:srgbClr val="53585F">
                <a:alpha val="50000"/>
              </a:srgbClr>
            </a:outerShdw>
          </a:effectLst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73" name="Shape 73"/>
          <p:cNvSpPr/>
          <p:nvPr/>
        </p:nvSpPr>
        <p:spPr>
          <a:xfrm>
            <a:off x="3334591" y="11124900"/>
            <a:ext cx="5527011" cy="12096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just">
              <a:defRPr cap="all" sz="6000"/>
            </a:lvl1pPr>
          </a:lstStyle>
          <a:p>
            <a:pPr/>
            <a:r>
              <a:t>方案可行性设计</a:t>
            </a:r>
          </a:p>
        </p:txBody>
      </p:sp>
      <p:sp>
        <p:nvSpPr>
          <p:cNvPr id="74" name="Shape 74"/>
          <p:cNvSpPr/>
          <p:nvPr/>
        </p:nvSpPr>
        <p:spPr>
          <a:xfrm>
            <a:off x="16600971" y="11124900"/>
            <a:ext cx="5527011" cy="12096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just">
              <a:defRPr cap="all" sz="6000"/>
            </a:lvl1pPr>
          </a:lstStyle>
          <a:p>
            <a:pPr/>
            <a:r>
              <a:t>研究结果及结论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/>
          <p:nvPr/>
        </p:nvSpPr>
        <p:spPr>
          <a:xfrm>
            <a:off x="1" y="3197894"/>
            <a:ext cx="24383999" cy="7320212"/>
          </a:xfrm>
          <a:prstGeom prst="rect">
            <a:avLst/>
          </a:pr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77" name="Shape 77"/>
          <p:cNvSpPr/>
          <p:nvPr/>
        </p:nvSpPr>
        <p:spPr>
          <a:xfrm>
            <a:off x="6510383" y="5311626"/>
            <a:ext cx="12690476" cy="26447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141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选题意义及目的</a:t>
            </a:r>
          </a:p>
        </p:txBody>
      </p:sp>
      <p:sp>
        <p:nvSpPr>
          <p:cNvPr id="78" name="Shape 78"/>
          <p:cNvSpPr/>
          <p:nvPr/>
        </p:nvSpPr>
        <p:spPr>
          <a:xfrm>
            <a:off x="3154805" y="5509048"/>
            <a:ext cx="2146834" cy="224993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141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79" name="Shape 79"/>
          <p:cNvSpPr/>
          <p:nvPr/>
        </p:nvSpPr>
        <p:spPr>
          <a:xfrm flipH="1">
            <a:off x="4228221" y="5952591"/>
            <a:ext cx="1510814" cy="16467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80" name="Shape 80"/>
          <p:cNvSpPr/>
          <p:nvPr/>
        </p:nvSpPr>
        <p:spPr>
          <a:xfrm rot="5400000">
            <a:off x="11557000" y="11411198"/>
            <a:ext cx="1270000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0" y="21600"/>
                </a:lnTo>
                <a:lnTo>
                  <a:pt x="10800" y="15052"/>
                </a:lnTo>
                <a:lnTo>
                  <a:pt x="21600" y="21600"/>
                </a:lnTo>
                <a:lnTo>
                  <a:pt x="10800" y="0"/>
                </a:lnTo>
                <a:close/>
              </a:path>
            </a:pathLst>
          </a:cu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hoto-1429041966141-44d228a42775-filtered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031010" y="2921828"/>
            <a:ext cx="13062291" cy="8709936"/>
          </a:xfrm>
          <a:prstGeom prst="rect">
            <a:avLst/>
          </a:prstGeom>
          <a:ln w="3175">
            <a:miter lim="400000"/>
          </a:ln>
        </p:spPr>
      </p:pic>
      <p:sp>
        <p:nvSpPr>
          <p:cNvPr id="83" name="Shape 83"/>
          <p:cNvSpPr/>
          <p:nvPr/>
        </p:nvSpPr>
        <p:spPr>
          <a:xfrm>
            <a:off x="9984678" y="2916926"/>
            <a:ext cx="2133564" cy="1697660"/>
          </a:xfrm>
          <a:prstGeom prst="rect">
            <a:avLst/>
          </a:pr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84" name="Shape 84"/>
          <p:cNvSpPr/>
          <p:nvPr/>
        </p:nvSpPr>
        <p:spPr>
          <a:xfrm>
            <a:off x="9921178" y="4646336"/>
            <a:ext cx="13245882" cy="1"/>
          </a:xfrm>
          <a:prstGeom prst="line">
            <a:avLst/>
          </a:prstGeom>
          <a:ln w="63500">
            <a:solidFill>
              <a:srgbClr val="FFFFFF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200"/>
            </a:pPr>
          </a:p>
        </p:txBody>
      </p:sp>
      <p:sp>
        <p:nvSpPr>
          <p:cNvPr id="85" name="Shape 85"/>
          <p:cNvSpPr/>
          <p:nvPr/>
        </p:nvSpPr>
        <p:spPr>
          <a:xfrm>
            <a:off x="9921178" y="6407494"/>
            <a:ext cx="13245882" cy="1"/>
          </a:xfrm>
          <a:prstGeom prst="line">
            <a:avLst/>
          </a:prstGeom>
          <a:ln w="63500">
            <a:solidFill>
              <a:srgbClr val="FFFFFF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200"/>
            </a:pPr>
          </a:p>
        </p:txBody>
      </p:sp>
      <p:sp>
        <p:nvSpPr>
          <p:cNvPr id="86" name="Shape 86"/>
          <p:cNvSpPr/>
          <p:nvPr/>
        </p:nvSpPr>
        <p:spPr>
          <a:xfrm>
            <a:off x="9921178" y="8168654"/>
            <a:ext cx="13245882" cy="1"/>
          </a:xfrm>
          <a:prstGeom prst="line">
            <a:avLst/>
          </a:prstGeom>
          <a:ln w="63500">
            <a:solidFill>
              <a:srgbClr val="FFFFFF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200"/>
            </a:pPr>
          </a:p>
        </p:txBody>
      </p:sp>
      <p:sp>
        <p:nvSpPr>
          <p:cNvPr id="87" name="Shape 87"/>
          <p:cNvSpPr/>
          <p:nvPr/>
        </p:nvSpPr>
        <p:spPr>
          <a:xfrm>
            <a:off x="9921178" y="9929813"/>
            <a:ext cx="13245882" cy="1"/>
          </a:xfrm>
          <a:prstGeom prst="line">
            <a:avLst/>
          </a:prstGeom>
          <a:ln w="63500">
            <a:solidFill>
              <a:srgbClr val="FFFFFF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200"/>
            </a:pPr>
          </a:p>
        </p:txBody>
      </p:sp>
      <p:sp>
        <p:nvSpPr>
          <p:cNvPr id="88" name="Shape 88"/>
          <p:cNvSpPr/>
          <p:nvPr/>
        </p:nvSpPr>
        <p:spPr>
          <a:xfrm>
            <a:off x="9921178" y="11690971"/>
            <a:ext cx="13245882" cy="1"/>
          </a:xfrm>
          <a:prstGeom prst="line">
            <a:avLst/>
          </a:prstGeom>
          <a:ln w="63500">
            <a:solidFill>
              <a:srgbClr val="FFFFFF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200"/>
            </a:pPr>
          </a:p>
        </p:txBody>
      </p:sp>
      <p:sp>
        <p:nvSpPr>
          <p:cNvPr id="89" name="Shape 89"/>
          <p:cNvSpPr/>
          <p:nvPr/>
        </p:nvSpPr>
        <p:spPr>
          <a:xfrm flipH="1">
            <a:off x="9952928" y="2886168"/>
            <a:ext cx="1" cy="8867314"/>
          </a:xfrm>
          <a:prstGeom prst="line">
            <a:avLst/>
          </a:prstGeom>
          <a:ln w="63500">
            <a:solidFill>
              <a:srgbClr val="FFFFFF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200"/>
            </a:pPr>
          </a:p>
        </p:txBody>
      </p:sp>
      <p:sp>
        <p:nvSpPr>
          <p:cNvPr id="90" name="Shape 90"/>
          <p:cNvSpPr/>
          <p:nvPr/>
        </p:nvSpPr>
        <p:spPr>
          <a:xfrm flipH="1">
            <a:off x="12149991" y="2886168"/>
            <a:ext cx="1" cy="8867314"/>
          </a:xfrm>
          <a:prstGeom prst="line">
            <a:avLst/>
          </a:prstGeom>
          <a:ln w="63500">
            <a:solidFill>
              <a:srgbClr val="FFFFFF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200"/>
            </a:pPr>
          </a:p>
        </p:txBody>
      </p:sp>
      <p:sp>
        <p:nvSpPr>
          <p:cNvPr id="91" name="Shape 91"/>
          <p:cNvSpPr/>
          <p:nvPr/>
        </p:nvSpPr>
        <p:spPr>
          <a:xfrm flipH="1">
            <a:off x="14347054" y="2886168"/>
            <a:ext cx="1" cy="8867314"/>
          </a:xfrm>
          <a:prstGeom prst="line">
            <a:avLst/>
          </a:prstGeom>
          <a:ln w="63500">
            <a:solidFill>
              <a:srgbClr val="FFFFFF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200"/>
            </a:pPr>
          </a:p>
        </p:txBody>
      </p:sp>
      <p:sp>
        <p:nvSpPr>
          <p:cNvPr id="92" name="Shape 92"/>
          <p:cNvSpPr/>
          <p:nvPr/>
        </p:nvSpPr>
        <p:spPr>
          <a:xfrm flipH="1">
            <a:off x="16544118" y="2886168"/>
            <a:ext cx="1" cy="8867314"/>
          </a:xfrm>
          <a:prstGeom prst="line">
            <a:avLst/>
          </a:prstGeom>
          <a:ln w="63500">
            <a:solidFill>
              <a:srgbClr val="FFFFFF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200"/>
            </a:pPr>
          </a:p>
        </p:txBody>
      </p:sp>
      <p:sp>
        <p:nvSpPr>
          <p:cNvPr id="93" name="Shape 93"/>
          <p:cNvSpPr/>
          <p:nvPr/>
        </p:nvSpPr>
        <p:spPr>
          <a:xfrm flipH="1">
            <a:off x="18741182" y="2886168"/>
            <a:ext cx="1" cy="8867314"/>
          </a:xfrm>
          <a:prstGeom prst="line">
            <a:avLst/>
          </a:prstGeom>
          <a:ln w="63500">
            <a:solidFill>
              <a:srgbClr val="FFFFFF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200"/>
            </a:pPr>
          </a:p>
        </p:txBody>
      </p:sp>
      <p:sp>
        <p:nvSpPr>
          <p:cNvPr id="94" name="Shape 94"/>
          <p:cNvSpPr/>
          <p:nvPr/>
        </p:nvSpPr>
        <p:spPr>
          <a:xfrm flipH="1">
            <a:off x="20938245" y="2886168"/>
            <a:ext cx="1" cy="8867314"/>
          </a:xfrm>
          <a:prstGeom prst="line">
            <a:avLst/>
          </a:prstGeom>
          <a:ln w="63500">
            <a:solidFill>
              <a:srgbClr val="FFFFFF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200"/>
            </a:pPr>
          </a:p>
        </p:txBody>
      </p:sp>
      <p:sp>
        <p:nvSpPr>
          <p:cNvPr id="95" name="Shape 95"/>
          <p:cNvSpPr/>
          <p:nvPr/>
        </p:nvSpPr>
        <p:spPr>
          <a:xfrm flipH="1">
            <a:off x="23135309" y="2886168"/>
            <a:ext cx="1" cy="8867314"/>
          </a:xfrm>
          <a:prstGeom prst="line">
            <a:avLst/>
          </a:prstGeom>
          <a:ln w="63500">
            <a:solidFill>
              <a:srgbClr val="FFFFFF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200"/>
            </a:pPr>
          </a:p>
        </p:txBody>
      </p:sp>
      <p:sp>
        <p:nvSpPr>
          <p:cNvPr id="96" name="Shape 96"/>
          <p:cNvSpPr/>
          <p:nvPr/>
        </p:nvSpPr>
        <p:spPr>
          <a:xfrm>
            <a:off x="9984678" y="9961563"/>
            <a:ext cx="2133564" cy="1697660"/>
          </a:xfrm>
          <a:prstGeom prst="rect">
            <a:avLst/>
          </a:pr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97" name="Shape 97"/>
          <p:cNvSpPr/>
          <p:nvPr/>
        </p:nvSpPr>
        <p:spPr>
          <a:xfrm>
            <a:off x="20969995" y="9961562"/>
            <a:ext cx="2133565" cy="1697660"/>
          </a:xfrm>
          <a:prstGeom prst="rect">
            <a:avLst/>
          </a:pr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98" name="Shape 98"/>
          <p:cNvSpPr/>
          <p:nvPr/>
        </p:nvSpPr>
        <p:spPr>
          <a:xfrm>
            <a:off x="20969995" y="2916926"/>
            <a:ext cx="2133565" cy="1697660"/>
          </a:xfrm>
          <a:prstGeom prst="rect">
            <a:avLst/>
          </a:pr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99" name="Shape 99"/>
          <p:cNvSpPr/>
          <p:nvPr/>
        </p:nvSpPr>
        <p:spPr>
          <a:xfrm>
            <a:off x="12117932" y="2916926"/>
            <a:ext cx="2133564" cy="1697660"/>
          </a:xfrm>
          <a:prstGeom prst="rect">
            <a:avLst/>
          </a:prstGeom>
          <a:solidFill>
            <a:srgbClr val="515358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100" name="Shape 100"/>
          <p:cNvSpPr/>
          <p:nvPr/>
        </p:nvSpPr>
        <p:spPr>
          <a:xfrm>
            <a:off x="9984678" y="4678085"/>
            <a:ext cx="2133564" cy="1697660"/>
          </a:xfrm>
          <a:prstGeom prst="rect">
            <a:avLst/>
          </a:prstGeom>
          <a:solidFill>
            <a:srgbClr val="515358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101" name="Shape 101"/>
          <p:cNvSpPr/>
          <p:nvPr/>
        </p:nvSpPr>
        <p:spPr>
          <a:xfrm>
            <a:off x="12192000" y="9961562"/>
            <a:ext cx="2133564" cy="1697660"/>
          </a:xfrm>
          <a:prstGeom prst="rect">
            <a:avLst/>
          </a:prstGeom>
          <a:solidFill>
            <a:srgbClr val="515358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102" name="Shape 102"/>
          <p:cNvSpPr/>
          <p:nvPr/>
        </p:nvSpPr>
        <p:spPr>
          <a:xfrm>
            <a:off x="9994936" y="8184529"/>
            <a:ext cx="2133564" cy="1697660"/>
          </a:xfrm>
          <a:prstGeom prst="rect">
            <a:avLst/>
          </a:prstGeom>
          <a:solidFill>
            <a:srgbClr val="515358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103" name="Shape 103"/>
          <p:cNvSpPr/>
          <p:nvPr/>
        </p:nvSpPr>
        <p:spPr>
          <a:xfrm>
            <a:off x="18772931" y="2916927"/>
            <a:ext cx="2133565" cy="1697660"/>
          </a:xfrm>
          <a:prstGeom prst="rect">
            <a:avLst/>
          </a:prstGeom>
          <a:solidFill>
            <a:srgbClr val="515358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104" name="Shape 104"/>
          <p:cNvSpPr/>
          <p:nvPr/>
        </p:nvSpPr>
        <p:spPr>
          <a:xfrm>
            <a:off x="20964866" y="4686023"/>
            <a:ext cx="2133564" cy="1697660"/>
          </a:xfrm>
          <a:prstGeom prst="rect">
            <a:avLst/>
          </a:prstGeom>
          <a:solidFill>
            <a:srgbClr val="515358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105" name="Shape 105"/>
          <p:cNvSpPr/>
          <p:nvPr/>
        </p:nvSpPr>
        <p:spPr>
          <a:xfrm>
            <a:off x="18772931" y="9961563"/>
            <a:ext cx="2133565" cy="1697660"/>
          </a:xfrm>
          <a:prstGeom prst="rect">
            <a:avLst/>
          </a:prstGeom>
          <a:solidFill>
            <a:srgbClr val="515358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106" name="Shape 106"/>
          <p:cNvSpPr/>
          <p:nvPr/>
        </p:nvSpPr>
        <p:spPr>
          <a:xfrm>
            <a:off x="20959737" y="8200404"/>
            <a:ext cx="2133565" cy="1697660"/>
          </a:xfrm>
          <a:prstGeom prst="rect">
            <a:avLst/>
          </a:prstGeom>
          <a:solidFill>
            <a:srgbClr val="515358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107" name="Shape 107"/>
          <p:cNvSpPr/>
          <p:nvPr/>
        </p:nvSpPr>
        <p:spPr>
          <a:xfrm>
            <a:off x="2130544" y="608231"/>
            <a:ext cx="5489576" cy="12096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b="1" cap="all" sz="6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选题意义及目的</a:t>
            </a:r>
          </a:p>
        </p:txBody>
      </p:sp>
      <p:sp>
        <p:nvSpPr>
          <p:cNvPr id="108" name="Shape 108"/>
          <p:cNvSpPr/>
          <p:nvPr/>
        </p:nvSpPr>
        <p:spPr>
          <a:xfrm>
            <a:off x="915734" y="684431"/>
            <a:ext cx="1003152" cy="10572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b="1" cap="all" sz="6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09" name="Shape 109"/>
          <p:cNvSpPr/>
          <p:nvPr/>
        </p:nvSpPr>
        <p:spPr>
          <a:xfrm>
            <a:off x="-1" y="0"/>
            <a:ext cx="704077" cy="2252882"/>
          </a:xfrm>
          <a:prstGeom prst="rect">
            <a:avLst/>
          </a:pr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110" name="Shape 110"/>
          <p:cNvSpPr/>
          <p:nvPr/>
        </p:nvSpPr>
        <p:spPr>
          <a:xfrm>
            <a:off x="0" y="12658725"/>
            <a:ext cx="704076" cy="1057275"/>
          </a:xfrm>
          <a:prstGeom prst="rect">
            <a:avLst/>
          </a:pr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111" name="Shape 111"/>
          <p:cNvSpPr/>
          <p:nvPr/>
        </p:nvSpPr>
        <p:spPr>
          <a:xfrm>
            <a:off x="915734" y="4151988"/>
            <a:ext cx="5438136" cy="92519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just">
              <a:lnSpc>
                <a:spcPct val="120000"/>
              </a:lnSpc>
              <a:defRPr cap="all" sz="2000">
                <a:solidFill>
                  <a:srgbClr val="53585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前人没有研究过的,也就是说研究领域中一个新颖有意义的课题,被前人所忽略的</a:t>
            </a:r>
          </a:p>
        </p:txBody>
      </p:sp>
      <p:sp>
        <p:nvSpPr>
          <p:cNvPr id="112" name="Shape 112"/>
          <p:cNvSpPr/>
          <p:nvPr/>
        </p:nvSpPr>
        <p:spPr>
          <a:xfrm>
            <a:off x="915734" y="2853427"/>
            <a:ext cx="2413636" cy="10318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cap="all" sz="5000"/>
            </a:lvl1pPr>
          </a:lstStyle>
          <a:p>
            <a:pPr/>
            <a:r>
              <a:t>1、创新</a:t>
            </a:r>
          </a:p>
        </p:txBody>
      </p:sp>
      <p:sp>
        <p:nvSpPr>
          <p:cNvPr id="113" name="Shape 113"/>
          <p:cNvSpPr/>
          <p:nvPr/>
        </p:nvSpPr>
        <p:spPr>
          <a:xfrm>
            <a:off x="915734" y="7267588"/>
            <a:ext cx="5438136" cy="92519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just">
              <a:lnSpc>
                <a:spcPct val="120000"/>
              </a:lnSpc>
              <a:defRPr cap="all" sz="2000">
                <a:solidFill>
                  <a:srgbClr val="53585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前人有研究过,或者说阐述过但是没有阐述论证的足够全面,你加以丰满,或者驳斥前人的观点,</a:t>
            </a:r>
          </a:p>
        </p:txBody>
      </p:sp>
      <p:sp>
        <p:nvSpPr>
          <p:cNvPr id="114" name="Shape 114"/>
          <p:cNvSpPr/>
          <p:nvPr/>
        </p:nvSpPr>
        <p:spPr>
          <a:xfrm>
            <a:off x="915734" y="6311762"/>
            <a:ext cx="2413636" cy="10318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cap="all" sz="5000"/>
            </a:lvl1pPr>
          </a:lstStyle>
          <a:p>
            <a:pPr/>
            <a:r>
              <a:t>2、补充</a:t>
            </a:r>
          </a:p>
        </p:txBody>
      </p:sp>
      <p:sp>
        <p:nvSpPr>
          <p:cNvPr id="115" name="Shape 115"/>
          <p:cNvSpPr/>
          <p:nvPr/>
        </p:nvSpPr>
        <p:spPr>
          <a:xfrm>
            <a:off x="915734" y="10789907"/>
            <a:ext cx="5438136" cy="92519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just">
              <a:lnSpc>
                <a:spcPct val="120000"/>
              </a:lnSpc>
              <a:defRPr cap="all" sz="2000">
                <a:solidFill>
                  <a:srgbClr val="53585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研究的价值，研究的必要性如市场需求和研究成果带来的经济效益等</a:t>
            </a:r>
          </a:p>
        </p:txBody>
      </p:sp>
      <p:sp>
        <p:nvSpPr>
          <p:cNvPr id="116" name="Shape 116"/>
          <p:cNvSpPr/>
          <p:nvPr/>
        </p:nvSpPr>
        <p:spPr>
          <a:xfrm>
            <a:off x="915734" y="9818688"/>
            <a:ext cx="2413636" cy="10318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cap="all" sz="5000"/>
            </a:lvl1pPr>
          </a:lstStyle>
          <a:p>
            <a:pPr/>
            <a:r>
              <a:t>3、价值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/>
          <p:nvPr/>
        </p:nvSpPr>
        <p:spPr>
          <a:xfrm>
            <a:off x="2130544" y="521603"/>
            <a:ext cx="5489576" cy="12096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b="1" cap="all" sz="6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选题意义及目的</a:t>
            </a:r>
          </a:p>
        </p:txBody>
      </p:sp>
      <p:sp>
        <p:nvSpPr>
          <p:cNvPr id="119" name="Shape 119"/>
          <p:cNvSpPr/>
          <p:nvPr/>
        </p:nvSpPr>
        <p:spPr>
          <a:xfrm>
            <a:off x="915734" y="684431"/>
            <a:ext cx="1003152" cy="10572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b="1" cap="all" sz="6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20" name="Shape 120"/>
          <p:cNvSpPr/>
          <p:nvPr/>
        </p:nvSpPr>
        <p:spPr>
          <a:xfrm>
            <a:off x="-1" y="0"/>
            <a:ext cx="704077" cy="2252882"/>
          </a:xfrm>
          <a:prstGeom prst="rect">
            <a:avLst/>
          </a:pr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121" name="Shape 121"/>
          <p:cNvSpPr/>
          <p:nvPr/>
        </p:nvSpPr>
        <p:spPr>
          <a:xfrm>
            <a:off x="0" y="12658725"/>
            <a:ext cx="704076" cy="1057275"/>
          </a:xfrm>
          <a:prstGeom prst="rect">
            <a:avLst/>
          </a:pr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graphicFrame>
        <p:nvGraphicFramePr>
          <p:cNvPr id="122" name="Chart 122"/>
          <p:cNvGraphicFramePr/>
          <p:nvPr/>
        </p:nvGraphicFramePr>
        <p:xfrm>
          <a:off x="873848" y="2810128"/>
          <a:ext cx="10443684" cy="436948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23" name="Chart 123"/>
          <p:cNvGraphicFramePr/>
          <p:nvPr/>
        </p:nvGraphicFramePr>
        <p:xfrm>
          <a:off x="12191999" y="8040524"/>
          <a:ext cx="10614472" cy="436948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4" name="Shape 124"/>
          <p:cNvSpPr/>
          <p:nvPr/>
        </p:nvSpPr>
        <p:spPr>
          <a:xfrm>
            <a:off x="954767" y="8186486"/>
            <a:ext cx="6251576" cy="12096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cap="all" sz="6000"/>
            </a:lvl1pPr>
          </a:lstStyle>
          <a:p>
            <a:pPr/>
            <a:r>
              <a:t>数据说明—柱状图</a:t>
            </a:r>
          </a:p>
        </p:txBody>
      </p:sp>
      <p:sp>
        <p:nvSpPr>
          <p:cNvPr id="125" name="Shape 125"/>
          <p:cNvSpPr/>
          <p:nvPr/>
        </p:nvSpPr>
        <p:spPr>
          <a:xfrm>
            <a:off x="915734" y="10658809"/>
            <a:ext cx="10496529" cy="18700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algn="l">
              <a:lnSpc>
                <a:spcPct val="120000"/>
              </a:lnSpc>
              <a:defRPr cap="all" sz="2800">
                <a:solidFill>
                  <a:srgbClr val="53585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通过数据分析，补充说明选题的意义和目的，研究的价值何必要性 </a:t>
            </a:r>
          </a:p>
          <a:p>
            <a:pPr algn="l">
              <a:lnSpc>
                <a:spcPct val="120000"/>
              </a:lnSpc>
              <a:defRPr cap="all" sz="2800">
                <a:solidFill>
                  <a:srgbClr val="53585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通过数据分析，补充说明选题的意义和目的，研究的价值何必要性 通过数据分析，补充说明选题的意义和目的，研究的价值何必要性 </a:t>
            </a:r>
          </a:p>
        </p:txBody>
      </p:sp>
      <p:sp>
        <p:nvSpPr>
          <p:cNvPr id="126" name="Shape 126"/>
          <p:cNvSpPr/>
          <p:nvPr/>
        </p:nvSpPr>
        <p:spPr>
          <a:xfrm>
            <a:off x="12192000" y="5311904"/>
            <a:ext cx="10614471" cy="18700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algn="l">
              <a:lnSpc>
                <a:spcPct val="120000"/>
              </a:lnSpc>
              <a:defRPr cap="all" sz="2800">
                <a:solidFill>
                  <a:srgbClr val="53585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通过数据分析，补充说明选题的意义和目的，研究的价值何必要性 </a:t>
            </a:r>
          </a:p>
          <a:p>
            <a:pPr algn="l">
              <a:lnSpc>
                <a:spcPct val="120000"/>
              </a:lnSpc>
              <a:defRPr cap="all" sz="2800">
                <a:solidFill>
                  <a:srgbClr val="53585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通过数据分析，补充说明选题的意义和目的，研究的价值何必要性 通过数据分析，补充说明选题的意义和目的，研究的价值何必要性 </a:t>
            </a:r>
          </a:p>
        </p:txBody>
      </p:sp>
      <p:sp>
        <p:nvSpPr>
          <p:cNvPr id="127" name="Shape 127"/>
          <p:cNvSpPr/>
          <p:nvPr/>
        </p:nvSpPr>
        <p:spPr>
          <a:xfrm>
            <a:off x="12191999" y="2911728"/>
            <a:ext cx="6251576" cy="12096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cap="all" sz="6000"/>
            </a:lvl1pPr>
          </a:lstStyle>
          <a:p>
            <a:pPr/>
            <a:r>
              <a:t>数据说明—面积图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/>
          <p:nvPr/>
        </p:nvSpPr>
        <p:spPr>
          <a:xfrm>
            <a:off x="1" y="3197894"/>
            <a:ext cx="24383999" cy="7320212"/>
          </a:xfrm>
          <a:prstGeom prst="rect">
            <a:avLst/>
          </a:pr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130" name="Shape 130"/>
          <p:cNvSpPr/>
          <p:nvPr/>
        </p:nvSpPr>
        <p:spPr>
          <a:xfrm>
            <a:off x="6510383" y="5311626"/>
            <a:ext cx="12690476" cy="26447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141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国内外发展现状</a:t>
            </a:r>
          </a:p>
        </p:txBody>
      </p:sp>
      <p:sp>
        <p:nvSpPr>
          <p:cNvPr id="131" name="Shape 131"/>
          <p:cNvSpPr/>
          <p:nvPr/>
        </p:nvSpPr>
        <p:spPr>
          <a:xfrm>
            <a:off x="3154805" y="5509048"/>
            <a:ext cx="2146834" cy="224993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141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32" name="Shape 132"/>
          <p:cNvSpPr/>
          <p:nvPr/>
        </p:nvSpPr>
        <p:spPr>
          <a:xfrm flipH="1">
            <a:off x="3836841" y="5952591"/>
            <a:ext cx="1902194" cy="16467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133" name="Shape 133"/>
          <p:cNvSpPr/>
          <p:nvPr/>
        </p:nvSpPr>
        <p:spPr>
          <a:xfrm rot="5400000">
            <a:off x="11557000" y="11411198"/>
            <a:ext cx="1270000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0" y="21600"/>
                </a:lnTo>
                <a:lnTo>
                  <a:pt x="10800" y="15052"/>
                </a:lnTo>
                <a:lnTo>
                  <a:pt x="21600" y="21600"/>
                </a:lnTo>
                <a:lnTo>
                  <a:pt x="10800" y="0"/>
                </a:lnTo>
                <a:close/>
              </a:path>
            </a:pathLst>
          </a:cu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/>
          <p:nvPr/>
        </p:nvSpPr>
        <p:spPr>
          <a:xfrm>
            <a:off x="2130544" y="608231"/>
            <a:ext cx="5489576" cy="12096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b="1" cap="all" sz="6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国内外发展现状</a:t>
            </a:r>
          </a:p>
        </p:txBody>
      </p:sp>
      <p:sp>
        <p:nvSpPr>
          <p:cNvPr id="136" name="Shape 136"/>
          <p:cNvSpPr/>
          <p:nvPr/>
        </p:nvSpPr>
        <p:spPr>
          <a:xfrm>
            <a:off x="915734" y="684431"/>
            <a:ext cx="1003152" cy="10572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b="1" cap="all" sz="6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37" name="Shape 137"/>
          <p:cNvSpPr/>
          <p:nvPr/>
        </p:nvSpPr>
        <p:spPr>
          <a:xfrm>
            <a:off x="-1" y="0"/>
            <a:ext cx="704077" cy="2252882"/>
          </a:xfrm>
          <a:prstGeom prst="rect">
            <a:avLst/>
          </a:pr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138" name="Shape 138"/>
          <p:cNvSpPr/>
          <p:nvPr/>
        </p:nvSpPr>
        <p:spPr>
          <a:xfrm>
            <a:off x="0" y="12658725"/>
            <a:ext cx="704076" cy="1057275"/>
          </a:xfrm>
          <a:prstGeom prst="rect">
            <a:avLst/>
          </a:pr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139" name="Shape 139"/>
          <p:cNvSpPr/>
          <p:nvPr/>
        </p:nvSpPr>
        <p:spPr>
          <a:xfrm>
            <a:off x="9726499" y="5140929"/>
            <a:ext cx="1383721" cy="13792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1" y="10800"/>
                </a:moveTo>
                <a:lnTo>
                  <a:pt x="1478" y="12141"/>
                </a:lnTo>
                <a:lnTo>
                  <a:pt x="211" y="13341"/>
                </a:lnTo>
                <a:lnTo>
                  <a:pt x="281" y="14047"/>
                </a:lnTo>
                <a:lnTo>
                  <a:pt x="1548" y="14824"/>
                </a:lnTo>
                <a:lnTo>
                  <a:pt x="2533" y="15318"/>
                </a:lnTo>
                <a:lnTo>
                  <a:pt x="3588" y="16165"/>
                </a:lnTo>
                <a:lnTo>
                  <a:pt x="4362" y="16729"/>
                </a:lnTo>
                <a:lnTo>
                  <a:pt x="5769" y="14329"/>
                </a:lnTo>
                <a:lnTo>
                  <a:pt x="6614" y="13482"/>
                </a:lnTo>
                <a:lnTo>
                  <a:pt x="7528" y="12635"/>
                </a:lnTo>
                <a:lnTo>
                  <a:pt x="8302" y="12424"/>
                </a:lnTo>
                <a:lnTo>
                  <a:pt x="9358" y="12353"/>
                </a:lnTo>
                <a:lnTo>
                  <a:pt x="10413" y="13129"/>
                </a:lnTo>
                <a:lnTo>
                  <a:pt x="10624" y="13976"/>
                </a:lnTo>
                <a:lnTo>
                  <a:pt x="10765" y="14753"/>
                </a:lnTo>
                <a:lnTo>
                  <a:pt x="10343" y="15812"/>
                </a:lnTo>
                <a:lnTo>
                  <a:pt x="9569" y="16659"/>
                </a:lnTo>
                <a:lnTo>
                  <a:pt x="9006" y="17718"/>
                </a:lnTo>
                <a:lnTo>
                  <a:pt x="9217" y="18282"/>
                </a:lnTo>
                <a:lnTo>
                  <a:pt x="9991" y="18918"/>
                </a:lnTo>
                <a:lnTo>
                  <a:pt x="10413" y="18776"/>
                </a:lnTo>
                <a:lnTo>
                  <a:pt x="9358" y="19835"/>
                </a:lnTo>
                <a:lnTo>
                  <a:pt x="8654" y="20824"/>
                </a:lnTo>
                <a:lnTo>
                  <a:pt x="8795" y="21600"/>
                </a:lnTo>
                <a:lnTo>
                  <a:pt x="10061" y="21176"/>
                </a:lnTo>
                <a:lnTo>
                  <a:pt x="10835" y="20965"/>
                </a:lnTo>
                <a:lnTo>
                  <a:pt x="11046" y="20259"/>
                </a:lnTo>
                <a:lnTo>
                  <a:pt x="11187" y="19694"/>
                </a:lnTo>
                <a:lnTo>
                  <a:pt x="11398" y="19482"/>
                </a:lnTo>
                <a:lnTo>
                  <a:pt x="11750" y="18988"/>
                </a:lnTo>
                <a:lnTo>
                  <a:pt x="11679" y="18424"/>
                </a:lnTo>
                <a:lnTo>
                  <a:pt x="11820" y="17647"/>
                </a:lnTo>
                <a:lnTo>
                  <a:pt x="12453" y="17153"/>
                </a:lnTo>
                <a:lnTo>
                  <a:pt x="13157" y="16729"/>
                </a:lnTo>
                <a:lnTo>
                  <a:pt x="13790" y="16306"/>
                </a:lnTo>
                <a:lnTo>
                  <a:pt x="14353" y="16094"/>
                </a:lnTo>
                <a:lnTo>
                  <a:pt x="14986" y="15882"/>
                </a:lnTo>
                <a:lnTo>
                  <a:pt x="15901" y="15388"/>
                </a:lnTo>
                <a:lnTo>
                  <a:pt x="16464" y="15671"/>
                </a:lnTo>
                <a:lnTo>
                  <a:pt x="16886" y="15318"/>
                </a:lnTo>
                <a:lnTo>
                  <a:pt x="17238" y="14682"/>
                </a:lnTo>
                <a:lnTo>
                  <a:pt x="17238" y="13482"/>
                </a:lnTo>
                <a:lnTo>
                  <a:pt x="17941" y="12635"/>
                </a:lnTo>
                <a:lnTo>
                  <a:pt x="18715" y="11929"/>
                </a:lnTo>
                <a:lnTo>
                  <a:pt x="19841" y="11506"/>
                </a:lnTo>
                <a:lnTo>
                  <a:pt x="20967" y="10729"/>
                </a:lnTo>
                <a:lnTo>
                  <a:pt x="21600" y="10094"/>
                </a:lnTo>
                <a:lnTo>
                  <a:pt x="20263" y="5929"/>
                </a:lnTo>
                <a:lnTo>
                  <a:pt x="18715" y="1341"/>
                </a:lnTo>
                <a:lnTo>
                  <a:pt x="14986" y="0"/>
                </a:lnTo>
                <a:lnTo>
                  <a:pt x="10061" y="0"/>
                </a:lnTo>
                <a:lnTo>
                  <a:pt x="6403" y="3600"/>
                </a:lnTo>
                <a:lnTo>
                  <a:pt x="5910" y="4024"/>
                </a:lnTo>
                <a:lnTo>
                  <a:pt x="0" y="6706"/>
                </a:lnTo>
                <a:lnTo>
                  <a:pt x="211" y="10800"/>
                </a:lnTo>
                <a:close/>
              </a:path>
            </a:pathLst>
          </a:custGeom>
          <a:solidFill>
            <a:srgbClr val="27282D"/>
          </a:solidFill>
          <a:ln w="25400">
            <a:solidFill>
              <a:srgbClr val="FFFFFF"/>
            </a:solidFill>
            <a:miter lim="400000"/>
          </a:ln>
        </p:spPr>
        <p:txBody>
          <a:bodyPr lIns="60959" tIns="60959" rIns="60959" bIns="60959" anchor="ctr"/>
          <a:lstStyle/>
          <a:p>
            <a:pPr defTabSz="914400">
              <a:defRPr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0" name="Shape 140"/>
          <p:cNvSpPr/>
          <p:nvPr/>
        </p:nvSpPr>
        <p:spPr>
          <a:xfrm>
            <a:off x="9996933" y="4451322"/>
            <a:ext cx="1951633" cy="13386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537" y="12873"/>
                </a:moveTo>
                <a:lnTo>
                  <a:pt x="6734" y="12655"/>
                </a:lnTo>
                <a:lnTo>
                  <a:pt x="7283" y="13455"/>
                </a:lnTo>
                <a:lnTo>
                  <a:pt x="7582" y="14327"/>
                </a:lnTo>
                <a:lnTo>
                  <a:pt x="8081" y="14327"/>
                </a:lnTo>
                <a:lnTo>
                  <a:pt x="8231" y="13673"/>
                </a:lnTo>
                <a:lnTo>
                  <a:pt x="8580" y="13091"/>
                </a:lnTo>
                <a:lnTo>
                  <a:pt x="9029" y="13455"/>
                </a:lnTo>
                <a:lnTo>
                  <a:pt x="8830" y="14255"/>
                </a:lnTo>
                <a:lnTo>
                  <a:pt x="8780" y="14909"/>
                </a:lnTo>
                <a:lnTo>
                  <a:pt x="8929" y="15273"/>
                </a:lnTo>
                <a:lnTo>
                  <a:pt x="9827" y="16218"/>
                </a:lnTo>
                <a:lnTo>
                  <a:pt x="10176" y="17309"/>
                </a:lnTo>
                <a:lnTo>
                  <a:pt x="10476" y="17745"/>
                </a:lnTo>
                <a:lnTo>
                  <a:pt x="10675" y="17891"/>
                </a:lnTo>
                <a:lnTo>
                  <a:pt x="10426" y="19345"/>
                </a:lnTo>
                <a:lnTo>
                  <a:pt x="10825" y="20218"/>
                </a:lnTo>
                <a:lnTo>
                  <a:pt x="11922" y="21091"/>
                </a:lnTo>
                <a:lnTo>
                  <a:pt x="12272" y="21600"/>
                </a:lnTo>
                <a:lnTo>
                  <a:pt x="12621" y="20509"/>
                </a:lnTo>
                <a:lnTo>
                  <a:pt x="12671" y="19709"/>
                </a:lnTo>
                <a:lnTo>
                  <a:pt x="12770" y="18618"/>
                </a:lnTo>
                <a:lnTo>
                  <a:pt x="13170" y="17964"/>
                </a:lnTo>
                <a:lnTo>
                  <a:pt x="13618" y="17600"/>
                </a:lnTo>
                <a:lnTo>
                  <a:pt x="14018" y="18036"/>
                </a:lnTo>
                <a:lnTo>
                  <a:pt x="14467" y="18618"/>
                </a:lnTo>
                <a:lnTo>
                  <a:pt x="15414" y="18691"/>
                </a:lnTo>
                <a:lnTo>
                  <a:pt x="16212" y="18182"/>
                </a:lnTo>
                <a:lnTo>
                  <a:pt x="16412" y="17455"/>
                </a:lnTo>
                <a:lnTo>
                  <a:pt x="16462" y="17091"/>
                </a:lnTo>
                <a:lnTo>
                  <a:pt x="16262" y="16873"/>
                </a:lnTo>
                <a:lnTo>
                  <a:pt x="15764" y="16291"/>
                </a:lnTo>
                <a:lnTo>
                  <a:pt x="15913" y="15564"/>
                </a:lnTo>
                <a:lnTo>
                  <a:pt x="16262" y="14909"/>
                </a:lnTo>
                <a:lnTo>
                  <a:pt x="17460" y="14836"/>
                </a:lnTo>
                <a:lnTo>
                  <a:pt x="17709" y="14327"/>
                </a:lnTo>
                <a:lnTo>
                  <a:pt x="17759" y="13455"/>
                </a:lnTo>
                <a:lnTo>
                  <a:pt x="18008" y="12436"/>
                </a:lnTo>
                <a:lnTo>
                  <a:pt x="18208" y="11927"/>
                </a:lnTo>
                <a:lnTo>
                  <a:pt x="18806" y="10545"/>
                </a:lnTo>
                <a:lnTo>
                  <a:pt x="19455" y="10473"/>
                </a:lnTo>
                <a:lnTo>
                  <a:pt x="19754" y="11782"/>
                </a:lnTo>
                <a:lnTo>
                  <a:pt x="19555" y="12364"/>
                </a:lnTo>
                <a:lnTo>
                  <a:pt x="19904" y="12655"/>
                </a:lnTo>
                <a:lnTo>
                  <a:pt x="20552" y="12655"/>
                </a:lnTo>
                <a:lnTo>
                  <a:pt x="20552" y="13236"/>
                </a:lnTo>
                <a:lnTo>
                  <a:pt x="20902" y="11564"/>
                </a:lnTo>
                <a:lnTo>
                  <a:pt x="21201" y="10400"/>
                </a:lnTo>
                <a:lnTo>
                  <a:pt x="21450" y="9818"/>
                </a:lnTo>
                <a:lnTo>
                  <a:pt x="21600" y="9236"/>
                </a:lnTo>
                <a:lnTo>
                  <a:pt x="21500" y="8582"/>
                </a:lnTo>
                <a:lnTo>
                  <a:pt x="21500" y="8436"/>
                </a:lnTo>
                <a:lnTo>
                  <a:pt x="20952" y="8145"/>
                </a:lnTo>
                <a:lnTo>
                  <a:pt x="19355" y="5091"/>
                </a:lnTo>
                <a:lnTo>
                  <a:pt x="15015" y="4364"/>
                </a:lnTo>
                <a:lnTo>
                  <a:pt x="9229" y="873"/>
                </a:lnTo>
                <a:lnTo>
                  <a:pt x="3991" y="0"/>
                </a:lnTo>
                <a:lnTo>
                  <a:pt x="0" y="1527"/>
                </a:lnTo>
                <a:lnTo>
                  <a:pt x="748" y="6109"/>
                </a:lnTo>
                <a:lnTo>
                  <a:pt x="2245" y="11055"/>
                </a:lnTo>
                <a:lnTo>
                  <a:pt x="5537" y="12873"/>
                </a:lnTo>
                <a:close/>
              </a:path>
            </a:pathLst>
          </a:custGeom>
          <a:solidFill>
            <a:srgbClr val="27282D"/>
          </a:solidFill>
          <a:ln w="25400">
            <a:solidFill>
              <a:srgbClr val="FFFFFF"/>
            </a:solidFill>
            <a:miter lim="400000"/>
          </a:ln>
        </p:spPr>
        <p:txBody>
          <a:bodyPr lIns="60959" tIns="60959" rIns="60959" bIns="60959" anchor="ctr"/>
          <a:lstStyle/>
          <a:p>
            <a:pPr defTabSz="914400">
              <a:defRPr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1" name="Shape 141"/>
          <p:cNvSpPr/>
          <p:nvPr/>
        </p:nvSpPr>
        <p:spPr>
          <a:xfrm>
            <a:off x="9579773" y="2729559"/>
            <a:ext cx="2612228" cy="22960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789" y="17351"/>
                </a:moveTo>
                <a:lnTo>
                  <a:pt x="6661" y="16997"/>
                </a:lnTo>
                <a:lnTo>
                  <a:pt x="7034" y="17492"/>
                </a:lnTo>
                <a:lnTo>
                  <a:pt x="7221" y="18201"/>
                </a:lnTo>
                <a:lnTo>
                  <a:pt x="7843" y="18838"/>
                </a:lnTo>
                <a:lnTo>
                  <a:pt x="8590" y="18909"/>
                </a:lnTo>
                <a:lnTo>
                  <a:pt x="8839" y="18555"/>
                </a:lnTo>
                <a:lnTo>
                  <a:pt x="9337" y="18130"/>
                </a:lnTo>
                <a:lnTo>
                  <a:pt x="9897" y="17634"/>
                </a:lnTo>
                <a:lnTo>
                  <a:pt x="10395" y="17776"/>
                </a:lnTo>
                <a:lnTo>
                  <a:pt x="10395" y="18838"/>
                </a:lnTo>
                <a:lnTo>
                  <a:pt x="11329" y="18555"/>
                </a:lnTo>
                <a:lnTo>
                  <a:pt x="11703" y="18342"/>
                </a:lnTo>
                <a:lnTo>
                  <a:pt x="11952" y="19121"/>
                </a:lnTo>
                <a:lnTo>
                  <a:pt x="12761" y="19475"/>
                </a:lnTo>
                <a:lnTo>
                  <a:pt x="13259" y="20538"/>
                </a:lnTo>
                <a:lnTo>
                  <a:pt x="13881" y="20325"/>
                </a:lnTo>
                <a:lnTo>
                  <a:pt x="13819" y="19971"/>
                </a:lnTo>
                <a:lnTo>
                  <a:pt x="14193" y="19546"/>
                </a:lnTo>
                <a:lnTo>
                  <a:pt x="15002" y="20750"/>
                </a:lnTo>
                <a:lnTo>
                  <a:pt x="15500" y="21600"/>
                </a:lnTo>
                <a:lnTo>
                  <a:pt x="15935" y="21317"/>
                </a:lnTo>
                <a:lnTo>
                  <a:pt x="16371" y="21388"/>
                </a:lnTo>
                <a:lnTo>
                  <a:pt x="16496" y="20892"/>
                </a:lnTo>
                <a:lnTo>
                  <a:pt x="16496" y="20538"/>
                </a:lnTo>
                <a:lnTo>
                  <a:pt x="16807" y="20254"/>
                </a:lnTo>
                <a:lnTo>
                  <a:pt x="17367" y="20184"/>
                </a:lnTo>
                <a:lnTo>
                  <a:pt x="17865" y="19900"/>
                </a:lnTo>
                <a:lnTo>
                  <a:pt x="18114" y="20679"/>
                </a:lnTo>
                <a:lnTo>
                  <a:pt x="18550" y="21033"/>
                </a:lnTo>
                <a:lnTo>
                  <a:pt x="19110" y="21317"/>
                </a:lnTo>
                <a:lnTo>
                  <a:pt x="19359" y="20963"/>
                </a:lnTo>
                <a:lnTo>
                  <a:pt x="19110" y="19830"/>
                </a:lnTo>
                <a:lnTo>
                  <a:pt x="18799" y="19334"/>
                </a:lnTo>
                <a:lnTo>
                  <a:pt x="18425" y="18838"/>
                </a:lnTo>
                <a:lnTo>
                  <a:pt x="18488" y="18696"/>
                </a:lnTo>
                <a:lnTo>
                  <a:pt x="18488" y="18130"/>
                </a:lnTo>
                <a:lnTo>
                  <a:pt x="18301" y="17776"/>
                </a:lnTo>
                <a:lnTo>
                  <a:pt x="17927" y="17351"/>
                </a:lnTo>
                <a:lnTo>
                  <a:pt x="18488" y="16572"/>
                </a:lnTo>
                <a:lnTo>
                  <a:pt x="18737" y="16855"/>
                </a:lnTo>
                <a:lnTo>
                  <a:pt x="18986" y="16076"/>
                </a:lnTo>
                <a:lnTo>
                  <a:pt x="19484" y="16289"/>
                </a:lnTo>
                <a:lnTo>
                  <a:pt x="20219" y="16147"/>
                </a:lnTo>
                <a:cubicBezTo>
                  <a:pt x="20015" y="16124"/>
                  <a:pt x="19741" y="16100"/>
                  <a:pt x="19608" y="16076"/>
                </a:cubicBezTo>
                <a:cubicBezTo>
                  <a:pt x="19475" y="16052"/>
                  <a:pt x="19286" y="16005"/>
                  <a:pt x="19421" y="16005"/>
                </a:cubicBezTo>
                <a:cubicBezTo>
                  <a:pt x="19556" y="16005"/>
                  <a:pt x="19537" y="16362"/>
                  <a:pt x="20417" y="16076"/>
                </a:cubicBezTo>
                <a:cubicBezTo>
                  <a:pt x="20521" y="16005"/>
                  <a:pt x="20500" y="16159"/>
                  <a:pt x="20480" y="16147"/>
                </a:cubicBezTo>
                <a:cubicBezTo>
                  <a:pt x="20459" y="16135"/>
                  <a:pt x="20266" y="16029"/>
                  <a:pt x="20293" y="16005"/>
                </a:cubicBezTo>
                <a:cubicBezTo>
                  <a:pt x="20320" y="15982"/>
                  <a:pt x="20558" y="15982"/>
                  <a:pt x="20641" y="16005"/>
                </a:cubicBezTo>
                <a:lnTo>
                  <a:pt x="20729" y="14872"/>
                </a:lnTo>
                <a:lnTo>
                  <a:pt x="21164" y="14164"/>
                </a:lnTo>
                <a:lnTo>
                  <a:pt x="20915" y="13881"/>
                </a:lnTo>
                <a:lnTo>
                  <a:pt x="21164" y="13172"/>
                </a:lnTo>
                <a:lnTo>
                  <a:pt x="20729" y="12606"/>
                </a:lnTo>
                <a:lnTo>
                  <a:pt x="20915" y="12039"/>
                </a:lnTo>
                <a:lnTo>
                  <a:pt x="21289" y="11331"/>
                </a:lnTo>
                <a:lnTo>
                  <a:pt x="21476" y="10552"/>
                </a:lnTo>
                <a:lnTo>
                  <a:pt x="21600" y="10269"/>
                </a:lnTo>
                <a:lnTo>
                  <a:pt x="21102" y="10198"/>
                </a:lnTo>
                <a:lnTo>
                  <a:pt x="21538" y="9844"/>
                </a:lnTo>
                <a:lnTo>
                  <a:pt x="20791" y="9419"/>
                </a:lnTo>
                <a:lnTo>
                  <a:pt x="20729" y="8994"/>
                </a:lnTo>
                <a:lnTo>
                  <a:pt x="20729" y="8428"/>
                </a:lnTo>
                <a:lnTo>
                  <a:pt x="20666" y="7719"/>
                </a:lnTo>
                <a:lnTo>
                  <a:pt x="20604" y="7224"/>
                </a:lnTo>
                <a:lnTo>
                  <a:pt x="19733" y="7861"/>
                </a:lnTo>
                <a:lnTo>
                  <a:pt x="18799" y="8923"/>
                </a:lnTo>
                <a:lnTo>
                  <a:pt x="17865" y="9631"/>
                </a:lnTo>
                <a:lnTo>
                  <a:pt x="17927" y="10198"/>
                </a:lnTo>
                <a:lnTo>
                  <a:pt x="16184" y="11119"/>
                </a:lnTo>
                <a:lnTo>
                  <a:pt x="15624" y="11048"/>
                </a:lnTo>
                <a:lnTo>
                  <a:pt x="15251" y="10552"/>
                </a:lnTo>
                <a:lnTo>
                  <a:pt x="14939" y="10127"/>
                </a:lnTo>
                <a:lnTo>
                  <a:pt x="14877" y="9207"/>
                </a:lnTo>
                <a:lnTo>
                  <a:pt x="14379" y="8640"/>
                </a:lnTo>
                <a:lnTo>
                  <a:pt x="13695" y="8428"/>
                </a:lnTo>
                <a:lnTo>
                  <a:pt x="13383" y="8852"/>
                </a:lnTo>
                <a:lnTo>
                  <a:pt x="13134" y="7719"/>
                </a:lnTo>
                <a:lnTo>
                  <a:pt x="12387" y="7861"/>
                </a:lnTo>
                <a:lnTo>
                  <a:pt x="11578" y="8286"/>
                </a:lnTo>
                <a:lnTo>
                  <a:pt x="11640" y="7719"/>
                </a:lnTo>
                <a:lnTo>
                  <a:pt x="11142" y="7649"/>
                </a:lnTo>
                <a:lnTo>
                  <a:pt x="10395" y="7790"/>
                </a:lnTo>
                <a:lnTo>
                  <a:pt x="10022" y="7719"/>
                </a:lnTo>
                <a:lnTo>
                  <a:pt x="9897" y="7507"/>
                </a:lnTo>
                <a:lnTo>
                  <a:pt x="10022" y="7082"/>
                </a:lnTo>
                <a:lnTo>
                  <a:pt x="10022" y="7011"/>
                </a:lnTo>
                <a:lnTo>
                  <a:pt x="9337" y="6515"/>
                </a:lnTo>
                <a:lnTo>
                  <a:pt x="9088" y="6020"/>
                </a:lnTo>
                <a:lnTo>
                  <a:pt x="8901" y="5382"/>
                </a:lnTo>
                <a:lnTo>
                  <a:pt x="8092" y="4532"/>
                </a:lnTo>
                <a:lnTo>
                  <a:pt x="7843" y="3824"/>
                </a:lnTo>
                <a:lnTo>
                  <a:pt x="7968" y="3187"/>
                </a:lnTo>
                <a:lnTo>
                  <a:pt x="7283" y="2337"/>
                </a:lnTo>
                <a:cubicBezTo>
                  <a:pt x="7098" y="1776"/>
                  <a:pt x="7237" y="1806"/>
                  <a:pt x="6847" y="1629"/>
                </a:cubicBezTo>
                <a:cubicBezTo>
                  <a:pt x="6828" y="1620"/>
                  <a:pt x="6806" y="1629"/>
                  <a:pt x="6785" y="1629"/>
                </a:cubicBezTo>
                <a:lnTo>
                  <a:pt x="5540" y="637"/>
                </a:lnTo>
                <a:lnTo>
                  <a:pt x="4980" y="496"/>
                </a:lnTo>
                <a:lnTo>
                  <a:pt x="4233" y="708"/>
                </a:lnTo>
                <a:lnTo>
                  <a:pt x="3237" y="708"/>
                </a:lnTo>
                <a:lnTo>
                  <a:pt x="3112" y="0"/>
                </a:lnTo>
                <a:lnTo>
                  <a:pt x="2179" y="142"/>
                </a:lnTo>
                <a:lnTo>
                  <a:pt x="1307" y="708"/>
                </a:lnTo>
                <a:lnTo>
                  <a:pt x="685" y="1204"/>
                </a:lnTo>
                <a:lnTo>
                  <a:pt x="0" y="2195"/>
                </a:lnTo>
                <a:lnTo>
                  <a:pt x="1183" y="6090"/>
                </a:lnTo>
                <a:cubicBezTo>
                  <a:pt x="1328" y="6256"/>
                  <a:pt x="1466" y="6430"/>
                  <a:pt x="1618" y="6586"/>
                </a:cubicBezTo>
                <a:cubicBezTo>
                  <a:pt x="1674" y="6643"/>
                  <a:pt x="1760" y="6660"/>
                  <a:pt x="1805" y="6728"/>
                </a:cubicBezTo>
                <a:cubicBezTo>
                  <a:pt x="1830" y="6766"/>
                  <a:pt x="1805" y="6822"/>
                  <a:pt x="1805" y="6870"/>
                </a:cubicBezTo>
                <a:lnTo>
                  <a:pt x="2490" y="12677"/>
                </a:lnTo>
                <a:lnTo>
                  <a:pt x="5789" y="17351"/>
                </a:lnTo>
                <a:close/>
              </a:path>
            </a:pathLst>
          </a:custGeom>
          <a:solidFill>
            <a:srgbClr val="27282D"/>
          </a:solidFill>
          <a:ln w="25400">
            <a:solidFill>
              <a:srgbClr val="FFFFFF"/>
            </a:solidFill>
            <a:miter lim="400000"/>
          </a:ln>
        </p:spPr>
        <p:txBody>
          <a:bodyPr lIns="60959" tIns="60959" rIns="60959" bIns="60959" anchor="ctr"/>
          <a:lstStyle/>
          <a:p>
            <a:pPr defTabSz="914400">
              <a:defRPr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2" name="Shape 142"/>
          <p:cNvSpPr/>
          <p:nvPr/>
        </p:nvSpPr>
        <p:spPr>
          <a:xfrm>
            <a:off x="10577240" y="9956613"/>
            <a:ext cx="380027" cy="9107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lnTo>
                  <a:pt x="6703" y="19114"/>
                </a:lnTo>
                <a:lnTo>
                  <a:pt x="3352" y="18647"/>
                </a:lnTo>
                <a:lnTo>
                  <a:pt x="2607" y="16783"/>
                </a:lnTo>
                <a:lnTo>
                  <a:pt x="0" y="16161"/>
                </a:lnTo>
                <a:lnTo>
                  <a:pt x="0" y="14918"/>
                </a:lnTo>
                <a:lnTo>
                  <a:pt x="2979" y="13364"/>
                </a:lnTo>
                <a:lnTo>
                  <a:pt x="2234" y="11655"/>
                </a:lnTo>
                <a:lnTo>
                  <a:pt x="745" y="9790"/>
                </a:lnTo>
                <a:lnTo>
                  <a:pt x="3724" y="9013"/>
                </a:lnTo>
                <a:lnTo>
                  <a:pt x="5214" y="6837"/>
                </a:lnTo>
                <a:lnTo>
                  <a:pt x="5586" y="5283"/>
                </a:lnTo>
                <a:lnTo>
                  <a:pt x="7821" y="4351"/>
                </a:lnTo>
                <a:lnTo>
                  <a:pt x="9310" y="2797"/>
                </a:lnTo>
                <a:lnTo>
                  <a:pt x="12662" y="1399"/>
                </a:lnTo>
                <a:lnTo>
                  <a:pt x="17131" y="0"/>
                </a:lnTo>
                <a:lnTo>
                  <a:pt x="20855" y="932"/>
                </a:lnTo>
                <a:lnTo>
                  <a:pt x="21600" y="1865"/>
                </a:lnTo>
                <a:lnTo>
                  <a:pt x="17131" y="2020"/>
                </a:lnTo>
                <a:lnTo>
                  <a:pt x="17131" y="3108"/>
                </a:lnTo>
                <a:lnTo>
                  <a:pt x="18621" y="5439"/>
                </a:lnTo>
                <a:lnTo>
                  <a:pt x="18248" y="6993"/>
                </a:lnTo>
                <a:lnTo>
                  <a:pt x="20110" y="8858"/>
                </a:lnTo>
                <a:lnTo>
                  <a:pt x="19738" y="10256"/>
                </a:lnTo>
                <a:lnTo>
                  <a:pt x="16014" y="13519"/>
                </a:lnTo>
                <a:lnTo>
                  <a:pt x="13779" y="14141"/>
                </a:lnTo>
                <a:lnTo>
                  <a:pt x="12290" y="15540"/>
                </a:lnTo>
                <a:lnTo>
                  <a:pt x="13035" y="17249"/>
                </a:lnTo>
                <a:lnTo>
                  <a:pt x="10800" y="21600"/>
                </a:lnTo>
                <a:close/>
              </a:path>
            </a:pathLst>
          </a:custGeom>
          <a:solidFill>
            <a:srgbClr val="27282D"/>
          </a:solidFill>
          <a:ln w="25400">
            <a:solidFill>
              <a:srgbClr val="FFFFFF"/>
            </a:solidFill>
            <a:miter lim="400000"/>
          </a:ln>
        </p:spPr>
        <p:txBody>
          <a:bodyPr lIns="60959" tIns="60959" rIns="60959" bIns="60959" anchor="ctr"/>
          <a:lstStyle/>
          <a:p>
            <a:pPr defTabSz="914400">
              <a:defRPr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3" name="Shape 143"/>
          <p:cNvSpPr/>
          <p:nvPr/>
        </p:nvSpPr>
        <p:spPr>
          <a:xfrm>
            <a:off x="9522338" y="9242426"/>
            <a:ext cx="1022141" cy="12776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7200" y="21600"/>
                </a:moveTo>
                <a:lnTo>
                  <a:pt x="8862" y="21378"/>
                </a:lnTo>
                <a:lnTo>
                  <a:pt x="10108" y="20382"/>
                </a:lnTo>
                <a:lnTo>
                  <a:pt x="11215" y="19052"/>
                </a:lnTo>
                <a:lnTo>
                  <a:pt x="12323" y="17945"/>
                </a:lnTo>
                <a:lnTo>
                  <a:pt x="13569" y="18166"/>
                </a:lnTo>
                <a:lnTo>
                  <a:pt x="13015" y="17058"/>
                </a:lnTo>
                <a:lnTo>
                  <a:pt x="12738" y="16505"/>
                </a:lnTo>
                <a:lnTo>
                  <a:pt x="14538" y="16283"/>
                </a:lnTo>
                <a:lnTo>
                  <a:pt x="15508" y="16172"/>
                </a:lnTo>
                <a:lnTo>
                  <a:pt x="16477" y="15508"/>
                </a:lnTo>
                <a:lnTo>
                  <a:pt x="15646" y="14511"/>
                </a:lnTo>
                <a:lnTo>
                  <a:pt x="16615" y="14178"/>
                </a:lnTo>
                <a:lnTo>
                  <a:pt x="17169" y="13846"/>
                </a:lnTo>
                <a:lnTo>
                  <a:pt x="16892" y="13292"/>
                </a:lnTo>
                <a:lnTo>
                  <a:pt x="16892" y="12738"/>
                </a:lnTo>
                <a:lnTo>
                  <a:pt x="17308" y="12406"/>
                </a:lnTo>
                <a:lnTo>
                  <a:pt x="18554" y="12628"/>
                </a:lnTo>
                <a:lnTo>
                  <a:pt x="18692" y="12295"/>
                </a:lnTo>
                <a:lnTo>
                  <a:pt x="18415" y="11963"/>
                </a:lnTo>
                <a:lnTo>
                  <a:pt x="18415" y="10966"/>
                </a:lnTo>
                <a:lnTo>
                  <a:pt x="17446" y="10412"/>
                </a:lnTo>
                <a:lnTo>
                  <a:pt x="16892" y="9637"/>
                </a:lnTo>
                <a:lnTo>
                  <a:pt x="17585" y="8972"/>
                </a:lnTo>
                <a:lnTo>
                  <a:pt x="19385" y="8862"/>
                </a:lnTo>
                <a:lnTo>
                  <a:pt x="18415" y="8086"/>
                </a:lnTo>
                <a:lnTo>
                  <a:pt x="17446" y="7532"/>
                </a:lnTo>
                <a:lnTo>
                  <a:pt x="17308" y="6868"/>
                </a:lnTo>
                <a:lnTo>
                  <a:pt x="18138" y="6425"/>
                </a:lnTo>
                <a:lnTo>
                  <a:pt x="19662" y="6868"/>
                </a:lnTo>
                <a:lnTo>
                  <a:pt x="20631" y="6092"/>
                </a:lnTo>
                <a:lnTo>
                  <a:pt x="20215" y="5095"/>
                </a:lnTo>
                <a:lnTo>
                  <a:pt x="20908" y="4652"/>
                </a:lnTo>
                <a:lnTo>
                  <a:pt x="21600" y="4098"/>
                </a:lnTo>
                <a:lnTo>
                  <a:pt x="21185" y="2991"/>
                </a:lnTo>
                <a:lnTo>
                  <a:pt x="18415" y="2326"/>
                </a:lnTo>
                <a:lnTo>
                  <a:pt x="12600" y="0"/>
                </a:lnTo>
                <a:lnTo>
                  <a:pt x="8585" y="0"/>
                </a:lnTo>
                <a:lnTo>
                  <a:pt x="4431" y="2991"/>
                </a:lnTo>
                <a:lnTo>
                  <a:pt x="1800" y="6757"/>
                </a:lnTo>
                <a:lnTo>
                  <a:pt x="0" y="12185"/>
                </a:lnTo>
                <a:lnTo>
                  <a:pt x="138" y="16172"/>
                </a:lnTo>
                <a:lnTo>
                  <a:pt x="2215" y="18720"/>
                </a:lnTo>
                <a:lnTo>
                  <a:pt x="7200" y="21600"/>
                </a:lnTo>
                <a:close/>
              </a:path>
            </a:pathLst>
          </a:custGeom>
          <a:solidFill>
            <a:srgbClr val="27282D"/>
          </a:solidFill>
          <a:ln w="25400">
            <a:solidFill>
              <a:srgbClr val="FFFFFF"/>
            </a:solidFill>
            <a:miter lim="400000"/>
          </a:ln>
        </p:spPr>
        <p:txBody>
          <a:bodyPr lIns="60959" tIns="60959" rIns="60959" bIns="60959" anchor="ctr"/>
          <a:lstStyle/>
          <a:p>
            <a:pPr defTabSz="914400">
              <a:defRPr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4" name="Shape 144"/>
          <p:cNvSpPr/>
          <p:nvPr/>
        </p:nvSpPr>
        <p:spPr>
          <a:xfrm>
            <a:off x="8860568" y="8751012"/>
            <a:ext cx="1205601" cy="16642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013" y="1616"/>
                </a:moveTo>
                <a:lnTo>
                  <a:pt x="20778" y="2636"/>
                </a:lnTo>
                <a:lnTo>
                  <a:pt x="20543" y="2806"/>
                </a:lnTo>
                <a:lnTo>
                  <a:pt x="19839" y="3317"/>
                </a:lnTo>
                <a:lnTo>
                  <a:pt x="20191" y="4337"/>
                </a:lnTo>
                <a:lnTo>
                  <a:pt x="21013" y="5187"/>
                </a:lnTo>
                <a:lnTo>
                  <a:pt x="21365" y="5698"/>
                </a:lnTo>
                <a:lnTo>
                  <a:pt x="21600" y="6463"/>
                </a:lnTo>
                <a:lnTo>
                  <a:pt x="21130" y="7569"/>
                </a:lnTo>
                <a:lnTo>
                  <a:pt x="20074" y="8419"/>
                </a:lnTo>
                <a:lnTo>
                  <a:pt x="19017" y="8589"/>
                </a:lnTo>
                <a:lnTo>
                  <a:pt x="17139" y="9269"/>
                </a:lnTo>
                <a:lnTo>
                  <a:pt x="17139" y="10035"/>
                </a:lnTo>
                <a:lnTo>
                  <a:pt x="17491" y="10800"/>
                </a:lnTo>
                <a:lnTo>
                  <a:pt x="16317" y="11906"/>
                </a:lnTo>
                <a:lnTo>
                  <a:pt x="15613" y="12416"/>
                </a:lnTo>
                <a:lnTo>
                  <a:pt x="14791" y="12841"/>
                </a:lnTo>
                <a:lnTo>
                  <a:pt x="14909" y="13436"/>
                </a:lnTo>
                <a:lnTo>
                  <a:pt x="15026" y="14287"/>
                </a:lnTo>
                <a:lnTo>
                  <a:pt x="14909" y="14797"/>
                </a:lnTo>
                <a:lnTo>
                  <a:pt x="14087" y="15222"/>
                </a:lnTo>
                <a:lnTo>
                  <a:pt x="13500" y="15732"/>
                </a:lnTo>
                <a:lnTo>
                  <a:pt x="13383" y="17178"/>
                </a:lnTo>
                <a:lnTo>
                  <a:pt x="13265" y="18113"/>
                </a:lnTo>
                <a:lnTo>
                  <a:pt x="13030" y="18709"/>
                </a:lnTo>
                <a:lnTo>
                  <a:pt x="13617" y="19559"/>
                </a:lnTo>
                <a:lnTo>
                  <a:pt x="14322" y="20665"/>
                </a:lnTo>
                <a:lnTo>
                  <a:pt x="10800" y="21600"/>
                </a:lnTo>
                <a:lnTo>
                  <a:pt x="4813" y="21515"/>
                </a:lnTo>
                <a:lnTo>
                  <a:pt x="3404" y="19644"/>
                </a:lnTo>
                <a:lnTo>
                  <a:pt x="2700" y="17178"/>
                </a:lnTo>
                <a:lnTo>
                  <a:pt x="2817" y="14372"/>
                </a:lnTo>
                <a:lnTo>
                  <a:pt x="0" y="10630"/>
                </a:lnTo>
                <a:lnTo>
                  <a:pt x="1878" y="7483"/>
                </a:lnTo>
                <a:lnTo>
                  <a:pt x="2113" y="4167"/>
                </a:lnTo>
                <a:lnTo>
                  <a:pt x="7865" y="1531"/>
                </a:lnTo>
                <a:lnTo>
                  <a:pt x="13500" y="0"/>
                </a:lnTo>
                <a:lnTo>
                  <a:pt x="21013" y="1616"/>
                </a:lnTo>
                <a:close/>
              </a:path>
            </a:pathLst>
          </a:custGeom>
          <a:solidFill>
            <a:srgbClr val="27282D"/>
          </a:solidFill>
          <a:ln w="25400">
            <a:solidFill>
              <a:srgbClr val="FFFFFF"/>
            </a:solidFill>
            <a:miter lim="400000"/>
          </a:ln>
        </p:spPr>
        <p:txBody>
          <a:bodyPr lIns="60959" tIns="60959" rIns="60959" bIns="60959" anchor="ctr"/>
          <a:lstStyle/>
          <a:p>
            <a:pPr defTabSz="914400">
              <a:defRPr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5" name="Shape 145"/>
          <p:cNvSpPr/>
          <p:nvPr/>
        </p:nvSpPr>
        <p:spPr>
          <a:xfrm>
            <a:off x="9378190" y="7420920"/>
            <a:ext cx="1303884" cy="1303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529" y="0"/>
                </a:moveTo>
                <a:lnTo>
                  <a:pt x="10312" y="1411"/>
                </a:lnTo>
                <a:lnTo>
                  <a:pt x="10854" y="2171"/>
                </a:lnTo>
                <a:lnTo>
                  <a:pt x="11723" y="3039"/>
                </a:lnTo>
                <a:lnTo>
                  <a:pt x="13351" y="3799"/>
                </a:lnTo>
                <a:lnTo>
                  <a:pt x="14545" y="3908"/>
                </a:lnTo>
                <a:lnTo>
                  <a:pt x="14653" y="4667"/>
                </a:lnTo>
                <a:lnTo>
                  <a:pt x="14979" y="5427"/>
                </a:lnTo>
                <a:lnTo>
                  <a:pt x="15522" y="6513"/>
                </a:lnTo>
                <a:lnTo>
                  <a:pt x="15847" y="7055"/>
                </a:lnTo>
                <a:lnTo>
                  <a:pt x="16716" y="7815"/>
                </a:lnTo>
                <a:lnTo>
                  <a:pt x="16933" y="9009"/>
                </a:lnTo>
                <a:lnTo>
                  <a:pt x="17692" y="10746"/>
                </a:lnTo>
                <a:lnTo>
                  <a:pt x="18886" y="11723"/>
                </a:lnTo>
                <a:lnTo>
                  <a:pt x="20297" y="12157"/>
                </a:lnTo>
                <a:lnTo>
                  <a:pt x="21274" y="13025"/>
                </a:lnTo>
                <a:lnTo>
                  <a:pt x="21600" y="13785"/>
                </a:lnTo>
                <a:lnTo>
                  <a:pt x="20297" y="13785"/>
                </a:lnTo>
                <a:lnTo>
                  <a:pt x="19538" y="13676"/>
                </a:lnTo>
                <a:lnTo>
                  <a:pt x="19429" y="14436"/>
                </a:lnTo>
                <a:lnTo>
                  <a:pt x="20406" y="14979"/>
                </a:lnTo>
                <a:lnTo>
                  <a:pt x="20515" y="16390"/>
                </a:lnTo>
                <a:lnTo>
                  <a:pt x="20732" y="17258"/>
                </a:lnTo>
                <a:lnTo>
                  <a:pt x="21600" y="18018"/>
                </a:lnTo>
                <a:lnTo>
                  <a:pt x="20732" y="18344"/>
                </a:lnTo>
                <a:lnTo>
                  <a:pt x="19863" y="19212"/>
                </a:lnTo>
                <a:lnTo>
                  <a:pt x="19212" y="20080"/>
                </a:lnTo>
                <a:lnTo>
                  <a:pt x="18235" y="20623"/>
                </a:lnTo>
                <a:lnTo>
                  <a:pt x="16499" y="20840"/>
                </a:lnTo>
                <a:lnTo>
                  <a:pt x="15847" y="20623"/>
                </a:lnTo>
                <a:lnTo>
                  <a:pt x="14762" y="21383"/>
                </a:lnTo>
                <a:lnTo>
                  <a:pt x="14219" y="21600"/>
                </a:lnTo>
                <a:lnTo>
                  <a:pt x="12808" y="20732"/>
                </a:lnTo>
                <a:lnTo>
                  <a:pt x="6513" y="17475"/>
                </a:lnTo>
                <a:lnTo>
                  <a:pt x="5210" y="11506"/>
                </a:lnTo>
                <a:lnTo>
                  <a:pt x="3473" y="8249"/>
                </a:lnTo>
                <a:lnTo>
                  <a:pt x="0" y="2931"/>
                </a:lnTo>
                <a:lnTo>
                  <a:pt x="4342" y="326"/>
                </a:lnTo>
                <a:lnTo>
                  <a:pt x="10529" y="0"/>
                </a:lnTo>
                <a:close/>
              </a:path>
            </a:pathLst>
          </a:custGeom>
          <a:solidFill>
            <a:srgbClr val="27282D"/>
          </a:solidFill>
          <a:ln w="25400">
            <a:solidFill>
              <a:srgbClr val="FFFFFF"/>
            </a:solidFill>
            <a:miter lim="400000"/>
          </a:ln>
        </p:spPr>
        <p:txBody>
          <a:bodyPr lIns="60959" tIns="60959" rIns="60959" bIns="60959" anchor="ctr"/>
          <a:lstStyle/>
          <a:p>
            <a:pPr defTabSz="914400">
              <a:defRPr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6" name="Shape 146"/>
          <p:cNvSpPr/>
          <p:nvPr/>
        </p:nvSpPr>
        <p:spPr>
          <a:xfrm>
            <a:off x="9116104" y="7610932"/>
            <a:ext cx="1153183" cy="13563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523" y="0"/>
                </a:moveTo>
                <a:lnTo>
                  <a:pt x="6995" y="835"/>
                </a:lnTo>
                <a:lnTo>
                  <a:pt x="8100" y="1878"/>
                </a:lnTo>
                <a:lnTo>
                  <a:pt x="8714" y="2713"/>
                </a:lnTo>
                <a:lnTo>
                  <a:pt x="8959" y="3548"/>
                </a:lnTo>
                <a:lnTo>
                  <a:pt x="10064" y="3861"/>
                </a:lnTo>
                <a:lnTo>
                  <a:pt x="11168" y="3652"/>
                </a:lnTo>
                <a:lnTo>
                  <a:pt x="12273" y="3965"/>
                </a:lnTo>
                <a:lnTo>
                  <a:pt x="12886" y="4487"/>
                </a:lnTo>
                <a:lnTo>
                  <a:pt x="13377" y="5217"/>
                </a:lnTo>
                <a:lnTo>
                  <a:pt x="14114" y="6052"/>
                </a:lnTo>
                <a:lnTo>
                  <a:pt x="14236" y="7096"/>
                </a:lnTo>
                <a:lnTo>
                  <a:pt x="15095" y="7826"/>
                </a:lnTo>
                <a:lnTo>
                  <a:pt x="15709" y="8035"/>
                </a:lnTo>
                <a:lnTo>
                  <a:pt x="16323" y="7826"/>
                </a:lnTo>
                <a:lnTo>
                  <a:pt x="17059" y="6991"/>
                </a:lnTo>
                <a:lnTo>
                  <a:pt x="18286" y="7409"/>
                </a:lnTo>
                <a:lnTo>
                  <a:pt x="18409" y="8348"/>
                </a:lnTo>
                <a:lnTo>
                  <a:pt x="18286" y="8870"/>
                </a:lnTo>
                <a:lnTo>
                  <a:pt x="17305" y="9183"/>
                </a:lnTo>
                <a:lnTo>
                  <a:pt x="16200" y="9391"/>
                </a:lnTo>
                <a:lnTo>
                  <a:pt x="15709" y="10122"/>
                </a:lnTo>
                <a:lnTo>
                  <a:pt x="15709" y="11270"/>
                </a:lnTo>
                <a:lnTo>
                  <a:pt x="16077" y="12209"/>
                </a:lnTo>
                <a:lnTo>
                  <a:pt x="17059" y="12626"/>
                </a:lnTo>
                <a:lnTo>
                  <a:pt x="18041" y="13252"/>
                </a:lnTo>
                <a:lnTo>
                  <a:pt x="18655" y="14191"/>
                </a:lnTo>
                <a:lnTo>
                  <a:pt x="19759" y="14400"/>
                </a:lnTo>
                <a:lnTo>
                  <a:pt x="21232" y="14400"/>
                </a:lnTo>
                <a:lnTo>
                  <a:pt x="21600" y="15026"/>
                </a:lnTo>
                <a:lnTo>
                  <a:pt x="21477" y="15548"/>
                </a:lnTo>
                <a:lnTo>
                  <a:pt x="20373" y="16070"/>
                </a:lnTo>
                <a:lnTo>
                  <a:pt x="20127" y="17635"/>
                </a:lnTo>
                <a:lnTo>
                  <a:pt x="18777" y="18157"/>
                </a:lnTo>
                <a:lnTo>
                  <a:pt x="18777" y="19409"/>
                </a:lnTo>
                <a:lnTo>
                  <a:pt x="18286" y="20243"/>
                </a:lnTo>
                <a:lnTo>
                  <a:pt x="17305" y="21078"/>
                </a:lnTo>
                <a:lnTo>
                  <a:pt x="16323" y="21078"/>
                </a:lnTo>
                <a:lnTo>
                  <a:pt x="15341" y="20974"/>
                </a:lnTo>
                <a:lnTo>
                  <a:pt x="14482" y="21600"/>
                </a:lnTo>
                <a:lnTo>
                  <a:pt x="13255" y="21391"/>
                </a:lnTo>
                <a:lnTo>
                  <a:pt x="12273" y="20661"/>
                </a:lnTo>
                <a:lnTo>
                  <a:pt x="12027" y="20035"/>
                </a:lnTo>
                <a:lnTo>
                  <a:pt x="11414" y="21183"/>
                </a:lnTo>
                <a:lnTo>
                  <a:pt x="10186" y="21600"/>
                </a:lnTo>
                <a:lnTo>
                  <a:pt x="10432" y="20139"/>
                </a:lnTo>
                <a:lnTo>
                  <a:pt x="10309" y="19617"/>
                </a:lnTo>
                <a:lnTo>
                  <a:pt x="9695" y="19513"/>
                </a:lnTo>
                <a:lnTo>
                  <a:pt x="8591" y="19617"/>
                </a:lnTo>
                <a:lnTo>
                  <a:pt x="8100" y="20139"/>
                </a:lnTo>
                <a:lnTo>
                  <a:pt x="7118" y="20765"/>
                </a:lnTo>
                <a:lnTo>
                  <a:pt x="6136" y="20870"/>
                </a:lnTo>
                <a:lnTo>
                  <a:pt x="2700" y="15757"/>
                </a:lnTo>
                <a:lnTo>
                  <a:pt x="1841" y="11791"/>
                </a:lnTo>
                <a:lnTo>
                  <a:pt x="614" y="9391"/>
                </a:lnTo>
                <a:lnTo>
                  <a:pt x="0" y="7304"/>
                </a:lnTo>
                <a:lnTo>
                  <a:pt x="1718" y="3339"/>
                </a:lnTo>
                <a:lnTo>
                  <a:pt x="3927" y="1252"/>
                </a:lnTo>
                <a:lnTo>
                  <a:pt x="5523" y="0"/>
                </a:lnTo>
                <a:close/>
              </a:path>
            </a:pathLst>
          </a:custGeom>
          <a:solidFill>
            <a:srgbClr val="27282D"/>
          </a:solidFill>
          <a:ln w="25400">
            <a:solidFill>
              <a:srgbClr val="FFFFFF"/>
            </a:solidFill>
            <a:miter lim="400000"/>
          </a:ln>
        </p:spPr>
        <p:txBody>
          <a:bodyPr lIns="60959" tIns="60959" rIns="60959" bIns="60959" anchor="ctr"/>
          <a:lstStyle/>
          <a:p>
            <a:pPr defTabSz="914400">
              <a:defRPr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7" name="Shape 147"/>
          <p:cNvSpPr/>
          <p:nvPr/>
        </p:nvSpPr>
        <p:spPr>
          <a:xfrm>
            <a:off x="9089894" y="6706731"/>
            <a:ext cx="1500451" cy="10745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716" y="20415"/>
                </a:moveTo>
                <a:lnTo>
                  <a:pt x="5471" y="19098"/>
                </a:lnTo>
                <a:lnTo>
                  <a:pt x="5565" y="17517"/>
                </a:lnTo>
                <a:lnTo>
                  <a:pt x="5942" y="17122"/>
                </a:lnTo>
                <a:lnTo>
                  <a:pt x="6791" y="17385"/>
                </a:lnTo>
                <a:lnTo>
                  <a:pt x="7074" y="18176"/>
                </a:lnTo>
                <a:lnTo>
                  <a:pt x="7829" y="19493"/>
                </a:lnTo>
                <a:lnTo>
                  <a:pt x="8961" y="20020"/>
                </a:lnTo>
                <a:lnTo>
                  <a:pt x="9810" y="20020"/>
                </a:lnTo>
                <a:lnTo>
                  <a:pt x="10564" y="18307"/>
                </a:lnTo>
                <a:lnTo>
                  <a:pt x="11696" y="18571"/>
                </a:lnTo>
                <a:lnTo>
                  <a:pt x="12073" y="17912"/>
                </a:lnTo>
                <a:lnTo>
                  <a:pt x="12168" y="16332"/>
                </a:lnTo>
                <a:lnTo>
                  <a:pt x="13205" y="15278"/>
                </a:lnTo>
                <a:lnTo>
                  <a:pt x="14054" y="14488"/>
                </a:lnTo>
                <a:lnTo>
                  <a:pt x="14054" y="13171"/>
                </a:lnTo>
                <a:lnTo>
                  <a:pt x="14903" y="11722"/>
                </a:lnTo>
                <a:lnTo>
                  <a:pt x="15280" y="10800"/>
                </a:lnTo>
                <a:lnTo>
                  <a:pt x="15186" y="10141"/>
                </a:lnTo>
                <a:lnTo>
                  <a:pt x="14997" y="8824"/>
                </a:lnTo>
                <a:lnTo>
                  <a:pt x="16035" y="8561"/>
                </a:lnTo>
                <a:lnTo>
                  <a:pt x="16695" y="8693"/>
                </a:lnTo>
                <a:lnTo>
                  <a:pt x="17167" y="7771"/>
                </a:lnTo>
                <a:lnTo>
                  <a:pt x="18016" y="6059"/>
                </a:lnTo>
                <a:lnTo>
                  <a:pt x="18959" y="5137"/>
                </a:lnTo>
                <a:lnTo>
                  <a:pt x="19902" y="4478"/>
                </a:lnTo>
                <a:lnTo>
                  <a:pt x="21128" y="4346"/>
                </a:lnTo>
                <a:lnTo>
                  <a:pt x="21600" y="2371"/>
                </a:lnTo>
                <a:lnTo>
                  <a:pt x="20279" y="1712"/>
                </a:lnTo>
                <a:lnTo>
                  <a:pt x="19053" y="1712"/>
                </a:lnTo>
                <a:lnTo>
                  <a:pt x="18393" y="1844"/>
                </a:lnTo>
                <a:lnTo>
                  <a:pt x="17450" y="790"/>
                </a:lnTo>
                <a:lnTo>
                  <a:pt x="16884" y="790"/>
                </a:lnTo>
                <a:lnTo>
                  <a:pt x="16224" y="1054"/>
                </a:lnTo>
                <a:lnTo>
                  <a:pt x="15375" y="1054"/>
                </a:lnTo>
                <a:lnTo>
                  <a:pt x="14148" y="2107"/>
                </a:lnTo>
                <a:lnTo>
                  <a:pt x="13960" y="3293"/>
                </a:lnTo>
                <a:lnTo>
                  <a:pt x="13677" y="4610"/>
                </a:lnTo>
                <a:lnTo>
                  <a:pt x="13205" y="5663"/>
                </a:lnTo>
                <a:lnTo>
                  <a:pt x="12451" y="5400"/>
                </a:lnTo>
                <a:lnTo>
                  <a:pt x="11696" y="5005"/>
                </a:lnTo>
                <a:lnTo>
                  <a:pt x="10941" y="4478"/>
                </a:lnTo>
                <a:lnTo>
                  <a:pt x="10847" y="2371"/>
                </a:lnTo>
                <a:lnTo>
                  <a:pt x="10847" y="1712"/>
                </a:lnTo>
                <a:lnTo>
                  <a:pt x="10470" y="1185"/>
                </a:lnTo>
                <a:lnTo>
                  <a:pt x="10564" y="790"/>
                </a:lnTo>
                <a:lnTo>
                  <a:pt x="9998" y="659"/>
                </a:lnTo>
                <a:lnTo>
                  <a:pt x="8583" y="922"/>
                </a:lnTo>
                <a:lnTo>
                  <a:pt x="8583" y="1317"/>
                </a:lnTo>
                <a:lnTo>
                  <a:pt x="8017" y="2239"/>
                </a:lnTo>
                <a:lnTo>
                  <a:pt x="7452" y="1317"/>
                </a:lnTo>
                <a:lnTo>
                  <a:pt x="6886" y="0"/>
                </a:lnTo>
                <a:lnTo>
                  <a:pt x="4056" y="0"/>
                </a:lnTo>
                <a:lnTo>
                  <a:pt x="1886" y="4610"/>
                </a:lnTo>
                <a:lnTo>
                  <a:pt x="94" y="8824"/>
                </a:lnTo>
                <a:lnTo>
                  <a:pt x="472" y="14224"/>
                </a:lnTo>
                <a:lnTo>
                  <a:pt x="0" y="18307"/>
                </a:lnTo>
                <a:lnTo>
                  <a:pt x="2075" y="21600"/>
                </a:lnTo>
                <a:lnTo>
                  <a:pt x="4716" y="20415"/>
                </a:lnTo>
                <a:close/>
              </a:path>
            </a:pathLst>
          </a:custGeom>
          <a:solidFill>
            <a:srgbClr val="27282D"/>
          </a:solidFill>
          <a:ln w="25400">
            <a:solidFill>
              <a:srgbClr val="FFFFFF"/>
            </a:solidFill>
            <a:miter lim="400000"/>
          </a:ln>
        </p:spPr>
        <p:txBody>
          <a:bodyPr lIns="60959" tIns="60959" rIns="60959" bIns="60959" anchor="ctr"/>
          <a:lstStyle/>
          <a:p>
            <a:pPr defTabSz="914400">
              <a:defRPr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8" name="Shape 148"/>
          <p:cNvSpPr/>
          <p:nvPr/>
        </p:nvSpPr>
        <p:spPr>
          <a:xfrm>
            <a:off x="9004716" y="5953231"/>
            <a:ext cx="589697" cy="714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2088"/>
                </a:moveTo>
                <a:lnTo>
                  <a:pt x="19440" y="14070"/>
                </a:lnTo>
                <a:lnTo>
                  <a:pt x="19440" y="16051"/>
                </a:lnTo>
                <a:lnTo>
                  <a:pt x="19920" y="18033"/>
                </a:lnTo>
                <a:lnTo>
                  <a:pt x="18480" y="20609"/>
                </a:lnTo>
                <a:lnTo>
                  <a:pt x="13440" y="21600"/>
                </a:lnTo>
                <a:lnTo>
                  <a:pt x="4800" y="16646"/>
                </a:lnTo>
                <a:lnTo>
                  <a:pt x="0" y="11692"/>
                </a:lnTo>
                <a:lnTo>
                  <a:pt x="4560" y="1387"/>
                </a:lnTo>
                <a:lnTo>
                  <a:pt x="15840" y="0"/>
                </a:lnTo>
                <a:lnTo>
                  <a:pt x="21600" y="12088"/>
                </a:lnTo>
                <a:close/>
              </a:path>
            </a:pathLst>
          </a:custGeom>
          <a:solidFill>
            <a:srgbClr val="27282D"/>
          </a:solidFill>
          <a:ln w="25400">
            <a:solidFill>
              <a:srgbClr val="FFFFFF"/>
            </a:solidFill>
            <a:miter lim="400000"/>
          </a:ln>
        </p:spPr>
        <p:txBody>
          <a:bodyPr lIns="60959" tIns="60959" rIns="60959" bIns="60959" anchor="ctr"/>
          <a:lstStyle/>
          <a:p>
            <a:pPr defTabSz="914400">
              <a:defRPr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9" name="Shape 149"/>
          <p:cNvSpPr/>
          <p:nvPr/>
        </p:nvSpPr>
        <p:spPr>
          <a:xfrm>
            <a:off x="8631241" y="5524043"/>
            <a:ext cx="1379214" cy="18389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7729"/>
                </a:moveTo>
                <a:lnTo>
                  <a:pt x="20612" y="8576"/>
                </a:lnTo>
                <a:lnTo>
                  <a:pt x="19835" y="9106"/>
                </a:lnTo>
                <a:lnTo>
                  <a:pt x="19412" y="9688"/>
                </a:lnTo>
                <a:lnTo>
                  <a:pt x="19129" y="10324"/>
                </a:lnTo>
                <a:lnTo>
                  <a:pt x="18494" y="10853"/>
                </a:lnTo>
                <a:lnTo>
                  <a:pt x="17224" y="11224"/>
                </a:lnTo>
                <a:lnTo>
                  <a:pt x="16447" y="11329"/>
                </a:lnTo>
                <a:lnTo>
                  <a:pt x="15953" y="11329"/>
                </a:lnTo>
                <a:lnTo>
                  <a:pt x="15318" y="10853"/>
                </a:lnTo>
                <a:lnTo>
                  <a:pt x="14682" y="10588"/>
                </a:lnTo>
                <a:lnTo>
                  <a:pt x="14047" y="10059"/>
                </a:lnTo>
                <a:lnTo>
                  <a:pt x="14329" y="9582"/>
                </a:lnTo>
                <a:lnTo>
                  <a:pt x="14259" y="8894"/>
                </a:lnTo>
                <a:lnTo>
                  <a:pt x="14118" y="8471"/>
                </a:lnTo>
                <a:lnTo>
                  <a:pt x="13482" y="8312"/>
                </a:lnTo>
                <a:lnTo>
                  <a:pt x="12988" y="8312"/>
                </a:lnTo>
                <a:lnTo>
                  <a:pt x="12988" y="7941"/>
                </a:lnTo>
                <a:lnTo>
                  <a:pt x="13059" y="6988"/>
                </a:lnTo>
                <a:lnTo>
                  <a:pt x="12776" y="6247"/>
                </a:lnTo>
                <a:lnTo>
                  <a:pt x="11929" y="6247"/>
                </a:lnTo>
                <a:lnTo>
                  <a:pt x="11224" y="5982"/>
                </a:lnTo>
                <a:lnTo>
                  <a:pt x="10306" y="5824"/>
                </a:lnTo>
                <a:lnTo>
                  <a:pt x="10165" y="6300"/>
                </a:lnTo>
                <a:lnTo>
                  <a:pt x="9882" y="6776"/>
                </a:lnTo>
                <a:lnTo>
                  <a:pt x="9035" y="7041"/>
                </a:lnTo>
                <a:lnTo>
                  <a:pt x="8541" y="7306"/>
                </a:lnTo>
                <a:lnTo>
                  <a:pt x="8541" y="7729"/>
                </a:lnTo>
                <a:lnTo>
                  <a:pt x="8682" y="7941"/>
                </a:lnTo>
                <a:lnTo>
                  <a:pt x="8682" y="8524"/>
                </a:lnTo>
                <a:lnTo>
                  <a:pt x="8329" y="8841"/>
                </a:lnTo>
                <a:lnTo>
                  <a:pt x="7624" y="9371"/>
                </a:lnTo>
                <a:lnTo>
                  <a:pt x="7129" y="10218"/>
                </a:lnTo>
                <a:lnTo>
                  <a:pt x="7835" y="10271"/>
                </a:lnTo>
                <a:lnTo>
                  <a:pt x="8612" y="10535"/>
                </a:lnTo>
                <a:lnTo>
                  <a:pt x="9247" y="10376"/>
                </a:lnTo>
                <a:lnTo>
                  <a:pt x="9741" y="10165"/>
                </a:lnTo>
                <a:lnTo>
                  <a:pt x="10094" y="9847"/>
                </a:lnTo>
                <a:lnTo>
                  <a:pt x="11224" y="9847"/>
                </a:lnTo>
                <a:lnTo>
                  <a:pt x="11788" y="10324"/>
                </a:lnTo>
                <a:lnTo>
                  <a:pt x="12282" y="10641"/>
                </a:lnTo>
                <a:lnTo>
                  <a:pt x="12494" y="11171"/>
                </a:lnTo>
                <a:lnTo>
                  <a:pt x="12212" y="11753"/>
                </a:lnTo>
                <a:lnTo>
                  <a:pt x="12494" y="12282"/>
                </a:lnTo>
                <a:lnTo>
                  <a:pt x="13412" y="12759"/>
                </a:lnTo>
                <a:lnTo>
                  <a:pt x="14329" y="13182"/>
                </a:lnTo>
                <a:lnTo>
                  <a:pt x="15176" y="13553"/>
                </a:lnTo>
                <a:lnTo>
                  <a:pt x="15459" y="14135"/>
                </a:lnTo>
                <a:lnTo>
                  <a:pt x="14400" y="14612"/>
                </a:lnTo>
                <a:lnTo>
                  <a:pt x="13059" y="15671"/>
                </a:lnTo>
                <a:lnTo>
                  <a:pt x="11718" y="16465"/>
                </a:lnTo>
                <a:lnTo>
                  <a:pt x="10376" y="17629"/>
                </a:lnTo>
                <a:lnTo>
                  <a:pt x="9035" y="18476"/>
                </a:lnTo>
                <a:lnTo>
                  <a:pt x="8471" y="19218"/>
                </a:lnTo>
                <a:lnTo>
                  <a:pt x="8541" y="19535"/>
                </a:lnTo>
                <a:lnTo>
                  <a:pt x="8753" y="20012"/>
                </a:lnTo>
                <a:lnTo>
                  <a:pt x="8894" y="21600"/>
                </a:lnTo>
                <a:lnTo>
                  <a:pt x="1200" y="21441"/>
                </a:lnTo>
                <a:lnTo>
                  <a:pt x="635" y="16041"/>
                </a:lnTo>
                <a:lnTo>
                  <a:pt x="0" y="6088"/>
                </a:lnTo>
                <a:lnTo>
                  <a:pt x="1624" y="3494"/>
                </a:lnTo>
                <a:lnTo>
                  <a:pt x="5506" y="2118"/>
                </a:lnTo>
                <a:lnTo>
                  <a:pt x="6918" y="1906"/>
                </a:lnTo>
                <a:lnTo>
                  <a:pt x="9882" y="635"/>
                </a:lnTo>
                <a:lnTo>
                  <a:pt x="15176" y="0"/>
                </a:lnTo>
                <a:lnTo>
                  <a:pt x="17153" y="4129"/>
                </a:lnTo>
                <a:lnTo>
                  <a:pt x="18494" y="4447"/>
                </a:lnTo>
                <a:lnTo>
                  <a:pt x="21600" y="7729"/>
                </a:lnTo>
                <a:close/>
              </a:path>
            </a:pathLst>
          </a:custGeom>
          <a:solidFill>
            <a:srgbClr val="A6AAA9"/>
          </a:solidFill>
          <a:ln w="25400">
            <a:solidFill>
              <a:srgbClr val="FFFFFF"/>
            </a:solidFill>
            <a:miter lim="400000"/>
          </a:ln>
        </p:spPr>
        <p:txBody>
          <a:bodyPr lIns="60959" tIns="60959" rIns="60959" bIns="60959" anchor="ctr"/>
          <a:lstStyle/>
          <a:p>
            <a:pPr defTabSz="914400">
              <a:defRPr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0" name="Shape 150"/>
          <p:cNvSpPr/>
          <p:nvPr/>
        </p:nvSpPr>
        <p:spPr>
          <a:xfrm>
            <a:off x="8126862" y="10122091"/>
            <a:ext cx="1799203" cy="14228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2" y="14629"/>
                </a:moveTo>
                <a:lnTo>
                  <a:pt x="813" y="16343"/>
                </a:lnTo>
                <a:lnTo>
                  <a:pt x="362" y="17029"/>
                </a:lnTo>
                <a:lnTo>
                  <a:pt x="90" y="17714"/>
                </a:lnTo>
                <a:lnTo>
                  <a:pt x="0" y="18514"/>
                </a:lnTo>
                <a:lnTo>
                  <a:pt x="271" y="19086"/>
                </a:lnTo>
                <a:lnTo>
                  <a:pt x="813" y="20571"/>
                </a:lnTo>
                <a:lnTo>
                  <a:pt x="1627" y="21600"/>
                </a:lnTo>
                <a:lnTo>
                  <a:pt x="2440" y="20914"/>
                </a:lnTo>
                <a:lnTo>
                  <a:pt x="2440" y="20229"/>
                </a:lnTo>
                <a:lnTo>
                  <a:pt x="2259" y="19886"/>
                </a:lnTo>
                <a:lnTo>
                  <a:pt x="1627" y="18971"/>
                </a:lnTo>
                <a:lnTo>
                  <a:pt x="1627" y="18743"/>
                </a:lnTo>
                <a:lnTo>
                  <a:pt x="2259" y="17486"/>
                </a:lnTo>
                <a:lnTo>
                  <a:pt x="2982" y="16571"/>
                </a:lnTo>
                <a:lnTo>
                  <a:pt x="4609" y="16229"/>
                </a:lnTo>
                <a:lnTo>
                  <a:pt x="5694" y="16343"/>
                </a:lnTo>
                <a:lnTo>
                  <a:pt x="6326" y="15314"/>
                </a:lnTo>
                <a:lnTo>
                  <a:pt x="7501" y="15200"/>
                </a:lnTo>
                <a:lnTo>
                  <a:pt x="8586" y="15086"/>
                </a:lnTo>
                <a:lnTo>
                  <a:pt x="8947" y="14400"/>
                </a:lnTo>
                <a:lnTo>
                  <a:pt x="9761" y="14286"/>
                </a:lnTo>
                <a:lnTo>
                  <a:pt x="9941" y="13829"/>
                </a:lnTo>
                <a:lnTo>
                  <a:pt x="9580" y="13029"/>
                </a:lnTo>
                <a:lnTo>
                  <a:pt x="10664" y="12914"/>
                </a:lnTo>
                <a:lnTo>
                  <a:pt x="10755" y="13143"/>
                </a:lnTo>
                <a:lnTo>
                  <a:pt x="11839" y="10743"/>
                </a:lnTo>
                <a:lnTo>
                  <a:pt x="13105" y="12800"/>
                </a:lnTo>
                <a:lnTo>
                  <a:pt x="13828" y="11886"/>
                </a:lnTo>
                <a:lnTo>
                  <a:pt x="14460" y="11429"/>
                </a:lnTo>
                <a:lnTo>
                  <a:pt x="14641" y="10629"/>
                </a:lnTo>
                <a:lnTo>
                  <a:pt x="15274" y="11086"/>
                </a:lnTo>
                <a:lnTo>
                  <a:pt x="16087" y="10629"/>
                </a:lnTo>
                <a:lnTo>
                  <a:pt x="16991" y="11086"/>
                </a:lnTo>
                <a:lnTo>
                  <a:pt x="17985" y="9600"/>
                </a:lnTo>
                <a:lnTo>
                  <a:pt x="19792" y="8457"/>
                </a:lnTo>
                <a:lnTo>
                  <a:pt x="19431" y="7771"/>
                </a:lnTo>
                <a:lnTo>
                  <a:pt x="19973" y="6971"/>
                </a:lnTo>
                <a:lnTo>
                  <a:pt x="21600" y="6286"/>
                </a:lnTo>
                <a:lnTo>
                  <a:pt x="21058" y="5371"/>
                </a:lnTo>
                <a:lnTo>
                  <a:pt x="20877" y="4686"/>
                </a:lnTo>
                <a:lnTo>
                  <a:pt x="20244" y="3543"/>
                </a:lnTo>
                <a:lnTo>
                  <a:pt x="19431" y="2514"/>
                </a:lnTo>
                <a:lnTo>
                  <a:pt x="18075" y="2286"/>
                </a:lnTo>
                <a:lnTo>
                  <a:pt x="17623" y="2971"/>
                </a:lnTo>
                <a:lnTo>
                  <a:pt x="17172" y="3314"/>
                </a:lnTo>
                <a:lnTo>
                  <a:pt x="16358" y="2971"/>
                </a:lnTo>
                <a:lnTo>
                  <a:pt x="15545" y="2857"/>
                </a:lnTo>
                <a:lnTo>
                  <a:pt x="14822" y="3657"/>
                </a:lnTo>
                <a:lnTo>
                  <a:pt x="14099" y="3886"/>
                </a:lnTo>
                <a:lnTo>
                  <a:pt x="13105" y="3657"/>
                </a:lnTo>
                <a:lnTo>
                  <a:pt x="13285" y="2629"/>
                </a:lnTo>
                <a:lnTo>
                  <a:pt x="14099" y="1714"/>
                </a:lnTo>
                <a:lnTo>
                  <a:pt x="14460" y="1029"/>
                </a:lnTo>
                <a:lnTo>
                  <a:pt x="14008" y="571"/>
                </a:lnTo>
                <a:lnTo>
                  <a:pt x="13285" y="571"/>
                </a:lnTo>
                <a:lnTo>
                  <a:pt x="12382" y="1143"/>
                </a:lnTo>
                <a:lnTo>
                  <a:pt x="11478" y="686"/>
                </a:lnTo>
                <a:lnTo>
                  <a:pt x="9941" y="0"/>
                </a:lnTo>
                <a:lnTo>
                  <a:pt x="6688" y="1029"/>
                </a:lnTo>
                <a:lnTo>
                  <a:pt x="4428" y="5029"/>
                </a:lnTo>
                <a:lnTo>
                  <a:pt x="2802" y="8914"/>
                </a:lnTo>
                <a:lnTo>
                  <a:pt x="452" y="14629"/>
                </a:lnTo>
                <a:close/>
              </a:path>
            </a:pathLst>
          </a:custGeom>
          <a:solidFill>
            <a:srgbClr val="A6AAA9"/>
          </a:solidFill>
          <a:ln w="25400">
            <a:solidFill>
              <a:srgbClr val="FFFFFF"/>
            </a:solidFill>
            <a:miter lim="400000"/>
          </a:ln>
        </p:spPr>
        <p:txBody>
          <a:bodyPr lIns="60959" tIns="60959" rIns="60959" bIns="60959" anchor="ctr"/>
          <a:lstStyle/>
          <a:p>
            <a:pPr defTabSz="914400">
              <a:defRPr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1" name="Shape 151"/>
          <p:cNvSpPr/>
          <p:nvPr/>
        </p:nvSpPr>
        <p:spPr>
          <a:xfrm>
            <a:off x="7833270" y="8789628"/>
            <a:ext cx="1302352" cy="16787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602" y="4068"/>
                </a:moveTo>
                <a:lnTo>
                  <a:pt x="20726" y="5715"/>
                </a:lnTo>
                <a:lnTo>
                  <a:pt x="21475" y="6780"/>
                </a:lnTo>
                <a:lnTo>
                  <a:pt x="21350" y="8136"/>
                </a:lnTo>
                <a:lnTo>
                  <a:pt x="19727" y="9202"/>
                </a:lnTo>
                <a:lnTo>
                  <a:pt x="19228" y="9977"/>
                </a:lnTo>
                <a:lnTo>
                  <a:pt x="19852" y="11042"/>
                </a:lnTo>
                <a:lnTo>
                  <a:pt x="21600" y="14820"/>
                </a:lnTo>
                <a:lnTo>
                  <a:pt x="21600" y="17048"/>
                </a:lnTo>
                <a:lnTo>
                  <a:pt x="21225" y="18113"/>
                </a:lnTo>
                <a:lnTo>
                  <a:pt x="18603" y="17726"/>
                </a:lnTo>
                <a:lnTo>
                  <a:pt x="17230" y="17629"/>
                </a:lnTo>
                <a:lnTo>
                  <a:pt x="18229" y="18307"/>
                </a:lnTo>
                <a:lnTo>
                  <a:pt x="18354" y="19082"/>
                </a:lnTo>
                <a:lnTo>
                  <a:pt x="17605" y="19663"/>
                </a:lnTo>
                <a:lnTo>
                  <a:pt x="16606" y="19372"/>
                </a:lnTo>
                <a:lnTo>
                  <a:pt x="16231" y="18791"/>
                </a:lnTo>
                <a:lnTo>
                  <a:pt x="15232" y="18791"/>
                </a:lnTo>
                <a:lnTo>
                  <a:pt x="14109" y="20341"/>
                </a:lnTo>
                <a:lnTo>
                  <a:pt x="13609" y="21600"/>
                </a:lnTo>
                <a:lnTo>
                  <a:pt x="7741" y="21503"/>
                </a:lnTo>
                <a:lnTo>
                  <a:pt x="2123" y="17338"/>
                </a:lnTo>
                <a:lnTo>
                  <a:pt x="0" y="12204"/>
                </a:lnTo>
                <a:lnTo>
                  <a:pt x="1124" y="8233"/>
                </a:lnTo>
                <a:lnTo>
                  <a:pt x="1748" y="3681"/>
                </a:lnTo>
                <a:lnTo>
                  <a:pt x="10363" y="0"/>
                </a:lnTo>
                <a:lnTo>
                  <a:pt x="19602" y="4068"/>
                </a:lnTo>
                <a:close/>
              </a:path>
            </a:pathLst>
          </a:custGeom>
          <a:solidFill>
            <a:srgbClr val="27282D"/>
          </a:solidFill>
          <a:ln w="25400">
            <a:solidFill>
              <a:srgbClr val="FFFFFF"/>
            </a:solidFill>
            <a:miter lim="400000"/>
          </a:ln>
        </p:spPr>
        <p:txBody>
          <a:bodyPr lIns="60959" tIns="60959" rIns="60959" bIns="60959" anchor="ctr"/>
          <a:lstStyle/>
          <a:p>
            <a:pPr defTabSz="914400">
              <a:defRPr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2" name="Shape 152"/>
          <p:cNvSpPr/>
          <p:nvPr/>
        </p:nvSpPr>
        <p:spPr>
          <a:xfrm>
            <a:off x="7742933" y="7999185"/>
            <a:ext cx="1799201" cy="13174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889" y="7529"/>
                </a:moveTo>
                <a:lnTo>
                  <a:pt x="19160" y="9504"/>
                </a:lnTo>
                <a:lnTo>
                  <a:pt x="19792" y="9998"/>
                </a:lnTo>
                <a:lnTo>
                  <a:pt x="20515" y="10121"/>
                </a:lnTo>
                <a:lnTo>
                  <a:pt x="20696" y="10738"/>
                </a:lnTo>
                <a:lnTo>
                  <a:pt x="20244" y="10985"/>
                </a:lnTo>
                <a:lnTo>
                  <a:pt x="20425" y="12590"/>
                </a:lnTo>
                <a:lnTo>
                  <a:pt x="20696" y="12960"/>
                </a:lnTo>
                <a:lnTo>
                  <a:pt x="20877" y="14935"/>
                </a:lnTo>
                <a:lnTo>
                  <a:pt x="21600" y="14811"/>
                </a:lnTo>
                <a:lnTo>
                  <a:pt x="20335" y="15922"/>
                </a:lnTo>
                <a:lnTo>
                  <a:pt x="19521" y="16416"/>
                </a:lnTo>
                <a:lnTo>
                  <a:pt x="18708" y="17403"/>
                </a:lnTo>
                <a:lnTo>
                  <a:pt x="17623" y="18144"/>
                </a:lnTo>
                <a:lnTo>
                  <a:pt x="16900" y="18638"/>
                </a:lnTo>
                <a:lnTo>
                  <a:pt x="16358" y="18638"/>
                </a:lnTo>
                <a:lnTo>
                  <a:pt x="15545" y="19872"/>
                </a:lnTo>
                <a:lnTo>
                  <a:pt x="14641" y="18391"/>
                </a:lnTo>
                <a:lnTo>
                  <a:pt x="13828" y="18514"/>
                </a:lnTo>
                <a:lnTo>
                  <a:pt x="12743" y="17157"/>
                </a:lnTo>
                <a:lnTo>
                  <a:pt x="11930" y="18144"/>
                </a:lnTo>
                <a:lnTo>
                  <a:pt x="10574" y="17774"/>
                </a:lnTo>
                <a:lnTo>
                  <a:pt x="9490" y="16786"/>
                </a:lnTo>
                <a:lnTo>
                  <a:pt x="8947" y="16416"/>
                </a:lnTo>
                <a:lnTo>
                  <a:pt x="7953" y="16169"/>
                </a:lnTo>
                <a:lnTo>
                  <a:pt x="7049" y="15429"/>
                </a:lnTo>
                <a:lnTo>
                  <a:pt x="6146" y="15429"/>
                </a:lnTo>
                <a:lnTo>
                  <a:pt x="6688" y="16786"/>
                </a:lnTo>
                <a:lnTo>
                  <a:pt x="5784" y="17527"/>
                </a:lnTo>
                <a:lnTo>
                  <a:pt x="4338" y="18021"/>
                </a:lnTo>
                <a:lnTo>
                  <a:pt x="3796" y="18761"/>
                </a:lnTo>
                <a:lnTo>
                  <a:pt x="1988" y="21600"/>
                </a:lnTo>
                <a:lnTo>
                  <a:pt x="0" y="16910"/>
                </a:lnTo>
                <a:lnTo>
                  <a:pt x="362" y="12590"/>
                </a:lnTo>
                <a:lnTo>
                  <a:pt x="2169" y="6665"/>
                </a:lnTo>
                <a:lnTo>
                  <a:pt x="4338" y="0"/>
                </a:lnTo>
                <a:lnTo>
                  <a:pt x="11659" y="2345"/>
                </a:lnTo>
                <a:lnTo>
                  <a:pt x="18889" y="7529"/>
                </a:lnTo>
                <a:close/>
              </a:path>
            </a:pathLst>
          </a:custGeom>
          <a:solidFill>
            <a:srgbClr val="27282D"/>
          </a:solidFill>
          <a:ln w="25400">
            <a:solidFill>
              <a:srgbClr val="FFFFFF"/>
            </a:solidFill>
            <a:miter lim="400000"/>
          </a:ln>
        </p:spPr>
        <p:txBody>
          <a:bodyPr lIns="60959" tIns="60959" rIns="60959" bIns="60959" anchor="ctr"/>
          <a:lstStyle/>
          <a:p>
            <a:pPr defTabSz="914400">
              <a:defRPr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3" name="Shape 153"/>
          <p:cNvSpPr/>
          <p:nvPr/>
        </p:nvSpPr>
        <p:spPr>
          <a:xfrm>
            <a:off x="6952491" y="6305376"/>
            <a:ext cx="1415271" cy="2250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796" y="1445"/>
                </a:moveTo>
                <a:lnTo>
                  <a:pt x="19877" y="3540"/>
                </a:lnTo>
                <a:lnTo>
                  <a:pt x="19877" y="4045"/>
                </a:lnTo>
                <a:lnTo>
                  <a:pt x="19532" y="4479"/>
                </a:lnTo>
                <a:lnTo>
                  <a:pt x="19072" y="4840"/>
                </a:lnTo>
                <a:lnTo>
                  <a:pt x="18728" y="5346"/>
                </a:lnTo>
                <a:lnTo>
                  <a:pt x="18843" y="5852"/>
                </a:lnTo>
                <a:lnTo>
                  <a:pt x="18957" y="6935"/>
                </a:lnTo>
                <a:lnTo>
                  <a:pt x="19417" y="7658"/>
                </a:lnTo>
                <a:lnTo>
                  <a:pt x="18728" y="8091"/>
                </a:lnTo>
                <a:lnTo>
                  <a:pt x="18153" y="8669"/>
                </a:lnTo>
                <a:lnTo>
                  <a:pt x="18153" y="9608"/>
                </a:lnTo>
                <a:lnTo>
                  <a:pt x="18613" y="9753"/>
                </a:lnTo>
                <a:lnTo>
                  <a:pt x="18498" y="10475"/>
                </a:lnTo>
                <a:lnTo>
                  <a:pt x="18613" y="10981"/>
                </a:lnTo>
                <a:lnTo>
                  <a:pt x="19072" y="10908"/>
                </a:lnTo>
                <a:lnTo>
                  <a:pt x="18957" y="11631"/>
                </a:lnTo>
                <a:lnTo>
                  <a:pt x="18957" y="12281"/>
                </a:lnTo>
                <a:lnTo>
                  <a:pt x="18268" y="12714"/>
                </a:lnTo>
                <a:lnTo>
                  <a:pt x="18843" y="13003"/>
                </a:lnTo>
                <a:lnTo>
                  <a:pt x="19187" y="13654"/>
                </a:lnTo>
                <a:lnTo>
                  <a:pt x="19417" y="14304"/>
                </a:lnTo>
                <a:lnTo>
                  <a:pt x="19187" y="14737"/>
                </a:lnTo>
                <a:lnTo>
                  <a:pt x="21600" y="17699"/>
                </a:lnTo>
                <a:lnTo>
                  <a:pt x="19877" y="17916"/>
                </a:lnTo>
                <a:lnTo>
                  <a:pt x="18038" y="17843"/>
                </a:lnTo>
                <a:lnTo>
                  <a:pt x="17234" y="17699"/>
                </a:lnTo>
                <a:lnTo>
                  <a:pt x="17694" y="18710"/>
                </a:lnTo>
                <a:lnTo>
                  <a:pt x="17923" y="19433"/>
                </a:lnTo>
                <a:lnTo>
                  <a:pt x="16545" y="19938"/>
                </a:lnTo>
                <a:lnTo>
                  <a:pt x="16200" y="20878"/>
                </a:lnTo>
                <a:lnTo>
                  <a:pt x="16315" y="21600"/>
                </a:lnTo>
                <a:lnTo>
                  <a:pt x="14936" y="21383"/>
                </a:lnTo>
                <a:lnTo>
                  <a:pt x="13672" y="20227"/>
                </a:lnTo>
                <a:lnTo>
                  <a:pt x="11949" y="20155"/>
                </a:lnTo>
                <a:lnTo>
                  <a:pt x="9536" y="20516"/>
                </a:lnTo>
                <a:lnTo>
                  <a:pt x="5974" y="20516"/>
                </a:lnTo>
                <a:lnTo>
                  <a:pt x="0" y="18277"/>
                </a:lnTo>
                <a:lnTo>
                  <a:pt x="11030" y="0"/>
                </a:lnTo>
                <a:lnTo>
                  <a:pt x="20796" y="1445"/>
                </a:lnTo>
                <a:close/>
              </a:path>
            </a:pathLst>
          </a:custGeom>
          <a:solidFill>
            <a:srgbClr val="27282D"/>
          </a:solidFill>
          <a:ln w="25400">
            <a:solidFill>
              <a:srgbClr val="FFFFFF"/>
            </a:solidFill>
            <a:miter lim="400000"/>
          </a:ln>
        </p:spPr>
        <p:txBody>
          <a:bodyPr lIns="60959" tIns="60959" rIns="60959" bIns="60959" anchor="ctr"/>
          <a:lstStyle/>
          <a:p>
            <a:pPr defTabSz="914400">
              <a:defRPr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4" name="Shape 154"/>
          <p:cNvSpPr/>
          <p:nvPr/>
        </p:nvSpPr>
        <p:spPr>
          <a:xfrm>
            <a:off x="8119336" y="7284021"/>
            <a:ext cx="1370103" cy="12722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563" y="256"/>
                </a:moveTo>
                <a:lnTo>
                  <a:pt x="12343" y="0"/>
                </a:lnTo>
                <a:lnTo>
                  <a:pt x="14004" y="767"/>
                </a:lnTo>
                <a:lnTo>
                  <a:pt x="17327" y="128"/>
                </a:lnTo>
                <a:lnTo>
                  <a:pt x="18040" y="2173"/>
                </a:lnTo>
                <a:lnTo>
                  <a:pt x="17684" y="3323"/>
                </a:lnTo>
                <a:lnTo>
                  <a:pt x="16497" y="4473"/>
                </a:lnTo>
                <a:lnTo>
                  <a:pt x="16378" y="5751"/>
                </a:lnTo>
                <a:lnTo>
                  <a:pt x="17090" y="6646"/>
                </a:lnTo>
                <a:lnTo>
                  <a:pt x="18989" y="7541"/>
                </a:lnTo>
                <a:lnTo>
                  <a:pt x="20176" y="7285"/>
                </a:lnTo>
                <a:lnTo>
                  <a:pt x="20769" y="7669"/>
                </a:lnTo>
                <a:lnTo>
                  <a:pt x="21600" y="8563"/>
                </a:lnTo>
                <a:lnTo>
                  <a:pt x="21244" y="11247"/>
                </a:lnTo>
                <a:lnTo>
                  <a:pt x="20413" y="11120"/>
                </a:lnTo>
                <a:lnTo>
                  <a:pt x="19938" y="9969"/>
                </a:lnTo>
                <a:lnTo>
                  <a:pt x="19226" y="9075"/>
                </a:lnTo>
                <a:lnTo>
                  <a:pt x="18752" y="9841"/>
                </a:lnTo>
                <a:lnTo>
                  <a:pt x="18633" y="11375"/>
                </a:lnTo>
                <a:lnTo>
                  <a:pt x="18514" y="12525"/>
                </a:lnTo>
                <a:lnTo>
                  <a:pt x="17209" y="13804"/>
                </a:lnTo>
                <a:lnTo>
                  <a:pt x="17209" y="14954"/>
                </a:lnTo>
                <a:lnTo>
                  <a:pt x="18158" y="16104"/>
                </a:lnTo>
                <a:lnTo>
                  <a:pt x="18870" y="16999"/>
                </a:lnTo>
                <a:lnTo>
                  <a:pt x="20057" y="16615"/>
                </a:lnTo>
                <a:lnTo>
                  <a:pt x="20651" y="17638"/>
                </a:lnTo>
                <a:lnTo>
                  <a:pt x="20532" y="19299"/>
                </a:lnTo>
                <a:lnTo>
                  <a:pt x="19464" y="20450"/>
                </a:lnTo>
                <a:lnTo>
                  <a:pt x="19108" y="21600"/>
                </a:lnTo>
                <a:lnTo>
                  <a:pt x="18277" y="21089"/>
                </a:lnTo>
                <a:lnTo>
                  <a:pt x="16971" y="20961"/>
                </a:lnTo>
                <a:lnTo>
                  <a:pt x="15903" y="20450"/>
                </a:lnTo>
                <a:lnTo>
                  <a:pt x="15191" y="20066"/>
                </a:lnTo>
                <a:lnTo>
                  <a:pt x="14479" y="19811"/>
                </a:lnTo>
                <a:lnTo>
                  <a:pt x="13886" y="19938"/>
                </a:lnTo>
                <a:lnTo>
                  <a:pt x="12699" y="19172"/>
                </a:lnTo>
                <a:lnTo>
                  <a:pt x="11749" y="17893"/>
                </a:lnTo>
                <a:lnTo>
                  <a:pt x="10207" y="18021"/>
                </a:lnTo>
                <a:lnTo>
                  <a:pt x="8664" y="18277"/>
                </a:lnTo>
                <a:lnTo>
                  <a:pt x="7240" y="17766"/>
                </a:lnTo>
                <a:lnTo>
                  <a:pt x="6053" y="17254"/>
                </a:lnTo>
                <a:lnTo>
                  <a:pt x="4866" y="16615"/>
                </a:lnTo>
                <a:lnTo>
                  <a:pt x="4154" y="16360"/>
                </a:lnTo>
                <a:lnTo>
                  <a:pt x="3560" y="14954"/>
                </a:lnTo>
                <a:lnTo>
                  <a:pt x="1662" y="13037"/>
                </a:lnTo>
                <a:lnTo>
                  <a:pt x="0" y="8308"/>
                </a:lnTo>
                <a:lnTo>
                  <a:pt x="2018" y="4985"/>
                </a:lnTo>
                <a:lnTo>
                  <a:pt x="6646" y="4346"/>
                </a:lnTo>
                <a:lnTo>
                  <a:pt x="10563" y="256"/>
                </a:lnTo>
                <a:close/>
              </a:path>
            </a:pathLst>
          </a:custGeom>
          <a:solidFill>
            <a:srgbClr val="27282D"/>
          </a:solidFill>
          <a:ln w="25400">
            <a:solidFill>
              <a:srgbClr val="FFFFFF"/>
            </a:solidFill>
            <a:miter lim="400000"/>
          </a:ln>
        </p:spPr>
        <p:txBody>
          <a:bodyPr lIns="60959" tIns="60959" rIns="60959" bIns="60959" anchor="ctr"/>
          <a:lstStyle/>
          <a:p>
            <a:pPr defTabSz="914400">
              <a:defRPr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5" name="Shape 155"/>
          <p:cNvSpPr/>
          <p:nvPr/>
        </p:nvSpPr>
        <p:spPr>
          <a:xfrm>
            <a:off x="8036527" y="6132232"/>
            <a:ext cx="910894" cy="16561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7673" y="0"/>
                </a:moveTo>
                <a:lnTo>
                  <a:pt x="19993" y="1571"/>
                </a:lnTo>
                <a:lnTo>
                  <a:pt x="18387" y="2749"/>
                </a:lnTo>
                <a:lnTo>
                  <a:pt x="20886" y="4124"/>
                </a:lnTo>
                <a:lnTo>
                  <a:pt x="21600" y="4909"/>
                </a:lnTo>
                <a:lnTo>
                  <a:pt x="19993" y="6087"/>
                </a:lnTo>
                <a:lnTo>
                  <a:pt x="17673" y="7265"/>
                </a:lnTo>
                <a:lnTo>
                  <a:pt x="18208" y="8738"/>
                </a:lnTo>
                <a:lnTo>
                  <a:pt x="19279" y="9425"/>
                </a:lnTo>
                <a:lnTo>
                  <a:pt x="21243" y="10996"/>
                </a:lnTo>
                <a:lnTo>
                  <a:pt x="19993" y="11978"/>
                </a:lnTo>
                <a:lnTo>
                  <a:pt x="20350" y="12862"/>
                </a:lnTo>
                <a:lnTo>
                  <a:pt x="19279" y="13156"/>
                </a:lnTo>
                <a:lnTo>
                  <a:pt x="17673" y="13942"/>
                </a:lnTo>
                <a:lnTo>
                  <a:pt x="19815" y="15120"/>
                </a:lnTo>
                <a:lnTo>
                  <a:pt x="19458" y="15905"/>
                </a:lnTo>
                <a:lnTo>
                  <a:pt x="19458" y="16789"/>
                </a:lnTo>
                <a:lnTo>
                  <a:pt x="16245" y="18556"/>
                </a:lnTo>
                <a:lnTo>
                  <a:pt x="14995" y="19047"/>
                </a:lnTo>
                <a:lnTo>
                  <a:pt x="12674" y="19440"/>
                </a:lnTo>
                <a:lnTo>
                  <a:pt x="11425" y="19538"/>
                </a:lnTo>
                <a:lnTo>
                  <a:pt x="8747" y="20225"/>
                </a:lnTo>
                <a:lnTo>
                  <a:pt x="7319" y="20127"/>
                </a:lnTo>
                <a:lnTo>
                  <a:pt x="6426" y="20716"/>
                </a:lnTo>
                <a:lnTo>
                  <a:pt x="3213" y="21600"/>
                </a:lnTo>
                <a:lnTo>
                  <a:pt x="0" y="18655"/>
                </a:lnTo>
                <a:lnTo>
                  <a:pt x="536" y="12175"/>
                </a:lnTo>
                <a:lnTo>
                  <a:pt x="3213" y="5891"/>
                </a:lnTo>
                <a:lnTo>
                  <a:pt x="9283" y="1865"/>
                </a:lnTo>
                <a:lnTo>
                  <a:pt x="17673" y="0"/>
                </a:lnTo>
                <a:close/>
              </a:path>
            </a:pathLst>
          </a:custGeom>
          <a:solidFill>
            <a:srgbClr val="27282D"/>
          </a:solidFill>
          <a:ln w="25400">
            <a:solidFill>
              <a:srgbClr val="FFFFFF"/>
            </a:solidFill>
            <a:miter lim="400000"/>
          </a:ln>
        </p:spPr>
        <p:txBody>
          <a:bodyPr lIns="60959" tIns="60959" rIns="60959" bIns="60959" anchor="ctr"/>
          <a:lstStyle/>
          <a:p>
            <a:pPr defTabSz="914400">
              <a:defRPr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6" name="Shape 156"/>
          <p:cNvSpPr/>
          <p:nvPr/>
        </p:nvSpPr>
        <p:spPr>
          <a:xfrm>
            <a:off x="6839327" y="6438939"/>
            <a:ext cx="798943" cy="12783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5786"/>
                </a:moveTo>
                <a:lnTo>
                  <a:pt x="2160" y="17743"/>
                </a:lnTo>
                <a:lnTo>
                  <a:pt x="12651" y="21600"/>
                </a:lnTo>
                <a:lnTo>
                  <a:pt x="20057" y="16393"/>
                </a:lnTo>
                <a:lnTo>
                  <a:pt x="16663" y="12150"/>
                </a:lnTo>
                <a:lnTo>
                  <a:pt x="21600" y="6943"/>
                </a:lnTo>
                <a:lnTo>
                  <a:pt x="16354" y="0"/>
                </a:lnTo>
                <a:lnTo>
                  <a:pt x="0" y="5786"/>
                </a:lnTo>
                <a:close/>
              </a:path>
            </a:pathLst>
          </a:custGeom>
          <a:solidFill>
            <a:srgbClr val="27282D"/>
          </a:solidFill>
          <a:ln w="25400">
            <a:solidFill>
              <a:srgbClr val="FFFFFF"/>
            </a:solidFill>
            <a:miter lim="400000"/>
          </a:ln>
        </p:spPr>
        <p:txBody>
          <a:bodyPr lIns="60959" tIns="60959" rIns="60959" bIns="60959" anchor="ctr"/>
          <a:lstStyle/>
          <a:p>
            <a:pPr defTabSz="914400">
              <a:defRPr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7" name="Shape 157"/>
          <p:cNvSpPr/>
          <p:nvPr/>
        </p:nvSpPr>
        <p:spPr>
          <a:xfrm>
            <a:off x="5412642" y="2855107"/>
            <a:ext cx="5136065" cy="4234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760" y="21425"/>
                </a:moveTo>
                <a:lnTo>
                  <a:pt x="6432" y="21192"/>
                </a:lnTo>
                <a:lnTo>
                  <a:pt x="6624" y="21076"/>
                </a:lnTo>
                <a:lnTo>
                  <a:pt x="7248" y="20960"/>
                </a:lnTo>
                <a:lnTo>
                  <a:pt x="7584" y="20727"/>
                </a:lnTo>
                <a:lnTo>
                  <a:pt x="7680" y="20086"/>
                </a:lnTo>
                <a:lnTo>
                  <a:pt x="7728" y="19737"/>
                </a:lnTo>
                <a:lnTo>
                  <a:pt x="7824" y="19155"/>
                </a:lnTo>
                <a:lnTo>
                  <a:pt x="8448" y="18980"/>
                </a:lnTo>
                <a:lnTo>
                  <a:pt x="8640" y="19329"/>
                </a:lnTo>
                <a:lnTo>
                  <a:pt x="8304" y="20436"/>
                </a:lnTo>
                <a:lnTo>
                  <a:pt x="8640" y="20727"/>
                </a:lnTo>
                <a:lnTo>
                  <a:pt x="8976" y="21076"/>
                </a:lnTo>
                <a:lnTo>
                  <a:pt x="9360" y="21251"/>
                </a:lnTo>
                <a:lnTo>
                  <a:pt x="9984" y="21251"/>
                </a:lnTo>
                <a:lnTo>
                  <a:pt x="10224" y="21134"/>
                </a:lnTo>
                <a:lnTo>
                  <a:pt x="10224" y="20377"/>
                </a:lnTo>
                <a:lnTo>
                  <a:pt x="10464" y="19679"/>
                </a:lnTo>
                <a:lnTo>
                  <a:pt x="10752" y="19271"/>
                </a:lnTo>
                <a:lnTo>
                  <a:pt x="11184" y="18805"/>
                </a:lnTo>
                <a:lnTo>
                  <a:pt x="11280" y="18631"/>
                </a:lnTo>
                <a:lnTo>
                  <a:pt x="11904" y="18573"/>
                </a:lnTo>
                <a:lnTo>
                  <a:pt x="12384" y="18514"/>
                </a:lnTo>
                <a:lnTo>
                  <a:pt x="12720" y="17990"/>
                </a:lnTo>
                <a:lnTo>
                  <a:pt x="12960" y="17583"/>
                </a:lnTo>
                <a:lnTo>
                  <a:pt x="13392" y="17408"/>
                </a:lnTo>
                <a:lnTo>
                  <a:pt x="13920" y="17350"/>
                </a:lnTo>
                <a:lnTo>
                  <a:pt x="14304" y="17059"/>
                </a:lnTo>
                <a:lnTo>
                  <a:pt x="14352" y="16768"/>
                </a:lnTo>
                <a:lnTo>
                  <a:pt x="14016" y="16360"/>
                </a:lnTo>
                <a:lnTo>
                  <a:pt x="14064" y="15720"/>
                </a:lnTo>
                <a:lnTo>
                  <a:pt x="14400" y="15312"/>
                </a:lnTo>
                <a:lnTo>
                  <a:pt x="14640" y="14905"/>
                </a:lnTo>
                <a:lnTo>
                  <a:pt x="14976" y="15254"/>
                </a:lnTo>
                <a:lnTo>
                  <a:pt x="14880" y="15661"/>
                </a:lnTo>
                <a:lnTo>
                  <a:pt x="15216" y="15778"/>
                </a:lnTo>
                <a:lnTo>
                  <a:pt x="15408" y="15487"/>
                </a:lnTo>
                <a:lnTo>
                  <a:pt x="15600" y="15254"/>
                </a:lnTo>
                <a:lnTo>
                  <a:pt x="15936" y="15079"/>
                </a:lnTo>
                <a:lnTo>
                  <a:pt x="16368" y="15196"/>
                </a:lnTo>
                <a:lnTo>
                  <a:pt x="16368" y="14497"/>
                </a:lnTo>
                <a:lnTo>
                  <a:pt x="16560" y="14148"/>
                </a:lnTo>
                <a:lnTo>
                  <a:pt x="17040" y="13915"/>
                </a:lnTo>
                <a:lnTo>
                  <a:pt x="17760" y="14963"/>
                </a:lnTo>
                <a:lnTo>
                  <a:pt x="17904" y="15661"/>
                </a:lnTo>
                <a:lnTo>
                  <a:pt x="18384" y="15545"/>
                </a:lnTo>
                <a:lnTo>
                  <a:pt x="18672" y="15021"/>
                </a:lnTo>
                <a:lnTo>
                  <a:pt x="18432" y="14381"/>
                </a:lnTo>
                <a:lnTo>
                  <a:pt x="18624" y="14089"/>
                </a:lnTo>
                <a:lnTo>
                  <a:pt x="18960" y="14672"/>
                </a:lnTo>
                <a:lnTo>
                  <a:pt x="19344" y="14497"/>
                </a:lnTo>
                <a:lnTo>
                  <a:pt x="20448" y="13449"/>
                </a:lnTo>
                <a:lnTo>
                  <a:pt x="20688" y="12750"/>
                </a:lnTo>
                <a:lnTo>
                  <a:pt x="21168" y="12983"/>
                </a:lnTo>
                <a:lnTo>
                  <a:pt x="21600" y="12285"/>
                </a:lnTo>
                <a:lnTo>
                  <a:pt x="21312" y="11877"/>
                </a:lnTo>
                <a:lnTo>
                  <a:pt x="21264" y="11295"/>
                </a:lnTo>
                <a:lnTo>
                  <a:pt x="20880" y="10829"/>
                </a:lnTo>
                <a:lnTo>
                  <a:pt x="20448" y="11295"/>
                </a:lnTo>
                <a:lnTo>
                  <a:pt x="20160" y="11062"/>
                </a:lnTo>
                <a:lnTo>
                  <a:pt x="19968" y="10654"/>
                </a:lnTo>
                <a:lnTo>
                  <a:pt x="20016" y="9665"/>
                </a:lnTo>
                <a:lnTo>
                  <a:pt x="19680" y="9606"/>
                </a:lnTo>
                <a:lnTo>
                  <a:pt x="19392" y="8966"/>
                </a:lnTo>
                <a:lnTo>
                  <a:pt x="19536" y="8850"/>
                </a:lnTo>
                <a:lnTo>
                  <a:pt x="20256" y="9199"/>
                </a:lnTo>
                <a:lnTo>
                  <a:pt x="20592" y="8966"/>
                </a:lnTo>
                <a:lnTo>
                  <a:pt x="20448" y="8384"/>
                </a:lnTo>
                <a:lnTo>
                  <a:pt x="20736" y="8093"/>
                </a:lnTo>
                <a:lnTo>
                  <a:pt x="20976" y="7976"/>
                </a:lnTo>
                <a:lnTo>
                  <a:pt x="20832" y="7627"/>
                </a:lnTo>
                <a:lnTo>
                  <a:pt x="20688" y="7627"/>
                </a:lnTo>
                <a:lnTo>
                  <a:pt x="20352" y="7918"/>
                </a:lnTo>
                <a:lnTo>
                  <a:pt x="19872" y="7394"/>
                </a:lnTo>
                <a:lnTo>
                  <a:pt x="19920" y="6754"/>
                </a:lnTo>
                <a:lnTo>
                  <a:pt x="20304" y="6230"/>
                </a:lnTo>
                <a:lnTo>
                  <a:pt x="20640" y="5589"/>
                </a:lnTo>
                <a:lnTo>
                  <a:pt x="20640" y="5298"/>
                </a:lnTo>
                <a:lnTo>
                  <a:pt x="20928" y="5531"/>
                </a:lnTo>
                <a:lnTo>
                  <a:pt x="20976" y="5997"/>
                </a:lnTo>
                <a:lnTo>
                  <a:pt x="21312" y="5880"/>
                </a:lnTo>
                <a:lnTo>
                  <a:pt x="21312" y="5473"/>
                </a:lnTo>
                <a:lnTo>
                  <a:pt x="21408" y="5065"/>
                </a:lnTo>
                <a:lnTo>
                  <a:pt x="21024" y="4716"/>
                </a:lnTo>
                <a:lnTo>
                  <a:pt x="21312" y="4308"/>
                </a:lnTo>
                <a:lnTo>
                  <a:pt x="21024" y="3843"/>
                </a:lnTo>
                <a:lnTo>
                  <a:pt x="20832" y="3435"/>
                </a:lnTo>
                <a:lnTo>
                  <a:pt x="21312" y="2562"/>
                </a:lnTo>
                <a:lnTo>
                  <a:pt x="21360" y="2154"/>
                </a:lnTo>
                <a:lnTo>
                  <a:pt x="20832" y="1339"/>
                </a:lnTo>
                <a:lnTo>
                  <a:pt x="20496" y="1164"/>
                </a:lnTo>
                <a:lnTo>
                  <a:pt x="20256" y="1456"/>
                </a:lnTo>
                <a:lnTo>
                  <a:pt x="20112" y="1805"/>
                </a:lnTo>
                <a:lnTo>
                  <a:pt x="19200" y="2154"/>
                </a:lnTo>
                <a:lnTo>
                  <a:pt x="18960" y="1456"/>
                </a:lnTo>
                <a:lnTo>
                  <a:pt x="18576" y="873"/>
                </a:lnTo>
                <a:lnTo>
                  <a:pt x="18384" y="873"/>
                </a:lnTo>
                <a:lnTo>
                  <a:pt x="18240" y="1339"/>
                </a:lnTo>
                <a:lnTo>
                  <a:pt x="17664" y="932"/>
                </a:lnTo>
                <a:lnTo>
                  <a:pt x="18144" y="466"/>
                </a:lnTo>
                <a:lnTo>
                  <a:pt x="18000" y="0"/>
                </a:lnTo>
                <a:lnTo>
                  <a:pt x="17136" y="291"/>
                </a:lnTo>
                <a:lnTo>
                  <a:pt x="16896" y="815"/>
                </a:lnTo>
                <a:lnTo>
                  <a:pt x="17328" y="1339"/>
                </a:lnTo>
                <a:lnTo>
                  <a:pt x="17376" y="1863"/>
                </a:lnTo>
                <a:lnTo>
                  <a:pt x="17280" y="2038"/>
                </a:lnTo>
                <a:lnTo>
                  <a:pt x="17184" y="2562"/>
                </a:lnTo>
                <a:lnTo>
                  <a:pt x="16752" y="3027"/>
                </a:lnTo>
                <a:lnTo>
                  <a:pt x="16800" y="3784"/>
                </a:lnTo>
                <a:lnTo>
                  <a:pt x="16752" y="4308"/>
                </a:lnTo>
                <a:lnTo>
                  <a:pt x="16032" y="5007"/>
                </a:lnTo>
                <a:lnTo>
                  <a:pt x="14976" y="4891"/>
                </a:lnTo>
                <a:lnTo>
                  <a:pt x="14928" y="5473"/>
                </a:lnTo>
                <a:lnTo>
                  <a:pt x="14880" y="5880"/>
                </a:lnTo>
                <a:lnTo>
                  <a:pt x="14640" y="5939"/>
                </a:lnTo>
                <a:lnTo>
                  <a:pt x="14736" y="6404"/>
                </a:lnTo>
                <a:lnTo>
                  <a:pt x="14640" y="6812"/>
                </a:lnTo>
                <a:lnTo>
                  <a:pt x="14400" y="7161"/>
                </a:lnTo>
                <a:lnTo>
                  <a:pt x="14592" y="7569"/>
                </a:lnTo>
                <a:lnTo>
                  <a:pt x="15024" y="7452"/>
                </a:lnTo>
                <a:lnTo>
                  <a:pt x="15408" y="7219"/>
                </a:lnTo>
                <a:lnTo>
                  <a:pt x="16128" y="7452"/>
                </a:lnTo>
                <a:lnTo>
                  <a:pt x="16032" y="6987"/>
                </a:lnTo>
                <a:lnTo>
                  <a:pt x="16656" y="6928"/>
                </a:lnTo>
                <a:lnTo>
                  <a:pt x="17088" y="7278"/>
                </a:lnTo>
                <a:lnTo>
                  <a:pt x="17952" y="7860"/>
                </a:lnTo>
                <a:lnTo>
                  <a:pt x="18000" y="8151"/>
                </a:lnTo>
                <a:lnTo>
                  <a:pt x="17856" y="8500"/>
                </a:lnTo>
                <a:lnTo>
                  <a:pt x="17472" y="8675"/>
                </a:lnTo>
                <a:lnTo>
                  <a:pt x="17040" y="8617"/>
                </a:lnTo>
                <a:lnTo>
                  <a:pt x="16704" y="8617"/>
                </a:lnTo>
                <a:lnTo>
                  <a:pt x="16080" y="9257"/>
                </a:lnTo>
                <a:lnTo>
                  <a:pt x="15504" y="9257"/>
                </a:lnTo>
                <a:lnTo>
                  <a:pt x="15264" y="9781"/>
                </a:lnTo>
                <a:lnTo>
                  <a:pt x="15072" y="10480"/>
                </a:lnTo>
                <a:lnTo>
                  <a:pt x="14736" y="10538"/>
                </a:lnTo>
                <a:lnTo>
                  <a:pt x="14160" y="10596"/>
                </a:lnTo>
                <a:lnTo>
                  <a:pt x="13824" y="10946"/>
                </a:lnTo>
                <a:lnTo>
                  <a:pt x="13440" y="11528"/>
                </a:lnTo>
                <a:lnTo>
                  <a:pt x="12864" y="11644"/>
                </a:lnTo>
                <a:lnTo>
                  <a:pt x="12480" y="11237"/>
                </a:lnTo>
                <a:lnTo>
                  <a:pt x="12096" y="11237"/>
                </a:lnTo>
                <a:lnTo>
                  <a:pt x="11952" y="11761"/>
                </a:lnTo>
                <a:lnTo>
                  <a:pt x="11952" y="12518"/>
                </a:lnTo>
                <a:lnTo>
                  <a:pt x="12288" y="12750"/>
                </a:lnTo>
                <a:lnTo>
                  <a:pt x="12192" y="13449"/>
                </a:lnTo>
                <a:lnTo>
                  <a:pt x="11760" y="13507"/>
                </a:lnTo>
                <a:lnTo>
                  <a:pt x="10944" y="14672"/>
                </a:lnTo>
                <a:lnTo>
                  <a:pt x="9984" y="15137"/>
                </a:lnTo>
                <a:lnTo>
                  <a:pt x="8976" y="14788"/>
                </a:lnTo>
                <a:lnTo>
                  <a:pt x="8640" y="14672"/>
                </a:lnTo>
                <a:lnTo>
                  <a:pt x="8256" y="15079"/>
                </a:lnTo>
                <a:lnTo>
                  <a:pt x="6960" y="16069"/>
                </a:lnTo>
                <a:lnTo>
                  <a:pt x="5760" y="15720"/>
                </a:lnTo>
                <a:lnTo>
                  <a:pt x="4752" y="15312"/>
                </a:lnTo>
                <a:lnTo>
                  <a:pt x="3792" y="14497"/>
                </a:lnTo>
                <a:lnTo>
                  <a:pt x="3168" y="14322"/>
                </a:lnTo>
                <a:lnTo>
                  <a:pt x="2256" y="14439"/>
                </a:lnTo>
                <a:lnTo>
                  <a:pt x="1152" y="14439"/>
                </a:lnTo>
                <a:lnTo>
                  <a:pt x="0" y="14497"/>
                </a:lnTo>
                <a:lnTo>
                  <a:pt x="816" y="17699"/>
                </a:lnTo>
                <a:lnTo>
                  <a:pt x="5136" y="21600"/>
                </a:lnTo>
                <a:lnTo>
                  <a:pt x="5760" y="21425"/>
                </a:lnTo>
                <a:close/>
              </a:path>
            </a:pathLst>
          </a:custGeom>
          <a:solidFill>
            <a:srgbClr val="27282D"/>
          </a:solidFill>
          <a:ln w="25400">
            <a:solidFill>
              <a:srgbClr val="FFFFFF"/>
            </a:solidFill>
            <a:miter lim="400000"/>
          </a:ln>
        </p:spPr>
        <p:txBody>
          <a:bodyPr lIns="60959" tIns="60959" rIns="60959" bIns="60959" anchor="ctr"/>
          <a:lstStyle/>
          <a:p>
            <a:pPr defTabSz="914400">
              <a:defRPr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8" name="Shape 158"/>
          <p:cNvSpPr/>
          <p:nvPr/>
        </p:nvSpPr>
        <p:spPr>
          <a:xfrm>
            <a:off x="4328362" y="5537275"/>
            <a:ext cx="3492524" cy="29104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506" y="0"/>
                </a:moveTo>
                <a:lnTo>
                  <a:pt x="0" y="5252"/>
                </a:lnTo>
                <a:lnTo>
                  <a:pt x="4518" y="10080"/>
                </a:lnTo>
                <a:lnTo>
                  <a:pt x="8471" y="9233"/>
                </a:lnTo>
                <a:lnTo>
                  <a:pt x="11718" y="20329"/>
                </a:lnTo>
                <a:lnTo>
                  <a:pt x="18353" y="21600"/>
                </a:lnTo>
                <a:lnTo>
                  <a:pt x="18212" y="20160"/>
                </a:lnTo>
                <a:lnTo>
                  <a:pt x="18353" y="19652"/>
                </a:lnTo>
                <a:lnTo>
                  <a:pt x="18071" y="19482"/>
                </a:lnTo>
                <a:lnTo>
                  <a:pt x="18000" y="19144"/>
                </a:lnTo>
                <a:lnTo>
                  <a:pt x="18424" y="18805"/>
                </a:lnTo>
                <a:lnTo>
                  <a:pt x="18847" y="18974"/>
                </a:lnTo>
                <a:lnTo>
                  <a:pt x="18918" y="18296"/>
                </a:lnTo>
                <a:lnTo>
                  <a:pt x="18847" y="17449"/>
                </a:lnTo>
                <a:lnTo>
                  <a:pt x="18565" y="16348"/>
                </a:lnTo>
                <a:lnTo>
                  <a:pt x="18918" y="15925"/>
                </a:lnTo>
                <a:lnTo>
                  <a:pt x="19482" y="15840"/>
                </a:lnTo>
                <a:lnTo>
                  <a:pt x="19976" y="16264"/>
                </a:lnTo>
                <a:lnTo>
                  <a:pt x="20329" y="16009"/>
                </a:lnTo>
                <a:lnTo>
                  <a:pt x="20471" y="15416"/>
                </a:lnTo>
                <a:lnTo>
                  <a:pt x="21459" y="15416"/>
                </a:lnTo>
                <a:lnTo>
                  <a:pt x="21388" y="14739"/>
                </a:lnTo>
                <a:lnTo>
                  <a:pt x="21388" y="13722"/>
                </a:lnTo>
                <a:lnTo>
                  <a:pt x="21600" y="13553"/>
                </a:lnTo>
                <a:lnTo>
                  <a:pt x="20541" y="12621"/>
                </a:lnTo>
                <a:lnTo>
                  <a:pt x="19976" y="12536"/>
                </a:lnTo>
                <a:lnTo>
                  <a:pt x="19694" y="12452"/>
                </a:lnTo>
                <a:lnTo>
                  <a:pt x="19694" y="11435"/>
                </a:lnTo>
                <a:lnTo>
                  <a:pt x="19059" y="11689"/>
                </a:lnTo>
                <a:lnTo>
                  <a:pt x="18776" y="12875"/>
                </a:lnTo>
                <a:lnTo>
                  <a:pt x="18494" y="13299"/>
                </a:lnTo>
                <a:lnTo>
                  <a:pt x="18988" y="13638"/>
                </a:lnTo>
                <a:lnTo>
                  <a:pt x="19059" y="14400"/>
                </a:lnTo>
                <a:lnTo>
                  <a:pt x="18141" y="15247"/>
                </a:lnTo>
                <a:lnTo>
                  <a:pt x="17647" y="14824"/>
                </a:lnTo>
                <a:lnTo>
                  <a:pt x="17365" y="14400"/>
                </a:lnTo>
                <a:lnTo>
                  <a:pt x="17365" y="13129"/>
                </a:lnTo>
                <a:lnTo>
                  <a:pt x="17153" y="12536"/>
                </a:lnTo>
                <a:lnTo>
                  <a:pt x="15953" y="11266"/>
                </a:lnTo>
                <a:lnTo>
                  <a:pt x="14965" y="11012"/>
                </a:lnTo>
                <a:lnTo>
                  <a:pt x="14894" y="10249"/>
                </a:lnTo>
                <a:lnTo>
                  <a:pt x="14753" y="9826"/>
                </a:lnTo>
                <a:lnTo>
                  <a:pt x="14894" y="9233"/>
                </a:lnTo>
                <a:lnTo>
                  <a:pt x="15176" y="8725"/>
                </a:lnTo>
                <a:lnTo>
                  <a:pt x="15882" y="8132"/>
                </a:lnTo>
                <a:lnTo>
                  <a:pt x="15882" y="7624"/>
                </a:lnTo>
                <a:lnTo>
                  <a:pt x="15600" y="7369"/>
                </a:lnTo>
                <a:lnTo>
                  <a:pt x="14259" y="8216"/>
                </a:lnTo>
                <a:lnTo>
                  <a:pt x="13553" y="7708"/>
                </a:lnTo>
                <a:lnTo>
                  <a:pt x="13129" y="8047"/>
                </a:lnTo>
                <a:lnTo>
                  <a:pt x="12847" y="9064"/>
                </a:lnTo>
                <a:lnTo>
                  <a:pt x="12071" y="8725"/>
                </a:lnTo>
                <a:lnTo>
                  <a:pt x="11506" y="7962"/>
                </a:lnTo>
                <a:lnTo>
                  <a:pt x="11153" y="7200"/>
                </a:lnTo>
                <a:lnTo>
                  <a:pt x="10729" y="6776"/>
                </a:lnTo>
                <a:lnTo>
                  <a:pt x="10729" y="6607"/>
                </a:lnTo>
                <a:lnTo>
                  <a:pt x="10306" y="6438"/>
                </a:lnTo>
                <a:lnTo>
                  <a:pt x="10376" y="6099"/>
                </a:lnTo>
                <a:lnTo>
                  <a:pt x="11012" y="5336"/>
                </a:lnTo>
                <a:lnTo>
                  <a:pt x="11153" y="4659"/>
                </a:lnTo>
                <a:lnTo>
                  <a:pt x="9741" y="4489"/>
                </a:lnTo>
                <a:lnTo>
                  <a:pt x="8965" y="5336"/>
                </a:lnTo>
                <a:lnTo>
                  <a:pt x="8824" y="5082"/>
                </a:lnTo>
                <a:lnTo>
                  <a:pt x="8894" y="4489"/>
                </a:lnTo>
                <a:lnTo>
                  <a:pt x="8400" y="3896"/>
                </a:lnTo>
                <a:lnTo>
                  <a:pt x="8118" y="3642"/>
                </a:lnTo>
                <a:lnTo>
                  <a:pt x="8047" y="3388"/>
                </a:lnTo>
                <a:lnTo>
                  <a:pt x="8188" y="2711"/>
                </a:lnTo>
                <a:lnTo>
                  <a:pt x="7835" y="593"/>
                </a:lnTo>
                <a:lnTo>
                  <a:pt x="6918" y="678"/>
                </a:lnTo>
                <a:lnTo>
                  <a:pt x="6141" y="508"/>
                </a:lnTo>
                <a:lnTo>
                  <a:pt x="5506" y="0"/>
                </a:lnTo>
                <a:close/>
              </a:path>
            </a:pathLst>
          </a:custGeom>
          <a:solidFill>
            <a:srgbClr val="27282D"/>
          </a:solidFill>
          <a:ln w="25400">
            <a:solidFill>
              <a:srgbClr val="FFFFFF"/>
            </a:solidFill>
            <a:miter lim="400000"/>
          </a:ln>
        </p:spPr>
        <p:txBody>
          <a:bodyPr lIns="60959" tIns="60959" rIns="60959" bIns="60959" anchor="ctr"/>
          <a:lstStyle/>
          <a:p>
            <a:pPr defTabSz="914400">
              <a:defRPr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9" name="Shape 159"/>
          <p:cNvSpPr/>
          <p:nvPr/>
        </p:nvSpPr>
        <p:spPr>
          <a:xfrm>
            <a:off x="6793673" y="9942874"/>
            <a:ext cx="1894638" cy="13239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773" y="12103"/>
                </a:moveTo>
                <a:lnTo>
                  <a:pt x="4424" y="14152"/>
                </a:lnTo>
                <a:lnTo>
                  <a:pt x="6376" y="14710"/>
                </a:lnTo>
                <a:lnTo>
                  <a:pt x="7677" y="15083"/>
                </a:lnTo>
                <a:lnTo>
                  <a:pt x="7547" y="17131"/>
                </a:lnTo>
                <a:lnTo>
                  <a:pt x="7287" y="18434"/>
                </a:lnTo>
                <a:lnTo>
                  <a:pt x="8978" y="20483"/>
                </a:lnTo>
                <a:lnTo>
                  <a:pt x="10019" y="20297"/>
                </a:lnTo>
                <a:lnTo>
                  <a:pt x="12231" y="20483"/>
                </a:lnTo>
                <a:lnTo>
                  <a:pt x="12492" y="19738"/>
                </a:lnTo>
                <a:lnTo>
                  <a:pt x="13142" y="19179"/>
                </a:lnTo>
                <a:lnTo>
                  <a:pt x="14053" y="21600"/>
                </a:lnTo>
                <a:lnTo>
                  <a:pt x="15224" y="20483"/>
                </a:lnTo>
                <a:lnTo>
                  <a:pt x="19388" y="14524"/>
                </a:lnTo>
                <a:lnTo>
                  <a:pt x="20299" y="13407"/>
                </a:lnTo>
                <a:lnTo>
                  <a:pt x="20559" y="10428"/>
                </a:lnTo>
                <a:lnTo>
                  <a:pt x="21600" y="10055"/>
                </a:lnTo>
                <a:lnTo>
                  <a:pt x="21600" y="8379"/>
                </a:lnTo>
                <a:lnTo>
                  <a:pt x="21470" y="7262"/>
                </a:lnTo>
                <a:lnTo>
                  <a:pt x="19908" y="7076"/>
                </a:lnTo>
                <a:lnTo>
                  <a:pt x="19648" y="6517"/>
                </a:lnTo>
                <a:lnTo>
                  <a:pt x="18607" y="5586"/>
                </a:lnTo>
                <a:lnTo>
                  <a:pt x="19258" y="3538"/>
                </a:lnTo>
                <a:lnTo>
                  <a:pt x="18998" y="1303"/>
                </a:lnTo>
                <a:lnTo>
                  <a:pt x="18477" y="0"/>
                </a:lnTo>
                <a:lnTo>
                  <a:pt x="17306" y="559"/>
                </a:lnTo>
                <a:lnTo>
                  <a:pt x="15614" y="1862"/>
                </a:lnTo>
                <a:lnTo>
                  <a:pt x="14053" y="2234"/>
                </a:lnTo>
                <a:lnTo>
                  <a:pt x="7287" y="1676"/>
                </a:lnTo>
                <a:lnTo>
                  <a:pt x="0" y="7076"/>
                </a:lnTo>
                <a:lnTo>
                  <a:pt x="3773" y="12103"/>
                </a:lnTo>
                <a:close/>
              </a:path>
            </a:pathLst>
          </a:custGeom>
          <a:solidFill>
            <a:srgbClr val="27282D"/>
          </a:solidFill>
          <a:ln w="25400">
            <a:solidFill>
              <a:srgbClr val="FFFFFF"/>
            </a:solidFill>
            <a:miter lim="400000"/>
          </a:ln>
        </p:spPr>
        <p:txBody>
          <a:bodyPr lIns="60959" tIns="60959" rIns="60959" bIns="60959" anchor="ctr"/>
          <a:lstStyle/>
          <a:p>
            <a:pPr defTabSz="914400">
              <a:defRPr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0" name="Shape 160"/>
          <p:cNvSpPr/>
          <p:nvPr/>
        </p:nvSpPr>
        <p:spPr>
          <a:xfrm>
            <a:off x="6952491" y="8360531"/>
            <a:ext cx="1257183" cy="12044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7332" y="1215"/>
                </a:moveTo>
                <a:lnTo>
                  <a:pt x="19013" y="3780"/>
                </a:lnTo>
                <a:lnTo>
                  <a:pt x="20695" y="4320"/>
                </a:lnTo>
                <a:lnTo>
                  <a:pt x="21600" y="5805"/>
                </a:lnTo>
                <a:lnTo>
                  <a:pt x="20953" y="7155"/>
                </a:lnTo>
                <a:lnTo>
                  <a:pt x="20048" y="8235"/>
                </a:lnTo>
                <a:lnTo>
                  <a:pt x="17849" y="9045"/>
                </a:lnTo>
                <a:lnTo>
                  <a:pt x="15004" y="9045"/>
                </a:lnTo>
                <a:lnTo>
                  <a:pt x="15133" y="9720"/>
                </a:lnTo>
                <a:lnTo>
                  <a:pt x="14874" y="12285"/>
                </a:lnTo>
                <a:lnTo>
                  <a:pt x="17332" y="13770"/>
                </a:lnTo>
                <a:lnTo>
                  <a:pt x="17849" y="15525"/>
                </a:lnTo>
                <a:lnTo>
                  <a:pt x="18108" y="16335"/>
                </a:lnTo>
                <a:lnTo>
                  <a:pt x="17978" y="18495"/>
                </a:lnTo>
                <a:lnTo>
                  <a:pt x="18754" y="21600"/>
                </a:lnTo>
                <a:lnTo>
                  <a:pt x="9313" y="20250"/>
                </a:lnTo>
                <a:lnTo>
                  <a:pt x="2328" y="18225"/>
                </a:lnTo>
                <a:lnTo>
                  <a:pt x="0" y="11070"/>
                </a:lnTo>
                <a:lnTo>
                  <a:pt x="3880" y="3915"/>
                </a:lnTo>
                <a:lnTo>
                  <a:pt x="11123" y="0"/>
                </a:lnTo>
                <a:lnTo>
                  <a:pt x="17332" y="1215"/>
                </a:lnTo>
                <a:close/>
              </a:path>
            </a:pathLst>
          </a:custGeom>
          <a:solidFill>
            <a:srgbClr val="27282D"/>
          </a:solidFill>
          <a:ln w="25400">
            <a:solidFill>
              <a:srgbClr val="FFFFFF"/>
            </a:solidFill>
            <a:miter lim="400000"/>
          </a:ln>
        </p:spPr>
        <p:txBody>
          <a:bodyPr lIns="60959" tIns="60959" rIns="60959" bIns="60959" anchor="ctr"/>
          <a:lstStyle/>
          <a:p>
            <a:pPr defTabSz="914400">
              <a:defRPr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1" name="Shape 161"/>
          <p:cNvSpPr/>
          <p:nvPr/>
        </p:nvSpPr>
        <p:spPr>
          <a:xfrm>
            <a:off x="6588230" y="9178171"/>
            <a:ext cx="1563648" cy="12440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415" y="21402"/>
                </a:moveTo>
                <a:lnTo>
                  <a:pt x="6307" y="20015"/>
                </a:lnTo>
                <a:lnTo>
                  <a:pt x="7568" y="19618"/>
                </a:lnTo>
                <a:lnTo>
                  <a:pt x="9460" y="21600"/>
                </a:lnTo>
                <a:lnTo>
                  <a:pt x="10879" y="21600"/>
                </a:lnTo>
                <a:lnTo>
                  <a:pt x="11667" y="20411"/>
                </a:lnTo>
                <a:lnTo>
                  <a:pt x="12771" y="19024"/>
                </a:lnTo>
                <a:lnTo>
                  <a:pt x="13086" y="17240"/>
                </a:lnTo>
                <a:lnTo>
                  <a:pt x="14347" y="18033"/>
                </a:lnTo>
                <a:lnTo>
                  <a:pt x="15136" y="18628"/>
                </a:lnTo>
                <a:lnTo>
                  <a:pt x="16555" y="19222"/>
                </a:lnTo>
                <a:lnTo>
                  <a:pt x="17343" y="18231"/>
                </a:lnTo>
                <a:lnTo>
                  <a:pt x="18289" y="17240"/>
                </a:lnTo>
                <a:lnTo>
                  <a:pt x="19550" y="16646"/>
                </a:lnTo>
                <a:lnTo>
                  <a:pt x="19708" y="15853"/>
                </a:lnTo>
                <a:lnTo>
                  <a:pt x="21127" y="15655"/>
                </a:lnTo>
                <a:lnTo>
                  <a:pt x="21600" y="15061"/>
                </a:lnTo>
                <a:lnTo>
                  <a:pt x="20969" y="14070"/>
                </a:lnTo>
                <a:lnTo>
                  <a:pt x="20181" y="13079"/>
                </a:lnTo>
                <a:lnTo>
                  <a:pt x="20181" y="11295"/>
                </a:lnTo>
                <a:lnTo>
                  <a:pt x="18447" y="10106"/>
                </a:lnTo>
                <a:lnTo>
                  <a:pt x="18447" y="9710"/>
                </a:lnTo>
                <a:lnTo>
                  <a:pt x="19550" y="8719"/>
                </a:lnTo>
                <a:lnTo>
                  <a:pt x="20496" y="7927"/>
                </a:lnTo>
                <a:lnTo>
                  <a:pt x="20181" y="6936"/>
                </a:lnTo>
                <a:lnTo>
                  <a:pt x="19866" y="5350"/>
                </a:lnTo>
                <a:lnTo>
                  <a:pt x="18920" y="5549"/>
                </a:lnTo>
                <a:lnTo>
                  <a:pt x="17974" y="4558"/>
                </a:lnTo>
                <a:lnTo>
                  <a:pt x="17028" y="2972"/>
                </a:lnTo>
                <a:lnTo>
                  <a:pt x="17028" y="1982"/>
                </a:lnTo>
                <a:lnTo>
                  <a:pt x="16712" y="595"/>
                </a:lnTo>
                <a:lnTo>
                  <a:pt x="16239" y="198"/>
                </a:lnTo>
                <a:lnTo>
                  <a:pt x="14663" y="0"/>
                </a:lnTo>
                <a:lnTo>
                  <a:pt x="13874" y="2378"/>
                </a:lnTo>
                <a:lnTo>
                  <a:pt x="11982" y="4161"/>
                </a:lnTo>
                <a:lnTo>
                  <a:pt x="10248" y="4161"/>
                </a:lnTo>
                <a:lnTo>
                  <a:pt x="5361" y="1387"/>
                </a:lnTo>
                <a:lnTo>
                  <a:pt x="315" y="2378"/>
                </a:lnTo>
                <a:lnTo>
                  <a:pt x="0" y="10899"/>
                </a:lnTo>
                <a:lnTo>
                  <a:pt x="4415" y="21402"/>
                </a:lnTo>
                <a:close/>
              </a:path>
            </a:pathLst>
          </a:custGeom>
          <a:solidFill>
            <a:srgbClr val="27282D"/>
          </a:solidFill>
          <a:ln w="25400">
            <a:solidFill>
              <a:srgbClr val="FFFFFF"/>
            </a:solidFill>
            <a:miter lim="400000"/>
          </a:ln>
        </p:spPr>
        <p:txBody>
          <a:bodyPr lIns="60959" tIns="60959" rIns="60959" bIns="60959" anchor="ctr"/>
          <a:lstStyle/>
          <a:p>
            <a:pPr defTabSz="914400">
              <a:defRPr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2" name="Shape 162"/>
          <p:cNvSpPr/>
          <p:nvPr/>
        </p:nvSpPr>
        <p:spPr>
          <a:xfrm>
            <a:off x="5138719" y="7785729"/>
            <a:ext cx="2499551" cy="26136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94"/>
                </a:moveTo>
                <a:cubicBezTo>
                  <a:pt x="1723" y="4293"/>
                  <a:pt x="3061" y="8966"/>
                  <a:pt x="4784" y="13165"/>
                </a:cubicBezTo>
                <a:lnTo>
                  <a:pt x="8778" y="21600"/>
                </a:lnTo>
                <a:lnTo>
                  <a:pt x="14301" y="18865"/>
                </a:lnTo>
                <a:lnTo>
                  <a:pt x="13216" y="16224"/>
                </a:lnTo>
                <a:lnTo>
                  <a:pt x="14696" y="14809"/>
                </a:lnTo>
                <a:lnTo>
                  <a:pt x="17162" y="15092"/>
                </a:lnTo>
                <a:lnTo>
                  <a:pt x="18740" y="15375"/>
                </a:lnTo>
                <a:lnTo>
                  <a:pt x="19233" y="15092"/>
                </a:lnTo>
                <a:lnTo>
                  <a:pt x="19134" y="14526"/>
                </a:lnTo>
                <a:lnTo>
                  <a:pt x="18345" y="14148"/>
                </a:lnTo>
                <a:lnTo>
                  <a:pt x="17753" y="13583"/>
                </a:lnTo>
                <a:lnTo>
                  <a:pt x="17753" y="13300"/>
                </a:lnTo>
                <a:lnTo>
                  <a:pt x="18247" y="12828"/>
                </a:lnTo>
                <a:lnTo>
                  <a:pt x="18444" y="12262"/>
                </a:lnTo>
                <a:lnTo>
                  <a:pt x="18148" y="11790"/>
                </a:lnTo>
                <a:lnTo>
                  <a:pt x="17753" y="11319"/>
                </a:lnTo>
                <a:lnTo>
                  <a:pt x="17260" y="10847"/>
                </a:lnTo>
                <a:lnTo>
                  <a:pt x="17655" y="9715"/>
                </a:lnTo>
                <a:lnTo>
                  <a:pt x="17359" y="8866"/>
                </a:lnTo>
                <a:lnTo>
                  <a:pt x="17655" y="8017"/>
                </a:lnTo>
                <a:lnTo>
                  <a:pt x="19036" y="9244"/>
                </a:lnTo>
                <a:lnTo>
                  <a:pt x="19430" y="9149"/>
                </a:lnTo>
                <a:lnTo>
                  <a:pt x="20515" y="8206"/>
                </a:lnTo>
                <a:lnTo>
                  <a:pt x="20712" y="7169"/>
                </a:lnTo>
                <a:lnTo>
                  <a:pt x="21304" y="6603"/>
                </a:lnTo>
                <a:lnTo>
                  <a:pt x="21501" y="5848"/>
                </a:lnTo>
                <a:lnTo>
                  <a:pt x="21600" y="5188"/>
                </a:lnTo>
                <a:lnTo>
                  <a:pt x="21008" y="4716"/>
                </a:lnTo>
                <a:lnTo>
                  <a:pt x="19529" y="4433"/>
                </a:lnTo>
                <a:lnTo>
                  <a:pt x="18740" y="4339"/>
                </a:lnTo>
                <a:lnTo>
                  <a:pt x="18345" y="3962"/>
                </a:lnTo>
                <a:lnTo>
                  <a:pt x="16767" y="4433"/>
                </a:lnTo>
                <a:lnTo>
                  <a:pt x="15978" y="4433"/>
                </a:lnTo>
                <a:lnTo>
                  <a:pt x="15584" y="4150"/>
                </a:lnTo>
                <a:lnTo>
                  <a:pt x="15189" y="3773"/>
                </a:lnTo>
                <a:lnTo>
                  <a:pt x="14893" y="3018"/>
                </a:lnTo>
                <a:lnTo>
                  <a:pt x="14795" y="2641"/>
                </a:lnTo>
                <a:lnTo>
                  <a:pt x="14301" y="2169"/>
                </a:lnTo>
                <a:lnTo>
                  <a:pt x="13808" y="1981"/>
                </a:lnTo>
                <a:lnTo>
                  <a:pt x="13216" y="1886"/>
                </a:lnTo>
                <a:lnTo>
                  <a:pt x="12822" y="1321"/>
                </a:lnTo>
                <a:lnTo>
                  <a:pt x="12625" y="849"/>
                </a:lnTo>
                <a:lnTo>
                  <a:pt x="11934" y="1321"/>
                </a:lnTo>
                <a:lnTo>
                  <a:pt x="11934" y="2452"/>
                </a:lnTo>
                <a:lnTo>
                  <a:pt x="11441" y="2924"/>
                </a:lnTo>
                <a:lnTo>
                  <a:pt x="9962" y="2547"/>
                </a:lnTo>
                <a:lnTo>
                  <a:pt x="7101" y="1226"/>
                </a:lnTo>
                <a:lnTo>
                  <a:pt x="3551" y="0"/>
                </a:lnTo>
                <a:lnTo>
                  <a:pt x="0" y="94"/>
                </a:lnTo>
                <a:close/>
              </a:path>
            </a:pathLst>
          </a:custGeom>
          <a:solidFill>
            <a:srgbClr val="27282D"/>
          </a:solidFill>
          <a:ln w="25400">
            <a:solidFill>
              <a:srgbClr val="FFFFFF"/>
            </a:solidFill>
            <a:miter lim="400000"/>
          </a:ln>
        </p:spPr>
        <p:txBody>
          <a:bodyPr lIns="60959" tIns="60959" rIns="60959" bIns="60959" anchor="ctr"/>
          <a:lstStyle/>
          <a:p>
            <a:pPr defTabSz="914400">
              <a:defRPr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3" name="Shape 163"/>
          <p:cNvSpPr/>
          <p:nvPr/>
        </p:nvSpPr>
        <p:spPr>
          <a:xfrm>
            <a:off x="3552247" y="6370458"/>
            <a:ext cx="3070225" cy="2202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825" y="336"/>
                </a:moveTo>
                <a:lnTo>
                  <a:pt x="8512" y="1119"/>
                </a:lnTo>
                <a:lnTo>
                  <a:pt x="9796" y="1007"/>
                </a:lnTo>
                <a:lnTo>
                  <a:pt x="10840" y="1903"/>
                </a:lnTo>
                <a:lnTo>
                  <a:pt x="11804" y="2910"/>
                </a:lnTo>
                <a:lnTo>
                  <a:pt x="12767" y="3917"/>
                </a:lnTo>
                <a:lnTo>
                  <a:pt x="13329" y="3246"/>
                </a:lnTo>
                <a:lnTo>
                  <a:pt x="13329" y="2350"/>
                </a:lnTo>
                <a:lnTo>
                  <a:pt x="13651" y="1903"/>
                </a:lnTo>
                <a:lnTo>
                  <a:pt x="14132" y="1903"/>
                </a:lnTo>
                <a:lnTo>
                  <a:pt x="14694" y="2798"/>
                </a:lnTo>
                <a:lnTo>
                  <a:pt x="15257" y="2574"/>
                </a:lnTo>
                <a:lnTo>
                  <a:pt x="15979" y="3358"/>
                </a:lnTo>
                <a:lnTo>
                  <a:pt x="17023" y="4253"/>
                </a:lnTo>
                <a:lnTo>
                  <a:pt x="17665" y="3805"/>
                </a:lnTo>
                <a:lnTo>
                  <a:pt x="18308" y="4701"/>
                </a:lnTo>
                <a:lnTo>
                  <a:pt x="18709" y="5372"/>
                </a:lnTo>
                <a:lnTo>
                  <a:pt x="19271" y="5932"/>
                </a:lnTo>
                <a:lnTo>
                  <a:pt x="19833" y="6267"/>
                </a:lnTo>
                <a:lnTo>
                  <a:pt x="20636" y="6267"/>
                </a:lnTo>
                <a:lnTo>
                  <a:pt x="21199" y="8506"/>
                </a:lnTo>
                <a:lnTo>
                  <a:pt x="21600" y="10744"/>
                </a:lnTo>
                <a:lnTo>
                  <a:pt x="21199" y="12087"/>
                </a:lnTo>
                <a:lnTo>
                  <a:pt x="20636" y="12311"/>
                </a:lnTo>
                <a:lnTo>
                  <a:pt x="20074" y="13766"/>
                </a:lnTo>
                <a:lnTo>
                  <a:pt x="19914" y="13878"/>
                </a:lnTo>
                <a:lnTo>
                  <a:pt x="20315" y="15109"/>
                </a:lnTo>
                <a:lnTo>
                  <a:pt x="19833" y="15221"/>
                </a:lnTo>
                <a:lnTo>
                  <a:pt x="19111" y="14437"/>
                </a:lnTo>
                <a:lnTo>
                  <a:pt x="18629" y="14437"/>
                </a:lnTo>
                <a:lnTo>
                  <a:pt x="18308" y="14885"/>
                </a:lnTo>
                <a:lnTo>
                  <a:pt x="18549" y="15556"/>
                </a:lnTo>
                <a:lnTo>
                  <a:pt x="18950" y="16452"/>
                </a:lnTo>
                <a:lnTo>
                  <a:pt x="19030" y="17459"/>
                </a:lnTo>
                <a:lnTo>
                  <a:pt x="19191" y="18354"/>
                </a:lnTo>
                <a:lnTo>
                  <a:pt x="18308" y="19474"/>
                </a:lnTo>
                <a:lnTo>
                  <a:pt x="17987" y="19250"/>
                </a:lnTo>
                <a:lnTo>
                  <a:pt x="16943" y="18690"/>
                </a:lnTo>
                <a:lnTo>
                  <a:pt x="16782" y="18354"/>
                </a:lnTo>
                <a:lnTo>
                  <a:pt x="16381" y="18690"/>
                </a:lnTo>
                <a:lnTo>
                  <a:pt x="16381" y="19026"/>
                </a:lnTo>
                <a:lnTo>
                  <a:pt x="15979" y="18466"/>
                </a:lnTo>
                <a:lnTo>
                  <a:pt x="15417" y="18019"/>
                </a:lnTo>
                <a:lnTo>
                  <a:pt x="15096" y="17459"/>
                </a:lnTo>
                <a:lnTo>
                  <a:pt x="15016" y="17011"/>
                </a:lnTo>
                <a:lnTo>
                  <a:pt x="15016" y="16452"/>
                </a:lnTo>
                <a:lnTo>
                  <a:pt x="14132" y="15556"/>
                </a:lnTo>
                <a:lnTo>
                  <a:pt x="13490" y="15556"/>
                </a:lnTo>
                <a:lnTo>
                  <a:pt x="13088" y="16228"/>
                </a:lnTo>
                <a:lnTo>
                  <a:pt x="13410" y="16899"/>
                </a:lnTo>
                <a:lnTo>
                  <a:pt x="13490" y="17459"/>
                </a:lnTo>
                <a:lnTo>
                  <a:pt x="13249" y="17795"/>
                </a:lnTo>
                <a:lnTo>
                  <a:pt x="13088" y="18242"/>
                </a:lnTo>
                <a:lnTo>
                  <a:pt x="13249" y="21600"/>
                </a:lnTo>
                <a:lnTo>
                  <a:pt x="7709" y="21040"/>
                </a:lnTo>
                <a:lnTo>
                  <a:pt x="0" y="13206"/>
                </a:lnTo>
                <a:lnTo>
                  <a:pt x="1445" y="4589"/>
                </a:lnTo>
                <a:lnTo>
                  <a:pt x="4256" y="0"/>
                </a:lnTo>
                <a:lnTo>
                  <a:pt x="6825" y="336"/>
                </a:lnTo>
                <a:close/>
              </a:path>
            </a:pathLst>
          </a:custGeom>
          <a:solidFill>
            <a:srgbClr val="A6AAA9"/>
          </a:solidFill>
          <a:ln w="25400">
            <a:solidFill>
              <a:srgbClr val="FFFFFF"/>
            </a:solidFill>
            <a:miter lim="400000"/>
          </a:ln>
        </p:spPr>
        <p:txBody>
          <a:bodyPr lIns="60959" tIns="60959" rIns="60959" bIns="60959" anchor="ctr"/>
          <a:lstStyle/>
          <a:p>
            <a:pPr defTabSz="914400">
              <a:defRPr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4" name="Shape 164"/>
          <p:cNvSpPr/>
          <p:nvPr/>
        </p:nvSpPr>
        <p:spPr>
          <a:xfrm>
            <a:off x="5321335" y="9121104"/>
            <a:ext cx="1997359" cy="22256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51" y="2991"/>
                </a:moveTo>
                <a:lnTo>
                  <a:pt x="1851" y="4098"/>
                </a:lnTo>
                <a:lnTo>
                  <a:pt x="2962" y="4985"/>
                </a:lnTo>
                <a:lnTo>
                  <a:pt x="3333" y="5317"/>
                </a:lnTo>
                <a:lnTo>
                  <a:pt x="3086" y="6314"/>
                </a:lnTo>
                <a:lnTo>
                  <a:pt x="2592" y="6868"/>
                </a:lnTo>
                <a:lnTo>
                  <a:pt x="2962" y="7643"/>
                </a:lnTo>
                <a:lnTo>
                  <a:pt x="2592" y="8086"/>
                </a:lnTo>
                <a:lnTo>
                  <a:pt x="2345" y="8529"/>
                </a:lnTo>
                <a:lnTo>
                  <a:pt x="2469" y="9083"/>
                </a:lnTo>
                <a:lnTo>
                  <a:pt x="2098" y="9969"/>
                </a:lnTo>
                <a:lnTo>
                  <a:pt x="1358" y="9858"/>
                </a:lnTo>
                <a:lnTo>
                  <a:pt x="247" y="11520"/>
                </a:lnTo>
                <a:lnTo>
                  <a:pt x="0" y="12295"/>
                </a:lnTo>
                <a:lnTo>
                  <a:pt x="0" y="13735"/>
                </a:lnTo>
                <a:lnTo>
                  <a:pt x="1851" y="13182"/>
                </a:lnTo>
                <a:lnTo>
                  <a:pt x="2469" y="14068"/>
                </a:lnTo>
                <a:lnTo>
                  <a:pt x="2839" y="15508"/>
                </a:lnTo>
                <a:lnTo>
                  <a:pt x="3826" y="15951"/>
                </a:lnTo>
                <a:lnTo>
                  <a:pt x="4073" y="16948"/>
                </a:lnTo>
                <a:lnTo>
                  <a:pt x="3703" y="18166"/>
                </a:lnTo>
                <a:lnTo>
                  <a:pt x="5184" y="18498"/>
                </a:lnTo>
                <a:lnTo>
                  <a:pt x="6295" y="19828"/>
                </a:lnTo>
                <a:lnTo>
                  <a:pt x="6912" y="20049"/>
                </a:lnTo>
                <a:lnTo>
                  <a:pt x="8270" y="19163"/>
                </a:lnTo>
                <a:lnTo>
                  <a:pt x="8763" y="19717"/>
                </a:lnTo>
                <a:lnTo>
                  <a:pt x="8640" y="20714"/>
                </a:lnTo>
                <a:lnTo>
                  <a:pt x="9998" y="21600"/>
                </a:lnTo>
                <a:lnTo>
                  <a:pt x="10245" y="21046"/>
                </a:lnTo>
                <a:lnTo>
                  <a:pt x="9874" y="19828"/>
                </a:lnTo>
                <a:lnTo>
                  <a:pt x="10245" y="19606"/>
                </a:lnTo>
                <a:lnTo>
                  <a:pt x="10245" y="19052"/>
                </a:lnTo>
                <a:lnTo>
                  <a:pt x="9751" y="18831"/>
                </a:lnTo>
                <a:lnTo>
                  <a:pt x="9627" y="18277"/>
                </a:lnTo>
                <a:lnTo>
                  <a:pt x="10491" y="17502"/>
                </a:lnTo>
                <a:lnTo>
                  <a:pt x="12219" y="17391"/>
                </a:lnTo>
                <a:lnTo>
                  <a:pt x="12713" y="17280"/>
                </a:lnTo>
                <a:lnTo>
                  <a:pt x="14441" y="17723"/>
                </a:lnTo>
                <a:lnTo>
                  <a:pt x="14811" y="17280"/>
                </a:lnTo>
                <a:lnTo>
                  <a:pt x="15799" y="17945"/>
                </a:lnTo>
                <a:lnTo>
                  <a:pt x="17033" y="17169"/>
                </a:lnTo>
                <a:lnTo>
                  <a:pt x="18267" y="17280"/>
                </a:lnTo>
                <a:lnTo>
                  <a:pt x="18391" y="16505"/>
                </a:lnTo>
                <a:lnTo>
                  <a:pt x="19131" y="15840"/>
                </a:lnTo>
                <a:lnTo>
                  <a:pt x="20736" y="15729"/>
                </a:lnTo>
                <a:lnTo>
                  <a:pt x="21477" y="15397"/>
                </a:lnTo>
                <a:lnTo>
                  <a:pt x="21600" y="14400"/>
                </a:lnTo>
                <a:lnTo>
                  <a:pt x="21353" y="14068"/>
                </a:lnTo>
                <a:lnTo>
                  <a:pt x="19255" y="13735"/>
                </a:lnTo>
                <a:lnTo>
                  <a:pt x="18144" y="13292"/>
                </a:lnTo>
                <a:lnTo>
                  <a:pt x="18021" y="12628"/>
                </a:lnTo>
                <a:lnTo>
                  <a:pt x="17650" y="12185"/>
                </a:lnTo>
                <a:lnTo>
                  <a:pt x="18021" y="10745"/>
                </a:lnTo>
                <a:lnTo>
                  <a:pt x="17157" y="10191"/>
                </a:lnTo>
                <a:lnTo>
                  <a:pt x="16910" y="9969"/>
                </a:lnTo>
                <a:lnTo>
                  <a:pt x="17527" y="8308"/>
                </a:lnTo>
                <a:lnTo>
                  <a:pt x="17527" y="7643"/>
                </a:lnTo>
                <a:lnTo>
                  <a:pt x="17157" y="7422"/>
                </a:lnTo>
                <a:lnTo>
                  <a:pt x="16293" y="7643"/>
                </a:lnTo>
                <a:lnTo>
                  <a:pt x="15675" y="7422"/>
                </a:lnTo>
                <a:lnTo>
                  <a:pt x="15552" y="6425"/>
                </a:lnTo>
                <a:lnTo>
                  <a:pt x="16293" y="5428"/>
                </a:lnTo>
                <a:lnTo>
                  <a:pt x="17650" y="5538"/>
                </a:lnTo>
                <a:lnTo>
                  <a:pt x="18761" y="5649"/>
                </a:lnTo>
                <a:lnTo>
                  <a:pt x="19502" y="5317"/>
                </a:lnTo>
                <a:lnTo>
                  <a:pt x="19749" y="4652"/>
                </a:lnTo>
                <a:lnTo>
                  <a:pt x="19502" y="3988"/>
                </a:lnTo>
                <a:lnTo>
                  <a:pt x="19255" y="3655"/>
                </a:lnTo>
                <a:lnTo>
                  <a:pt x="18885" y="3877"/>
                </a:lnTo>
                <a:lnTo>
                  <a:pt x="18144" y="4209"/>
                </a:lnTo>
                <a:lnTo>
                  <a:pt x="17403" y="4209"/>
                </a:lnTo>
                <a:lnTo>
                  <a:pt x="17157" y="3766"/>
                </a:lnTo>
                <a:lnTo>
                  <a:pt x="16786" y="3212"/>
                </a:lnTo>
                <a:lnTo>
                  <a:pt x="16539" y="2548"/>
                </a:lnTo>
                <a:lnTo>
                  <a:pt x="16293" y="2215"/>
                </a:lnTo>
                <a:lnTo>
                  <a:pt x="15552" y="2215"/>
                </a:lnTo>
                <a:lnTo>
                  <a:pt x="15305" y="3102"/>
                </a:lnTo>
                <a:lnTo>
                  <a:pt x="14441" y="3323"/>
                </a:lnTo>
                <a:lnTo>
                  <a:pt x="14935" y="4874"/>
                </a:lnTo>
                <a:lnTo>
                  <a:pt x="14688" y="5206"/>
                </a:lnTo>
                <a:lnTo>
                  <a:pt x="13701" y="5982"/>
                </a:lnTo>
                <a:lnTo>
                  <a:pt x="13330" y="6425"/>
                </a:lnTo>
                <a:lnTo>
                  <a:pt x="13330" y="6978"/>
                </a:lnTo>
                <a:lnTo>
                  <a:pt x="14194" y="7311"/>
                </a:lnTo>
                <a:lnTo>
                  <a:pt x="14194" y="8308"/>
                </a:lnTo>
                <a:lnTo>
                  <a:pt x="11849" y="9305"/>
                </a:lnTo>
                <a:lnTo>
                  <a:pt x="11109" y="9083"/>
                </a:lnTo>
                <a:lnTo>
                  <a:pt x="9998" y="8418"/>
                </a:lnTo>
                <a:lnTo>
                  <a:pt x="9627" y="7865"/>
                </a:lnTo>
                <a:lnTo>
                  <a:pt x="10121" y="6646"/>
                </a:lnTo>
                <a:lnTo>
                  <a:pt x="9504" y="6203"/>
                </a:lnTo>
                <a:lnTo>
                  <a:pt x="9010" y="5317"/>
                </a:lnTo>
                <a:lnTo>
                  <a:pt x="8270" y="4098"/>
                </a:lnTo>
                <a:lnTo>
                  <a:pt x="7406" y="4209"/>
                </a:lnTo>
                <a:lnTo>
                  <a:pt x="6542" y="3323"/>
                </a:lnTo>
                <a:lnTo>
                  <a:pt x="6048" y="1994"/>
                </a:lnTo>
                <a:lnTo>
                  <a:pt x="5678" y="1551"/>
                </a:lnTo>
                <a:lnTo>
                  <a:pt x="5184" y="1883"/>
                </a:lnTo>
                <a:lnTo>
                  <a:pt x="4937" y="2991"/>
                </a:lnTo>
                <a:lnTo>
                  <a:pt x="4814" y="3102"/>
                </a:lnTo>
                <a:lnTo>
                  <a:pt x="4320" y="2880"/>
                </a:lnTo>
                <a:lnTo>
                  <a:pt x="4197" y="1772"/>
                </a:lnTo>
                <a:lnTo>
                  <a:pt x="3456" y="0"/>
                </a:lnTo>
                <a:lnTo>
                  <a:pt x="1481" y="1662"/>
                </a:lnTo>
                <a:lnTo>
                  <a:pt x="1851" y="2991"/>
                </a:lnTo>
                <a:close/>
              </a:path>
            </a:pathLst>
          </a:custGeom>
          <a:solidFill>
            <a:srgbClr val="27282D"/>
          </a:solidFill>
          <a:ln w="25400">
            <a:solidFill>
              <a:srgbClr val="FFFFFF"/>
            </a:solidFill>
            <a:miter lim="400000"/>
          </a:ln>
        </p:spPr>
        <p:txBody>
          <a:bodyPr lIns="60959" tIns="60959" rIns="60959" bIns="60959" anchor="ctr"/>
          <a:lstStyle/>
          <a:p>
            <a:pPr defTabSz="914400">
              <a:defRPr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5" name="Shape 165"/>
          <p:cNvSpPr/>
          <p:nvPr/>
        </p:nvSpPr>
        <p:spPr>
          <a:xfrm>
            <a:off x="1360860" y="6826996"/>
            <a:ext cx="4405601" cy="28647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31" y="2237"/>
                </a:moveTo>
                <a:lnTo>
                  <a:pt x="783" y="3012"/>
                </a:lnTo>
                <a:lnTo>
                  <a:pt x="783" y="3873"/>
                </a:lnTo>
                <a:lnTo>
                  <a:pt x="951" y="4991"/>
                </a:lnTo>
                <a:lnTo>
                  <a:pt x="1007" y="6196"/>
                </a:lnTo>
                <a:lnTo>
                  <a:pt x="951" y="6712"/>
                </a:lnTo>
                <a:lnTo>
                  <a:pt x="448" y="6024"/>
                </a:lnTo>
                <a:lnTo>
                  <a:pt x="112" y="5938"/>
                </a:lnTo>
                <a:lnTo>
                  <a:pt x="224" y="7659"/>
                </a:lnTo>
                <a:lnTo>
                  <a:pt x="112" y="8175"/>
                </a:lnTo>
                <a:lnTo>
                  <a:pt x="0" y="8778"/>
                </a:lnTo>
                <a:lnTo>
                  <a:pt x="1063" y="9294"/>
                </a:lnTo>
                <a:lnTo>
                  <a:pt x="1511" y="10843"/>
                </a:lnTo>
                <a:lnTo>
                  <a:pt x="1511" y="11359"/>
                </a:lnTo>
                <a:lnTo>
                  <a:pt x="2126" y="12220"/>
                </a:lnTo>
                <a:lnTo>
                  <a:pt x="3022" y="11531"/>
                </a:lnTo>
                <a:lnTo>
                  <a:pt x="3693" y="12908"/>
                </a:lnTo>
                <a:lnTo>
                  <a:pt x="4197" y="13425"/>
                </a:lnTo>
                <a:lnTo>
                  <a:pt x="4365" y="14199"/>
                </a:lnTo>
                <a:lnTo>
                  <a:pt x="5204" y="14285"/>
                </a:lnTo>
                <a:lnTo>
                  <a:pt x="5484" y="15576"/>
                </a:lnTo>
                <a:lnTo>
                  <a:pt x="6099" y="16265"/>
                </a:lnTo>
                <a:lnTo>
                  <a:pt x="6659" y="16695"/>
                </a:lnTo>
                <a:lnTo>
                  <a:pt x="6883" y="17814"/>
                </a:lnTo>
                <a:lnTo>
                  <a:pt x="7722" y="17555"/>
                </a:lnTo>
                <a:lnTo>
                  <a:pt x="8506" y="18588"/>
                </a:lnTo>
                <a:lnTo>
                  <a:pt x="9681" y="18072"/>
                </a:lnTo>
                <a:lnTo>
                  <a:pt x="9905" y="18330"/>
                </a:lnTo>
                <a:lnTo>
                  <a:pt x="9793" y="19276"/>
                </a:lnTo>
                <a:lnTo>
                  <a:pt x="10073" y="19879"/>
                </a:lnTo>
                <a:lnTo>
                  <a:pt x="10296" y="19621"/>
                </a:lnTo>
                <a:lnTo>
                  <a:pt x="10408" y="18846"/>
                </a:lnTo>
                <a:lnTo>
                  <a:pt x="10800" y="18330"/>
                </a:lnTo>
                <a:lnTo>
                  <a:pt x="11024" y="18072"/>
                </a:lnTo>
                <a:lnTo>
                  <a:pt x="11416" y="18072"/>
                </a:lnTo>
                <a:lnTo>
                  <a:pt x="12031" y="18760"/>
                </a:lnTo>
                <a:lnTo>
                  <a:pt x="12815" y="19276"/>
                </a:lnTo>
                <a:lnTo>
                  <a:pt x="12982" y="19793"/>
                </a:lnTo>
                <a:lnTo>
                  <a:pt x="13374" y="20137"/>
                </a:lnTo>
                <a:lnTo>
                  <a:pt x="13542" y="20137"/>
                </a:lnTo>
                <a:lnTo>
                  <a:pt x="13262" y="21084"/>
                </a:lnTo>
                <a:lnTo>
                  <a:pt x="13486" y="21600"/>
                </a:lnTo>
                <a:lnTo>
                  <a:pt x="14549" y="21342"/>
                </a:lnTo>
                <a:lnTo>
                  <a:pt x="15389" y="21342"/>
                </a:lnTo>
                <a:lnTo>
                  <a:pt x="15668" y="20653"/>
                </a:lnTo>
                <a:lnTo>
                  <a:pt x="16228" y="20395"/>
                </a:lnTo>
                <a:lnTo>
                  <a:pt x="16564" y="19965"/>
                </a:lnTo>
                <a:lnTo>
                  <a:pt x="17179" y="19621"/>
                </a:lnTo>
                <a:lnTo>
                  <a:pt x="17515" y="18932"/>
                </a:lnTo>
                <a:lnTo>
                  <a:pt x="17795" y="19018"/>
                </a:lnTo>
                <a:lnTo>
                  <a:pt x="18075" y="19363"/>
                </a:lnTo>
                <a:lnTo>
                  <a:pt x="18522" y="19535"/>
                </a:lnTo>
                <a:lnTo>
                  <a:pt x="18914" y="20223"/>
                </a:lnTo>
                <a:lnTo>
                  <a:pt x="19250" y="19965"/>
                </a:lnTo>
                <a:lnTo>
                  <a:pt x="19306" y="19276"/>
                </a:lnTo>
                <a:lnTo>
                  <a:pt x="19530" y="19104"/>
                </a:lnTo>
                <a:lnTo>
                  <a:pt x="19977" y="19190"/>
                </a:lnTo>
                <a:lnTo>
                  <a:pt x="20257" y="19879"/>
                </a:lnTo>
                <a:lnTo>
                  <a:pt x="20537" y="19879"/>
                </a:lnTo>
                <a:lnTo>
                  <a:pt x="20817" y="19363"/>
                </a:lnTo>
                <a:lnTo>
                  <a:pt x="20817" y="19018"/>
                </a:lnTo>
                <a:lnTo>
                  <a:pt x="20761" y="18416"/>
                </a:lnTo>
                <a:lnTo>
                  <a:pt x="20928" y="17986"/>
                </a:lnTo>
                <a:lnTo>
                  <a:pt x="21376" y="18330"/>
                </a:lnTo>
                <a:lnTo>
                  <a:pt x="21544" y="17555"/>
                </a:lnTo>
                <a:lnTo>
                  <a:pt x="21208" y="16695"/>
                </a:lnTo>
                <a:lnTo>
                  <a:pt x="21320" y="16092"/>
                </a:lnTo>
                <a:lnTo>
                  <a:pt x="21600" y="15748"/>
                </a:lnTo>
                <a:lnTo>
                  <a:pt x="21320" y="14285"/>
                </a:lnTo>
                <a:lnTo>
                  <a:pt x="21264" y="13511"/>
                </a:lnTo>
                <a:lnTo>
                  <a:pt x="20593" y="12306"/>
                </a:lnTo>
                <a:lnTo>
                  <a:pt x="19809" y="11187"/>
                </a:lnTo>
                <a:lnTo>
                  <a:pt x="19082" y="12908"/>
                </a:lnTo>
                <a:lnTo>
                  <a:pt x="18634" y="12392"/>
                </a:lnTo>
                <a:lnTo>
                  <a:pt x="18466" y="12306"/>
                </a:lnTo>
                <a:lnTo>
                  <a:pt x="18131" y="12822"/>
                </a:lnTo>
                <a:lnTo>
                  <a:pt x="17907" y="12392"/>
                </a:lnTo>
                <a:lnTo>
                  <a:pt x="17627" y="11359"/>
                </a:lnTo>
                <a:lnTo>
                  <a:pt x="17459" y="10757"/>
                </a:lnTo>
                <a:lnTo>
                  <a:pt x="17067" y="10413"/>
                </a:lnTo>
                <a:lnTo>
                  <a:pt x="16788" y="10241"/>
                </a:lnTo>
                <a:lnTo>
                  <a:pt x="15612" y="10413"/>
                </a:lnTo>
                <a:lnTo>
                  <a:pt x="14941" y="9982"/>
                </a:lnTo>
                <a:lnTo>
                  <a:pt x="14605" y="9552"/>
                </a:lnTo>
                <a:lnTo>
                  <a:pt x="14213" y="9552"/>
                </a:lnTo>
                <a:lnTo>
                  <a:pt x="13710" y="8606"/>
                </a:lnTo>
                <a:lnTo>
                  <a:pt x="13206" y="8520"/>
                </a:lnTo>
                <a:lnTo>
                  <a:pt x="12703" y="8347"/>
                </a:lnTo>
                <a:lnTo>
                  <a:pt x="12199" y="6798"/>
                </a:lnTo>
                <a:lnTo>
                  <a:pt x="12087" y="5852"/>
                </a:lnTo>
                <a:lnTo>
                  <a:pt x="11975" y="4905"/>
                </a:lnTo>
                <a:lnTo>
                  <a:pt x="12143" y="4389"/>
                </a:lnTo>
                <a:lnTo>
                  <a:pt x="12423" y="3270"/>
                </a:lnTo>
                <a:lnTo>
                  <a:pt x="12311" y="2151"/>
                </a:lnTo>
                <a:lnTo>
                  <a:pt x="11751" y="0"/>
                </a:lnTo>
                <a:lnTo>
                  <a:pt x="1847" y="0"/>
                </a:lnTo>
                <a:lnTo>
                  <a:pt x="1231" y="2237"/>
                </a:lnTo>
                <a:close/>
              </a:path>
            </a:pathLst>
          </a:custGeom>
          <a:solidFill>
            <a:srgbClr val="27282D"/>
          </a:solidFill>
          <a:ln w="25400">
            <a:solidFill>
              <a:srgbClr val="FFFFFF"/>
            </a:solidFill>
            <a:miter lim="400000"/>
          </a:ln>
        </p:spPr>
        <p:txBody>
          <a:bodyPr lIns="60959" tIns="60959" rIns="60959" bIns="60959" anchor="ctr"/>
          <a:lstStyle/>
          <a:p>
            <a:pPr defTabSz="914400">
              <a:defRPr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6" name="Shape 166"/>
          <p:cNvSpPr/>
          <p:nvPr/>
        </p:nvSpPr>
        <p:spPr>
          <a:xfrm>
            <a:off x="915734" y="3813839"/>
            <a:ext cx="4451256" cy="34468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323" y="21028"/>
                </a:moveTo>
                <a:lnTo>
                  <a:pt x="2714" y="20313"/>
                </a:lnTo>
                <a:lnTo>
                  <a:pt x="2658" y="20098"/>
                </a:lnTo>
                <a:lnTo>
                  <a:pt x="2658" y="19597"/>
                </a:lnTo>
                <a:lnTo>
                  <a:pt x="2603" y="19097"/>
                </a:lnTo>
                <a:lnTo>
                  <a:pt x="2603" y="18811"/>
                </a:lnTo>
                <a:lnTo>
                  <a:pt x="1938" y="18525"/>
                </a:lnTo>
                <a:lnTo>
                  <a:pt x="1606" y="17738"/>
                </a:lnTo>
                <a:lnTo>
                  <a:pt x="1163" y="17809"/>
                </a:lnTo>
                <a:lnTo>
                  <a:pt x="1163" y="17023"/>
                </a:lnTo>
                <a:lnTo>
                  <a:pt x="1385" y="16736"/>
                </a:lnTo>
                <a:lnTo>
                  <a:pt x="720" y="15664"/>
                </a:lnTo>
                <a:lnTo>
                  <a:pt x="332" y="15306"/>
                </a:lnTo>
                <a:lnTo>
                  <a:pt x="222" y="14877"/>
                </a:lnTo>
                <a:lnTo>
                  <a:pt x="775" y="14519"/>
                </a:lnTo>
                <a:lnTo>
                  <a:pt x="886" y="14305"/>
                </a:lnTo>
                <a:lnTo>
                  <a:pt x="886" y="12874"/>
                </a:lnTo>
                <a:lnTo>
                  <a:pt x="498" y="12517"/>
                </a:lnTo>
                <a:lnTo>
                  <a:pt x="0" y="12517"/>
                </a:lnTo>
                <a:lnTo>
                  <a:pt x="277" y="11801"/>
                </a:lnTo>
                <a:lnTo>
                  <a:pt x="0" y="11229"/>
                </a:lnTo>
                <a:lnTo>
                  <a:pt x="222" y="11015"/>
                </a:lnTo>
                <a:lnTo>
                  <a:pt x="665" y="10371"/>
                </a:lnTo>
                <a:lnTo>
                  <a:pt x="1440" y="10156"/>
                </a:lnTo>
                <a:lnTo>
                  <a:pt x="1938" y="10156"/>
                </a:lnTo>
                <a:lnTo>
                  <a:pt x="2437" y="9656"/>
                </a:lnTo>
                <a:lnTo>
                  <a:pt x="2492" y="10442"/>
                </a:lnTo>
                <a:lnTo>
                  <a:pt x="2769" y="10657"/>
                </a:lnTo>
                <a:lnTo>
                  <a:pt x="3102" y="10585"/>
                </a:lnTo>
                <a:lnTo>
                  <a:pt x="3323" y="10442"/>
                </a:lnTo>
                <a:lnTo>
                  <a:pt x="3489" y="9870"/>
                </a:lnTo>
                <a:lnTo>
                  <a:pt x="4043" y="10013"/>
                </a:lnTo>
                <a:lnTo>
                  <a:pt x="4320" y="9727"/>
                </a:lnTo>
                <a:lnTo>
                  <a:pt x="4652" y="9441"/>
                </a:lnTo>
                <a:lnTo>
                  <a:pt x="4929" y="9656"/>
                </a:lnTo>
                <a:lnTo>
                  <a:pt x="4985" y="9799"/>
                </a:lnTo>
                <a:lnTo>
                  <a:pt x="5483" y="9656"/>
                </a:lnTo>
                <a:lnTo>
                  <a:pt x="6258" y="9584"/>
                </a:lnTo>
                <a:lnTo>
                  <a:pt x="7034" y="8654"/>
                </a:lnTo>
                <a:lnTo>
                  <a:pt x="7255" y="8082"/>
                </a:lnTo>
                <a:lnTo>
                  <a:pt x="7255" y="7510"/>
                </a:lnTo>
                <a:lnTo>
                  <a:pt x="7865" y="7224"/>
                </a:lnTo>
                <a:lnTo>
                  <a:pt x="7975" y="6366"/>
                </a:lnTo>
                <a:lnTo>
                  <a:pt x="7698" y="5722"/>
                </a:lnTo>
                <a:lnTo>
                  <a:pt x="7975" y="5007"/>
                </a:lnTo>
                <a:lnTo>
                  <a:pt x="7643" y="4434"/>
                </a:lnTo>
                <a:lnTo>
                  <a:pt x="9858" y="4935"/>
                </a:lnTo>
                <a:lnTo>
                  <a:pt x="10135" y="4792"/>
                </a:lnTo>
                <a:lnTo>
                  <a:pt x="10025" y="4148"/>
                </a:lnTo>
                <a:lnTo>
                  <a:pt x="10025" y="3934"/>
                </a:lnTo>
                <a:lnTo>
                  <a:pt x="10523" y="3433"/>
                </a:lnTo>
                <a:lnTo>
                  <a:pt x="10966" y="2003"/>
                </a:lnTo>
                <a:lnTo>
                  <a:pt x="11686" y="2432"/>
                </a:lnTo>
                <a:lnTo>
                  <a:pt x="12240" y="2861"/>
                </a:lnTo>
                <a:lnTo>
                  <a:pt x="12905" y="2861"/>
                </a:lnTo>
                <a:lnTo>
                  <a:pt x="13458" y="2432"/>
                </a:lnTo>
                <a:lnTo>
                  <a:pt x="13292" y="1502"/>
                </a:lnTo>
                <a:lnTo>
                  <a:pt x="13735" y="858"/>
                </a:lnTo>
                <a:lnTo>
                  <a:pt x="14289" y="715"/>
                </a:lnTo>
                <a:lnTo>
                  <a:pt x="14843" y="501"/>
                </a:lnTo>
                <a:lnTo>
                  <a:pt x="14843" y="72"/>
                </a:lnTo>
                <a:lnTo>
                  <a:pt x="15231" y="0"/>
                </a:lnTo>
                <a:lnTo>
                  <a:pt x="15563" y="72"/>
                </a:lnTo>
                <a:lnTo>
                  <a:pt x="15674" y="501"/>
                </a:lnTo>
                <a:lnTo>
                  <a:pt x="15452" y="644"/>
                </a:lnTo>
                <a:lnTo>
                  <a:pt x="16062" y="1860"/>
                </a:lnTo>
                <a:lnTo>
                  <a:pt x="16948" y="2003"/>
                </a:lnTo>
                <a:lnTo>
                  <a:pt x="17225" y="2789"/>
                </a:lnTo>
                <a:lnTo>
                  <a:pt x="17225" y="3290"/>
                </a:lnTo>
                <a:lnTo>
                  <a:pt x="17668" y="4291"/>
                </a:lnTo>
                <a:lnTo>
                  <a:pt x="17502" y="5293"/>
                </a:lnTo>
                <a:lnTo>
                  <a:pt x="17114" y="5293"/>
                </a:lnTo>
                <a:lnTo>
                  <a:pt x="17114" y="6151"/>
                </a:lnTo>
                <a:lnTo>
                  <a:pt x="17169" y="6938"/>
                </a:lnTo>
                <a:lnTo>
                  <a:pt x="17778" y="7009"/>
                </a:lnTo>
                <a:lnTo>
                  <a:pt x="18388" y="7295"/>
                </a:lnTo>
                <a:lnTo>
                  <a:pt x="19163" y="7510"/>
                </a:lnTo>
                <a:lnTo>
                  <a:pt x="19329" y="7295"/>
                </a:lnTo>
                <a:lnTo>
                  <a:pt x="20215" y="8297"/>
                </a:lnTo>
                <a:lnTo>
                  <a:pt x="20603" y="8797"/>
                </a:lnTo>
                <a:lnTo>
                  <a:pt x="21102" y="8726"/>
                </a:lnTo>
                <a:lnTo>
                  <a:pt x="20991" y="9799"/>
                </a:lnTo>
                <a:lnTo>
                  <a:pt x="21545" y="10371"/>
                </a:lnTo>
                <a:lnTo>
                  <a:pt x="21434" y="10872"/>
                </a:lnTo>
                <a:lnTo>
                  <a:pt x="21600" y="11301"/>
                </a:lnTo>
                <a:lnTo>
                  <a:pt x="21323" y="11658"/>
                </a:lnTo>
                <a:lnTo>
                  <a:pt x="21268" y="12517"/>
                </a:lnTo>
                <a:lnTo>
                  <a:pt x="21489" y="12731"/>
                </a:lnTo>
                <a:lnTo>
                  <a:pt x="20769" y="12946"/>
                </a:lnTo>
                <a:lnTo>
                  <a:pt x="20049" y="12946"/>
                </a:lnTo>
                <a:lnTo>
                  <a:pt x="19662" y="13589"/>
                </a:lnTo>
                <a:lnTo>
                  <a:pt x="19385" y="13875"/>
                </a:lnTo>
                <a:lnTo>
                  <a:pt x="19163" y="14305"/>
                </a:lnTo>
                <a:lnTo>
                  <a:pt x="18222" y="14948"/>
                </a:lnTo>
                <a:lnTo>
                  <a:pt x="18055" y="15449"/>
                </a:lnTo>
                <a:lnTo>
                  <a:pt x="18000" y="15878"/>
                </a:lnTo>
                <a:lnTo>
                  <a:pt x="18111" y="16736"/>
                </a:lnTo>
                <a:lnTo>
                  <a:pt x="17502" y="16808"/>
                </a:lnTo>
                <a:lnTo>
                  <a:pt x="16948" y="17237"/>
                </a:lnTo>
                <a:lnTo>
                  <a:pt x="15397" y="17309"/>
                </a:lnTo>
                <a:lnTo>
                  <a:pt x="15286" y="17595"/>
                </a:lnTo>
                <a:lnTo>
                  <a:pt x="15397" y="17952"/>
                </a:lnTo>
                <a:lnTo>
                  <a:pt x="15618" y="18739"/>
                </a:lnTo>
                <a:lnTo>
                  <a:pt x="16117" y="19454"/>
                </a:lnTo>
                <a:lnTo>
                  <a:pt x="16117" y="19883"/>
                </a:lnTo>
                <a:lnTo>
                  <a:pt x="15618" y="20456"/>
                </a:lnTo>
                <a:lnTo>
                  <a:pt x="15840" y="20956"/>
                </a:lnTo>
                <a:lnTo>
                  <a:pt x="15674" y="21457"/>
                </a:lnTo>
                <a:lnTo>
                  <a:pt x="15342" y="21600"/>
                </a:lnTo>
                <a:lnTo>
                  <a:pt x="14954" y="21099"/>
                </a:lnTo>
                <a:lnTo>
                  <a:pt x="14289" y="21385"/>
                </a:lnTo>
                <a:lnTo>
                  <a:pt x="13791" y="20670"/>
                </a:lnTo>
                <a:lnTo>
                  <a:pt x="13514" y="20384"/>
                </a:lnTo>
                <a:lnTo>
                  <a:pt x="13237" y="20026"/>
                </a:lnTo>
                <a:lnTo>
                  <a:pt x="12794" y="20098"/>
                </a:lnTo>
                <a:lnTo>
                  <a:pt x="12074" y="20241"/>
                </a:lnTo>
                <a:lnTo>
                  <a:pt x="11686" y="20026"/>
                </a:lnTo>
                <a:lnTo>
                  <a:pt x="11409" y="19955"/>
                </a:lnTo>
                <a:lnTo>
                  <a:pt x="10745" y="20527"/>
                </a:lnTo>
                <a:lnTo>
                  <a:pt x="10578" y="20885"/>
                </a:lnTo>
                <a:lnTo>
                  <a:pt x="9969" y="20670"/>
                </a:lnTo>
                <a:lnTo>
                  <a:pt x="9471" y="20599"/>
                </a:lnTo>
                <a:lnTo>
                  <a:pt x="8640" y="21171"/>
                </a:lnTo>
                <a:lnTo>
                  <a:pt x="8086" y="21028"/>
                </a:lnTo>
                <a:lnTo>
                  <a:pt x="7532" y="20670"/>
                </a:lnTo>
                <a:lnTo>
                  <a:pt x="7532" y="20384"/>
                </a:lnTo>
                <a:lnTo>
                  <a:pt x="7588" y="19955"/>
                </a:lnTo>
                <a:lnTo>
                  <a:pt x="7311" y="19883"/>
                </a:lnTo>
                <a:lnTo>
                  <a:pt x="7034" y="20098"/>
                </a:lnTo>
                <a:lnTo>
                  <a:pt x="6314" y="20670"/>
                </a:lnTo>
                <a:lnTo>
                  <a:pt x="5982" y="20670"/>
                </a:lnTo>
                <a:lnTo>
                  <a:pt x="5815" y="20026"/>
                </a:lnTo>
                <a:lnTo>
                  <a:pt x="5151" y="19812"/>
                </a:lnTo>
                <a:lnTo>
                  <a:pt x="4597" y="20098"/>
                </a:lnTo>
                <a:cubicBezTo>
                  <a:pt x="4551" y="20253"/>
                  <a:pt x="4542" y="20873"/>
                  <a:pt x="4320" y="21028"/>
                </a:cubicBezTo>
                <a:cubicBezTo>
                  <a:pt x="4098" y="21183"/>
                  <a:pt x="3415" y="20956"/>
                  <a:pt x="3268" y="21028"/>
                </a:cubicBezTo>
              </a:path>
            </a:pathLst>
          </a:custGeom>
          <a:solidFill>
            <a:srgbClr val="27282D"/>
          </a:solidFill>
          <a:ln w="25400">
            <a:solidFill>
              <a:srgbClr val="FFFFFF"/>
            </a:solidFill>
            <a:miter lim="400000"/>
          </a:ln>
        </p:spPr>
        <p:txBody>
          <a:bodyPr lIns="60959" tIns="60959" rIns="60959" bIns="60959" anchor="ctr"/>
          <a:lstStyle/>
          <a:p>
            <a:pPr defTabSz="914400">
              <a:defRPr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7" name="Shape 167"/>
          <p:cNvSpPr/>
          <p:nvPr/>
        </p:nvSpPr>
        <p:spPr>
          <a:xfrm>
            <a:off x="7910502" y="11575001"/>
            <a:ext cx="543832" cy="4717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068" y="21600"/>
                </a:moveTo>
                <a:lnTo>
                  <a:pt x="4684" y="19500"/>
                </a:lnTo>
                <a:lnTo>
                  <a:pt x="2342" y="19500"/>
                </a:lnTo>
                <a:lnTo>
                  <a:pt x="260" y="18300"/>
                </a:lnTo>
                <a:lnTo>
                  <a:pt x="521" y="15000"/>
                </a:lnTo>
                <a:lnTo>
                  <a:pt x="0" y="9900"/>
                </a:lnTo>
                <a:lnTo>
                  <a:pt x="521" y="8400"/>
                </a:lnTo>
                <a:lnTo>
                  <a:pt x="3904" y="7500"/>
                </a:lnTo>
                <a:lnTo>
                  <a:pt x="4164" y="6300"/>
                </a:lnTo>
                <a:lnTo>
                  <a:pt x="3643" y="4200"/>
                </a:lnTo>
                <a:lnTo>
                  <a:pt x="5725" y="2700"/>
                </a:lnTo>
                <a:lnTo>
                  <a:pt x="7547" y="3600"/>
                </a:lnTo>
                <a:lnTo>
                  <a:pt x="9629" y="2700"/>
                </a:lnTo>
                <a:lnTo>
                  <a:pt x="11190" y="900"/>
                </a:lnTo>
                <a:lnTo>
                  <a:pt x="11190" y="0"/>
                </a:lnTo>
                <a:lnTo>
                  <a:pt x="14574" y="300"/>
                </a:lnTo>
                <a:lnTo>
                  <a:pt x="17957" y="300"/>
                </a:lnTo>
                <a:lnTo>
                  <a:pt x="21600" y="1200"/>
                </a:lnTo>
                <a:lnTo>
                  <a:pt x="21600" y="6000"/>
                </a:lnTo>
                <a:lnTo>
                  <a:pt x="20039" y="6600"/>
                </a:lnTo>
                <a:lnTo>
                  <a:pt x="18477" y="8400"/>
                </a:lnTo>
                <a:lnTo>
                  <a:pt x="17436" y="12000"/>
                </a:lnTo>
                <a:lnTo>
                  <a:pt x="17696" y="15300"/>
                </a:lnTo>
                <a:lnTo>
                  <a:pt x="15094" y="15600"/>
                </a:lnTo>
                <a:lnTo>
                  <a:pt x="12752" y="16800"/>
                </a:lnTo>
                <a:lnTo>
                  <a:pt x="8068" y="21600"/>
                </a:lnTo>
                <a:close/>
              </a:path>
            </a:pathLst>
          </a:custGeom>
          <a:solidFill>
            <a:srgbClr val="27282D"/>
          </a:solidFill>
          <a:ln w="25400">
            <a:solidFill>
              <a:srgbClr val="FFFFFF"/>
            </a:solidFill>
            <a:miter lim="400000"/>
          </a:ln>
        </p:spPr>
        <p:txBody>
          <a:bodyPr lIns="60959" tIns="60959" rIns="60959" bIns="60959" anchor="ctr"/>
          <a:lstStyle/>
          <a:p>
            <a:pPr defTabSz="914400">
              <a:defRPr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8" name="Shape 168"/>
          <p:cNvSpPr/>
          <p:nvPr/>
        </p:nvSpPr>
        <p:spPr>
          <a:xfrm>
            <a:off x="9882708" y="8646177"/>
            <a:ext cx="923858" cy="8779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451" y="15152"/>
                </a:moveTo>
                <a:lnTo>
                  <a:pt x="5362" y="15475"/>
                </a:lnTo>
                <a:lnTo>
                  <a:pt x="6434" y="16925"/>
                </a:lnTo>
                <a:lnTo>
                  <a:pt x="6894" y="18537"/>
                </a:lnTo>
                <a:lnTo>
                  <a:pt x="6894" y="19666"/>
                </a:lnTo>
                <a:lnTo>
                  <a:pt x="7660" y="20472"/>
                </a:lnTo>
                <a:lnTo>
                  <a:pt x="9651" y="21600"/>
                </a:lnTo>
                <a:lnTo>
                  <a:pt x="11030" y="21439"/>
                </a:lnTo>
                <a:lnTo>
                  <a:pt x="13021" y="20310"/>
                </a:lnTo>
                <a:lnTo>
                  <a:pt x="14553" y="20149"/>
                </a:lnTo>
                <a:lnTo>
                  <a:pt x="15472" y="20794"/>
                </a:lnTo>
                <a:lnTo>
                  <a:pt x="16085" y="18537"/>
                </a:lnTo>
                <a:lnTo>
                  <a:pt x="15779" y="17731"/>
                </a:lnTo>
                <a:lnTo>
                  <a:pt x="15779" y="16442"/>
                </a:lnTo>
                <a:lnTo>
                  <a:pt x="17617" y="13863"/>
                </a:lnTo>
                <a:lnTo>
                  <a:pt x="19762" y="14830"/>
                </a:lnTo>
                <a:lnTo>
                  <a:pt x="20374" y="13379"/>
                </a:lnTo>
                <a:lnTo>
                  <a:pt x="19762" y="11606"/>
                </a:lnTo>
                <a:lnTo>
                  <a:pt x="20221" y="9349"/>
                </a:lnTo>
                <a:lnTo>
                  <a:pt x="20221" y="8221"/>
                </a:lnTo>
                <a:lnTo>
                  <a:pt x="18843" y="8060"/>
                </a:lnTo>
                <a:lnTo>
                  <a:pt x="18996" y="7254"/>
                </a:lnTo>
                <a:lnTo>
                  <a:pt x="21140" y="6448"/>
                </a:lnTo>
                <a:lnTo>
                  <a:pt x="21600" y="5642"/>
                </a:lnTo>
                <a:lnTo>
                  <a:pt x="21140" y="4513"/>
                </a:lnTo>
                <a:lnTo>
                  <a:pt x="20374" y="5642"/>
                </a:lnTo>
                <a:lnTo>
                  <a:pt x="19149" y="5803"/>
                </a:lnTo>
                <a:lnTo>
                  <a:pt x="18536" y="5642"/>
                </a:lnTo>
                <a:lnTo>
                  <a:pt x="18536" y="4675"/>
                </a:lnTo>
                <a:lnTo>
                  <a:pt x="19455" y="3707"/>
                </a:lnTo>
                <a:lnTo>
                  <a:pt x="20987" y="2579"/>
                </a:lnTo>
                <a:lnTo>
                  <a:pt x="21294" y="1934"/>
                </a:lnTo>
                <a:lnTo>
                  <a:pt x="19149" y="2096"/>
                </a:lnTo>
                <a:lnTo>
                  <a:pt x="18536" y="1451"/>
                </a:lnTo>
                <a:lnTo>
                  <a:pt x="15779" y="806"/>
                </a:lnTo>
                <a:lnTo>
                  <a:pt x="15319" y="2579"/>
                </a:lnTo>
                <a:lnTo>
                  <a:pt x="13787" y="2579"/>
                </a:lnTo>
                <a:lnTo>
                  <a:pt x="13021" y="1773"/>
                </a:lnTo>
                <a:lnTo>
                  <a:pt x="11183" y="2096"/>
                </a:lnTo>
                <a:lnTo>
                  <a:pt x="10264" y="2257"/>
                </a:lnTo>
                <a:lnTo>
                  <a:pt x="10264" y="1128"/>
                </a:lnTo>
                <a:lnTo>
                  <a:pt x="6128" y="0"/>
                </a:lnTo>
                <a:lnTo>
                  <a:pt x="3523" y="806"/>
                </a:lnTo>
                <a:lnTo>
                  <a:pt x="1072" y="5481"/>
                </a:lnTo>
                <a:lnTo>
                  <a:pt x="0" y="10155"/>
                </a:lnTo>
                <a:lnTo>
                  <a:pt x="2451" y="15152"/>
                </a:lnTo>
                <a:close/>
              </a:path>
            </a:pathLst>
          </a:custGeom>
          <a:solidFill>
            <a:srgbClr val="27282D"/>
          </a:solidFill>
          <a:ln w="25400">
            <a:solidFill>
              <a:srgbClr val="FFFFFF"/>
            </a:solidFill>
            <a:miter lim="400000"/>
          </a:ln>
        </p:spPr>
        <p:txBody>
          <a:bodyPr lIns="60959" tIns="60959" rIns="60959" bIns="60959" anchor="ctr"/>
          <a:lstStyle/>
          <a:p>
            <a:pPr defTabSz="914400">
              <a:defRPr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9" name="Shape 169"/>
          <p:cNvSpPr/>
          <p:nvPr/>
        </p:nvSpPr>
        <p:spPr>
          <a:xfrm>
            <a:off x="13914888" y="6628567"/>
            <a:ext cx="1975319" cy="15620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2" y="14629"/>
                </a:moveTo>
                <a:lnTo>
                  <a:pt x="813" y="16343"/>
                </a:lnTo>
                <a:lnTo>
                  <a:pt x="362" y="17029"/>
                </a:lnTo>
                <a:lnTo>
                  <a:pt x="90" y="17714"/>
                </a:lnTo>
                <a:lnTo>
                  <a:pt x="0" y="18514"/>
                </a:lnTo>
                <a:lnTo>
                  <a:pt x="271" y="19086"/>
                </a:lnTo>
                <a:lnTo>
                  <a:pt x="813" y="20571"/>
                </a:lnTo>
                <a:lnTo>
                  <a:pt x="1627" y="21600"/>
                </a:lnTo>
                <a:lnTo>
                  <a:pt x="2440" y="20914"/>
                </a:lnTo>
                <a:lnTo>
                  <a:pt x="2440" y="20229"/>
                </a:lnTo>
                <a:lnTo>
                  <a:pt x="2259" y="19886"/>
                </a:lnTo>
                <a:lnTo>
                  <a:pt x="1627" y="18971"/>
                </a:lnTo>
                <a:lnTo>
                  <a:pt x="1627" y="18743"/>
                </a:lnTo>
                <a:lnTo>
                  <a:pt x="2259" y="17486"/>
                </a:lnTo>
                <a:lnTo>
                  <a:pt x="2982" y="16571"/>
                </a:lnTo>
                <a:lnTo>
                  <a:pt x="4609" y="16229"/>
                </a:lnTo>
                <a:lnTo>
                  <a:pt x="5694" y="16343"/>
                </a:lnTo>
                <a:lnTo>
                  <a:pt x="6326" y="15314"/>
                </a:lnTo>
                <a:lnTo>
                  <a:pt x="7501" y="15200"/>
                </a:lnTo>
                <a:lnTo>
                  <a:pt x="8586" y="15086"/>
                </a:lnTo>
                <a:lnTo>
                  <a:pt x="8947" y="14400"/>
                </a:lnTo>
                <a:lnTo>
                  <a:pt x="9761" y="14286"/>
                </a:lnTo>
                <a:lnTo>
                  <a:pt x="9941" y="13829"/>
                </a:lnTo>
                <a:lnTo>
                  <a:pt x="9580" y="13029"/>
                </a:lnTo>
                <a:lnTo>
                  <a:pt x="10664" y="12914"/>
                </a:lnTo>
                <a:lnTo>
                  <a:pt x="10755" y="13143"/>
                </a:lnTo>
                <a:lnTo>
                  <a:pt x="11839" y="10743"/>
                </a:lnTo>
                <a:lnTo>
                  <a:pt x="13105" y="12800"/>
                </a:lnTo>
                <a:lnTo>
                  <a:pt x="13828" y="11886"/>
                </a:lnTo>
                <a:lnTo>
                  <a:pt x="14460" y="11429"/>
                </a:lnTo>
                <a:lnTo>
                  <a:pt x="14641" y="10629"/>
                </a:lnTo>
                <a:lnTo>
                  <a:pt x="15274" y="11086"/>
                </a:lnTo>
                <a:lnTo>
                  <a:pt x="16087" y="10629"/>
                </a:lnTo>
                <a:lnTo>
                  <a:pt x="16991" y="11086"/>
                </a:lnTo>
                <a:lnTo>
                  <a:pt x="17985" y="9600"/>
                </a:lnTo>
                <a:lnTo>
                  <a:pt x="19792" y="8457"/>
                </a:lnTo>
                <a:lnTo>
                  <a:pt x="19431" y="7771"/>
                </a:lnTo>
                <a:lnTo>
                  <a:pt x="19973" y="6971"/>
                </a:lnTo>
                <a:lnTo>
                  <a:pt x="21600" y="6286"/>
                </a:lnTo>
                <a:lnTo>
                  <a:pt x="21058" y="5371"/>
                </a:lnTo>
                <a:lnTo>
                  <a:pt x="20877" y="4686"/>
                </a:lnTo>
                <a:lnTo>
                  <a:pt x="20244" y="3543"/>
                </a:lnTo>
                <a:lnTo>
                  <a:pt x="19431" y="2514"/>
                </a:lnTo>
                <a:lnTo>
                  <a:pt x="18075" y="2286"/>
                </a:lnTo>
                <a:lnTo>
                  <a:pt x="17623" y="2971"/>
                </a:lnTo>
                <a:lnTo>
                  <a:pt x="17172" y="3314"/>
                </a:lnTo>
                <a:lnTo>
                  <a:pt x="16358" y="2971"/>
                </a:lnTo>
                <a:lnTo>
                  <a:pt x="15545" y="2857"/>
                </a:lnTo>
                <a:lnTo>
                  <a:pt x="14822" y="3657"/>
                </a:lnTo>
                <a:lnTo>
                  <a:pt x="14099" y="3886"/>
                </a:lnTo>
                <a:lnTo>
                  <a:pt x="13105" y="3657"/>
                </a:lnTo>
                <a:lnTo>
                  <a:pt x="13285" y="2629"/>
                </a:lnTo>
                <a:lnTo>
                  <a:pt x="14099" y="1714"/>
                </a:lnTo>
                <a:lnTo>
                  <a:pt x="14460" y="1029"/>
                </a:lnTo>
                <a:lnTo>
                  <a:pt x="14008" y="571"/>
                </a:lnTo>
                <a:lnTo>
                  <a:pt x="13285" y="571"/>
                </a:lnTo>
                <a:lnTo>
                  <a:pt x="12382" y="1143"/>
                </a:lnTo>
                <a:lnTo>
                  <a:pt x="11478" y="686"/>
                </a:lnTo>
                <a:lnTo>
                  <a:pt x="9941" y="0"/>
                </a:lnTo>
                <a:lnTo>
                  <a:pt x="6688" y="1029"/>
                </a:lnTo>
                <a:lnTo>
                  <a:pt x="4428" y="5029"/>
                </a:lnTo>
                <a:lnTo>
                  <a:pt x="2802" y="8914"/>
                </a:lnTo>
                <a:lnTo>
                  <a:pt x="452" y="14629"/>
                </a:lnTo>
                <a:close/>
              </a:path>
            </a:pathLst>
          </a:custGeom>
          <a:solidFill>
            <a:srgbClr val="A6AAA9"/>
          </a:solidFill>
          <a:ln w="25400">
            <a:solidFill>
              <a:srgbClr val="FFFFFF"/>
            </a:solidFill>
            <a:miter lim="400000"/>
          </a:ln>
        </p:spPr>
        <p:txBody>
          <a:bodyPr lIns="60959" tIns="60959" rIns="60959" bIns="60959" anchor="ctr"/>
          <a:lstStyle/>
          <a:p>
            <a:pPr defTabSz="914400">
              <a:defRPr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0" name="Shape 170"/>
          <p:cNvSpPr/>
          <p:nvPr/>
        </p:nvSpPr>
        <p:spPr>
          <a:xfrm>
            <a:off x="13914515" y="2493850"/>
            <a:ext cx="1514218" cy="20189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7729"/>
                </a:moveTo>
                <a:lnTo>
                  <a:pt x="20612" y="8576"/>
                </a:lnTo>
                <a:lnTo>
                  <a:pt x="19835" y="9106"/>
                </a:lnTo>
                <a:lnTo>
                  <a:pt x="19412" y="9688"/>
                </a:lnTo>
                <a:lnTo>
                  <a:pt x="19129" y="10324"/>
                </a:lnTo>
                <a:lnTo>
                  <a:pt x="18494" y="10853"/>
                </a:lnTo>
                <a:lnTo>
                  <a:pt x="17224" y="11224"/>
                </a:lnTo>
                <a:lnTo>
                  <a:pt x="16447" y="11329"/>
                </a:lnTo>
                <a:lnTo>
                  <a:pt x="15953" y="11329"/>
                </a:lnTo>
                <a:lnTo>
                  <a:pt x="15318" y="10853"/>
                </a:lnTo>
                <a:lnTo>
                  <a:pt x="14682" y="10588"/>
                </a:lnTo>
                <a:lnTo>
                  <a:pt x="14047" y="10059"/>
                </a:lnTo>
                <a:lnTo>
                  <a:pt x="14329" y="9582"/>
                </a:lnTo>
                <a:lnTo>
                  <a:pt x="14259" y="8894"/>
                </a:lnTo>
                <a:lnTo>
                  <a:pt x="14118" y="8471"/>
                </a:lnTo>
                <a:lnTo>
                  <a:pt x="13482" y="8312"/>
                </a:lnTo>
                <a:lnTo>
                  <a:pt x="12988" y="8312"/>
                </a:lnTo>
                <a:lnTo>
                  <a:pt x="12988" y="7941"/>
                </a:lnTo>
                <a:lnTo>
                  <a:pt x="13059" y="6988"/>
                </a:lnTo>
                <a:lnTo>
                  <a:pt x="12776" y="6247"/>
                </a:lnTo>
                <a:lnTo>
                  <a:pt x="11929" y="6247"/>
                </a:lnTo>
                <a:lnTo>
                  <a:pt x="11224" y="5982"/>
                </a:lnTo>
                <a:lnTo>
                  <a:pt x="10306" y="5824"/>
                </a:lnTo>
                <a:lnTo>
                  <a:pt x="10165" y="6300"/>
                </a:lnTo>
                <a:lnTo>
                  <a:pt x="9882" y="6776"/>
                </a:lnTo>
                <a:lnTo>
                  <a:pt x="9035" y="7041"/>
                </a:lnTo>
                <a:lnTo>
                  <a:pt x="8541" y="7306"/>
                </a:lnTo>
                <a:lnTo>
                  <a:pt x="8541" y="7729"/>
                </a:lnTo>
                <a:lnTo>
                  <a:pt x="8682" y="7941"/>
                </a:lnTo>
                <a:lnTo>
                  <a:pt x="8682" y="8524"/>
                </a:lnTo>
                <a:lnTo>
                  <a:pt x="8329" y="8841"/>
                </a:lnTo>
                <a:lnTo>
                  <a:pt x="7624" y="9371"/>
                </a:lnTo>
                <a:lnTo>
                  <a:pt x="7129" y="10218"/>
                </a:lnTo>
                <a:lnTo>
                  <a:pt x="7835" y="10271"/>
                </a:lnTo>
                <a:lnTo>
                  <a:pt x="8612" y="10535"/>
                </a:lnTo>
                <a:lnTo>
                  <a:pt x="9247" y="10376"/>
                </a:lnTo>
                <a:lnTo>
                  <a:pt x="9741" y="10165"/>
                </a:lnTo>
                <a:lnTo>
                  <a:pt x="10094" y="9847"/>
                </a:lnTo>
                <a:lnTo>
                  <a:pt x="11224" y="9847"/>
                </a:lnTo>
                <a:lnTo>
                  <a:pt x="11788" y="10324"/>
                </a:lnTo>
                <a:lnTo>
                  <a:pt x="12282" y="10641"/>
                </a:lnTo>
                <a:lnTo>
                  <a:pt x="12494" y="11171"/>
                </a:lnTo>
                <a:lnTo>
                  <a:pt x="12212" y="11753"/>
                </a:lnTo>
                <a:lnTo>
                  <a:pt x="12494" y="12282"/>
                </a:lnTo>
                <a:lnTo>
                  <a:pt x="13412" y="12759"/>
                </a:lnTo>
                <a:lnTo>
                  <a:pt x="14329" y="13182"/>
                </a:lnTo>
                <a:lnTo>
                  <a:pt x="15176" y="13553"/>
                </a:lnTo>
                <a:lnTo>
                  <a:pt x="15459" y="14135"/>
                </a:lnTo>
                <a:lnTo>
                  <a:pt x="14400" y="14612"/>
                </a:lnTo>
                <a:lnTo>
                  <a:pt x="13059" y="15671"/>
                </a:lnTo>
                <a:lnTo>
                  <a:pt x="11718" y="16465"/>
                </a:lnTo>
                <a:lnTo>
                  <a:pt x="10376" y="17629"/>
                </a:lnTo>
                <a:lnTo>
                  <a:pt x="9035" y="18476"/>
                </a:lnTo>
                <a:lnTo>
                  <a:pt x="8471" y="19218"/>
                </a:lnTo>
                <a:lnTo>
                  <a:pt x="8541" y="19535"/>
                </a:lnTo>
                <a:lnTo>
                  <a:pt x="8753" y="20012"/>
                </a:lnTo>
                <a:lnTo>
                  <a:pt x="8894" y="21600"/>
                </a:lnTo>
                <a:lnTo>
                  <a:pt x="1200" y="21441"/>
                </a:lnTo>
                <a:lnTo>
                  <a:pt x="635" y="16041"/>
                </a:lnTo>
                <a:lnTo>
                  <a:pt x="0" y="6088"/>
                </a:lnTo>
                <a:lnTo>
                  <a:pt x="1624" y="3494"/>
                </a:lnTo>
                <a:lnTo>
                  <a:pt x="5506" y="2118"/>
                </a:lnTo>
                <a:lnTo>
                  <a:pt x="6918" y="1906"/>
                </a:lnTo>
                <a:lnTo>
                  <a:pt x="9882" y="635"/>
                </a:lnTo>
                <a:lnTo>
                  <a:pt x="15176" y="0"/>
                </a:lnTo>
                <a:lnTo>
                  <a:pt x="17153" y="4129"/>
                </a:lnTo>
                <a:lnTo>
                  <a:pt x="18494" y="4447"/>
                </a:lnTo>
                <a:lnTo>
                  <a:pt x="21600" y="7729"/>
                </a:lnTo>
                <a:close/>
              </a:path>
            </a:pathLst>
          </a:custGeom>
          <a:solidFill>
            <a:srgbClr val="A6AAA9"/>
          </a:solidFill>
          <a:ln w="25400">
            <a:solidFill>
              <a:srgbClr val="FFFFFF"/>
            </a:solidFill>
            <a:miter lim="400000"/>
          </a:ln>
        </p:spPr>
        <p:txBody>
          <a:bodyPr lIns="60959" tIns="60959" rIns="60959" bIns="60959" anchor="ctr"/>
          <a:lstStyle/>
          <a:p>
            <a:pPr defTabSz="914400">
              <a:defRPr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1" name="Shape 171"/>
          <p:cNvSpPr/>
          <p:nvPr/>
        </p:nvSpPr>
        <p:spPr>
          <a:xfrm>
            <a:off x="13916469" y="10720080"/>
            <a:ext cx="2208836" cy="13361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825" y="336"/>
                </a:moveTo>
                <a:lnTo>
                  <a:pt x="8512" y="1119"/>
                </a:lnTo>
                <a:lnTo>
                  <a:pt x="9796" y="1007"/>
                </a:lnTo>
                <a:lnTo>
                  <a:pt x="10840" y="1903"/>
                </a:lnTo>
                <a:lnTo>
                  <a:pt x="11804" y="2910"/>
                </a:lnTo>
                <a:lnTo>
                  <a:pt x="12767" y="3917"/>
                </a:lnTo>
                <a:lnTo>
                  <a:pt x="13329" y="3246"/>
                </a:lnTo>
                <a:lnTo>
                  <a:pt x="13329" y="2350"/>
                </a:lnTo>
                <a:lnTo>
                  <a:pt x="13651" y="1903"/>
                </a:lnTo>
                <a:lnTo>
                  <a:pt x="14132" y="1903"/>
                </a:lnTo>
                <a:lnTo>
                  <a:pt x="14694" y="2798"/>
                </a:lnTo>
                <a:lnTo>
                  <a:pt x="15257" y="2574"/>
                </a:lnTo>
                <a:lnTo>
                  <a:pt x="15979" y="3358"/>
                </a:lnTo>
                <a:lnTo>
                  <a:pt x="17023" y="4253"/>
                </a:lnTo>
                <a:lnTo>
                  <a:pt x="17665" y="3805"/>
                </a:lnTo>
                <a:lnTo>
                  <a:pt x="18308" y="4701"/>
                </a:lnTo>
                <a:lnTo>
                  <a:pt x="18709" y="5372"/>
                </a:lnTo>
                <a:lnTo>
                  <a:pt x="19271" y="5932"/>
                </a:lnTo>
                <a:lnTo>
                  <a:pt x="19833" y="6267"/>
                </a:lnTo>
                <a:lnTo>
                  <a:pt x="20636" y="6267"/>
                </a:lnTo>
                <a:lnTo>
                  <a:pt x="21199" y="8506"/>
                </a:lnTo>
                <a:lnTo>
                  <a:pt x="21600" y="10744"/>
                </a:lnTo>
                <a:lnTo>
                  <a:pt x="21199" y="12087"/>
                </a:lnTo>
                <a:lnTo>
                  <a:pt x="20636" y="12311"/>
                </a:lnTo>
                <a:lnTo>
                  <a:pt x="20074" y="13766"/>
                </a:lnTo>
                <a:lnTo>
                  <a:pt x="19914" y="13878"/>
                </a:lnTo>
                <a:lnTo>
                  <a:pt x="20315" y="15109"/>
                </a:lnTo>
                <a:lnTo>
                  <a:pt x="19833" y="15221"/>
                </a:lnTo>
                <a:lnTo>
                  <a:pt x="19111" y="14437"/>
                </a:lnTo>
                <a:lnTo>
                  <a:pt x="18629" y="14437"/>
                </a:lnTo>
                <a:lnTo>
                  <a:pt x="18308" y="14885"/>
                </a:lnTo>
                <a:lnTo>
                  <a:pt x="18549" y="15556"/>
                </a:lnTo>
                <a:lnTo>
                  <a:pt x="18950" y="16452"/>
                </a:lnTo>
                <a:lnTo>
                  <a:pt x="19030" y="17459"/>
                </a:lnTo>
                <a:lnTo>
                  <a:pt x="19191" y="18354"/>
                </a:lnTo>
                <a:lnTo>
                  <a:pt x="18308" y="19474"/>
                </a:lnTo>
                <a:lnTo>
                  <a:pt x="17987" y="19250"/>
                </a:lnTo>
                <a:lnTo>
                  <a:pt x="16943" y="18690"/>
                </a:lnTo>
                <a:lnTo>
                  <a:pt x="16782" y="18354"/>
                </a:lnTo>
                <a:lnTo>
                  <a:pt x="16381" y="18690"/>
                </a:lnTo>
                <a:lnTo>
                  <a:pt x="16381" y="19026"/>
                </a:lnTo>
                <a:lnTo>
                  <a:pt x="15979" y="18466"/>
                </a:lnTo>
                <a:lnTo>
                  <a:pt x="15417" y="18019"/>
                </a:lnTo>
                <a:lnTo>
                  <a:pt x="15096" y="17459"/>
                </a:lnTo>
                <a:lnTo>
                  <a:pt x="15016" y="17011"/>
                </a:lnTo>
                <a:lnTo>
                  <a:pt x="15016" y="16452"/>
                </a:lnTo>
                <a:lnTo>
                  <a:pt x="14132" y="15556"/>
                </a:lnTo>
                <a:lnTo>
                  <a:pt x="13490" y="15556"/>
                </a:lnTo>
                <a:lnTo>
                  <a:pt x="13088" y="16228"/>
                </a:lnTo>
                <a:lnTo>
                  <a:pt x="13410" y="16899"/>
                </a:lnTo>
                <a:lnTo>
                  <a:pt x="13490" y="17459"/>
                </a:lnTo>
                <a:lnTo>
                  <a:pt x="13249" y="17795"/>
                </a:lnTo>
                <a:lnTo>
                  <a:pt x="13088" y="18242"/>
                </a:lnTo>
                <a:lnTo>
                  <a:pt x="13249" y="21600"/>
                </a:lnTo>
                <a:lnTo>
                  <a:pt x="7709" y="21040"/>
                </a:lnTo>
                <a:lnTo>
                  <a:pt x="0" y="13206"/>
                </a:lnTo>
                <a:lnTo>
                  <a:pt x="1445" y="4589"/>
                </a:lnTo>
                <a:lnTo>
                  <a:pt x="4256" y="0"/>
                </a:lnTo>
                <a:lnTo>
                  <a:pt x="6825" y="336"/>
                </a:lnTo>
                <a:close/>
              </a:path>
            </a:pathLst>
          </a:custGeom>
          <a:solidFill>
            <a:srgbClr val="A6AAA9"/>
          </a:solidFill>
          <a:ln w="25400">
            <a:solidFill>
              <a:srgbClr val="FFFFFF"/>
            </a:solidFill>
            <a:miter lim="400000"/>
          </a:ln>
        </p:spPr>
        <p:txBody>
          <a:bodyPr lIns="60959" tIns="60959" rIns="60959" bIns="60959" anchor="ctr"/>
          <a:lstStyle/>
          <a:p>
            <a:pPr defTabSz="914400">
              <a:defRPr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2" name="Shape 172"/>
          <p:cNvSpPr/>
          <p:nvPr/>
        </p:nvSpPr>
        <p:spPr>
          <a:xfrm>
            <a:off x="17222733" y="3652762"/>
            <a:ext cx="5438135" cy="92519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just">
              <a:lnSpc>
                <a:spcPct val="120000"/>
              </a:lnSpc>
              <a:defRPr cap="all" sz="2000">
                <a:solidFill>
                  <a:srgbClr val="53585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前人没有研究过的,也就是说研究领域中一个新颖有意义的课题,被前人所忽略的</a:t>
            </a:r>
          </a:p>
        </p:txBody>
      </p:sp>
      <p:sp>
        <p:nvSpPr>
          <p:cNvPr id="173" name="Shape 173"/>
          <p:cNvSpPr/>
          <p:nvPr/>
        </p:nvSpPr>
        <p:spPr>
          <a:xfrm>
            <a:off x="17222733" y="2462277"/>
            <a:ext cx="1425576" cy="10318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cap="all" sz="5000"/>
            </a:lvl1pPr>
          </a:lstStyle>
          <a:p>
            <a:pPr/>
            <a:r>
              <a:t>河北</a:t>
            </a:r>
          </a:p>
        </p:txBody>
      </p:sp>
      <p:sp>
        <p:nvSpPr>
          <p:cNvPr id="174" name="Shape 174"/>
          <p:cNvSpPr/>
          <p:nvPr/>
        </p:nvSpPr>
        <p:spPr>
          <a:xfrm>
            <a:off x="17222733" y="7333856"/>
            <a:ext cx="5438135" cy="92519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just">
              <a:lnSpc>
                <a:spcPct val="120000"/>
              </a:lnSpc>
              <a:defRPr cap="all" sz="2000">
                <a:solidFill>
                  <a:srgbClr val="53585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前人有研究过,或者说阐述过但是没有阐述论证的足够全面,你加以丰满,或者驳斥前人的观点,</a:t>
            </a:r>
          </a:p>
        </p:txBody>
      </p:sp>
      <p:sp>
        <p:nvSpPr>
          <p:cNvPr id="175" name="Shape 175"/>
          <p:cNvSpPr/>
          <p:nvPr/>
        </p:nvSpPr>
        <p:spPr>
          <a:xfrm>
            <a:off x="17222733" y="6378029"/>
            <a:ext cx="1425576" cy="10318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cap="all" sz="5000"/>
            </a:lvl1pPr>
          </a:lstStyle>
          <a:p>
            <a:pPr/>
            <a:r>
              <a:t>广东</a:t>
            </a:r>
          </a:p>
        </p:txBody>
      </p:sp>
      <p:sp>
        <p:nvSpPr>
          <p:cNvPr id="176" name="Shape 176"/>
          <p:cNvSpPr/>
          <p:nvPr/>
        </p:nvSpPr>
        <p:spPr>
          <a:xfrm>
            <a:off x="17222733" y="11246916"/>
            <a:ext cx="5438135" cy="92519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just">
              <a:lnSpc>
                <a:spcPct val="120000"/>
              </a:lnSpc>
              <a:defRPr cap="all" sz="2000">
                <a:solidFill>
                  <a:srgbClr val="53585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研究的价值，研究的必要性如市场需求和研究成果带来的经济效益等</a:t>
            </a:r>
          </a:p>
        </p:txBody>
      </p:sp>
      <p:sp>
        <p:nvSpPr>
          <p:cNvPr id="177" name="Shape 177"/>
          <p:cNvSpPr/>
          <p:nvPr/>
        </p:nvSpPr>
        <p:spPr>
          <a:xfrm>
            <a:off x="17222733" y="10293780"/>
            <a:ext cx="1425576" cy="10318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cap="all" sz="5000"/>
            </a:lvl1pPr>
          </a:lstStyle>
          <a:p>
            <a:pPr/>
            <a:r>
              <a:t>青海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179"/>
          <p:cNvSpPr/>
          <p:nvPr/>
        </p:nvSpPr>
        <p:spPr>
          <a:xfrm>
            <a:off x="15621629" y="5071421"/>
            <a:ext cx="6859259" cy="3102291"/>
          </a:xfrm>
          <a:prstGeom prst="rect">
            <a:avLst/>
          </a:pr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180" name="Shape 180"/>
          <p:cNvSpPr/>
          <p:nvPr/>
        </p:nvSpPr>
        <p:spPr>
          <a:xfrm>
            <a:off x="8762371" y="5071421"/>
            <a:ext cx="6859259" cy="3102291"/>
          </a:xfrm>
          <a:prstGeom prst="rect">
            <a:avLst/>
          </a:prstGeom>
          <a:solidFill>
            <a:srgbClr val="DCDEE0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181" name="Shape 181"/>
          <p:cNvSpPr/>
          <p:nvPr/>
        </p:nvSpPr>
        <p:spPr>
          <a:xfrm>
            <a:off x="1903113" y="5071421"/>
            <a:ext cx="6859259" cy="3102291"/>
          </a:xfrm>
          <a:prstGeom prst="rect">
            <a:avLst/>
          </a:pr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182" name="Shape 182"/>
          <p:cNvSpPr/>
          <p:nvPr/>
        </p:nvSpPr>
        <p:spPr>
          <a:xfrm>
            <a:off x="2130544" y="608231"/>
            <a:ext cx="5489576" cy="12096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b="1" cap="all" sz="6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国内外发展现状</a:t>
            </a:r>
          </a:p>
        </p:txBody>
      </p:sp>
      <p:sp>
        <p:nvSpPr>
          <p:cNvPr id="183" name="Shape 183"/>
          <p:cNvSpPr/>
          <p:nvPr/>
        </p:nvSpPr>
        <p:spPr>
          <a:xfrm>
            <a:off x="915734" y="684431"/>
            <a:ext cx="1003152" cy="10572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b="1" cap="all" sz="6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84" name="Shape 184"/>
          <p:cNvSpPr/>
          <p:nvPr/>
        </p:nvSpPr>
        <p:spPr>
          <a:xfrm>
            <a:off x="-1" y="0"/>
            <a:ext cx="704077" cy="2252882"/>
          </a:xfrm>
          <a:prstGeom prst="rect">
            <a:avLst/>
          </a:pr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185" name="Shape 185"/>
          <p:cNvSpPr/>
          <p:nvPr/>
        </p:nvSpPr>
        <p:spPr>
          <a:xfrm>
            <a:off x="0" y="12658725"/>
            <a:ext cx="704076" cy="1057275"/>
          </a:xfrm>
          <a:prstGeom prst="rect">
            <a:avLst/>
          </a:pr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186" name="Shape 186"/>
          <p:cNvSpPr/>
          <p:nvPr/>
        </p:nvSpPr>
        <p:spPr>
          <a:xfrm>
            <a:off x="3548905" y="5654880"/>
            <a:ext cx="3092537" cy="19232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167" y="16079"/>
                </a:moveTo>
                <a:lnTo>
                  <a:pt x="2800" y="14686"/>
                </a:lnTo>
                <a:lnTo>
                  <a:pt x="2800" y="14471"/>
                </a:lnTo>
                <a:lnTo>
                  <a:pt x="1800" y="14364"/>
                </a:lnTo>
                <a:lnTo>
                  <a:pt x="1833" y="13667"/>
                </a:lnTo>
                <a:lnTo>
                  <a:pt x="1633" y="13132"/>
                </a:lnTo>
                <a:lnTo>
                  <a:pt x="1433" y="13185"/>
                </a:lnTo>
                <a:lnTo>
                  <a:pt x="1500" y="12864"/>
                </a:lnTo>
                <a:lnTo>
                  <a:pt x="1300" y="12864"/>
                </a:lnTo>
                <a:lnTo>
                  <a:pt x="1133" y="12435"/>
                </a:lnTo>
                <a:lnTo>
                  <a:pt x="667" y="12060"/>
                </a:lnTo>
                <a:lnTo>
                  <a:pt x="700" y="11684"/>
                </a:lnTo>
                <a:lnTo>
                  <a:pt x="800" y="11470"/>
                </a:lnTo>
                <a:lnTo>
                  <a:pt x="367" y="10344"/>
                </a:lnTo>
                <a:lnTo>
                  <a:pt x="500" y="9969"/>
                </a:lnTo>
                <a:lnTo>
                  <a:pt x="300" y="9648"/>
                </a:lnTo>
                <a:lnTo>
                  <a:pt x="300" y="9058"/>
                </a:lnTo>
                <a:lnTo>
                  <a:pt x="567" y="8951"/>
                </a:lnTo>
                <a:lnTo>
                  <a:pt x="467" y="8736"/>
                </a:lnTo>
                <a:lnTo>
                  <a:pt x="267" y="8951"/>
                </a:lnTo>
                <a:lnTo>
                  <a:pt x="167" y="8683"/>
                </a:lnTo>
                <a:lnTo>
                  <a:pt x="300" y="8522"/>
                </a:lnTo>
                <a:lnTo>
                  <a:pt x="33" y="8040"/>
                </a:lnTo>
                <a:lnTo>
                  <a:pt x="100" y="7343"/>
                </a:lnTo>
                <a:lnTo>
                  <a:pt x="200" y="7236"/>
                </a:lnTo>
                <a:lnTo>
                  <a:pt x="0" y="6593"/>
                </a:lnTo>
                <a:lnTo>
                  <a:pt x="67" y="6432"/>
                </a:lnTo>
                <a:lnTo>
                  <a:pt x="267" y="6110"/>
                </a:lnTo>
                <a:lnTo>
                  <a:pt x="367" y="5199"/>
                </a:lnTo>
                <a:lnTo>
                  <a:pt x="300" y="4824"/>
                </a:lnTo>
                <a:lnTo>
                  <a:pt x="367" y="4341"/>
                </a:lnTo>
                <a:lnTo>
                  <a:pt x="533" y="4288"/>
                </a:lnTo>
                <a:lnTo>
                  <a:pt x="1133" y="2037"/>
                </a:lnTo>
                <a:lnTo>
                  <a:pt x="1233" y="1286"/>
                </a:lnTo>
                <a:lnTo>
                  <a:pt x="1100" y="429"/>
                </a:lnTo>
                <a:lnTo>
                  <a:pt x="1800" y="697"/>
                </a:lnTo>
                <a:lnTo>
                  <a:pt x="1700" y="1072"/>
                </a:lnTo>
                <a:lnTo>
                  <a:pt x="1967" y="590"/>
                </a:lnTo>
                <a:lnTo>
                  <a:pt x="1833" y="482"/>
                </a:lnTo>
                <a:lnTo>
                  <a:pt x="2033" y="375"/>
                </a:lnTo>
                <a:lnTo>
                  <a:pt x="1867" y="0"/>
                </a:lnTo>
                <a:lnTo>
                  <a:pt x="2300" y="161"/>
                </a:lnTo>
                <a:lnTo>
                  <a:pt x="2533" y="375"/>
                </a:lnTo>
                <a:lnTo>
                  <a:pt x="3167" y="536"/>
                </a:lnTo>
                <a:lnTo>
                  <a:pt x="3667" y="858"/>
                </a:lnTo>
                <a:lnTo>
                  <a:pt x="4667" y="1179"/>
                </a:lnTo>
                <a:lnTo>
                  <a:pt x="5567" y="1501"/>
                </a:lnTo>
                <a:lnTo>
                  <a:pt x="6500" y="1822"/>
                </a:lnTo>
                <a:lnTo>
                  <a:pt x="7733" y="2090"/>
                </a:lnTo>
                <a:lnTo>
                  <a:pt x="9100" y="2198"/>
                </a:lnTo>
                <a:lnTo>
                  <a:pt x="10233" y="2358"/>
                </a:lnTo>
                <a:lnTo>
                  <a:pt x="11300" y="2412"/>
                </a:lnTo>
                <a:lnTo>
                  <a:pt x="11333" y="1930"/>
                </a:lnTo>
                <a:lnTo>
                  <a:pt x="11433" y="1930"/>
                </a:lnTo>
                <a:lnTo>
                  <a:pt x="11567" y="2626"/>
                </a:lnTo>
                <a:lnTo>
                  <a:pt x="11900" y="2626"/>
                </a:lnTo>
                <a:lnTo>
                  <a:pt x="12400" y="2787"/>
                </a:lnTo>
                <a:lnTo>
                  <a:pt x="12567" y="3055"/>
                </a:lnTo>
                <a:lnTo>
                  <a:pt x="12833" y="2948"/>
                </a:lnTo>
                <a:lnTo>
                  <a:pt x="13067" y="3001"/>
                </a:lnTo>
                <a:lnTo>
                  <a:pt x="13267" y="3001"/>
                </a:lnTo>
                <a:lnTo>
                  <a:pt x="13467" y="2519"/>
                </a:lnTo>
                <a:lnTo>
                  <a:pt x="13700" y="2519"/>
                </a:lnTo>
                <a:lnTo>
                  <a:pt x="13733" y="2090"/>
                </a:lnTo>
                <a:lnTo>
                  <a:pt x="14000" y="2358"/>
                </a:lnTo>
                <a:lnTo>
                  <a:pt x="14100" y="2626"/>
                </a:lnTo>
                <a:lnTo>
                  <a:pt x="14133" y="2305"/>
                </a:lnTo>
                <a:lnTo>
                  <a:pt x="14333" y="2305"/>
                </a:lnTo>
                <a:lnTo>
                  <a:pt x="14567" y="2894"/>
                </a:lnTo>
                <a:lnTo>
                  <a:pt x="14867" y="3109"/>
                </a:lnTo>
                <a:lnTo>
                  <a:pt x="15033" y="3323"/>
                </a:lnTo>
                <a:lnTo>
                  <a:pt x="14967" y="3537"/>
                </a:lnTo>
                <a:lnTo>
                  <a:pt x="15100" y="3645"/>
                </a:lnTo>
                <a:lnTo>
                  <a:pt x="15100" y="3913"/>
                </a:lnTo>
                <a:lnTo>
                  <a:pt x="15200" y="4020"/>
                </a:lnTo>
                <a:lnTo>
                  <a:pt x="15467" y="4127"/>
                </a:lnTo>
                <a:lnTo>
                  <a:pt x="15767" y="4181"/>
                </a:lnTo>
                <a:lnTo>
                  <a:pt x="15867" y="4073"/>
                </a:lnTo>
                <a:lnTo>
                  <a:pt x="16100" y="4073"/>
                </a:lnTo>
                <a:lnTo>
                  <a:pt x="16300" y="4288"/>
                </a:lnTo>
                <a:lnTo>
                  <a:pt x="16767" y="4717"/>
                </a:lnTo>
                <a:lnTo>
                  <a:pt x="16867" y="4609"/>
                </a:lnTo>
                <a:lnTo>
                  <a:pt x="17000" y="5092"/>
                </a:lnTo>
                <a:lnTo>
                  <a:pt x="16833" y="5092"/>
                </a:lnTo>
                <a:lnTo>
                  <a:pt x="16833" y="5467"/>
                </a:lnTo>
                <a:lnTo>
                  <a:pt x="16667" y="5199"/>
                </a:lnTo>
                <a:lnTo>
                  <a:pt x="16500" y="5306"/>
                </a:lnTo>
                <a:lnTo>
                  <a:pt x="16300" y="4824"/>
                </a:lnTo>
                <a:lnTo>
                  <a:pt x="16200" y="4985"/>
                </a:lnTo>
                <a:lnTo>
                  <a:pt x="16367" y="5253"/>
                </a:lnTo>
                <a:lnTo>
                  <a:pt x="16233" y="5628"/>
                </a:lnTo>
                <a:lnTo>
                  <a:pt x="16300" y="6217"/>
                </a:lnTo>
                <a:lnTo>
                  <a:pt x="16233" y="6539"/>
                </a:lnTo>
                <a:lnTo>
                  <a:pt x="16100" y="6700"/>
                </a:lnTo>
                <a:lnTo>
                  <a:pt x="16100" y="7129"/>
                </a:lnTo>
                <a:lnTo>
                  <a:pt x="16167" y="7289"/>
                </a:lnTo>
                <a:lnTo>
                  <a:pt x="15933" y="7343"/>
                </a:lnTo>
                <a:lnTo>
                  <a:pt x="15933" y="7611"/>
                </a:lnTo>
                <a:lnTo>
                  <a:pt x="16167" y="7665"/>
                </a:lnTo>
                <a:lnTo>
                  <a:pt x="16367" y="7236"/>
                </a:lnTo>
                <a:lnTo>
                  <a:pt x="16633" y="6914"/>
                </a:lnTo>
                <a:lnTo>
                  <a:pt x="17267" y="6646"/>
                </a:lnTo>
                <a:lnTo>
                  <a:pt x="17433" y="6539"/>
                </a:lnTo>
                <a:lnTo>
                  <a:pt x="17367" y="6271"/>
                </a:lnTo>
                <a:lnTo>
                  <a:pt x="17200" y="6378"/>
                </a:lnTo>
                <a:lnTo>
                  <a:pt x="17067" y="6271"/>
                </a:lnTo>
                <a:lnTo>
                  <a:pt x="17233" y="5842"/>
                </a:lnTo>
                <a:lnTo>
                  <a:pt x="17433" y="5842"/>
                </a:lnTo>
                <a:lnTo>
                  <a:pt x="17700" y="5574"/>
                </a:lnTo>
                <a:lnTo>
                  <a:pt x="18000" y="5574"/>
                </a:lnTo>
                <a:lnTo>
                  <a:pt x="17900" y="5199"/>
                </a:lnTo>
                <a:lnTo>
                  <a:pt x="18000" y="5199"/>
                </a:lnTo>
                <a:lnTo>
                  <a:pt x="18100" y="5360"/>
                </a:lnTo>
                <a:lnTo>
                  <a:pt x="18500" y="4931"/>
                </a:lnTo>
                <a:lnTo>
                  <a:pt x="18467" y="4717"/>
                </a:lnTo>
                <a:lnTo>
                  <a:pt x="18667" y="4341"/>
                </a:lnTo>
                <a:lnTo>
                  <a:pt x="19867" y="3913"/>
                </a:lnTo>
                <a:lnTo>
                  <a:pt x="19867" y="3752"/>
                </a:lnTo>
                <a:lnTo>
                  <a:pt x="20200" y="3430"/>
                </a:lnTo>
                <a:lnTo>
                  <a:pt x="20233" y="3055"/>
                </a:lnTo>
                <a:lnTo>
                  <a:pt x="20167" y="2305"/>
                </a:lnTo>
                <a:lnTo>
                  <a:pt x="20300" y="1608"/>
                </a:lnTo>
                <a:lnTo>
                  <a:pt x="20733" y="1447"/>
                </a:lnTo>
                <a:lnTo>
                  <a:pt x="21000" y="1662"/>
                </a:lnTo>
                <a:lnTo>
                  <a:pt x="21000" y="2198"/>
                </a:lnTo>
                <a:lnTo>
                  <a:pt x="21100" y="2734"/>
                </a:lnTo>
                <a:lnTo>
                  <a:pt x="21267" y="2787"/>
                </a:lnTo>
                <a:lnTo>
                  <a:pt x="21267" y="3055"/>
                </a:lnTo>
                <a:lnTo>
                  <a:pt x="21433" y="3055"/>
                </a:lnTo>
                <a:lnTo>
                  <a:pt x="21467" y="2894"/>
                </a:lnTo>
                <a:lnTo>
                  <a:pt x="21600" y="3377"/>
                </a:lnTo>
                <a:lnTo>
                  <a:pt x="21167" y="3966"/>
                </a:lnTo>
                <a:lnTo>
                  <a:pt x="21033" y="3913"/>
                </a:lnTo>
                <a:lnTo>
                  <a:pt x="20967" y="4234"/>
                </a:lnTo>
                <a:lnTo>
                  <a:pt x="20767" y="4502"/>
                </a:lnTo>
                <a:lnTo>
                  <a:pt x="20567" y="4502"/>
                </a:lnTo>
                <a:lnTo>
                  <a:pt x="20567" y="4985"/>
                </a:lnTo>
                <a:lnTo>
                  <a:pt x="20400" y="5306"/>
                </a:lnTo>
                <a:lnTo>
                  <a:pt x="20500" y="5681"/>
                </a:lnTo>
                <a:lnTo>
                  <a:pt x="20433" y="5896"/>
                </a:lnTo>
                <a:lnTo>
                  <a:pt x="20633" y="6271"/>
                </a:lnTo>
                <a:lnTo>
                  <a:pt x="20900" y="6325"/>
                </a:lnTo>
                <a:lnTo>
                  <a:pt x="20700" y="6539"/>
                </a:lnTo>
                <a:lnTo>
                  <a:pt x="20600" y="6539"/>
                </a:lnTo>
                <a:lnTo>
                  <a:pt x="20533" y="6700"/>
                </a:lnTo>
                <a:lnTo>
                  <a:pt x="20400" y="6485"/>
                </a:lnTo>
                <a:lnTo>
                  <a:pt x="20400" y="6807"/>
                </a:lnTo>
                <a:lnTo>
                  <a:pt x="19567" y="7450"/>
                </a:lnTo>
                <a:lnTo>
                  <a:pt x="20167" y="7182"/>
                </a:lnTo>
                <a:lnTo>
                  <a:pt x="19700" y="7825"/>
                </a:lnTo>
                <a:lnTo>
                  <a:pt x="19433" y="7665"/>
                </a:lnTo>
                <a:lnTo>
                  <a:pt x="19667" y="8093"/>
                </a:lnTo>
                <a:lnTo>
                  <a:pt x="19400" y="9272"/>
                </a:lnTo>
                <a:lnTo>
                  <a:pt x="19100" y="9112"/>
                </a:lnTo>
                <a:lnTo>
                  <a:pt x="19233" y="9487"/>
                </a:lnTo>
                <a:lnTo>
                  <a:pt x="19367" y="9594"/>
                </a:lnTo>
                <a:lnTo>
                  <a:pt x="19267" y="10076"/>
                </a:lnTo>
                <a:lnTo>
                  <a:pt x="19267" y="10559"/>
                </a:lnTo>
                <a:lnTo>
                  <a:pt x="19200" y="10880"/>
                </a:lnTo>
                <a:lnTo>
                  <a:pt x="19000" y="10666"/>
                </a:lnTo>
                <a:lnTo>
                  <a:pt x="19133" y="10184"/>
                </a:lnTo>
                <a:lnTo>
                  <a:pt x="18900" y="9862"/>
                </a:lnTo>
                <a:lnTo>
                  <a:pt x="18933" y="9648"/>
                </a:lnTo>
                <a:lnTo>
                  <a:pt x="18900" y="8951"/>
                </a:lnTo>
                <a:lnTo>
                  <a:pt x="18700" y="9380"/>
                </a:lnTo>
                <a:lnTo>
                  <a:pt x="18833" y="10023"/>
                </a:lnTo>
                <a:lnTo>
                  <a:pt x="18833" y="10291"/>
                </a:lnTo>
                <a:lnTo>
                  <a:pt x="19000" y="10344"/>
                </a:lnTo>
                <a:lnTo>
                  <a:pt x="18900" y="10559"/>
                </a:lnTo>
                <a:lnTo>
                  <a:pt x="19100" y="11041"/>
                </a:lnTo>
                <a:lnTo>
                  <a:pt x="19200" y="11309"/>
                </a:lnTo>
                <a:lnTo>
                  <a:pt x="19333" y="11738"/>
                </a:lnTo>
                <a:lnTo>
                  <a:pt x="19133" y="11792"/>
                </a:lnTo>
                <a:lnTo>
                  <a:pt x="18900" y="11899"/>
                </a:lnTo>
                <a:lnTo>
                  <a:pt x="19133" y="12113"/>
                </a:lnTo>
                <a:lnTo>
                  <a:pt x="19300" y="12167"/>
                </a:lnTo>
                <a:lnTo>
                  <a:pt x="19400" y="12006"/>
                </a:lnTo>
                <a:lnTo>
                  <a:pt x="19300" y="12542"/>
                </a:lnTo>
                <a:lnTo>
                  <a:pt x="19133" y="12435"/>
                </a:lnTo>
                <a:lnTo>
                  <a:pt x="19167" y="12596"/>
                </a:lnTo>
                <a:lnTo>
                  <a:pt x="18933" y="13239"/>
                </a:lnTo>
                <a:lnTo>
                  <a:pt x="18700" y="13453"/>
                </a:lnTo>
                <a:lnTo>
                  <a:pt x="18633" y="13775"/>
                </a:lnTo>
                <a:lnTo>
                  <a:pt x="18333" y="13882"/>
                </a:lnTo>
                <a:lnTo>
                  <a:pt x="18233" y="14257"/>
                </a:lnTo>
                <a:lnTo>
                  <a:pt x="18133" y="14686"/>
                </a:lnTo>
                <a:lnTo>
                  <a:pt x="17867" y="15275"/>
                </a:lnTo>
                <a:lnTo>
                  <a:pt x="17467" y="15275"/>
                </a:lnTo>
                <a:lnTo>
                  <a:pt x="17600" y="15543"/>
                </a:lnTo>
                <a:lnTo>
                  <a:pt x="17433" y="16347"/>
                </a:lnTo>
                <a:lnTo>
                  <a:pt x="17300" y="16883"/>
                </a:lnTo>
                <a:lnTo>
                  <a:pt x="17433" y="17366"/>
                </a:lnTo>
                <a:lnTo>
                  <a:pt x="17567" y="18063"/>
                </a:lnTo>
                <a:lnTo>
                  <a:pt x="17767" y="18438"/>
                </a:lnTo>
                <a:lnTo>
                  <a:pt x="17900" y="18545"/>
                </a:lnTo>
                <a:lnTo>
                  <a:pt x="17900" y="19027"/>
                </a:lnTo>
                <a:lnTo>
                  <a:pt x="18233" y="19670"/>
                </a:lnTo>
                <a:lnTo>
                  <a:pt x="18233" y="20850"/>
                </a:lnTo>
                <a:lnTo>
                  <a:pt x="18267" y="21171"/>
                </a:lnTo>
                <a:lnTo>
                  <a:pt x="18300" y="21225"/>
                </a:lnTo>
                <a:lnTo>
                  <a:pt x="17900" y="21493"/>
                </a:lnTo>
                <a:lnTo>
                  <a:pt x="17833" y="21225"/>
                </a:lnTo>
                <a:lnTo>
                  <a:pt x="17800" y="21064"/>
                </a:lnTo>
                <a:lnTo>
                  <a:pt x="17733" y="20850"/>
                </a:lnTo>
                <a:lnTo>
                  <a:pt x="17533" y="20850"/>
                </a:lnTo>
                <a:lnTo>
                  <a:pt x="17400" y="20421"/>
                </a:lnTo>
                <a:lnTo>
                  <a:pt x="17400" y="20099"/>
                </a:lnTo>
                <a:lnTo>
                  <a:pt x="17067" y="19778"/>
                </a:lnTo>
                <a:lnTo>
                  <a:pt x="17100" y="19188"/>
                </a:lnTo>
                <a:lnTo>
                  <a:pt x="16967" y="19510"/>
                </a:lnTo>
                <a:lnTo>
                  <a:pt x="16867" y="19402"/>
                </a:lnTo>
                <a:lnTo>
                  <a:pt x="16867" y="18277"/>
                </a:lnTo>
                <a:lnTo>
                  <a:pt x="16667" y="18277"/>
                </a:lnTo>
                <a:lnTo>
                  <a:pt x="16333" y="17687"/>
                </a:lnTo>
                <a:lnTo>
                  <a:pt x="15733" y="18116"/>
                </a:lnTo>
                <a:lnTo>
                  <a:pt x="15200" y="17687"/>
                </a:lnTo>
                <a:lnTo>
                  <a:pt x="15200" y="17473"/>
                </a:lnTo>
                <a:lnTo>
                  <a:pt x="14900" y="17687"/>
                </a:lnTo>
                <a:lnTo>
                  <a:pt x="14767" y="17473"/>
                </a:lnTo>
                <a:lnTo>
                  <a:pt x="14733" y="17848"/>
                </a:lnTo>
                <a:lnTo>
                  <a:pt x="14567" y="17848"/>
                </a:lnTo>
                <a:lnTo>
                  <a:pt x="14500" y="17419"/>
                </a:lnTo>
                <a:lnTo>
                  <a:pt x="14400" y="17419"/>
                </a:lnTo>
                <a:lnTo>
                  <a:pt x="13933" y="17634"/>
                </a:lnTo>
                <a:lnTo>
                  <a:pt x="13833" y="17848"/>
                </a:lnTo>
                <a:lnTo>
                  <a:pt x="13467" y="17795"/>
                </a:lnTo>
                <a:lnTo>
                  <a:pt x="13500" y="18116"/>
                </a:lnTo>
                <a:lnTo>
                  <a:pt x="13567" y="17902"/>
                </a:lnTo>
                <a:lnTo>
                  <a:pt x="13667" y="18063"/>
                </a:lnTo>
                <a:lnTo>
                  <a:pt x="13833" y="18009"/>
                </a:lnTo>
                <a:lnTo>
                  <a:pt x="13800" y="18384"/>
                </a:lnTo>
                <a:lnTo>
                  <a:pt x="14000" y="18759"/>
                </a:lnTo>
                <a:lnTo>
                  <a:pt x="13867" y="18867"/>
                </a:lnTo>
                <a:lnTo>
                  <a:pt x="13633" y="18545"/>
                </a:lnTo>
                <a:lnTo>
                  <a:pt x="13333" y="18867"/>
                </a:lnTo>
                <a:lnTo>
                  <a:pt x="13200" y="18867"/>
                </a:lnTo>
                <a:lnTo>
                  <a:pt x="12800" y="18277"/>
                </a:lnTo>
                <a:lnTo>
                  <a:pt x="12633" y="18599"/>
                </a:lnTo>
                <a:lnTo>
                  <a:pt x="12233" y="18384"/>
                </a:lnTo>
                <a:lnTo>
                  <a:pt x="11933" y="18384"/>
                </a:lnTo>
                <a:lnTo>
                  <a:pt x="11667" y="18331"/>
                </a:lnTo>
                <a:lnTo>
                  <a:pt x="11533" y="18599"/>
                </a:lnTo>
                <a:lnTo>
                  <a:pt x="11467" y="18331"/>
                </a:lnTo>
                <a:lnTo>
                  <a:pt x="11367" y="19027"/>
                </a:lnTo>
                <a:lnTo>
                  <a:pt x="11000" y="19402"/>
                </a:lnTo>
                <a:lnTo>
                  <a:pt x="10633" y="19402"/>
                </a:lnTo>
                <a:lnTo>
                  <a:pt x="10700" y="19510"/>
                </a:lnTo>
                <a:lnTo>
                  <a:pt x="10500" y="19724"/>
                </a:lnTo>
                <a:lnTo>
                  <a:pt x="10500" y="20046"/>
                </a:lnTo>
                <a:lnTo>
                  <a:pt x="10300" y="20046"/>
                </a:lnTo>
                <a:lnTo>
                  <a:pt x="10233" y="20689"/>
                </a:lnTo>
                <a:lnTo>
                  <a:pt x="10233" y="21278"/>
                </a:lnTo>
                <a:lnTo>
                  <a:pt x="10333" y="21600"/>
                </a:lnTo>
                <a:lnTo>
                  <a:pt x="9967" y="21439"/>
                </a:lnTo>
                <a:lnTo>
                  <a:pt x="9800" y="21493"/>
                </a:lnTo>
                <a:lnTo>
                  <a:pt x="9733" y="21225"/>
                </a:lnTo>
                <a:lnTo>
                  <a:pt x="9467" y="21278"/>
                </a:lnTo>
                <a:lnTo>
                  <a:pt x="9267" y="20903"/>
                </a:lnTo>
                <a:lnTo>
                  <a:pt x="9267" y="20421"/>
                </a:lnTo>
                <a:lnTo>
                  <a:pt x="9200" y="20153"/>
                </a:lnTo>
                <a:lnTo>
                  <a:pt x="9000" y="19778"/>
                </a:lnTo>
                <a:lnTo>
                  <a:pt x="9000" y="19563"/>
                </a:lnTo>
                <a:lnTo>
                  <a:pt x="8733" y="18867"/>
                </a:lnTo>
                <a:lnTo>
                  <a:pt x="8433" y="18223"/>
                </a:lnTo>
                <a:lnTo>
                  <a:pt x="7833" y="18170"/>
                </a:lnTo>
                <a:lnTo>
                  <a:pt x="7500" y="18920"/>
                </a:lnTo>
                <a:lnTo>
                  <a:pt x="6933" y="18009"/>
                </a:lnTo>
                <a:lnTo>
                  <a:pt x="6867" y="17312"/>
                </a:lnTo>
                <a:lnTo>
                  <a:pt x="6433" y="16776"/>
                </a:lnTo>
                <a:lnTo>
                  <a:pt x="6467" y="16455"/>
                </a:lnTo>
                <a:lnTo>
                  <a:pt x="6367" y="16455"/>
                </a:lnTo>
                <a:lnTo>
                  <a:pt x="6300" y="16133"/>
                </a:lnTo>
                <a:lnTo>
                  <a:pt x="5500" y="16026"/>
                </a:lnTo>
                <a:lnTo>
                  <a:pt x="5500" y="16455"/>
                </a:lnTo>
                <a:lnTo>
                  <a:pt x="4400" y="16240"/>
                </a:lnTo>
                <a:lnTo>
                  <a:pt x="4167" y="16079"/>
                </a:lnTo>
                <a:close/>
              </a:path>
            </a:pathLst>
          </a:custGeom>
          <a:solidFill>
            <a:srgbClr val="FFFFFF"/>
          </a:solidFill>
          <a:ln w="3175">
            <a:miter lim="400000"/>
          </a:ln>
        </p:spPr>
        <p:txBody>
          <a:bodyPr lIns="60959" tIns="60959" rIns="60959" bIns="60959" anchor="ctr"/>
          <a:lstStyle/>
          <a:p>
            <a:pPr defTabSz="914400">
              <a:defRPr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7" name="Shape 187"/>
          <p:cNvSpPr/>
          <p:nvPr/>
        </p:nvSpPr>
        <p:spPr>
          <a:xfrm>
            <a:off x="17122677" y="5666963"/>
            <a:ext cx="3857163" cy="19112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714" y="15905"/>
                </a:moveTo>
                <a:lnTo>
                  <a:pt x="12616" y="16887"/>
                </a:lnTo>
                <a:lnTo>
                  <a:pt x="12292" y="17411"/>
                </a:lnTo>
                <a:lnTo>
                  <a:pt x="12292" y="17738"/>
                </a:lnTo>
                <a:lnTo>
                  <a:pt x="11968" y="18000"/>
                </a:lnTo>
                <a:lnTo>
                  <a:pt x="12454" y="18065"/>
                </a:lnTo>
                <a:lnTo>
                  <a:pt x="12746" y="17542"/>
                </a:lnTo>
                <a:lnTo>
                  <a:pt x="12876" y="16756"/>
                </a:lnTo>
                <a:lnTo>
                  <a:pt x="12908" y="16364"/>
                </a:lnTo>
                <a:close/>
                <a:moveTo>
                  <a:pt x="16054" y="15185"/>
                </a:moveTo>
                <a:lnTo>
                  <a:pt x="15632" y="15382"/>
                </a:lnTo>
                <a:lnTo>
                  <a:pt x="15859" y="15578"/>
                </a:lnTo>
                <a:lnTo>
                  <a:pt x="15957" y="15971"/>
                </a:lnTo>
                <a:close/>
                <a:moveTo>
                  <a:pt x="18227" y="13615"/>
                </a:moveTo>
                <a:lnTo>
                  <a:pt x="18389" y="13942"/>
                </a:lnTo>
                <a:lnTo>
                  <a:pt x="18362" y="14011"/>
                </a:lnTo>
                <a:close/>
                <a:moveTo>
                  <a:pt x="21600" y="8509"/>
                </a:moveTo>
                <a:lnTo>
                  <a:pt x="21600" y="8640"/>
                </a:lnTo>
                <a:lnTo>
                  <a:pt x="21373" y="8771"/>
                </a:lnTo>
                <a:lnTo>
                  <a:pt x="21373" y="8902"/>
                </a:lnTo>
                <a:lnTo>
                  <a:pt x="21146" y="8902"/>
                </a:lnTo>
                <a:lnTo>
                  <a:pt x="21341" y="8705"/>
                </a:lnTo>
                <a:close/>
                <a:moveTo>
                  <a:pt x="12162" y="5105"/>
                </a:moveTo>
                <a:lnTo>
                  <a:pt x="12000" y="5367"/>
                </a:lnTo>
                <a:lnTo>
                  <a:pt x="11838" y="5302"/>
                </a:lnTo>
                <a:lnTo>
                  <a:pt x="11708" y="5564"/>
                </a:lnTo>
                <a:lnTo>
                  <a:pt x="11935" y="5825"/>
                </a:lnTo>
                <a:lnTo>
                  <a:pt x="12065" y="5564"/>
                </a:lnTo>
                <a:lnTo>
                  <a:pt x="12357" y="5498"/>
                </a:lnTo>
                <a:close/>
                <a:moveTo>
                  <a:pt x="9178" y="4582"/>
                </a:moveTo>
                <a:lnTo>
                  <a:pt x="9373" y="4647"/>
                </a:lnTo>
                <a:lnTo>
                  <a:pt x="9211" y="4844"/>
                </a:lnTo>
                <a:close/>
                <a:moveTo>
                  <a:pt x="15438" y="4320"/>
                </a:moveTo>
                <a:lnTo>
                  <a:pt x="15503" y="4451"/>
                </a:lnTo>
                <a:lnTo>
                  <a:pt x="15178" y="4713"/>
                </a:lnTo>
                <a:lnTo>
                  <a:pt x="15114" y="4451"/>
                </a:lnTo>
                <a:close/>
                <a:moveTo>
                  <a:pt x="4119" y="3469"/>
                </a:moveTo>
                <a:lnTo>
                  <a:pt x="3892" y="3731"/>
                </a:lnTo>
                <a:lnTo>
                  <a:pt x="3924" y="4058"/>
                </a:lnTo>
                <a:lnTo>
                  <a:pt x="3859" y="4320"/>
                </a:lnTo>
                <a:lnTo>
                  <a:pt x="4054" y="4320"/>
                </a:lnTo>
                <a:lnTo>
                  <a:pt x="4314" y="3862"/>
                </a:lnTo>
                <a:lnTo>
                  <a:pt x="4281" y="3469"/>
                </a:lnTo>
                <a:lnTo>
                  <a:pt x="4151" y="3862"/>
                </a:lnTo>
                <a:close/>
                <a:moveTo>
                  <a:pt x="15243" y="3207"/>
                </a:moveTo>
                <a:lnTo>
                  <a:pt x="15341" y="3469"/>
                </a:lnTo>
                <a:lnTo>
                  <a:pt x="15178" y="3731"/>
                </a:lnTo>
                <a:lnTo>
                  <a:pt x="14951" y="3993"/>
                </a:lnTo>
                <a:lnTo>
                  <a:pt x="14886" y="4255"/>
                </a:lnTo>
                <a:lnTo>
                  <a:pt x="14692" y="3862"/>
                </a:lnTo>
                <a:lnTo>
                  <a:pt x="14562" y="3665"/>
                </a:lnTo>
                <a:lnTo>
                  <a:pt x="14692" y="3338"/>
                </a:lnTo>
                <a:lnTo>
                  <a:pt x="14984" y="3600"/>
                </a:lnTo>
                <a:lnTo>
                  <a:pt x="14951" y="3273"/>
                </a:lnTo>
                <a:close/>
                <a:moveTo>
                  <a:pt x="15470" y="3011"/>
                </a:moveTo>
                <a:lnTo>
                  <a:pt x="15730" y="3011"/>
                </a:lnTo>
                <a:lnTo>
                  <a:pt x="15827" y="3273"/>
                </a:lnTo>
                <a:lnTo>
                  <a:pt x="15470" y="3469"/>
                </a:lnTo>
                <a:lnTo>
                  <a:pt x="15373" y="3207"/>
                </a:lnTo>
                <a:close/>
                <a:moveTo>
                  <a:pt x="12130" y="2945"/>
                </a:moveTo>
                <a:lnTo>
                  <a:pt x="12324" y="3207"/>
                </a:lnTo>
                <a:lnTo>
                  <a:pt x="12162" y="3469"/>
                </a:lnTo>
                <a:lnTo>
                  <a:pt x="11903" y="3600"/>
                </a:lnTo>
                <a:lnTo>
                  <a:pt x="12032" y="3142"/>
                </a:lnTo>
                <a:close/>
                <a:moveTo>
                  <a:pt x="3438" y="2945"/>
                </a:moveTo>
                <a:lnTo>
                  <a:pt x="3438" y="3142"/>
                </a:lnTo>
                <a:lnTo>
                  <a:pt x="3243" y="3600"/>
                </a:lnTo>
                <a:lnTo>
                  <a:pt x="3470" y="3731"/>
                </a:lnTo>
                <a:lnTo>
                  <a:pt x="3568" y="3469"/>
                </a:lnTo>
                <a:lnTo>
                  <a:pt x="3730" y="3469"/>
                </a:lnTo>
                <a:lnTo>
                  <a:pt x="3697" y="3207"/>
                </a:lnTo>
                <a:lnTo>
                  <a:pt x="3762" y="2945"/>
                </a:lnTo>
                <a:close/>
                <a:moveTo>
                  <a:pt x="8562" y="2553"/>
                </a:moveTo>
                <a:lnTo>
                  <a:pt x="8919" y="2553"/>
                </a:lnTo>
                <a:lnTo>
                  <a:pt x="9146" y="2815"/>
                </a:lnTo>
                <a:lnTo>
                  <a:pt x="9308" y="2684"/>
                </a:lnTo>
                <a:lnTo>
                  <a:pt x="9600" y="2749"/>
                </a:lnTo>
                <a:lnTo>
                  <a:pt x="9632" y="2880"/>
                </a:lnTo>
                <a:lnTo>
                  <a:pt x="9503" y="3142"/>
                </a:lnTo>
                <a:lnTo>
                  <a:pt x="9373" y="3076"/>
                </a:lnTo>
                <a:lnTo>
                  <a:pt x="9146" y="3273"/>
                </a:lnTo>
                <a:lnTo>
                  <a:pt x="8951" y="3011"/>
                </a:lnTo>
                <a:lnTo>
                  <a:pt x="8822" y="3011"/>
                </a:lnTo>
                <a:lnTo>
                  <a:pt x="8854" y="3338"/>
                </a:lnTo>
                <a:lnTo>
                  <a:pt x="8692" y="3076"/>
                </a:lnTo>
                <a:lnTo>
                  <a:pt x="8595" y="2945"/>
                </a:lnTo>
                <a:lnTo>
                  <a:pt x="8368" y="3207"/>
                </a:lnTo>
                <a:lnTo>
                  <a:pt x="8205" y="3207"/>
                </a:lnTo>
                <a:lnTo>
                  <a:pt x="8076" y="3404"/>
                </a:lnTo>
                <a:lnTo>
                  <a:pt x="7751" y="3731"/>
                </a:lnTo>
                <a:lnTo>
                  <a:pt x="7719" y="4713"/>
                </a:lnTo>
                <a:lnTo>
                  <a:pt x="7459" y="4255"/>
                </a:lnTo>
                <a:lnTo>
                  <a:pt x="7589" y="3731"/>
                </a:lnTo>
                <a:lnTo>
                  <a:pt x="7492" y="3404"/>
                </a:lnTo>
                <a:lnTo>
                  <a:pt x="7654" y="3207"/>
                </a:lnTo>
                <a:lnTo>
                  <a:pt x="7784" y="3338"/>
                </a:lnTo>
                <a:lnTo>
                  <a:pt x="7946" y="3076"/>
                </a:lnTo>
                <a:lnTo>
                  <a:pt x="8076" y="3207"/>
                </a:lnTo>
                <a:lnTo>
                  <a:pt x="8108" y="2815"/>
                </a:lnTo>
                <a:lnTo>
                  <a:pt x="8303" y="2749"/>
                </a:lnTo>
                <a:close/>
                <a:moveTo>
                  <a:pt x="11676" y="1702"/>
                </a:moveTo>
                <a:lnTo>
                  <a:pt x="11838" y="1898"/>
                </a:lnTo>
                <a:lnTo>
                  <a:pt x="11870" y="2487"/>
                </a:lnTo>
                <a:lnTo>
                  <a:pt x="11838" y="3273"/>
                </a:lnTo>
                <a:lnTo>
                  <a:pt x="11643" y="3011"/>
                </a:lnTo>
                <a:lnTo>
                  <a:pt x="11546" y="3011"/>
                </a:lnTo>
                <a:lnTo>
                  <a:pt x="11416" y="2422"/>
                </a:lnTo>
                <a:close/>
                <a:moveTo>
                  <a:pt x="20043" y="0"/>
                </a:moveTo>
                <a:lnTo>
                  <a:pt x="20303" y="65"/>
                </a:lnTo>
                <a:lnTo>
                  <a:pt x="20141" y="393"/>
                </a:lnTo>
                <a:lnTo>
                  <a:pt x="20270" y="393"/>
                </a:lnTo>
                <a:lnTo>
                  <a:pt x="20400" y="785"/>
                </a:lnTo>
                <a:lnTo>
                  <a:pt x="20530" y="524"/>
                </a:lnTo>
                <a:lnTo>
                  <a:pt x="20530" y="785"/>
                </a:lnTo>
                <a:lnTo>
                  <a:pt x="20627" y="785"/>
                </a:lnTo>
                <a:lnTo>
                  <a:pt x="20270" y="1309"/>
                </a:lnTo>
                <a:lnTo>
                  <a:pt x="19914" y="1571"/>
                </a:lnTo>
                <a:lnTo>
                  <a:pt x="19751" y="1505"/>
                </a:lnTo>
                <a:lnTo>
                  <a:pt x="19686" y="1702"/>
                </a:lnTo>
                <a:lnTo>
                  <a:pt x="19686" y="1964"/>
                </a:lnTo>
                <a:lnTo>
                  <a:pt x="19914" y="1964"/>
                </a:lnTo>
                <a:lnTo>
                  <a:pt x="19849" y="2618"/>
                </a:lnTo>
                <a:lnTo>
                  <a:pt x="19946" y="2749"/>
                </a:lnTo>
                <a:lnTo>
                  <a:pt x="20173" y="2749"/>
                </a:lnTo>
                <a:lnTo>
                  <a:pt x="20432" y="2815"/>
                </a:lnTo>
                <a:lnTo>
                  <a:pt x="20627" y="3011"/>
                </a:lnTo>
                <a:lnTo>
                  <a:pt x="20432" y="3600"/>
                </a:lnTo>
                <a:lnTo>
                  <a:pt x="20335" y="4320"/>
                </a:lnTo>
                <a:lnTo>
                  <a:pt x="20465" y="4647"/>
                </a:lnTo>
                <a:lnTo>
                  <a:pt x="20303" y="4844"/>
                </a:lnTo>
                <a:lnTo>
                  <a:pt x="20400" y="5236"/>
                </a:lnTo>
                <a:lnTo>
                  <a:pt x="20400" y="5825"/>
                </a:lnTo>
                <a:lnTo>
                  <a:pt x="20108" y="6480"/>
                </a:lnTo>
                <a:lnTo>
                  <a:pt x="19946" y="6545"/>
                </a:lnTo>
                <a:lnTo>
                  <a:pt x="19881" y="7200"/>
                </a:lnTo>
                <a:lnTo>
                  <a:pt x="19816" y="7331"/>
                </a:lnTo>
                <a:lnTo>
                  <a:pt x="20076" y="8378"/>
                </a:lnTo>
                <a:lnTo>
                  <a:pt x="20303" y="8313"/>
                </a:lnTo>
                <a:lnTo>
                  <a:pt x="20497" y="8640"/>
                </a:lnTo>
                <a:lnTo>
                  <a:pt x="20595" y="9033"/>
                </a:lnTo>
                <a:lnTo>
                  <a:pt x="20465" y="9033"/>
                </a:lnTo>
                <a:lnTo>
                  <a:pt x="20789" y="9556"/>
                </a:lnTo>
                <a:lnTo>
                  <a:pt x="20595" y="10211"/>
                </a:lnTo>
                <a:lnTo>
                  <a:pt x="20822" y="10800"/>
                </a:lnTo>
                <a:lnTo>
                  <a:pt x="20854" y="11062"/>
                </a:lnTo>
                <a:lnTo>
                  <a:pt x="20951" y="11782"/>
                </a:lnTo>
                <a:lnTo>
                  <a:pt x="20951" y="12698"/>
                </a:lnTo>
                <a:lnTo>
                  <a:pt x="20822" y="12371"/>
                </a:lnTo>
                <a:lnTo>
                  <a:pt x="20432" y="11651"/>
                </a:lnTo>
                <a:lnTo>
                  <a:pt x="19946" y="11324"/>
                </a:lnTo>
                <a:lnTo>
                  <a:pt x="19589" y="10211"/>
                </a:lnTo>
                <a:lnTo>
                  <a:pt x="19686" y="9622"/>
                </a:lnTo>
                <a:lnTo>
                  <a:pt x="19459" y="9622"/>
                </a:lnTo>
                <a:lnTo>
                  <a:pt x="19686" y="8902"/>
                </a:lnTo>
                <a:lnTo>
                  <a:pt x="19622" y="8051"/>
                </a:lnTo>
                <a:lnTo>
                  <a:pt x="19622" y="7396"/>
                </a:lnTo>
                <a:lnTo>
                  <a:pt x="19524" y="7265"/>
                </a:lnTo>
                <a:lnTo>
                  <a:pt x="19654" y="7004"/>
                </a:lnTo>
                <a:lnTo>
                  <a:pt x="19459" y="6742"/>
                </a:lnTo>
                <a:lnTo>
                  <a:pt x="19492" y="6480"/>
                </a:lnTo>
                <a:lnTo>
                  <a:pt x="19362" y="6349"/>
                </a:lnTo>
                <a:lnTo>
                  <a:pt x="19427" y="6087"/>
                </a:lnTo>
                <a:lnTo>
                  <a:pt x="19168" y="6087"/>
                </a:lnTo>
                <a:lnTo>
                  <a:pt x="19395" y="6742"/>
                </a:lnTo>
                <a:lnTo>
                  <a:pt x="19297" y="7135"/>
                </a:lnTo>
                <a:lnTo>
                  <a:pt x="19362" y="7527"/>
                </a:lnTo>
                <a:lnTo>
                  <a:pt x="19232" y="7724"/>
                </a:lnTo>
                <a:lnTo>
                  <a:pt x="18973" y="7396"/>
                </a:lnTo>
                <a:lnTo>
                  <a:pt x="18746" y="7985"/>
                </a:lnTo>
                <a:lnTo>
                  <a:pt x="18843" y="8378"/>
                </a:lnTo>
                <a:lnTo>
                  <a:pt x="18843" y="8967"/>
                </a:lnTo>
                <a:lnTo>
                  <a:pt x="18973" y="9360"/>
                </a:lnTo>
                <a:lnTo>
                  <a:pt x="18681" y="10145"/>
                </a:lnTo>
                <a:lnTo>
                  <a:pt x="18616" y="10015"/>
                </a:lnTo>
                <a:lnTo>
                  <a:pt x="18681" y="9687"/>
                </a:lnTo>
                <a:lnTo>
                  <a:pt x="18292" y="10145"/>
                </a:lnTo>
                <a:lnTo>
                  <a:pt x="18292" y="10473"/>
                </a:lnTo>
                <a:lnTo>
                  <a:pt x="17968" y="10604"/>
                </a:lnTo>
                <a:lnTo>
                  <a:pt x="17935" y="10800"/>
                </a:lnTo>
                <a:lnTo>
                  <a:pt x="17416" y="11324"/>
                </a:lnTo>
                <a:lnTo>
                  <a:pt x="17481" y="11585"/>
                </a:lnTo>
                <a:lnTo>
                  <a:pt x="17319" y="12175"/>
                </a:lnTo>
                <a:lnTo>
                  <a:pt x="17286" y="12960"/>
                </a:lnTo>
                <a:lnTo>
                  <a:pt x="17157" y="13876"/>
                </a:lnTo>
                <a:lnTo>
                  <a:pt x="17092" y="14531"/>
                </a:lnTo>
                <a:lnTo>
                  <a:pt x="17351" y="14465"/>
                </a:lnTo>
                <a:lnTo>
                  <a:pt x="17449" y="14793"/>
                </a:lnTo>
                <a:lnTo>
                  <a:pt x="17578" y="14335"/>
                </a:lnTo>
                <a:lnTo>
                  <a:pt x="17741" y="14727"/>
                </a:lnTo>
                <a:lnTo>
                  <a:pt x="17741" y="14269"/>
                </a:lnTo>
                <a:lnTo>
                  <a:pt x="18162" y="14335"/>
                </a:lnTo>
                <a:lnTo>
                  <a:pt x="18389" y="14989"/>
                </a:lnTo>
                <a:lnTo>
                  <a:pt x="18422" y="14924"/>
                </a:lnTo>
                <a:lnTo>
                  <a:pt x="18259" y="14269"/>
                </a:lnTo>
                <a:lnTo>
                  <a:pt x="18362" y="14011"/>
                </a:lnTo>
                <a:lnTo>
                  <a:pt x="18649" y="14858"/>
                </a:lnTo>
                <a:lnTo>
                  <a:pt x="19070" y="15447"/>
                </a:lnTo>
                <a:lnTo>
                  <a:pt x="19459" y="16102"/>
                </a:lnTo>
                <a:lnTo>
                  <a:pt x="19200" y="15775"/>
                </a:lnTo>
                <a:lnTo>
                  <a:pt x="19005" y="15971"/>
                </a:lnTo>
                <a:lnTo>
                  <a:pt x="19168" y="16298"/>
                </a:lnTo>
                <a:lnTo>
                  <a:pt x="19168" y="16691"/>
                </a:lnTo>
                <a:lnTo>
                  <a:pt x="19395" y="17215"/>
                </a:lnTo>
                <a:lnTo>
                  <a:pt x="19589" y="17084"/>
                </a:lnTo>
                <a:lnTo>
                  <a:pt x="19686" y="17476"/>
                </a:lnTo>
                <a:lnTo>
                  <a:pt x="19395" y="17345"/>
                </a:lnTo>
                <a:lnTo>
                  <a:pt x="19362" y="17935"/>
                </a:lnTo>
                <a:lnTo>
                  <a:pt x="19070" y="16953"/>
                </a:lnTo>
                <a:lnTo>
                  <a:pt x="19070" y="16625"/>
                </a:lnTo>
                <a:lnTo>
                  <a:pt x="18941" y="16625"/>
                </a:lnTo>
                <a:lnTo>
                  <a:pt x="18746" y="15709"/>
                </a:lnTo>
                <a:lnTo>
                  <a:pt x="18681" y="15578"/>
                </a:lnTo>
                <a:lnTo>
                  <a:pt x="18714" y="15185"/>
                </a:lnTo>
                <a:lnTo>
                  <a:pt x="18422" y="15055"/>
                </a:lnTo>
                <a:lnTo>
                  <a:pt x="18389" y="15578"/>
                </a:lnTo>
                <a:lnTo>
                  <a:pt x="18519" y="16036"/>
                </a:lnTo>
                <a:lnTo>
                  <a:pt x="18681" y="16691"/>
                </a:lnTo>
                <a:lnTo>
                  <a:pt x="18616" y="17215"/>
                </a:lnTo>
                <a:lnTo>
                  <a:pt x="18616" y="18196"/>
                </a:lnTo>
                <a:lnTo>
                  <a:pt x="18357" y="19898"/>
                </a:lnTo>
                <a:lnTo>
                  <a:pt x="18357" y="20487"/>
                </a:lnTo>
                <a:lnTo>
                  <a:pt x="18032" y="21011"/>
                </a:lnTo>
                <a:lnTo>
                  <a:pt x="17773" y="20815"/>
                </a:lnTo>
                <a:lnTo>
                  <a:pt x="17578" y="21600"/>
                </a:lnTo>
                <a:lnTo>
                  <a:pt x="17514" y="21142"/>
                </a:lnTo>
                <a:lnTo>
                  <a:pt x="17578" y="20815"/>
                </a:lnTo>
                <a:lnTo>
                  <a:pt x="17416" y="20160"/>
                </a:lnTo>
                <a:lnTo>
                  <a:pt x="17805" y="20029"/>
                </a:lnTo>
                <a:lnTo>
                  <a:pt x="17870" y="19244"/>
                </a:lnTo>
                <a:lnTo>
                  <a:pt x="17805" y="18655"/>
                </a:lnTo>
                <a:lnTo>
                  <a:pt x="17903" y="18327"/>
                </a:lnTo>
                <a:lnTo>
                  <a:pt x="17676" y="17804"/>
                </a:lnTo>
                <a:lnTo>
                  <a:pt x="17319" y="18589"/>
                </a:lnTo>
                <a:lnTo>
                  <a:pt x="17222" y="18524"/>
                </a:lnTo>
                <a:lnTo>
                  <a:pt x="16930" y="18458"/>
                </a:lnTo>
                <a:lnTo>
                  <a:pt x="16865" y="18065"/>
                </a:lnTo>
                <a:lnTo>
                  <a:pt x="16443" y="17869"/>
                </a:lnTo>
                <a:lnTo>
                  <a:pt x="16281" y="18131"/>
                </a:lnTo>
                <a:lnTo>
                  <a:pt x="15989" y="17411"/>
                </a:lnTo>
                <a:lnTo>
                  <a:pt x="15730" y="16495"/>
                </a:lnTo>
                <a:lnTo>
                  <a:pt x="15470" y="16495"/>
                </a:lnTo>
                <a:lnTo>
                  <a:pt x="15211" y="16298"/>
                </a:lnTo>
                <a:lnTo>
                  <a:pt x="14919" y="16495"/>
                </a:lnTo>
                <a:lnTo>
                  <a:pt x="14659" y="16953"/>
                </a:lnTo>
                <a:lnTo>
                  <a:pt x="14886" y="17018"/>
                </a:lnTo>
                <a:lnTo>
                  <a:pt x="14692" y="18000"/>
                </a:lnTo>
                <a:lnTo>
                  <a:pt x="14724" y="18524"/>
                </a:lnTo>
                <a:lnTo>
                  <a:pt x="14497" y="18851"/>
                </a:lnTo>
                <a:lnTo>
                  <a:pt x="14173" y="18524"/>
                </a:lnTo>
                <a:lnTo>
                  <a:pt x="14011" y="18785"/>
                </a:lnTo>
                <a:lnTo>
                  <a:pt x="13849" y="18458"/>
                </a:lnTo>
                <a:lnTo>
                  <a:pt x="13459" y="18982"/>
                </a:lnTo>
                <a:lnTo>
                  <a:pt x="13038" y="19244"/>
                </a:lnTo>
                <a:lnTo>
                  <a:pt x="12681" y="18982"/>
                </a:lnTo>
                <a:lnTo>
                  <a:pt x="12649" y="18589"/>
                </a:lnTo>
                <a:lnTo>
                  <a:pt x="12454" y="18655"/>
                </a:lnTo>
                <a:lnTo>
                  <a:pt x="12227" y="18393"/>
                </a:lnTo>
                <a:lnTo>
                  <a:pt x="12000" y="18851"/>
                </a:lnTo>
                <a:lnTo>
                  <a:pt x="11805" y="18916"/>
                </a:lnTo>
                <a:lnTo>
                  <a:pt x="11676" y="18393"/>
                </a:lnTo>
                <a:lnTo>
                  <a:pt x="11643" y="18065"/>
                </a:lnTo>
                <a:lnTo>
                  <a:pt x="11286" y="17869"/>
                </a:lnTo>
                <a:lnTo>
                  <a:pt x="11059" y="17607"/>
                </a:lnTo>
                <a:lnTo>
                  <a:pt x="10995" y="18262"/>
                </a:lnTo>
                <a:lnTo>
                  <a:pt x="10670" y="18458"/>
                </a:lnTo>
                <a:lnTo>
                  <a:pt x="10897" y="18655"/>
                </a:lnTo>
                <a:lnTo>
                  <a:pt x="10703" y="18851"/>
                </a:lnTo>
                <a:lnTo>
                  <a:pt x="10151" y="18655"/>
                </a:lnTo>
                <a:lnTo>
                  <a:pt x="10086" y="18196"/>
                </a:lnTo>
                <a:lnTo>
                  <a:pt x="9632" y="17935"/>
                </a:lnTo>
                <a:lnTo>
                  <a:pt x="9276" y="18458"/>
                </a:lnTo>
                <a:lnTo>
                  <a:pt x="8822" y="18458"/>
                </a:lnTo>
                <a:lnTo>
                  <a:pt x="8303" y="18065"/>
                </a:lnTo>
                <a:lnTo>
                  <a:pt x="8238" y="17345"/>
                </a:lnTo>
                <a:lnTo>
                  <a:pt x="7816" y="17084"/>
                </a:lnTo>
                <a:lnTo>
                  <a:pt x="7849" y="16822"/>
                </a:lnTo>
                <a:lnTo>
                  <a:pt x="7557" y="16822"/>
                </a:lnTo>
                <a:lnTo>
                  <a:pt x="7557" y="15971"/>
                </a:lnTo>
                <a:lnTo>
                  <a:pt x="7362" y="15251"/>
                </a:lnTo>
                <a:lnTo>
                  <a:pt x="7395" y="14793"/>
                </a:lnTo>
                <a:lnTo>
                  <a:pt x="7265" y="14662"/>
                </a:lnTo>
                <a:lnTo>
                  <a:pt x="6973" y="14858"/>
                </a:lnTo>
                <a:lnTo>
                  <a:pt x="6811" y="14269"/>
                </a:lnTo>
                <a:lnTo>
                  <a:pt x="6681" y="14335"/>
                </a:lnTo>
                <a:lnTo>
                  <a:pt x="6714" y="14073"/>
                </a:lnTo>
                <a:lnTo>
                  <a:pt x="6486" y="14073"/>
                </a:lnTo>
                <a:lnTo>
                  <a:pt x="6616" y="13287"/>
                </a:lnTo>
                <a:lnTo>
                  <a:pt x="6195" y="13025"/>
                </a:lnTo>
                <a:lnTo>
                  <a:pt x="6065" y="13222"/>
                </a:lnTo>
                <a:lnTo>
                  <a:pt x="6000" y="12895"/>
                </a:lnTo>
                <a:lnTo>
                  <a:pt x="5514" y="12764"/>
                </a:lnTo>
                <a:lnTo>
                  <a:pt x="5254" y="12305"/>
                </a:lnTo>
                <a:lnTo>
                  <a:pt x="4995" y="12567"/>
                </a:lnTo>
                <a:lnTo>
                  <a:pt x="5157" y="12829"/>
                </a:lnTo>
                <a:lnTo>
                  <a:pt x="4541" y="13091"/>
                </a:lnTo>
                <a:lnTo>
                  <a:pt x="4703" y="13484"/>
                </a:lnTo>
                <a:lnTo>
                  <a:pt x="4541" y="13811"/>
                </a:lnTo>
                <a:lnTo>
                  <a:pt x="4314" y="13549"/>
                </a:lnTo>
                <a:lnTo>
                  <a:pt x="4086" y="13549"/>
                </a:lnTo>
                <a:lnTo>
                  <a:pt x="4151" y="13091"/>
                </a:lnTo>
                <a:lnTo>
                  <a:pt x="3892" y="12698"/>
                </a:lnTo>
                <a:lnTo>
                  <a:pt x="3665" y="12764"/>
                </a:lnTo>
                <a:lnTo>
                  <a:pt x="3470" y="12305"/>
                </a:lnTo>
                <a:lnTo>
                  <a:pt x="3503" y="11847"/>
                </a:lnTo>
                <a:lnTo>
                  <a:pt x="3308" y="11193"/>
                </a:lnTo>
                <a:lnTo>
                  <a:pt x="2886" y="11193"/>
                </a:lnTo>
                <a:lnTo>
                  <a:pt x="2757" y="10996"/>
                </a:lnTo>
                <a:lnTo>
                  <a:pt x="2659" y="11193"/>
                </a:lnTo>
                <a:lnTo>
                  <a:pt x="2497" y="11193"/>
                </a:lnTo>
                <a:lnTo>
                  <a:pt x="2530" y="10735"/>
                </a:lnTo>
                <a:lnTo>
                  <a:pt x="2173" y="10865"/>
                </a:lnTo>
                <a:lnTo>
                  <a:pt x="2205" y="11127"/>
                </a:lnTo>
                <a:lnTo>
                  <a:pt x="2043" y="11062"/>
                </a:lnTo>
                <a:lnTo>
                  <a:pt x="1978" y="11520"/>
                </a:lnTo>
                <a:lnTo>
                  <a:pt x="2043" y="11782"/>
                </a:lnTo>
                <a:lnTo>
                  <a:pt x="1978" y="12109"/>
                </a:lnTo>
                <a:lnTo>
                  <a:pt x="1978" y="12436"/>
                </a:lnTo>
                <a:lnTo>
                  <a:pt x="1784" y="12764"/>
                </a:lnTo>
                <a:lnTo>
                  <a:pt x="1362" y="12698"/>
                </a:lnTo>
                <a:lnTo>
                  <a:pt x="1200" y="12436"/>
                </a:lnTo>
                <a:lnTo>
                  <a:pt x="1200" y="13091"/>
                </a:lnTo>
                <a:lnTo>
                  <a:pt x="941" y="13549"/>
                </a:lnTo>
                <a:lnTo>
                  <a:pt x="941" y="13876"/>
                </a:lnTo>
                <a:lnTo>
                  <a:pt x="811" y="14204"/>
                </a:lnTo>
                <a:lnTo>
                  <a:pt x="519" y="13615"/>
                </a:lnTo>
                <a:lnTo>
                  <a:pt x="227" y="12044"/>
                </a:lnTo>
                <a:lnTo>
                  <a:pt x="0" y="11193"/>
                </a:lnTo>
                <a:lnTo>
                  <a:pt x="65" y="9753"/>
                </a:lnTo>
                <a:lnTo>
                  <a:pt x="162" y="9164"/>
                </a:lnTo>
                <a:lnTo>
                  <a:pt x="259" y="9425"/>
                </a:lnTo>
                <a:lnTo>
                  <a:pt x="486" y="9164"/>
                </a:lnTo>
                <a:lnTo>
                  <a:pt x="973" y="9556"/>
                </a:lnTo>
                <a:lnTo>
                  <a:pt x="746" y="9098"/>
                </a:lnTo>
                <a:lnTo>
                  <a:pt x="973" y="9098"/>
                </a:lnTo>
                <a:lnTo>
                  <a:pt x="1070" y="9360"/>
                </a:lnTo>
                <a:lnTo>
                  <a:pt x="1395" y="8836"/>
                </a:lnTo>
                <a:lnTo>
                  <a:pt x="1362" y="8313"/>
                </a:lnTo>
                <a:lnTo>
                  <a:pt x="1330" y="7985"/>
                </a:lnTo>
                <a:lnTo>
                  <a:pt x="1362" y="7789"/>
                </a:lnTo>
                <a:lnTo>
                  <a:pt x="1200" y="7527"/>
                </a:lnTo>
                <a:lnTo>
                  <a:pt x="1200" y="7331"/>
                </a:lnTo>
                <a:lnTo>
                  <a:pt x="1297" y="7004"/>
                </a:lnTo>
                <a:lnTo>
                  <a:pt x="1459" y="6218"/>
                </a:lnTo>
                <a:lnTo>
                  <a:pt x="1297" y="5564"/>
                </a:lnTo>
                <a:lnTo>
                  <a:pt x="1557" y="5171"/>
                </a:lnTo>
                <a:lnTo>
                  <a:pt x="1654" y="5498"/>
                </a:lnTo>
                <a:lnTo>
                  <a:pt x="1784" y="5302"/>
                </a:lnTo>
                <a:lnTo>
                  <a:pt x="1751" y="4975"/>
                </a:lnTo>
                <a:lnTo>
                  <a:pt x="1914" y="4320"/>
                </a:lnTo>
                <a:lnTo>
                  <a:pt x="2076" y="4451"/>
                </a:lnTo>
                <a:lnTo>
                  <a:pt x="1978" y="3338"/>
                </a:lnTo>
                <a:lnTo>
                  <a:pt x="2205" y="3338"/>
                </a:lnTo>
                <a:lnTo>
                  <a:pt x="2303" y="2945"/>
                </a:lnTo>
                <a:lnTo>
                  <a:pt x="2595" y="2684"/>
                </a:lnTo>
                <a:lnTo>
                  <a:pt x="2886" y="2684"/>
                </a:lnTo>
                <a:lnTo>
                  <a:pt x="3146" y="2945"/>
                </a:lnTo>
                <a:lnTo>
                  <a:pt x="3146" y="3076"/>
                </a:lnTo>
                <a:lnTo>
                  <a:pt x="3276" y="2880"/>
                </a:lnTo>
                <a:lnTo>
                  <a:pt x="3146" y="2815"/>
                </a:lnTo>
                <a:lnTo>
                  <a:pt x="3341" y="2487"/>
                </a:lnTo>
                <a:lnTo>
                  <a:pt x="4054" y="2618"/>
                </a:lnTo>
                <a:lnTo>
                  <a:pt x="4151" y="2291"/>
                </a:lnTo>
                <a:lnTo>
                  <a:pt x="4378" y="1964"/>
                </a:lnTo>
                <a:lnTo>
                  <a:pt x="4443" y="1767"/>
                </a:lnTo>
                <a:lnTo>
                  <a:pt x="4832" y="1244"/>
                </a:lnTo>
                <a:lnTo>
                  <a:pt x="5092" y="1113"/>
                </a:lnTo>
                <a:lnTo>
                  <a:pt x="5286" y="589"/>
                </a:lnTo>
                <a:lnTo>
                  <a:pt x="5805" y="785"/>
                </a:lnTo>
                <a:lnTo>
                  <a:pt x="5935" y="1702"/>
                </a:lnTo>
                <a:lnTo>
                  <a:pt x="5870" y="2291"/>
                </a:lnTo>
                <a:lnTo>
                  <a:pt x="5903" y="2945"/>
                </a:lnTo>
                <a:lnTo>
                  <a:pt x="5773" y="3338"/>
                </a:lnTo>
                <a:lnTo>
                  <a:pt x="5351" y="3338"/>
                </a:lnTo>
                <a:lnTo>
                  <a:pt x="5189" y="3207"/>
                </a:lnTo>
                <a:lnTo>
                  <a:pt x="5319" y="2815"/>
                </a:lnTo>
                <a:lnTo>
                  <a:pt x="5189" y="2618"/>
                </a:lnTo>
                <a:lnTo>
                  <a:pt x="5222" y="1898"/>
                </a:lnTo>
                <a:lnTo>
                  <a:pt x="5059" y="1964"/>
                </a:lnTo>
                <a:lnTo>
                  <a:pt x="5059" y="2422"/>
                </a:lnTo>
                <a:lnTo>
                  <a:pt x="4832" y="2684"/>
                </a:lnTo>
                <a:lnTo>
                  <a:pt x="4670" y="3011"/>
                </a:lnTo>
                <a:lnTo>
                  <a:pt x="4735" y="3731"/>
                </a:lnTo>
                <a:lnTo>
                  <a:pt x="4897" y="3665"/>
                </a:lnTo>
                <a:lnTo>
                  <a:pt x="4897" y="3142"/>
                </a:lnTo>
                <a:lnTo>
                  <a:pt x="5027" y="3207"/>
                </a:lnTo>
                <a:lnTo>
                  <a:pt x="5124" y="4058"/>
                </a:lnTo>
                <a:lnTo>
                  <a:pt x="5319" y="3665"/>
                </a:lnTo>
                <a:lnTo>
                  <a:pt x="5708" y="3731"/>
                </a:lnTo>
                <a:lnTo>
                  <a:pt x="5805" y="4189"/>
                </a:lnTo>
                <a:lnTo>
                  <a:pt x="5968" y="4058"/>
                </a:lnTo>
                <a:lnTo>
                  <a:pt x="5968" y="3665"/>
                </a:lnTo>
                <a:lnTo>
                  <a:pt x="6130" y="3665"/>
                </a:lnTo>
                <a:lnTo>
                  <a:pt x="6292" y="3338"/>
                </a:lnTo>
                <a:lnTo>
                  <a:pt x="6389" y="3469"/>
                </a:lnTo>
                <a:lnTo>
                  <a:pt x="6162" y="3862"/>
                </a:lnTo>
                <a:lnTo>
                  <a:pt x="6032" y="4124"/>
                </a:lnTo>
                <a:lnTo>
                  <a:pt x="6195" y="4516"/>
                </a:lnTo>
                <a:lnTo>
                  <a:pt x="6292" y="4320"/>
                </a:lnTo>
                <a:lnTo>
                  <a:pt x="6584" y="4385"/>
                </a:lnTo>
                <a:lnTo>
                  <a:pt x="6908" y="4451"/>
                </a:lnTo>
                <a:lnTo>
                  <a:pt x="7070" y="4451"/>
                </a:lnTo>
                <a:lnTo>
                  <a:pt x="7168" y="4778"/>
                </a:lnTo>
                <a:lnTo>
                  <a:pt x="7070" y="5171"/>
                </a:lnTo>
                <a:lnTo>
                  <a:pt x="7557" y="5367"/>
                </a:lnTo>
                <a:lnTo>
                  <a:pt x="7784" y="5302"/>
                </a:lnTo>
                <a:lnTo>
                  <a:pt x="7686" y="4909"/>
                </a:lnTo>
                <a:lnTo>
                  <a:pt x="7881" y="4713"/>
                </a:lnTo>
                <a:lnTo>
                  <a:pt x="7751" y="4975"/>
                </a:lnTo>
                <a:lnTo>
                  <a:pt x="7816" y="5302"/>
                </a:lnTo>
                <a:lnTo>
                  <a:pt x="8011" y="5367"/>
                </a:lnTo>
                <a:lnTo>
                  <a:pt x="8303" y="6218"/>
                </a:lnTo>
                <a:lnTo>
                  <a:pt x="8270" y="6611"/>
                </a:lnTo>
                <a:lnTo>
                  <a:pt x="8400" y="6938"/>
                </a:lnTo>
                <a:lnTo>
                  <a:pt x="8497" y="6480"/>
                </a:lnTo>
                <a:lnTo>
                  <a:pt x="8497" y="6022"/>
                </a:lnTo>
                <a:lnTo>
                  <a:pt x="8400" y="5891"/>
                </a:lnTo>
                <a:lnTo>
                  <a:pt x="8627" y="5433"/>
                </a:lnTo>
                <a:lnTo>
                  <a:pt x="8822" y="5236"/>
                </a:lnTo>
                <a:lnTo>
                  <a:pt x="9049" y="4713"/>
                </a:lnTo>
                <a:lnTo>
                  <a:pt x="9211" y="4844"/>
                </a:lnTo>
                <a:lnTo>
                  <a:pt x="9341" y="4975"/>
                </a:lnTo>
                <a:lnTo>
                  <a:pt x="9308" y="5302"/>
                </a:lnTo>
                <a:lnTo>
                  <a:pt x="9211" y="5498"/>
                </a:lnTo>
                <a:lnTo>
                  <a:pt x="9081" y="6022"/>
                </a:lnTo>
                <a:lnTo>
                  <a:pt x="8984" y="6545"/>
                </a:lnTo>
                <a:lnTo>
                  <a:pt x="8822" y="6873"/>
                </a:lnTo>
                <a:lnTo>
                  <a:pt x="8627" y="7724"/>
                </a:lnTo>
                <a:lnTo>
                  <a:pt x="8303" y="7789"/>
                </a:lnTo>
                <a:lnTo>
                  <a:pt x="8692" y="7985"/>
                </a:lnTo>
                <a:lnTo>
                  <a:pt x="8919" y="7789"/>
                </a:lnTo>
                <a:lnTo>
                  <a:pt x="9049" y="7200"/>
                </a:lnTo>
                <a:lnTo>
                  <a:pt x="9211" y="7462"/>
                </a:lnTo>
                <a:lnTo>
                  <a:pt x="9211" y="8182"/>
                </a:lnTo>
                <a:lnTo>
                  <a:pt x="9341" y="7265"/>
                </a:lnTo>
                <a:lnTo>
                  <a:pt x="9146" y="7069"/>
                </a:lnTo>
                <a:lnTo>
                  <a:pt x="9049" y="6807"/>
                </a:lnTo>
                <a:lnTo>
                  <a:pt x="9146" y="6349"/>
                </a:lnTo>
                <a:lnTo>
                  <a:pt x="9276" y="6087"/>
                </a:lnTo>
                <a:lnTo>
                  <a:pt x="9178" y="5760"/>
                </a:lnTo>
                <a:lnTo>
                  <a:pt x="9632" y="5236"/>
                </a:lnTo>
                <a:lnTo>
                  <a:pt x="9438" y="6153"/>
                </a:lnTo>
                <a:lnTo>
                  <a:pt x="9535" y="6153"/>
                </a:lnTo>
                <a:lnTo>
                  <a:pt x="9892" y="5695"/>
                </a:lnTo>
                <a:lnTo>
                  <a:pt x="10054" y="6218"/>
                </a:lnTo>
                <a:lnTo>
                  <a:pt x="10119" y="6349"/>
                </a:lnTo>
                <a:lnTo>
                  <a:pt x="10054" y="6545"/>
                </a:lnTo>
                <a:lnTo>
                  <a:pt x="10022" y="6938"/>
                </a:lnTo>
                <a:lnTo>
                  <a:pt x="10151" y="7069"/>
                </a:lnTo>
                <a:lnTo>
                  <a:pt x="10184" y="6676"/>
                </a:lnTo>
                <a:lnTo>
                  <a:pt x="10184" y="6153"/>
                </a:lnTo>
                <a:lnTo>
                  <a:pt x="10086" y="5564"/>
                </a:lnTo>
                <a:lnTo>
                  <a:pt x="10216" y="5302"/>
                </a:lnTo>
                <a:lnTo>
                  <a:pt x="10541" y="5302"/>
                </a:lnTo>
                <a:lnTo>
                  <a:pt x="10670" y="5498"/>
                </a:lnTo>
                <a:lnTo>
                  <a:pt x="10703" y="4909"/>
                </a:lnTo>
                <a:lnTo>
                  <a:pt x="10995" y="4647"/>
                </a:lnTo>
                <a:lnTo>
                  <a:pt x="11286" y="4647"/>
                </a:lnTo>
                <a:lnTo>
                  <a:pt x="11449" y="4451"/>
                </a:lnTo>
                <a:lnTo>
                  <a:pt x="11578" y="4647"/>
                </a:lnTo>
                <a:lnTo>
                  <a:pt x="12032" y="4320"/>
                </a:lnTo>
                <a:lnTo>
                  <a:pt x="12065" y="3862"/>
                </a:lnTo>
                <a:lnTo>
                  <a:pt x="12292" y="3796"/>
                </a:lnTo>
                <a:lnTo>
                  <a:pt x="12292" y="4058"/>
                </a:lnTo>
                <a:lnTo>
                  <a:pt x="12714" y="4189"/>
                </a:lnTo>
                <a:lnTo>
                  <a:pt x="12746" y="4451"/>
                </a:lnTo>
                <a:lnTo>
                  <a:pt x="12908" y="4516"/>
                </a:lnTo>
                <a:lnTo>
                  <a:pt x="12616" y="5433"/>
                </a:lnTo>
                <a:lnTo>
                  <a:pt x="12811" y="6022"/>
                </a:lnTo>
                <a:lnTo>
                  <a:pt x="13103" y="5629"/>
                </a:lnTo>
                <a:lnTo>
                  <a:pt x="13427" y="5760"/>
                </a:lnTo>
                <a:lnTo>
                  <a:pt x="13557" y="6153"/>
                </a:lnTo>
                <a:lnTo>
                  <a:pt x="13686" y="5956"/>
                </a:lnTo>
                <a:lnTo>
                  <a:pt x="13816" y="5956"/>
                </a:lnTo>
                <a:lnTo>
                  <a:pt x="13849" y="5629"/>
                </a:lnTo>
                <a:lnTo>
                  <a:pt x="14011" y="5367"/>
                </a:lnTo>
                <a:lnTo>
                  <a:pt x="14205" y="5564"/>
                </a:lnTo>
                <a:lnTo>
                  <a:pt x="14432" y="5629"/>
                </a:lnTo>
                <a:lnTo>
                  <a:pt x="14432" y="6284"/>
                </a:lnTo>
                <a:lnTo>
                  <a:pt x="14724" y="6545"/>
                </a:lnTo>
                <a:lnTo>
                  <a:pt x="14757" y="5956"/>
                </a:lnTo>
                <a:lnTo>
                  <a:pt x="14951" y="6153"/>
                </a:lnTo>
                <a:lnTo>
                  <a:pt x="15081" y="5760"/>
                </a:lnTo>
                <a:lnTo>
                  <a:pt x="15341" y="5629"/>
                </a:lnTo>
                <a:lnTo>
                  <a:pt x="15405" y="5564"/>
                </a:lnTo>
                <a:lnTo>
                  <a:pt x="15341" y="5171"/>
                </a:lnTo>
                <a:lnTo>
                  <a:pt x="15405" y="5040"/>
                </a:lnTo>
                <a:lnTo>
                  <a:pt x="15762" y="4647"/>
                </a:lnTo>
                <a:lnTo>
                  <a:pt x="15957" y="4975"/>
                </a:lnTo>
                <a:lnTo>
                  <a:pt x="15989" y="4320"/>
                </a:lnTo>
                <a:lnTo>
                  <a:pt x="16216" y="4582"/>
                </a:lnTo>
                <a:lnTo>
                  <a:pt x="16378" y="4451"/>
                </a:lnTo>
                <a:lnTo>
                  <a:pt x="16443" y="4647"/>
                </a:lnTo>
                <a:lnTo>
                  <a:pt x="16670" y="4647"/>
                </a:lnTo>
                <a:lnTo>
                  <a:pt x="16897" y="4189"/>
                </a:lnTo>
                <a:lnTo>
                  <a:pt x="17059" y="3665"/>
                </a:lnTo>
                <a:lnTo>
                  <a:pt x="17286" y="3731"/>
                </a:lnTo>
                <a:lnTo>
                  <a:pt x="17578" y="4255"/>
                </a:lnTo>
                <a:lnTo>
                  <a:pt x="17643" y="3993"/>
                </a:lnTo>
                <a:lnTo>
                  <a:pt x="17611" y="3665"/>
                </a:lnTo>
                <a:lnTo>
                  <a:pt x="17838" y="3207"/>
                </a:lnTo>
                <a:lnTo>
                  <a:pt x="18130" y="2945"/>
                </a:lnTo>
                <a:lnTo>
                  <a:pt x="18357" y="2880"/>
                </a:lnTo>
                <a:lnTo>
                  <a:pt x="18389" y="2553"/>
                </a:lnTo>
                <a:lnTo>
                  <a:pt x="18130" y="2291"/>
                </a:lnTo>
                <a:lnTo>
                  <a:pt x="18422" y="1375"/>
                </a:lnTo>
                <a:lnTo>
                  <a:pt x="18649" y="1440"/>
                </a:lnTo>
                <a:lnTo>
                  <a:pt x="19038" y="916"/>
                </a:lnTo>
                <a:lnTo>
                  <a:pt x="19168" y="982"/>
                </a:lnTo>
                <a:lnTo>
                  <a:pt x="19557" y="589"/>
                </a:lnTo>
                <a:lnTo>
                  <a:pt x="19881" y="720"/>
                </a:lnTo>
                <a:lnTo>
                  <a:pt x="19784" y="327"/>
                </a:lnTo>
                <a:close/>
                <a:moveTo>
                  <a:pt x="18357" y="0"/>
                </a:moveTo>
                <a:lnTo>
                  <a:pt x="18486" y="131"/>
                </a:lnTo>
                <a:lnTo>
                  <a:pt x="18454" y="655"/>
                </a:lnTo>
                <a:lnTo>
                  <a:pt x="18422" y="916"/>
                </a:lnTo>
                <a:lnTo>
                  <a:pt x="18195" y="785"/>
                </a:lnTo>
                <a:lnTo>
                  <a:pt x="18195" y="458"/>
                </a:lnTo>
                <a:close/>
              </a:path>
            </a:pathLst>
          </a:custGeom>
          <a:solidFill>
            <a:srgbClr val="FFFFFF"/>
          </a:solidFill>
          <a:ln w="3175">
            <a:miter lim="400000"/>
          </a:ln>
        </p:spPr>
        <p:txBody>
          <a:bodyPr lIns="60959" tIns="60959" rIns="60959" bIns="60959" anchor="ctr"/>
          <a:lstStyle/>
          <a:p>
            <a:pPr defTabSz="914400">
              <a:defRPr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8" name="Shape 188"/>
          <p:cNvSpPr/>
          <p:nvPr/>
        </p:nvSpPr>
        <p:spPr>
          <a:xfrm>
            <a:off x="1017374" y="10681054"/>
            <a:ext cx="50801" cy="63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16200" y="21600"/>
                </a:lnTo>
                <a:lnTo>
                  <a:pt x="5400" y="15120"/>
                </a:lnTo>
                <a:lnTo>
                  <a:pt x="0" y="2160"/>
                </a:lnTo>
                <a:lnTo>
                  <a:pt x="21600" y="0"/>
                </a:lnTo>
                <a:close/>
              </a:path>
            </a:pathLst>
          </a:custGeom>
          <a:solidFill>
            <a:srgbClr val="2F2F34"/>
          </a:solidFill>
          <a:ln w="3175">
            <a:miter lim="400000"/>
          </a:ln>
        </p:spPr>
        <p:txBody>
          <a:bodyPr lIns="60959" tIns="60959" rIns="60959" bIns="60959" anchor="ctr"/>
          <a:lstStyle/>
          <a:p>
            <a:pPr defTabSz="914400">
              <a:defRPr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99" name="Group 199"/>
          <p:cNvGrpSpPr/>
          <p:nvPr/>
        </p:nvGrpSpPr>
        <p:grpSpPr>
          <a:xfrm>
            <a:off x="11460528" y="5496125"/>
            <a:ext cx="1902626" cy="2252883"/>
            <a:chOff x="0" y="0"/>
            <a:chExt cx="1902625" cy="2252881"/>
          </a:xfrm>
        </p:grpSpPr>
        <p:sp>
          <p:nvSpPr>
            <p:cNvPr id="189" name="Shape 189"/>
            <p:cNvSpPr/>
            <p:nvPr/>
          </p:nvSpPr>
          <p:spPr>
            <a:xfrm>
              <a:off x="1271299" y="0"/>
              <a:ext cx="631327" cy="6226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6066" y="12450"/>
                  </a:moveTo>
                  <a:lnTo>
                    <a:pt x="6066" y="10950"/>
                  </a:lnTo>
                  <a:lnTo>
                    <a:pt x="6362" y="10350"/>
                  </a:lnTo>
                  <a:lnTo>
                    <a:pt x="5918" y="9450"/>
                  </a:lnTo>
                  <a:lnTo>
                    <a:pt x="6658" y="8550"/>
                  </a:lnTo>
                  <a:lnTo>
                    <a:pt x="6658" y="7050"/>
                  </a:lnTo>
                  <a:lnTo>
                    <a:pt x="6953" y="6450"/>
                  </a:lnTo>
                  <a:lnTo>
                    <a:pt x="6805" y="3600"/>
                  </a:lnTo>
                  <a:lnTo>
                    <a:pt x="6066" y="300"/>
                  </a:lnTo>
                  <a:lnTo>
                    <a:pt x="6805" y="300"/>
                  </a:lnTo>
                  <a:lnTo>
                    <a:pt x="7545" y="0"/>
                  </a:lnTo>
                  <a:lnTo>
                    <a:pt x="8877" y="1200"/>
                  </a:lnTo>
                  <a:lnTo>
                    <a:pt x="12871" y="6300"/>
                  </a:lnTo>
                  <a:lnTo>
                    <a:pt x="14499" y="6600"/>
                  </a:lnTo>
                  <a:lnTo>
                    <a:pt x="16126" y="7500"/>
                  </a:lnTo>
                  <a:lnTo>
                    <a:pt x="17458" y="7650"/>
                  </a:lnTo>
                  <a:lnTo>
                    <a:pt x="18937" y="6900"/>
                  </a:lnTo>
                  <a:lnTo>
                    <a:pt x="19825" y="5250"/>
                  </a:lnTo>
                  <a:lnTo>
                    <a:pt x="20268" y="5250"/>
                  </a:lnTo>
                  <a:lnTo>
                    <a:pt x="19825" y="6900"/>
                  </a:lnTo>
                  <a:lnTo>
                    <a:pt x="18937" y="7050"/>
                  </a:lnTo>
                  <a:lnTo>
                    <a:pt x="18937" y="8850"/>
                  </a:lnTo>
                  <a:lnTo>
                    <a:pt x="19529" y="9300"/>
                  </a:lnTo>
                  <a:lnTo>
                    <a:pt x="20268" y="10500"/>
                  </a:lnTo>
                  <a:lnTo>
                    <a:pt x="21008" y="9600"/>
                  </a:lnTo>
                  <a:lnTo>
                    <a:pt x="21600" y="10500"/>
                  </a:lnTo>
                  <a:lnTo>
                    <a:pt x="21452" y="11100"/>
                  </a:lnTo>
                  <a:lnTo>
                    <a:pt x="19381" y="11550"/>
                  </a:lnTo>
                  <a:lnTo>
                    <a:pt x="18197" y="12900"/>
                  </a:lnTo>
                  <a:lnTo>
                    <a:pt x="17014" y="13350"/>
                  </a:lnTo>
                  <a:lnTo>
                    <a:pt x="16126" y="12750"/>
                  </a:lnTo>
                  <a:lnTo>
                    <a:pt x="15386" y="13500"/>
                  </a:lnTo>
                  <a:lnTo>
                    <a:pt x="13167" y="16650"/>
                  </a:lnTo>
                  <a:lnTo>
                    <a:pt x="13611" y="17550"/>
                  </a:lnTo>
                  <a:lnTo>
                    <a:pt x="11836" y="17700"/>
                  </a:lnTo>
                  <a:lnTo>
                    <a:pt x="10060" y="16950"/>
                  </a:lnTo>
                  <a:lnTo>
                    <a:pt x="9173" y="15900"/>
                  </a:lnTo>
                  <a:lnTo>
                    <a:pt x="7841" y="15150"/>
                  </a:lnTo>
                  <a:lnTo>
                    <a:pt x="6658" y="15150"/>
                  </a:lnTo>
                  <a:lnTo>
                    <a:pt x="6066" y="16200"/>
                  </a:lnTo>
                  <a:lnTo>
                    <a:pt x="5178" y="16200"/>
                  </a:lnTo>
                  <a:lnTo>
                    <a:pt x="4290" y="16800"/>
                  </a:lnTo>
                  <a:lnTo>
                    <a:pt x="3699" y="15900"/>
                  </a:lnTo>
                  <a:lnTo>
                    <a:pt x="1923" y="16200"/>
                  </a:lnTo>
                  <a:lnTo>
                    <a:pt x="2515" y="18000"/>
                  </a:lnTo>
                  <a:lnTo>
                    <a:pt x="2811" y="17550"/>
                  </a:lnTo>
                  <a:lnTo>
                    <a:pt x="3847" y="18000"/>
                  </a:lnTo>
                  <a:lnTo>
                    <a:pt x="4290" y="18750"/>
                  </a:lnTo>
                  <a:lnTo>
                    <a:pt x="5326" y="18600"/>
                  </a:lnTo>
                  <a:lnTo>
                    <a:pt x="5326" y="19800"/>
                  </a:lnTo>
                  <a:lnTo>
                    <a:pt x="3847" y="19800"/>
                  </a:lnTo>
                  <a:lnTo>
                    <a:pt x="1775" y="21600"/>
                  </a:lnTo>
                  <a:lnTo>
                    <a:pt x="592" y="20400"/>
                  </a:lnTo>
                  <a:lnTo>
                    <a:pt x="1627" y="20250"/>
                  </a:lnTo>
                  <a:lnTo>
                    <a:pt x="2219" y="19350"/>
                  </a:lnTo>
                  <a:lnTo>
                    <a:pt x="0" y="16950"/>
                  </a:lnTo>
                  <a:lnTo>
                    <a:pt x="1036" y="16950"/>
                  </a:lnTo>
                  <a:lnTo>
                    <a:pt x="1184" y="16350"/>
                  </a:lnTo>
                  <a:lnTo>
                    <a:pt x="592" y="15300"/>
                  </a:lnTo>
                  <a:lnTo>
                    <a:pt x="2071" y="14400"/>
                  </a:lnTo>
                  <a:lnTo>
                    <a:pt x="1775" y="12450"/>
                  </a:lnTo>
                  <a:lnTo>
                    <a:pt x="2515" y="11250"/>
                  </a:lnTo>
                  <a:lnTo>
                    <a:pt x="3403" y="12000"/>
                  </a:lnTo>
                  <a:lnTo>
                    <a:pt x="4586" y="12450"/>
                  </a:lnTo>
                  <a:lnTo>
                    <a:pt x="6066" y="12450"/>
                  </a:lnTo>
                  <a:close/>
                </a:path>
              </a:pathLst>
            </a:custGeom>
            <a:solidFill>
              <a:srgbClr val="2F2F34"/>
            </a:solidFill>
            <a:ln w="3175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defTabSz="914400">
                <a:defRPr sz="2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90" name="Shape 190"/>
            <p:cNvSpPr/>
            <p:nvPr/>
          </p:nvSpPr>
          <p:spPr>
            <a:xfrm>
              <a:off x="216207" y="609704"/>
              <a:ext cx="1331839" cy="12107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847" y="1543"/>
                  </a:moveTo>
                  <a:lnTo>
                    <a:pt x="20057" y="1003"/>
                  </a:lnTo>
                  <a:lnTo>
                    <a:pt x="19917" y="540"/>
                  </a:lnTo>
                  <a:lnTo>
                    <a:pt x="19286" y="849"/>
                  </a:lnTo>
                  <a:lnTo>
                    <a:pt x="19426" y="0"/>
                  </a:lnTo>
                  <a:lnTo>
                    <a:pt x="19987" y="231"/>
                  </a:lnTo>
                  <a:lnTo>
                    <a:pt x="20268" y="77"/>
                  </a:lnTo>
                  <a:lnTo>
                    <a:pt x="20408" y="309"/>
                  </a:lnTo>
                  <a:lnTo>
                    <a:pt x="20268" y="1697"/>
                  </a:lnTo>
                  <a:lnTo>
                    <a:pt x="20758" y="2237"/>
                  </a:lnTo>
                  <a:lnTo>
                    <a:pt x="21109" y="3549"/>
                  </a:lnTo>
                  <a:lnTo>
                    <a:pt x="21600" y="4937"/>
                  </a:lnTo>
                  <a:lnTo>
                    <a:pt x="21109" y="6866"/>
                  </a:lnTo>
                  <a:lnTo>
                    <a:pt x="20758" y="7020"/>
                  </a:lnTo>
                  <a:lnTo>
                    <a:pt x="20829" y="8409"/>
                  </a:lnTo>
                  <a:lnTo>
                    <a:pt x="20618" y="8409"/>
                  </a:lnTo>
                  <a:lnTo>
                    <a:pt x="20408" y="7869"/>
                  </a:lnTo>
                  <a:lnTo>
                    <a:pt x="19987" y="8254"/>
                  </a:lnTo>
                  <a:lnTo>
                    <a:pt x="20057" y="11186"/>
                  </a:lnTo>
                  <a:lnTo>
                    <a:pt x="19636" y="12574"/>
                  </a:lnTo>
                  <a:lnTo>
                    <a:pt x="19145" y="12806"/>
                  </a:lnTo>
                  <a:lnTo>
                    <a:pt x="19636" y="14811"/>
                  </a:lnTo>
                  <a:lnTo>
                    <a:pt x="19847" y="14811"/>
                  </a:lnTo>
                  <a:lnTo>
                    <a:pt x="19847" y="15351"/>
                  </a:lnTo>
                  <a:lnTo>
                    <a:pt x="19075" y="15737"/>
                  </a:lnTo>
                  <a:lnTo>
                    <a:pt x="19145" y="16354"/>
                  </a:lnTo>
                  <a:lnTo>
                    <a:pt x="18304" y="17280"/>
                  </a:lnTo>
                  <a:lnTo>
                    <a:pt x="17813" y="16663"/>
                  </a:lnTo>
                  <a:lnTo>
                    <a:pt x="18374" y="15506"/>
                  </a:lnTo>
                  <a:lnTo>
                    <a:pt x="17182" y="15814"/>
                  </a:lnTo>
                  <a:lnTo>
                    <a:pt x="17603" y="16509"/>
                  </a:lnTo>
                  <a:lnTo>
                    <a:pt x="16831" y="16509"/>
                  </a:lnTo>
                  <a:lnTo>
                    <a:pt x="16551" y="17357"/>
                  </a:lnTo>
                  <a:lnTo>
                    <a:pt x="16410" y="17666"/>
                  </a:lnTo>
                  <a:lnTo>
                    <a:pt x="16340" y="18283"/>
                  </a:lnTo>
                  <a:lnTo>
                    <a:pt x="15990" y="18283"/>
                  </a:lnTo>
                  <a:lnTo>
                    <a:pt x="15709" y="17820"/>
                  </a:lnTo>
                  <a:lnTo>
                    <a:pt x="15990" y="17126"/>
                  </a:lnTo>
                  <a:lnTo>
                    <a:pt x="15849" y="17126"/>
                  </a:lnTo>
                  <a:lnTo>
                    <a:pt x="15148" y="17280"/>
                  </a:lnTo>
                  <a:lnTo>
                    <a:pt x="14727" y="18051"/>
                  </a:lnTo>
                  <a:lnTo>
                    <a:pt x="13956" y="18206"/>
                  </a:lnTo>
                  <a:lnTo>
                    <a:pt x="13675" y="17820"/>
                  </a:lnTo>
                  <a:lnTo>
                    <a:pt x="13184" y="18283"/>
                  </a:lnTo>
                  <a:lnTo>
                    <a:pt x="12273" y="18360"/>
                  </a:lnTo>
                  <a:lnTo>
                    <a:pt x="13114" y="17974"/>
                  </a:lnTo>
                  <a:lnTo>
                    <a:pt x="12974" y="17743"/>
                  </a:lnTo>
                  <a:lnTo>
                    <a:pt x="12132" y="17897"/>
                  </a:lnTo>
                  <a:lnTo>
                    <a:pt x="12203" y="17203"/>
                  </a:lnTo>
                  <a:lnTo>
                    <a:pt x="11642" y="17126"/>
                  </a:lnTo>
                  <a:lnTo>
                    <a:pt x="11642" y="17589"/>
                  </a:lnTo>
                  <a:lnTo>
                    <a:pt x="11361" y="18129"/>
                  </a:lnTo>
                  <a:lnTo>
                    <a:pt x="12203" y="18977"/>
                  </a:lnTo>
                  <a:lnTo>
                    <a:pt x="11852" y="19440"/>
                  </a:lnTo>
                  <a:lnTo>
                    <a:pt x="11221" y="19440"/>
                  </a:lnTo>
                  <a:lnTo>
                    <a:pt x="9888" y="21600"/>
                  </a:lnTo>
                  <a:lnTo>
                    <a:pt x="9538" y="21446"/>
                  </a:lnTo>
                  <a:lnTo>
                    <a:pt x="9608" y="21137"/>
                  </a:lnTo>
                  <a:lnTo>
                    <a:pt x="9187" y="21137"/>
                  </a:lnTo>
                  <a:lnTo>
                    <a:pt x="8696" y="20057"/>
                  </a:lnTo>
                  <a:lnTo>
                    <a:pt x="8626" y="19749"/>
                  </a:lnTo>
                  <a:lnTo>
                    <a:pt x="8977" y="19517"/>
                  </a:lnTo>
                  <a:lnTo>
                    <a:pt x="8836" y="19286"/>
                  </a:lnTo>
                  <a:lnTo>
                    <a:pt x="8696" y="19131"/>
                  </a:lnTo>
                  <a:lnTo>
                    <a:pt x="8766" y="18746"/>
                  </a:lnTo>
                  <a:lnTo>
                    <a:pt x="9678" y="18437"/>
                  </a:lnTo>
                  <a:lnTo>
                    <a:pt x="9397" y="17974"/>
                  </a:lnTo>
                  <a:lnTo>
                    <a:pt x="8486" y="18129"/>
                  </a:lnTo>
                  <a:lnTo>
                    <a:pt x="8135" y="18977"/>
                  </a:lnTo>
                  <a:lnTo>
                    <a:pt x="7995" y="18977"/>
                  </a:lnTo>
                  <a:lnTo>
                    <a:pt x="8275" y="18129"/>
                  </a:lnTo>
                  <a:lnTo>
                    <a:pt x="7434" y="17743"/>
                  </a:lnTo>
                  <a:lnTo>
                    <a:pt x="7153" y="18129"/>
                  </a:lnTo>
                  <a:lnTo>
                    <a:pt x="6592" y="18129"/>
                  </a:lnTo>
                  <a:lnTo>
                    <a:pt x="6592" y="18514"/>
                  </a:lnTo>
                  <a:lnTo>
                    <a:pt x="6031" y="18669"/>
                  </a:lnTo>
                  <a:lnTo>
                    <a:pt x="5821" y="18283"/>
                  </a:lnTo>
                  <a:lnTo>
                    <a:pt x="5540" y="18669"/>
                  </a:lnTo>
                  <a:lnTo>
                    <a:pt x="4839" y="18669"/>
                  </a:lnTo>
                  <a:lnTo>
                    <a:pt x="4488" y="19131"/>
                  </a:lnTo>
                  <a:lnTo>
                    <a:pt x="3857" y="19054"/>
                  </a:lnTo>
                  <a:lnTo>
                    <a:pt x="3577" y="19131"/>
                  </a:lnTo>
                  <a:lnTo>
                    <a:pt x="3506" y="18669"/>
                  </a:lnTo>
                  <a:lnTo>
                    <a:pt x="2945" y="18669"/>
                  </a:lnTo>
                  <a:lnTo>
                    <a:pt x="2945" y="19286"/>
                  </a:lnTo>
                  <a:lnTo>
                    <a:pt x="2455" y="19980"/>
                  </a:lnTo>
                  <a:lnTo>
                    <a:pt x="1543" y="19440"/>
                  </a:lnTo>
                  <a:lnTo>
                    <a:pt x="1122" y="19749"/>
                  </a:lnTo>
                  <a:lnTo>
                    <a:pt x="631" y="19749"/>
                  </a:lnTo>
                  <a:lnTo>
                    <a:pt x="631" y="19363"/>
                  </a:lnTo>
                  <a:lnTo>
                    <a:pt x="0" y="19440"/>
                  </a:lnTo>
                  <a:lnTo>
                    <a:pt x="210" y="19131"/>
                  </a:lnTo>
                  <a:lnTo>
                    <a:pt x="210" y="18514"/>
                  </a:lnTo>
                  <a:lnTo>
                    <a:pt x="1122" y="18591"/>
                  </a:lnTo>
                  <a:lnTo>
                    <a:pt x="1613" y="17820"/>
                  </a:lnTo>
                  <a:lnTo>
                    <a:pt x="2244" y="17820"/>
                  </a:lnTo>
                  <a:lnTo>
                    <a:pt x="3787" y="16354"/>
                  </a:lnTo>
                  <a:lnTo>
                    <a:pt x="3787" y="15969"/>
                  </a:lnTo>
                  <a:lnTo>
                    <a:pt x="5049" y="15583"/>
                  </a:lnTo>
                  <a:lnTo>
                    <a:pt x="5119" y="16046"/>
                  </a:lnTo>
                  <a:lnTo>
                    <a:pt x="5751" y="15660"/>
                  </a:lnTo>
                  <a:lnTo>
                    <a:pt x="5961" y="15969"/>
                  </a:lnTo>
                  <a:lnTo>
                    <a:pt x="7153" y="15429"/>
                  </a:lnTo>
                  <a:lnTo>
                    <a:pt x="7995" y="15583"/>
                  </a:lnTo>
                  <a:lnTo>
                    <a:pt x="8275" y="15660"/>
                  </a:lnTo>
                  <a:lnTo>
                    <a:pt x="8906" y="15197"/>
                  </a:lnTo>
                  <a:lnTo>
                    <a:pt x="8906" y="15814"/>
                  </a:lnTo>
                  <a:lnTo>
                    <a:pt x="9187" y="15969"/>
                  </a:lnTo>
                  <a:lnTo>
                    <a:pt x="9397" y="15737"/>
                  </a:lnTo>
                  <a:lnTo>
                    <a:pt x="9748" y="16046"/>
                  </a:lnTo>
                  <a:lnTo>
                    <a:pt x="10660" y="15429"/>
                  </a:lnTo>
                  <a:lnTo>
                    <a:pt x="10379" y="14811"/>
                  </a:lnTo>
                  <a:lnTo>
                    <a:pt x="10449" y="14117"/>
                  </a:lnTo>
                  <a:lnTo>
                    <a:pt x="11151" y="13500"/>
                  </a:lnTo>
                  <a:lnTo>
                    <a:pt x="11922" y="12651"/>
                  </a:lnTo>
                  <a:lnTo>
                    <a:pt x="11782" y="11417"/>
                  </a:lnTo>
                  <a:lnTo>
                    <a:pt x="12062" y="10800"/>
                  </a:lnTo>
                  <a:lnTo>
                    <a:pt x="12623" y="10877"/>
                  </a:lnTo>
                  <a:lnTo>
                    <a:pt x="12974" y="10491"/>
                  </a:lnTo>
                  <a:lnTo>
                    <a:pt x="12764" y="11340"/>
                  </a:lnTo>
                  <a:lnTo>
                    <a:pt x="12203" y="11494"/>
                  </a:lnTo>
                  <a:lnTo>
                    <a:pt x="12203" y="11880"/>
                  </a:lnTo>
                  <a:lnTo>
                    <a:pt x="12553" y="11880"/>
                  </a:lnTo>
                  <a:lnTo>
                    <a:pt x="12273" y="12189"/>
                  </a:lnTo>
                  <a:lnTo>
                    <a:pt x="12904" y="12651"/>
                  </a:lnTo>
                  <a:lnTo>
                    <a:pt x="14727" y="11571"/>
                  </a:lnTo>
                  <a:lnTo>
                    <a:pt x="15639" y="10337"/>
                  </a:lnTo>
                  <a:lnTo>
                    <a:pt x="15919" y="10260"/>
                  </a:lnTo>
                  <a:lnTo>
                    <a:pt x="15779" y="9720"/>
                  </a:lnTo>
                  <a:lnTo>
                    <a:pt x="16831" y="8949"/>
                  </a:lnTo>
                  <a:lnTo>
                    <a:pt x="16901" y="7483"/>
                  </a:lnTo>
                  <a:lnTo>
                    <a:pt x="17673" y="7097"/>
                  </a:lnTo>
                  <a:lnTo>
                    <a:pt x="17532" y="5940"/>
                  </a:lnTo>
                  <a:lnTo>
                    <a:pt x="18023" y="5400"/>
                  </a:lnTo>
                  <a:lnTo>
                    <a:pt x="18094" y="4397"/>
                  </a:lnTo>
                  <a:lnTo>
                    <a:pt x="17182" y="4089"/>
                  </a:lnTo>
                  <a:lnTo>
                    <a:pt x="17813" y="3086"/>
                  </a:lnTo>
                  <a:lnTo>
                    <a:pt x="17532" y="2160"/>
                  </a:lnTo>
                  <a:lnTo>
                    <a:pt x="17673" y="1929"/>
                  </a:lnTo>
                  <a:lnTo>
                    <a:pt x="18094" y="1929"/>
                  </a:lnTo>
                  <a:lnTo>
                    <a:pt x="18374" y="1311"/>
                  </a:lnTo>
                  <a:lnTo>
                    <a:pt x="18234" y="926"/>
                  </a:lnTo>
                  <a:lnTo>
                    <a:pt x="18935" y="694"/>
                  </a:lnTo>
                  <a:lnTo>
                    <a:pt x="19075" y="1697"/>
                  </a:lnTo>
                  <a:lnTo>
                    <a:pt x="19075" y="1774"/>
                  </a:lnTo>
                  <a:lnTo>
                    <a:pt x="19426" y="1466"/>
                  </a:lnTo>
                  <a:lnTo>
                    <a:pt x="19847" y="1543"/>
                  </a:lnTo>
                  <a:close/>
                </a:path>
              </a:pathLst>
            </a:custGeom>
            <a:solidFill>
              <a:srgbClr val="2F2F34"/>
            </a:solidFill>
            <a:ln w="3175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defTabSz="914400">
                <a:defRPr sz="2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91" name="Shape 191"/>
            <p:cNvSpPr/>
            <p:nvPr/>
          </p:nvSpPr>
          <p:spPr>
            <a:xfrm>
              <a:off x="1106982" y="1085361"/>
              <a:ext cx="64863" cy="778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1520" y="21600"/>
                  </a:moveTo>
                  <a:lnTo>
                    <a:pt x="21600" y="8400"/>
                  </a:lnTo>
                  <a:lnTo>
                    <a:pt x="12960" y="8400"/>
                  </a:lnTo>
                  <a:lnTo>
                    <a:pt x="18720" y="0"/>
                  </a:lnTo>
                  <a:lnTo>
                    <a:pt x="11520" y="0"/>
                  </a:lnTo>
                  <a:lnTo>
                    <a:pt x="0" y="13200"/>
                  </a:lnTo>
                  <a:lnTo>
                    <a:pt x="10080" y="13200"/>
                  </a:lnTo>
                  <a:lnTo>
                    <a:pt x="11520" y="21600"/>
                  </a:lnTo>
                  <a:close/>
                </a:path>
              </a:pathLst>
            </a:custGeom>
            <a:solidFill>
              <a:srgbClr val="2F2F34"/>
            </a:solidFill>
            <a:ln w="3175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defTabSz="914400">
                <a:defRPr sz="2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92" name="Shape 192"/>
            <p:cNvSpPr/>
            <p:nvPr/>
          </p:nvSpPr>
          <p:spPr>
            <a:xfrm>
              <a:off x="531870" y="1370755"/>
              <a:ext cx="25946" cy="345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600" y="21600"/>
                  </a:moveTo>
                  <a:lnTo>
                    <a:pt x="21600" y="13500"/>
                  </a:lnTo>
                  <a:lnTo>
                    <a:pt x="14400" y="0"/>
                  </a:lnTo>
                  <a:lnTo>
                    <a:pt x="0" y="8100"/>
                  </a:lnTo>
                  <a:lnTo>
                    <a:pt x="3600" y="21600"/>
                  </a:lnTo>
                  <a:close/>
                </a:path>
              </a:pathLst>
            </a:custGeom>
            <a:solidFill>
              <a:srgbClr val="2F2F34"/>
            </a:solidFill>
            <a:ln w="3175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defTabSz="914400">
                <a:defRPr sz="2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93" name="Shape 193"/>
            <p:cNvSpPr/>
            <p:nvPr/>
          </p:nvSpPr>
          <p:spPr>
            <a:xfrm>
              <a:off x="389173" y="1660473"/>
              <a:ext cx="307015" cy="2378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780" y="21600"/>
                  </a:moveTo>
                  <a:lnTo>
                    <a:pt x="913" y="16495"/>
                  </a:lnTo>
                  <a:lnTo>
                    <a:pt x="2738" y="14531"/>
                  </a:lnTo>
                  <a:lnTo>
                    <a:pt x="2434" y="12960"/>
                  </a:lnTo>
                  <a:lnTo>
                    <a:pt x="0" y="13353"/>
                  </a:lnTo>
                  <a:lnTo>
                    <a:pt x="1521" y="10604"/>
                  </a:lnTo>
                  <a:lnTo>
                    <a:pt x="4259" y="9425"/>
                  </a:lnTo>
                  <a:lnTo>
                    <a:pt x="4868" y="5105"/>
                  </a:lnTo>
                  <a:lnTo>
                    <a:pt x="6693" y="3142"/>
                  </a:lnTo>
                  <a:lnTo>
                    <a:pt x="8823" y="5105"/>
                  </a:lnTo>
                  <a:lnTo>
                    <a:pt x="12777" y="4713"/>
                  </a:lnTo>
                  <a:lnTo>
                    <a:pt x="17037" y="0"/>
                  </a:lnTo>
                  <a:lnTo>
                    <a:pt x="20687" y="2749"/>
                  </a:lnTo>
                  <a:lnTo>
                    <a:pt x="20687" y="4713"/>
                  </a:lnTo>
                  <a:lnTo>
                    <a:pt x="21600" y="7462"/>
                  </a:lnTo>
                  <a:lnTo>
                    <a:pt x="20992" y="9818"/>
                  </a:lnTo>
                  <a:lnTo>
                    <a:pt x="18558" y="10604"/>
                  </a:lnTo>
                  <a:lnTo>
                    <a:pt x="17037" y="14531"/>
                  </a:lnTo>
                  <a:lnTo>
                    <a:pt x="14603" y="14531"/>
                  </a:lnTo>
                  <a:lnTo>
                    <a:pt x="15211" y="12567"/>
                  </a:lnTo>
                  <a:lnTo>
                    <a:pt x="10344" y="12567"/>
                  </a:lnTo>
                  <a:lnTo>
                    <a:pt x="7301" y="16887"/>
                  </a:lnTo>
                  <a:lnTo>
                    <a:pt x="6997" y="21207"/>
                  </a:lnTo>
                  <a:lnTo>
                    <a:pt x="5780" y="21600"/>
                  </a:lnTo>
                  <a:close/>
                </a:path>
              </a:pathLst>
            </a:custGeom>
            <a:solidFill>
              <a:srgbClr val="2F2F34"/>
            </a:solidFill>
            <a:ln w="3175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defTabSz="914400">
                <a:defRPr sz="2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94" name="Shape 194"/>
            <p:cNvSpPr/>
            <p:nvPr/>
          </p:nvSpPr>
          <p:spPr>
            <a:xfrm>
              <a:off x="56213" y="1703714"/>
              <a:ext cx="315664" cy="4280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1540" y="19418"/>
                  </a:moveTo>
                  <a:lnTo>
                    <a:pt x="11836" y="21164"/>
                  </a:lnTo>
                  <a:lnTo>
                    <a:pt x="7397" y="21600"/>
                  </a:lnTo>
                  <a:lnTo>
                    <a:pt x="9173" y="18327"/>
                  </a:lnTo>
                  <a:lnTo>
                    <a:pt x="8581" y="17673"/>
                  </a:lnTo>
                  <a:lnTo>
                    <a:pt x="6805" y="19200"/>
                  </a:lnTo>
                  <a:lnTo>
                    <a:pt x="6805" y="21382"/>
                  </a:lnTo>
                  <a:lnTo>
                    <a:pt x="4734" y="20073"/>
                  </a:lnTo>
                  <a:lnTo>
                    <a:pt x="5030" y="18764"/>
                  </a:lnTo>
                  <a:lnTo>
                    <a:pt x="4438" y="16800"/>
                  </a:lnTo>
                  <a:lnTo>
                    <a:pt x="3551" y="15709"/>
                  </a:lnTo>
                  <a:lnTo>
                    <a:pt x="5622" y="15927"/>
                  </a:lnTo>
                  <a:lnTo>
                    <a:pt x="4734" y="15491"/>
                  </a:lnTo>
                  <a:lnTo>
                    <a:pt x="4438" y="13964"/>
                  </a:lnTo>
                  <a:lnTo>
                    <a:pt x="7989" y="11127"/>
                  </a:lnTo>
                  <a:lnTo>
                    <a:pt x="8581" y="10473"/>
                  </a:lnTo>
                  <a:lnTo>
                    <a:pt x="7101" y="9164"/>
                  </a:lnTo>
                  <a:lnTo>
                    <a:pt x="7693" y="6982"/>
                  </a:lnTo>
                  <a:lnTo>
                    <a:pt x="6214" y="5455"/>
                  </a:lnTo>
                  <a:lnTo>
                    <a:pt x="5030" y="6982"/>
                  </a:lnTo>
                  <a:lnTo>
                    <a:pt x="5918" y="9382"/>
                  </a:lnTo>
                  <a:lnTo>
                    <a:pt x="1184" y="10036"/>
                  </a:lnTo>
                  <a:lnTo>
                    <a:pt x="2071" y="8945"/>
                  </a:lnTo>
                  <a:lnTo>
                    <a:pt x="0" y="6982"/>
                  </a:lnTo>
                  <a:lnTo>
                    <a:pt x="3255" y="5891"/>
                  </a:lnTo>
                  <a:lnTo>
                    <a:pt x="296" y="5236"/>
                  </a:lnTo>
                  <a:lnTo>
                    <a:pt x="888" y="3709"/>
                  </a:lnTo>
                  <a:lnTo>
                    <a:pt x="3255" y="4145"/>
                  </a:lnTo>
                  <a:lnTo>
                    <a:pt x="5030" y="2400"/>
                  </a:lnTo>
                  <a:lnTo>
                    <a:pt x="8581" y="2618"/>
                  </a:lnTo>
                  <a:lnTo>
                    <a:pt x="8877" y="655"/>
                  </a:lnTo>
                  <a:lnTo>
                    <a:pt x="9468" y="0"/>
                  </a:lnTo>
                  <a:lnTo>
                    <a:pt x="12427" y="873"/>
                  </a:lnTo>
                  <a:lnTo>
                    <a:pt x="13019" y="2836"/>
                  </a:lnTo>
                  <a:lnTo>
                    <a:pt x="15682" y="3491"/>
                  </a:lnTo>
                  <a:lnTo>
                    <a:pt x="18345" y="2836"/>
                  </a:lnTo>
                  <a:lnTo>
                    <a:pt x="19233" y="4582"/>
                  </a:lnTo>
                  <a:lnTo>
                    <a:pt x="16866" y="4582"/>
                  </a:lnTo>
                  <a:lnTo>
                    <a:pt x="16274" y="5673"/>
                  </a:lnTo>
                  <a:lnTo>
                    <a:pt x="18345" y="5673"/>
                  </a:lnTo>
                  <a:lnTo>
                    <a:pt x="21600" y="8073"/>
                  </a:lnTo>
                  <a:lnTo>
                    <a:pt x="20416" y="8945"/>
                  </a:lnTo>
                  <a:lnTo>
                    <a:pt x="20416" y="10036"/>
                  </a:lnTo>
                  <a:lnTo>
                    <a:pt x="18345" y="10473"/>
                  </a:lnTo>
                  <a:lnTo>
                    <a:pt x="18345" y="12000"/>
                  </a:lnTo>
                  <a:lnTo>
                    <a:pt x="16274" y="13964"/>
                  </a:lnTo>
                  <a:lnTo>
                    <a:pt x="15386" y="16145"/>
                  </a:lnTo>
                  <a:lnTo>
                    <a:pt x="14795" y="17891"/>
                  </a:lnTo>
                  <a:lnTo>
                    <a:pt x="14203" y="19855"/>
                  </a:lnTo>
                  <a:lnTo>
                    <a:pt x="11540" y="19418"/>
                  </a:lnTo>
                  <a:close/>
                </a:path>
              </a:pathLst>
            </a:custGeom>
            <a:solidFill>
              <a:srgbClr val="2F2F34"/>
            </a:solidFill>
            <a:ln w="3175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defTabSz="914400">
                <a:defRPr sz="2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95" name="Shape 195"/>
            <p:cNvSpPr/>
            <p:nvPr/>
          </p:nvSpPr>
          <p:spPr>
            <a:xfrm>
              <a:off x="0" y="1816142"/>
              <a:ext cx="8649" cy="432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2F2F34"/>
            </a:solidFill>
            <a:ln w="3175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defTabSz="914400">
                <a:defRPr sz="2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96" name="Shape 196"/>
            <p:cNvSpPr/>
            <p:nvPr/>
          </p:nvSpPr>
          <p:spPr>
            <a:xfrm>
              <a:off x="90806" y="1919921"/>
              <a:ext cx="73512" cy="432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082" y="21600"/>
                  </a:moveTo>
                  <a:lnTo>
                    <a:pt x="11435" y="15120"/>
                  </a:lnTo>
                  <a:lnTo>
                    <a:pt x="20329" y="15120"/>
                  </a:lnTo>
                  <a:lnTo>
                    <a:pt x="21600" y="4320"/>
                  </a:lnTo>
                  <a:lnTo>
                    <a:pt x="15247" y="8640"/>
                  </a:lnTo>
                  <a:lnTo>
                    <a:pt x="12706" y="0"/>
                  </a:lnTo>
                  <a:lnTo>
                    <a:pt x="5082" y="0"/>
                  </a:lnTo>
                  <a:lnTo>
                    <a:pt x="5082" y="10800"/>
                  </a:lnTo>
                  <a:lnTo>
                    <a:pt x="0" y="19440"/>
                  </a:lnTo>
                  <a:lnTo>
                    <a:pt x="5082" y="21600"/>
                  </a:lnTo>
                  <a:close/>
                </a:path>
              </a:pathLst>
            </a:custGeom>
            <a:solidFill>
              <a:srgbClr val="2F2F34"/>
            </a:solidFill>
            <a:ln w="3175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defTabSz="914400">
                <a:defRPr sz="2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97" name="Shape 197"/>
            <p:cNvSpPr/>
            <p:nvPr/>
          </p:nvSpPr>
          <p:spPr>
            <a:xfrm>
              <a:off x="190262" y="2175046"/>
              <a:ext cx="38918" cy="648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400" y="12960"/>
                  </a:lnTo>
                  <a:lnTo>
                    <a:pt x="16800" y="0"/>
                  </a:lnTo>
                  <a:lnTo>
                    <a:pt x="21600" y="864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2F2F34"/>
            </a:solidFill>
            <a:ln w="3175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defTabSz="914400">
                <a:defRPr sz="2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98" name="Shape 198"/>
            <p:cNvSpPr/>
            <p:nvPr/>
          </p:nvSpPr>
          <p:spPr>
            <a:xfrm>
              <a:off x="138372" y="2218288"/>
              <a:ext cx="34594" cy="345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lnTo>
                    <a:pt x="21600" y="13500"/>
                  </a:lnTo>
                  <a:lnTo>
                    <a:pt x="0" y="216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2F2F34"/>
            </a:solidFill>
            <a:ln w="3175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defTabSz="914400">
                <a:defRPr sz="2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200" name="Shape 200"/>
          <p:cNvSpPr/>
          <p:nvPr/>
        </p:nvSpPr>
        <p:spPr>
          <a:xfrm>
            <a:off x="3147906" y="8686849"/>
            <a:ext cx="31751" cy="254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lnTo>
                  <a:pt x="0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039266"/>
          </a:solidFill>
          <a:ln w="3175">
            <a:miter lim="400000"/>
          </a:ln>
        </p:spPr>
        <p:txBody>
          <a:bodyPr lIns="60959" tIns="60959" rIns="60959" bIns="60959" anchor="ctr"/>
          <a:lstStyle/>
          <a:p>
            <a:pPr defTabSz="914400">
              <a:defRPr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1" name="Shape 201"/>
          <p:cNvSpPr/>
          <p:nvPr/>
        </p:nvSpPr>
        <p:spPr>
          <a:xfrm flipV="1">
            <a:off x="8756021" y="2860626"/>
            <a:ext cx="1" cy="527977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200"/>
            </a:pPr>
          </a:p>
        </p:txBody>
      </p:sp>
      <p:sp>
        <p:nvSpPr>
          <p:cNvPr id="202" name="Shape 202"/>
          <p:cNvSpPr/>
          <p:nvPr/>
        </p:nvSpPr>
        <p:spPr>
          <a:xfrm flipV="1">
            <a:off x="15615279" y="5071420"/>
            <a:ext cx="1" cy="578395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200"/>
            </a:pPr>
          </a:p>
        </p:txBody>
      </p:sp>
      <p:sp>
        <p:nvSpPr>
          <p:cNvPr id="203" name="Shape 203"/>
          <p:cNvSpPr/>
          <p:nvPr/>
        </p:nvSpPr>
        <p:spPr>
          <a:xfrm>
            <a:off x="1903113" y="9982268"/>
            <a:ext cx="5438135" cy="92519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just">
              <a:lnSpc>
                <a:spcPct val="120000"/>
              </a:lnSpc>
              <a:defRPr cap="all" sz="2000">
                <a:solidFill>
                  <a:srgbClr val="53585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前人没有研究过的,也就是说研究领域中一个新颖有意义的课题,被前人所忽略的</a:t>
            </a:r>
          </a:p>
        </p:txBody>
      </p:sp>
      <p:sp>
        <p:nvSpPr>
          <p:cNvPr id="204" name="Shape 204"/>
          <p:cNvSpPr/>
          <p:nvPr/>
        </p:nvSpPr>
        <p:spPr>
          <a:xfrm>
            <a:off x="1903113" y="8791782"/>
            <a:ext cx="1425576" cy="10318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cap="all" sz="5000"/>
            </a:lvl1pPr>
          </a:lstStyle>
          <a:p>
            <a:pPr/>
            <a:r>
              <a:t>美国</a:t>
            </a:r>
          </a:p>
        </p:txBody>
      </p:sp>
      <p:sp>
        <p:nvSpPr>
          <p:cNvPr id="205" name="Shape 205"/>
          <p:cNvSpPr/>
          <p:nvPr/>
        </p:nvSpPr>
        <p:spPr>
          <a:xfrm>
            <a:off x="9075982" y="3920917"/>
            <a:ext cx="5438136" cy="92519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just">
              <a:lnSpc>
                <a:spcPct val="120000"/>
              </a:lnSpc>
              <a:defRPr cap="all" sz="2000">
                <a:solidFill>
                  <a:srgbClr val="53585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前人没有研究过的,也就是说研究领域中一个新颖有意义的课题,被前人所忽略的</a:t>
            </a:r>
          </a:p>
        </p:txBody>
      </p:sp>
      <p:sp>
        <p:nvSpPr>
          <p:cNvPr id="206" name="Shape 206"/>
          <p:cNvSpPr/>
          <p:nvPr/>
        </p:nvSpPr>
        <p:spPr>
          <a:xfrm>
            <a:off x="9075982" y="2730432"/>
            <a:ext cx="1425576" cy="10318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cap="all" sz="5000"/>
            </a:lvl1pPr>
          </a:lstStyle>
          <a:p>
            <a:pPr/>
            <a:r>
              <a:t>日本</a:t>
            </a:r>
          </a:p>
        </p:txBody>
      </p:sp>
      <p:sp>
        <p:nvSpPr>
          <p:cNvPr id="207" name="Shape 207"/>
          <p:cNvSpPr/>
          <p:nvPr/>
        </p:nvSpPr>
        <p:spPr>
          <a:xfrm>
            <a:off x="16014690" y="9982268"/>
            <a:ext cx="5438136" cy="92519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just">
              <a:lnSpc>
                <a:spcPct val="120000"/>
              </a:lnSpc>
              <a:defRPr cap="all" sz="2000">
                <a:solidFill>
                  <a:srgbClr val="53585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前人没有研究过的,也就是说研究领域中一个新颖有意义的课题,被前人所忽略的</a:t>
            </a:r>
          </a:p>
        </p:txBody>
      </p:sp>
      <p:sp>
        <p:nvSpPr>
          <p:cNvPr id="208" name="Shape 208"/>
          <p:cNvSpPr/>
          <p:nvPr/>
        </p:nvSpPr>
        <p:spPr>
          <a:xfrm>
            <a:off x="16014690" y="8791782"/>
            <a:ext cx="2060576" cy="10318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cap="all" sz="5000"/>
            </a:lvl1pPr>
          </a:lstStyle>
          <a:p>
            <a:pPr/>
            <a:r>
              <a:t>俄罗斯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210"/>
          <p:cNvSpPr/>
          <p:nvPr/>
        </p:nvSpPr>
        <p:spPr>
          <a:xfrm>
            <a:off x="1" y="3197894"/>
            <a:ext cx="24383999" cy="7320212"/>
          </a:xfrm>
          <a:prstGeom prst="rect">
            <a:avLst/>
          </a:pr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11" name="Shape 211"/>
          <p:cNvSpPr/>
          <p:nvPr/>
        </p:nvSpPr>
        <p:spPr>
          <a:xfrm>
            <a:off x="6510383" y="5311626"/>
            <a:ext cx="12690476" cy="26447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141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主要研究的内容</a:t>
            </a:r>
          </a:p>
        </p:txBody>
      </p:sp>
      <p:sp>
        <p:nvSpPr>
          <p:cNvPr id="212" name="Shape 212"/>
          <p:cNvSpPr/>
          <p:nvPr/>
        </p:nvSpPr>
        <p:spPr>
          <a:xfrm>
            <a:off x="3154805" y="5509048"/>
            <a:ext cx="2146834" cy="224993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141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13" name="Shape 213"/>
          <p:cNvSpPr/>
          <p:nvPr/>
        </p:nvSpPr>
        <p:spPr>
          <a:xfrm flipH="1">
            <a:off x="4102616" y="5668686"/>
            <a:ext cx="1762842" cy="19306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14" name="Shape 214"/>
          <p:cNvSpPr/>
          <p:nvPr/>
        </p:nvSpPr>
        <p:spPr>
          <a:xfrm rot="5400000">
            <a:off x="11557000" y="11411198"/>
            <a:ext cx="1270000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0" y="21600"/>
                </a:lnTo>
                <a:lnTo>
                  <a:pt x="10800" y="15052"/>
                </a:lnTo>
                <a:lnTo>
                  <a:pt x="21600" y="21600"/>
                </a:lnTo>
                <a:lnTo>
                  <a:pt x="10800" y="0"/>
                </a:lnTo>
                <a:close/>
              </a:path>
            </a:pathLst>
          </a:cu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216"/>
          <p:cNvSpPr/>
          <p:nvPr/>
        </p:nvSpPr>
        <p:spPr>
          <a:xfrm>
            <a:off x="3040584" y="2949265"/>
            <a:ext cx="4827499" cy="48274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101600">
            <a:solidFill>
              <a:srgbClr val="2F2F34"/>
            </a:solidFill>
            <a:miter lim="400000"/>
          </a:ln>
          <a:effectLst>
            <a:outerShdw sx="100000" sy="100000" kx="0" ky="0" algn="b" rotWithShape="0" blurRad="101600" dist="117174" dir="5400000">
              <a:srgbClr val="000000">
                <a:alpha val="30094"/>
              </a:srgbClr>
            </a:outerShdw>
          </a:effectLst>
        </p:spPr>
        <p:txBody>
          <a:bodyPr lIns="71437" tIns="71437" rIns="71437" bIns="71437" anchor="ctr"/>
          <a:lstStyle/>
          <a:p>
            <a:pPr>
              <a:defRPr sz="3200"/>
            </a:pPr>
          </a:p>
        </p:txBody>
      </p:sp>
      <p:sp>
        <p:nvSpPr>
          <p:cNvPr id="217" name="Shape 217"/>
          <p:cNvSpPr/>
          <p:nvPr/>
        </p:nvSpPr>
        <p:spPr>
          <a:xfrm>
            <a:off x="9778251" y="2949265"/>
            <a:ext cx="4827499" cy="48274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101600">
            <a:solidFill>
              <a:srgbClr val="2F2F34"/>
            </a:solidFill>
            <a:miter lim="400000"/>
          </a:ln>
          <a:effectLst>
            <a:outerShdw sx="100000" sy="100000" kx="0" ky="0" algn="b" rotWithShape="0" blurRad="101600" dist="117174" dir="5400000">
              <a:srgbClr val="000000">
                <a:alpha val="30094"/>
              </a:srgbClr>
            </a:outerShdw>
          </a:effectLst>
        </p:spPr>
        <p:txBody>
          <a:bodyPr lIns="71437" tIns="71437" rIns="71437" bIns="71437" anchor="ctr"/>
          <a:lstStyle/>
          <a:p>
            <a:pPr>
              <a:defRPr sz="3200"/>
            </a:pPr>
          </a:p>
        </p:txBody>
      </p:sp>
      <p:sp>
        <p:nvSpPr>
          <p:cNvPr id="218" name="Shape 218"/>
          <p:cNvSpPr/>
          <p:nvPr/>
        </p:nvSpPr>
        <p:spPr>
          <a:xfrm>
            <a:off x="16515917" y="2949265"/>
            <a:ext cx="4827499" cy="48274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101600">
            <a:solidFill>
              <a:srgbClr val="2F2F34"/>
            </a:solidFill>
            <a:miter lim="400000"/>
          </a:ln>
          <a:effectLst>
            <a:outerShdw sx="100000" sy="100000" kx="0" ky="0" algn="b" rotWithShape="0" blurRad="101600" dist="117174" dir="5400000">
              <a:srgbClr val="000000">
                <a:alpha val="30094"/>
              </a:srgbClr>
            </a:outerShdw>
          </a:effectLst>
        </p:spPr>
        <p:txBody>
          <a:bodyPr lIns="71437" tIns="71437" rIns="71437" bIns="71437" anchor="ctr"/>
          <a:lstStyle/>
          <a:p>
            <a:pPr>
              <a:defRPr sz="3200"/>
            </a:pPr>
          </a:p>
        </p:txBody>
      </p:sp>
      <p:sp>
        <p:nvSpPr>
          <p:cNvPr id="219" name="Shape 219"/>
          <p:cNvSpPr/>
          <p:nvPr/>
        </p:nvSpPr>
        <p:spPr>
          <a:xfrm>
            <a:off x="1355942" y="5375471"/>
            <a:ext cx="1064520" cy="1"/>
          </a:xfrm>
          <a:prstGeom prst="line">
            <a:avLst/>
          </a:prstGeom>
          <a:ln w="241300">
            <a:solidFill>
              <a:srgbClr val="2F2F34"/>
            </a:solidFill>
            <a:miter lim="400000"/>
            <a:headEnd type="oval"/>
          </a:ln>
        </p:spPr>
        <p:txBody>
          <a:bodyPr lIns="71437" tIns="71437" rIns="71437" bIns="71437" anchor="ctr"/>
          <a:lstStyle/>
          <a:p>
            <a:pPr>
              <a:defRPr sz="3200"/>
            </a:pPr>
          </a:p>
        </p:txBody>
      </p:sp>
      <p:sp>
        <p:nvSpPr>
          <p:cNvPr id="220" name="Shape 220"/>
          <p:cNvSpPr/>
          <p:nvPr/>
        </p:nvSpPr>
        <p:spPr>
          <a:xfrm>
            <a:off x="2979866" y="9563378"/>
            <a:ext cx="4877180" cy="187007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just">
              <a:lnSpc>
                <a:spcPct val="120000"/>
              </a:lnSpc>
              <a:defRPr cap="all" sz="2800">
                <a:solidFill>
                  <a:srgbClr val="53585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前人没有研究过的,也就是说研究领域中一个新颖有意义的课题,被前人所忽略的</a:t>
            </a:r>
          </a:p>
        </p:txBody>
      </p:sp>
      <p:sp>
        <p:nvSpPr>
          <p:cNvPr id="221" name="Shape 221"/>
          <p:cNvSpPr/>
          <p:nvPr/>
        </p:nvSpPr>
        <p:spPr>
          <a:xfrm>
            <a:off x="4366774" y="8396947"/>
            <a:ext cx="2103364" cy="12096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b="1" cap="all" sz="6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内容1</a:t>
            </a:r>
          </a:p>
        </p:txBody>
      </p:sp>
      <p:sp>
        <p:nvSpPr>
          <p:cNvPr id="222" name="Shape 222"/>
          <p:cNvSpPr/>
          <p:nvPr/>
        </p:nvSpPr>
        <p:spPr>
          <a:xfrm>
            <a:off x="9800411" y="9563378"/>
            <a:ext cx="4877180" cy="187007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just">
              <a:lnSpc>
                <a:spcPct val="120000"/>
              </a:lnSpc>
              <a:defRPr cap="all" sz="2800">
                <a:solidFill>
                  <a:srgbClr val="53585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前人有研究过,或者说阐述过但是没有阐述论证的足够全面,你加以丰满,或者驳斥前人的观点</a:t>
            </a:r>
          </a:p>
        </p:txBody>
      </p:sp>
      <p:sp>
        <p:nvSpPr>
          <p:cNvPr id="223" name="Shape 223"/>
          <p:cNvSpPr/>
          <p:nvPr/>
        </p:nvSpPr>
        <p:spPr>
          <a:xfrm>
            <a:off x="11187319" y="8396947"/>
            <a:ext cx="2103364" cy="12096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b="1" cap="all" sz="6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内容2</a:t>
            </a:r>
          </a:p>
        </p:txBody>
      </p:sp>
      <p:sp>
        <p:nvSpPr>
          <p:cNvPr id="224" name="Shape 224"/>
          <p:cNvSpPr/>
          <p:nvPr/>
        </p:nvSpPr>
        <p:spPr>
          <a:xfrm>
            <a:off x="16491077" y="9563378"/>
            <a:ext cx="4877180" cy="187007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just">
              <a:lnSpc>
                <a:spcPct val="120000"/>
              </a:lnSpc>
              <a:defRPr cap="all" sz="2800">
                <a:solidFill>
                  <a:srgbClr val="53585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研究的价值，研究的必要性如市场需求和研究成果带来的经济效益等</a:t>
            </a:r>
          </a:p>
        </p:txBody>
      </p:sp>
      <p:sp>
        <p:nvSpPr>
          <p:cNvPr id="225" name="Shape 225"/>
          <p:cNvSpPr/>
          <p:nvPr/>
        </p:nvSpPr>
        <p:spPr>
          <a:xfrm>
            <a:off x="17877984" y="8396947"/>
            <a:ext cx="2103364" cy="12096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b="1" cap="all" sz="6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内容3</a:t>
            </a:r>
          </a:p>
        </p:txBody>
      </p:sp>
      <p:sp>
        <p:nvSpPr>
          <p:cNvPr id="226" name="Shape 226"/>
          <p:cNvSpPr/>
          <p:nvPr/>
        </p:nvSpPr>
        <p:spPr>
          <a:xfrm>
            <a:off x="3372230" y="4758177"/>
            <a:ext cx="4234419" cy="12096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defRPr cap="all" sz="6000"/>
            </a:lvl1pPr>
          </a:lstStyle>
          <a:p>
            <a:pPr/>
            <a:r>
              <a:t>内容1</a:t>
            </a:r>
          </a:p>
        </p:txBody>
      </p:sp>
      <p:sp>
        <p:nvSpPr>
          <p:cNvPr id="227" name="Shape 227"/>
          <p:cNvSpPr/>
          <p:nvPr/>
        </p:nvSpPr>
        <p:spPr>
          <a:xfrm>
            <a:off x="2130544" y="608231"/>
            <a:ext cx="5489576" cy="12096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b="1" cap="all" sz="6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研究的主要内容</a:t>
            </a:r>
          </a:p>
        </p:txBody>
      </p:sp>
      <p:sp>
        <p:nvSpPr>
          <p:cNvPr id="228" name="Shape 228"/>
          <p:cNvSpPr/>
          <p:nvPr/>
        </p:nvSpPr>
        <p:spPr>
          <a:xfrm>
            <a:off x="915734" y="684431"/>
            <a:ext cx="1003152" cy="10572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b="1" cap="all" sz="6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29" name="Shape 229"/>
          <p:cNvSpPr/>
          <p:nvPr/>
        </p:nvSpPr>
        <p:spPr>
          <a:xfrm>
            <a:off x="-1" y="0"/>
            <a:ext cx="704077" cy="2252882"/>
          </a:xfrm>
          <a:prstGeom prst="rect">
            <a:avLst/>
          </a:pr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30" name="Shape 230"/>
          <p:cNvSpPr/>
          <p:nvPr/>
        </p:nvSpPr>
        <p:spPr>
          <a:xfrm>
            <a:off x="0" y="12658725"/>
            <a:ext cx="704076" cy="1057275"/>
          </a:xfrm>
          <a:prstGeom prst="rect">
            <a:avLst/>
          </a:pr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31" name="Shape 231"/>
          <p:cNvSpPr/>
          <p:nvPr/>
        </p:nvSpPr>
        <p:spPr>
          <a:xfrm>
            <a:off x="10192775" y="4876996"/>
            <a:ext cx="4234419" cy="12096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defRPr cap="all" sz="6000"/>
            </a:lvl1pPr>
          </a:lstStyle>
          <a:p>
            <a:pPr/>
            <a:r>
              <a:t>内容2</a:t>
            </a:r>
          </a:p>
        </p:txBody>
      </p:sp>
      <p:sp>
        <p:nvSpPr>
          <p:cNvPr id="232" name="Shape 232"/>
          <p:cNvSpPr/>
          <p:nvPr/>
        </p:nvSpPr>
        <p:spPr>
          <a:xfrm>
            <a:off x="16741474" y="4812576"/>
            <a:ext cx="4234419" cy="12096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defRPr cap="all" sz="6000"/>
            </a:lvl1pPr>
          </a:lstStyle>
          <a:p>
            <a:pPr/>
            <a:r>
              <a:t>内容3</a:t>
            </a:r>
          </a:p>
        </p:txBody>
      </p:sp>
      <p:sp>
        <p:nvSpPr>
          <p:cNvPr id="233" name="Shape 233"/>
          <p:cNvSpPr/>
          <p:nvPr/>
        </p:nvSpPr>
        <p:spPr>
          <a:xfrm rot="5400000">
            <a:off x="8264711" y="4782413"/>
            <a:ext cx="1270001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0" y="21600"/>
                </a:lnTo>
                <a:lnTo>
                  <a:pt x="10800" y="15052"/>
                </a:lnTo>
                <a:lnTo>
                  <a:pt x="21600" y="21600"/>
                </a:lnTo>
                <a:lnTo>
                  <a:pt x="10800" y="0"/>
                </a:lnTo>
                <a:close/>
              </a:path>
            </a:pathLst>
          </a:cu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34" name="Shape 234"/>
          <p:cNvSpPr/>
          <p:nvPr/>
        </p:nvSpPr>
        <p:spPr>
          <a:xfrm rot="5400000">
            <a:off x="14800634" y="4846833"/>
            <a:ext cx="1270001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0" y="21600"/>
                </a:lnTo>
                <a:lnTo>
                  <a:pt x="10800" y="15052"/>
                </a:lnTo>
                <a:lnTo>
                  <a:pt x="21600" y="21600"/>
                </a:lnTo>
                <a:lnTo>
                  <a:pt x="10800" y="0"/>
                </a:lnTo>
                <a:close/>
              </a:path>
            </a:pathLst>
          </a:cu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35" name="Shape 235"/>
          <p:cNvSpPr/>
          <p:nvPr/>
        </p:nvSpPr>
        <p:spPr>
          <a:xfrm rot="5400000">
            <a:off x="21963538" y="4740471"/>
            <a:ext cx="1270001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0" y="21600"/>
                </a:lnTo>
                <a:lnTo>
                  <a:pt x="10800" y="15052"/>
                </a:lnTo>
                <a:lnTo>
                  <a:pt x="21600" y="21600"/>
                </a:lnTo>
                <a:lnTo>
                  <a:pt x="10800" y="0"/>
                </a:lnTo>
                <a:close/>
              </a:path>
            </a:pathLst>
          </a:cu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237"/>
          <p:cNvSpPr/>
          <p:nvPr/>
        </p:nvSpPr>
        <p:spPr>
          <a:xfrm>
            <a:off x="2130544" y="608231"/>
            <a:ext cx="5489576" cy="12096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b="1" cap="all" sz="6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研究的主要内容</a:t>
            </a:r>
          </a:p>
        </p:txBody>
      </p:sp>
      <p:sp>
        <p:nvSpPr>
          <p:cNvPr id="238" name="Shape 238"/>
          <p:cNvSpPr/>
          <p:nvPr/>
        </p:nvSpPr>
        <p:spPr>
          <a:xfrm>
            <a:off x="915734" y="684431"/>
            <a:ext cx="1003152" cy="10572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b="1" cap="all" sz="6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39" name="Shape 239"/>
          <p:cNvSpPr/>
          <p:nvPr/>
        </p:nvSpPr>
        <p:spPr>
          <a:xfrm>
            <a:off x="-1" y="0"/>
            <a:ext cx="704077" cy="2252882"/>
          </a:xfrm>
          <a:prstGeom prst="rect">
            <a:avLst/>
          </a:pr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40" name="Shape 240"/>
          <p:cNvSpPr/>
          <p:nvPr/>
        </p:nvSpPr>
        <p:spPr>
          <a:xfrm>
            <a:off x="0" y="12658725"/>
            <a:ext cx="704076" cy="1057275"/>
          </a:xfrm>
          <a:prstGeom prst="rect">
            <a:avLst/>
          </a:pr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41" name="Shape 241"/>
          <p:cNvSpPr/>
          <p:nvPr/>
        </p:nvSpPr>
        <p:spPr>
          <a:xfrm>
            <a:off x="915734" y="7455543"/>
            <a:ext cx="4877181" cy="18700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just">
              <a:lnSpc>
                <a:spcPct val="120000"/>
              </a:lnSpc>
              <a:defRPr cap="all" sz="2800">
                <a:solidFill>
                  <a:srgbClr val="53585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前人没有研究过的,也就是说研究领域中一个新颖有意义的课题,被前人所忽略的</a:t>
            </a:r>
          </a:p>
        </p:txBody>
      </p:sp>
      <p:sp>
        <p:nvSpPr>
          <p:cNvPr id="242" name="Shape 242"/>
          <p:cNvSpPr/>
          <p:nvPr/>
        </p:nvSpPr>
        <p:spPr>
          <a:xfrm>
            <a:off x="3689551" y="6289112"/>
            <a:ext cx="2103364" cy="12096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b="1" cap="all" sz="6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内容2</a:t>
            </a:r>
          </a:p>
        </p:txBody>
      </p:sp>
      <p:sp>
        <p:nvSpPr>
          <p:cNvPr id="243" name="Shape 243"/>
          <p:cNvSpPr/>
          <p:nvPr/>
        </p:nvSpPr>
        <p:spPr>
          <a:xfrm>
            <a:off x="17430760" y="3959062"/>
            <a:ext cx="4877181" cy="18700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just">
              <a:lnSpc>
                <a:spcPct val="120000"/>
              </a:lnSpc>
              <a:defRPr cap="all" sz="2800">
                <a:solidFill>
                  <a:srgbClr val="53585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前人没有研究过的,也就是说研究领域中一个新颖有意义的课题,被前人所忽略的</a:t>
            </a:r>
          </a:p>
        </p:txBody>
      </p:sp>
      <p:sp>
        <p:nvSpPr>
          <p:cNvPr id="244" name="Shape 244"/>
          <p:cNvSpPr/>
          <p:nvPr/>
        </p:nvSpPr>
        <p:spPr>
          <a:xfrm>
            <a:off x="17430760" y="2792631"/>
            <a:ext cx="2103364" cy="12096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b="1" cap="all" sz="6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内容3</a:t>
            </a:r>
          </a:p>
        </p:txBody>
      </p:sp>
      <p:sp>
        <p:nvSpPr>
          <p:cNvPr id="245" name="Shape 245"/>
          <p:cNvSpPr/>
          <p:nvPr/>
        </p:nvSpPr>
        <p:spPr>
          <a:xfrm>
            <a:off x="17430760" y="10252476"/>
            <a:ext cx="4877181" cy="18700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just">
              <a:lnSpc>
                <a:spcPct val="120000"/>
              </a:lnSpc>
              <a:defRPr cap="all" sz="2800">
                <a:solidFill>
                  <a:srgbClr val="53585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前人没有研究过的,也就是说研究领域中一个新颖有意义的课题,被前人所忽略的</a:t>
            </a:r>
          </a:p>
        </p:txBody>
      </p:sp>
      <p:sp>
        <p:nvSpPr>
          <p:cNvPr id="246" name="Shape 246"/>
          <p:cNvSpPr/>
          <p:nvPr/>
        </p:nvSpPr>
        <p:spPr>
          <a:xfrm>
            <a:off x="17430760" y="9086045"/>
            <a:ext cx="2103364" cy="12096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b="1" cap="all" sz="6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内容1</a:t>
            </a:r>
          </a:p>
        </p:txBody>
      </p:sp>
      <p:sp>
        <p:nvSpPr>
          <p:cNvPr id="247" name="Shape 247"/>
          <p:cNvSpPr/>
          <p:nvPr/>
        </p:nvSpPr>
        <p:spPr>
          <a:xfrm>
            <a:off x="10843421" y="8428394"/>
            <a:ext cx="539512" cy="4314153"/>
          </a:xfrm>
          <a:prstGeom prst="roundRect">
            <a:avLst>
              <a:gd name="adj" fmla="val 50000"/>
            </a:avLst>
          </a:prstGeom>
          <a:solidFill>
            <a:srgbClr val="B0A47B"/>
          </a:solidFill>
          <a:ln w="3175">
            <a:miter lim="400000"/>
          </a:ln>
        </p:spPr>
        <p:txBody>
          <a:bodyPr lIns="52916" tIns="52916" rIns="52916" bIns="52916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248" name="Shape 248"/>
          <p:cNvSpPr/>
          <p:nvPr/>
        </p:nvSpPr>
        <p:spPr>
          <a:xfrm rot="20093401">
            <a:off x="12741865" y="7855642"/>
            <a:ext cx="539513" cy="4314153"/>
          </a:xfrm>
          <a:prstGeom prst="roundRect">
            <a:avLst>
              <a:gd name="adj" fmla="val 50000"/>
            </a:avLst>
          </a:prstGeom>
          <a:solidFill>
            <a:srgbClr val="B0A47B"/>
          </a:solidFill>
          <a:ln w="3175">
            <a:miter lim="400000"/>
          </a:ln>
        </p:spPr>
        <p:txBody>
          <a:bodyPr lIns="52916" tIns="52916" rIns="52916" bIns="52916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249" name="Shape 249"/>
          <p:cNvSpPr/>
          <p:nvPr/>
        </p:nvSpPr>
        <p:spPr>
          <a:xfrm rot="1523851">
            <a:off x="9048855" y="7859683"/>
            <a:ext cx="539513" cy="4314154"/>
          </a:xfrm>
          <a:prstGeom prst="roundRect">
            <a:avLst>
              <a:gd name="adj" fmla="val 50000"/>
            </a:avLst>
          </a:prstGeom>
          <a:solidFill>
            <a:srgbClr val="B0A47B"/>
          </a:solidFill>
          <a:ln w="3175">
            <a:miter lim="400000"/>
          </a:ln>
        </p:spPr>
        <p:txBody>
          <a:bodyPr lIns="52916" tIns="52916" rIns="52916" bIns="52916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250" name="Shape 250"/>
          <p:cNvSpPr/>
          <p:nvPr/>
        </p:nvSpPr>
        <p:spPr>
          <a:xfrm>
            <a:off x="8239328" y="3397469"/>
            <a:ext cx="5747697" cy="5747697"/>
          </a:xfrm>
          <a:prstGeom prst="ellipse">
            <a:avLst/>
          </a:prstGeom>
          <a:solidFill>
            <a:srgbClr val="DCDEE0"/>
          </a:solidFill>
          <a:ln w="3175">
            <a:miter lim="400000"/>
          </a:ln>
        </p:spPr>
        <p:txBody>
          <a:bodyPr lIns="52916" tIns="52916" rIns="52916" bIns="52916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251" name="Shape 251"/>
          <p:cNvSpPr/>
          <p:nvPr/>
        </p:nvSpPr>
        <p:spPr>
          <a:xfrm>
            <a:off x="8956100" y="4114241"/>
            <a:ext cx="4314154" cy="4314153"/>
          </a:xfrm>
          <a:prstGeom prst="ellipse">
            <a:avLst/>
          </a:prstGeom>
          <a:solidFill>
            <a:srgbClr val="A6AAA9"/>
          </a:solidFill>
          <a:ln w="3175">
            <a:miter lim="400000"/>
          </a:ln>
        </p:spPr>
        <p:txBody>
          <a:bodyPr lIns="52916" tIns="52916" rIns="52916" bIns="52916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252" name="Shape 252"/>
          <p:cNvSpPr/>
          <p:nvPr/>
        </p:nvSpPr>
        <p:spPr>
          <a:xfrm>
            <a:off x="9792918" y="4951059"/>
            <a:ext cx="2640517" cy="2640517"/>
          </a:xfrm>
          <a:prstGeom prst="ellipse">
            <a:avLst/>
          </a:prstGeom>
          <a:solidFill>
            <a:srgbClr val="53585F"/>
          </a:solidFill>
          <a:ln w="3175">
            <a:miter lim="400000"/>
          </a:ln>
        </p:spPr>
        <p:txBody>
          <a:bodyPr lIns="52916" tIns="52916" rIns="52916" bIns="52916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cxnSp>
        <p:nvCxnSpPr>
          <p:cNvPr id="253" name="Connector 253"/>
          <p:cNvCxnSpPr>
            <a:stCxn id="244" idx="0"/>
            <a:endCxn id="252" idx="0"/>
          </p:cNvCxnSpPr>
          <p:nvPr/>
        </p:nvCxnSpPr>
        <p:spPr>
          <a:xfrm flipH="1">
            <a:off x="11112500" y="3403600"/>
            <a:ext cx="7366000" cy="2870200"/>
          </a:xfrm>
          <a:prstGeom prst="bentConnector3">
            <a:avLst>
              <a:gd name="adj1" fmla="val 47241"/>
            </a:avLst>
          </a:prstGeom>
          <a:ln w="25400">
            <a:solidFill>
              <a:srgbClr val="000000"/>
            </a:solidFill>
            <a:miter lim="400000"/>
            <a:headEnd type="oval"/>
          </a:ln>
        </p:spPr>
      </p:cxnSp>
      <p:cxnSp>
        <p:nvCxnSpPr>
          <p:cNvPr id="254" name="Connector 254"/>
          <p:cNvCxnSpPr>
            <a:stCxn id="242" idx="0"/>
            <a:endCxn id="251" idx="0"/>
          </p:cNvCxnSpPr>
          <p:nvPr/>
        </p:nvCxnSpPr>
        <p:spPr>
          <a:xfrm flipH="1" flipV="1" rot="5400000">
            <a:off x="7613650" y="3397250"/>
            <a:ext cx="622300" cy="6375400"/>
          </a:xfrm>
          <a:prstGeom prst="bentConnector3">
            <a:avLst>
              <a:gd name="adj1" fmla="val 561224"/>
            </a:avLst>
          </a:prstGeom>
          <a:ln w="25400">
            <a:solidFill>
              <a:srgbClr val="000000"/>
            </a:solidFill>
            <a:miter lim="400000"/>
            <a:tailEnd type="oval"/>
          </a:ln>
        </p:spPr>
      </p:cxnSp>
      <p:cxnSp>
        <p:nvCxnSpPr>
          <p:cNvPr id="255" name="Connector 255"/>
          <p:cNvCxnSpPr>
            <a:stCxn id="246" idx="0"/>
            <a:endCxn id="250" idx="0"/>
          </p:cNvCxnSpPr>
          <p:nvPr/>
        </p:nvCxnSpPr>
        <p:spPr>
          <a:xfrm flipH="1" flipV="1">
            <a:off x="11112500" y="6273800"/>
            <a:ext cx="7366000" cy="3416300"/>
          </a:xfrm>
          <a:prstGeom prst="bentConnector2">
            <a:avLst/>
          </a:prstGeom>
          <a:ln w="25400">
            <a:solidFill>
              <a:srgbClr val="000000"/>
            </a:solidFill>
            <a:miter lim="400000"/>
            <a:headEnd type="oval"/>
          </a:ln>
        </p:spPr>
      </p:cxn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hape 257"/>
          <p:cNvSpPr/>
          <p:nvPr/>
        </p:nvSpPr>
        <p:spPr>
          <a:xfrm>
            <a:off x="1" y="3197894"/>
            <a:ext cx="24383999" cy="7320212"/>
          </a:xfrm>
          <a:prstGeom prst="rect">
            <a:avLst/>
          </a:pr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58" name="Shape 258"/>
          <p:cNvSpPr/>
          <p:nvPr/>
        </p:nvSpPr>
        <p:spPr>
          <a:xfrm>
            <a:off x="6510383" y="5311626"/>
            <a:ext cx="12690476" cy="26447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141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项目的原理分析</a:t>
            </a:r>
          </a:p>
        </p:txBody>
      </p:sp>
      <p:sp>
        <p:nvSpPr>
          <p:cNvPr id="259" name="Shape 259"/>
          <p:cNvSpPr/>
          <p:nvPr/>
        </p:nvSpPr>
        <p:spPr>
          <a:xfrm>
            <a:off x="3154805" y="5509048"/>
            <a:ext cx="2146834" cy="224993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141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260" name="Shape 260"/>
          <p:cNvSpPr/>
          <p:nvPr/>
        </p:nvSpPr>
        <p:spPr>
          <a:xfrm flipH="1">
            <a:off x="4228221" y="5952591"/>
            <a:ext cx="1510814" cy="13628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61" name="Shape 261"/>
          <p:cNvSpPr/>
          <p:nvPr/>
        </p:nvSpPr>
        <p:spPr>
          <a:xfrm rot="5400000">
            <a:off x="11557000" y="11411198"/>
            <a:ext cx="1270000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0" y="21600"/>
                </a:lnTo>
                <a:lnTo>
                  <a:pt x="10800" y="15052"/>
                </a:lnTo>
                <a:lnTo>
                  <a:pt x="21600" y="21600"/>
                </a:lnTo>
                <a:lnTo>
                  <a:pt x="10800" y="0"/>
                </a:lnTo>
                <a:close/>
              </a:path>
            </a:pathLst>
          </a:cu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Shape 263"/>
          <p:cNvSpPr/>
          <p:nvPr/>
        </p:nvSpPr>
        <p:spPr>
          <a:xfrm>
            <a:off x="2338705" y="4225139"/>
            <a:ext cx="3472181" cy="9048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r">
              <a:defRPr cap="all" sz="5000"/>
            </a:lvl1pPr>
          </a:lstStyle>
          <a:p>
            <a:pPr/>
            <a:r>
              <a:t>STRENGTH</a:t>
            </a:r>
          </a:p>
        </p:txBody>
      </p:sp>
      <p:sp>
        <p:nvSpPr>
          <p:cNvPr id="264" name="Shape 264"/>
          <p:cNvSpPr/>
          <p:nvPr/>
        </p:nvSpPr>
        <p:spPr>
          <a:xfrm>
            <a:off x="3314065" y="9652116"/>
            <a:ext cx="2496821" cy="9048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r">
              <a:defRPr cap="all" sz="5000"/>
            </a:lvl1pPr>
          </a:lstStyle>
          <a:p>
            <a:pPr/>
            <a:r>
              <a:t>THREAT</a:t>
            </a:r>
          </a:p>
        </p:txBody>
      </p:sp>
      <p:sp>
        <p:nvSpPr>
          <p:cNvPr id="265" name="Shape 265"/>
          <p:cNvSpPr/>
          <p:nvPr/>
        </p:nvSpPr>
        <p:spPr>
          <a:xfrm>
            <a:off x="17609122" y="4225139"/>
            <a:ext cx="3577591" cy="9048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>
              <a:defRPr cap="all" sz="5000"/>
            </a:lvl1pPr>
          </a:lstStyle>
          <a:p>
            <a:pPr/>
            <a:r>
              <a:t>WEAKNESS</a:t>
            </a:r>
          </a:p>
        </p:txBody>
      </p:sp>
      <p:sp>
        <p:nvSpPr>
          <p:cNvPr id="266" name="Shape 266"/>
          <p:cNvSpPr/>
          <p:nvPr/>
        </p:nvSpPr>
        <p:spPr>
          <a:xfrm>
            <a:off x="17609122" y="9643342"/>
            <a:ext cx="4519296" cy="9048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>
              <a:defRPr cap="all" sz="5000"/>
            </a:lvl1pPr>
          </a:lstStyle>
          <a:p>
            <a:pPr/>
            <a:r>
              <a:t>OPPORTUNITY</a:t>
            </a:r>
          </a:p>
        </p:txBody>
      </p:sp>
      <p:sp>
        <p:nvSpPr>
          <p:cNvPr id="267" name="Shape 267"/>
          <p:cNvSpPr/>
          <p:nvPr/>
        </p:nvSpPr>
        <p:spPr>
          <a:xfrm>
            <a:off x="11684000" y="4225139"/>
            <a:ext cx="3754121" cy="3754121"/>
          </a:xfrm>
          <a:prstGeom prst="ellipse">
            <a:avLst/>
          </a:pr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68" name="Shape 268"/>
          <p:cNvSpPr/>
          <p:nvPr/>
        </p:nvSpPr>
        <p:spPr>
          <a:xfrm>
            <a:off x="11684000" y="8309906"/>
            <a:ext cx="3754121" cy="3754121"/>
          </a:xfrm>
          <a:prstGeom prst="ellipse">
            <a:avLst/>
          </a:pr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69" name="Shape 269"/>
          <p:cNvSpPr/>
          <p:nvPr/>
        </p:nvSpPr>
        <p:spPr>
          <a:xfrm>
            <a:off x="7508240" y="8309906"/>
            <a:ext cx="3754121" cy="3754121"/>
          </a:xfrm>
          <a:prstGeom prst="ellipse">
            <a:avLst/>
          </a:pr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70" name="Shape 270"/>
          <p:cNvSpPr/>
          <p:nvPr/>
        </p:nvSpPr>
        <p:spPr>
          <a:xfrm>
            <a:off x="7508240" y="4225139"/>
            <a:ext cx="3754121" cy="3754121"/>
          </a:xfrm>
          <a:prstGeom prst="ellipse">
            <a:avLst/>
          </a:pr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71" name="Shape 271"/>
          <p:cNvSpPr/>
          <p:nvPr/>
        </p:nvSpPr>
        <p:spPr>
          <a:xfrm>
            <a:off x="9560381" y="6262219"/>
            <a:ext cx="3754121" cy="3754121"/>
          </a:xfrm>
          <a:prstGeom prst="ellipse">
            <a:avLst/>
          </a:prstGeom>
          <a:solidFill>
            <a:srgbClr val="FFFFFF"/>
          </a:solidFill>
          <a:ln w="139700">
            <a:solidFill>
              <a:srgbClr val="B3C8C4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72" name="Shape 272"/>
          <p:cNvSpPr/>
          <p:nvPr/>
        </p:nvSpPr>
        <p:spPr>
          <a:xfrm>
            <a:off x="8867698" y="5221395"/>
            <a:ext cx="1053481" cy="17557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b="1" sz="106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S</a:t>
            </a:r>
          </a:p>
        </p:txBody>
      </p:sp>
      <p:sp>
        <p:nvSpPr>
          <p:cNvPr id="273" name="Shape 273"/>
          <p:cNvSpPr/>
          <p:nvPr/>
        </p:nvSpPr>
        <p:spPr>
          <a:xfrm>
            <a:off x="12847969" y="5221395"/>
            <a:ext cx="1426183" cy="17557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b="1" sz="106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W</a:t>
            </a:r>
          </a:p>
        </p:txBody>
      </p:sp>
      <p:sp>
        <p:nvSpPr>
          <p:cNvPr id="274" name="Shape 274"/>
          <p:cNvSpPr/>
          <p:nvPr/>
        </p:nvSpPr>
        <p:spPr>
          <a:xfrm>
            <a:off x="12959714" y="9584805"/>
            <a:ext cx="1202693" cy="17557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b="1" sz="106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O</a:t>
            </a:r>
          </a:p>
        </p:txBody>
      </p:sp>
      <p:sp>
        <p:nvSpPr>
          <p:cNvPr id="275" name="Shape 275"/>
          <p:cNvSpPr/>
          <p:nvPr/>
        </p:nvSpPr>
        <p:spPr>
          <a:xfrm>
            <a:off x="8896356" y="9309079"/>
            <a:ext cx="977888" cy="17557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b="1" sz="106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T</a:t>
            </a:r>
          </a:p>
        </p:txBody>
      </p:sp>
      <p:sp>
        <p:nvSpPr>
          <p:cNvPr id="276" name="Shape 276"/>
          <p:cNvSpPr/>
          <p:nvPr/>
        </p:nvSpPr>
        <p:spPr>
          <a:xfrm>
            <a:off x="10354759" y="7857469"/>
            <a:ext cx="2060266" cy="9048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r">
              <a:defRPr b="1" cap="all" sz="5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SWOT</a:t>
            </a:r>
          </a:p>
        </p:txBody>
      </p:sp>
      <p:sp>
        <p:nvSpPr>
          <p:cNvPr id="277" name="Shape 277"/>
          <p:cNvSpPr/>
          <p:nvPr/>
        </p:nvSpPr>
        <p:spPr>
          <a:xfrm>
            <a:off x="1640742" y="4976438"/>
            <a:ext cx="4170144" cy="18700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just">
              <a:lnSpc>
                <a:spcPct val="120000"/>
              </a:lnSpc>
              <a:defRPr cap="all" sz="2800">
                <a:solidFill>
                  <a:srgbClr val="53585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优势非常明显，在于对传统方案的改进和突破，解决了某种问题</a:t>
            </a:r>
          </a:p>
        </p:txBody>
      </p:sp>
      <p:sp>
        <p:nvSpPr>
          <p:cNvPr id="278" name="Shape 278"/>
          <p:cNvSpPr/>
          <p:nvPr/>
        </p:nvSpPr>
        <p:spPr>
          <a:xfrm>
            <a:off x="2130544" y="608231"/>
            <a:ext cx="5489576" cy="12096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b="1" cap="all" sz="6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项目的原理分析</a:t>
            </a:r>
          </a:p>
        </p:txBody>
      </p:sp>
      <p:sp>
        <p:nvSpPr>
          <p:cNvPr id="279" name="Shape 279"/>
          <p:cNvSpPr/>
          <p:nvPr/>
        </p:nvSpPr>
        <p:spPr>
          <a:xfrm>
            <a:off x="915734" y="684431"/>
            <a:ext cx="1003152" cy="10572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b="1" cap="all" sz="6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280" name="Shape 280"/>
          <p:cNvSpPr/>
          <p:nvPr/>
        </p:nvSpPr>
        <p:spPr>
          <a:xfrm>
            <a:off x="-1" y="0"/>
            <a:ext cx="704077" cy="2252882"/>
          </a:xfrm>
          <a:prstGeom prst="rect">
            <a:avLst/>
          </a:pr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81" name="Shape 281"/>
          <p:cNvSpPr/>
          <p:nvPr/>
        </p:nvSpPr>
        <p:spPr>
          <a:xfrm>
            <a:off x="0" y="12658725"/>
            <a:ext cx="704076" cy="1057275"/>
          </a:xfrm>
          <a:prstGeom prst="rect">
            <a:avLst/>
          </a:pr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82" name="Shape 282"/>
          <p:cNvSpPr/>
          <p:nvPr/>
        </p:nvSpPr>
        <p:spPr>
          <a:xfrm>
            <a:off x="1640742" y="10438909"/>
            <a:ext cx="4170144" cy="18700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just">
              <a:lnSpc>
                <a:spcPct val="120000"/>
              </a:lnSpc>
              <a:defRPr cap="all" sz="2800">
                <a:solidFill>
                  <a:srgbClr val="53585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同时迎来了新的挑战，带来新的问题，就在于能否对这个问题有效把控</a:t>
            </a:r>
          </a:p>
        </p:txBody>
      </p:sp>
      <p:sp>
        <p:nvSpPr>
          <p:cNvPr id="283" name="Shape 283"/>
          <p:cNvSpPr/>
          <p:nvPr/>
        </p:nvSpPr>
        <p:spPr>
          <a:xfrm>
            <a:off x="17609122" y="4976438"/>
            <a:ext cx="4519296" cy="18700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just">
              <a:lnSpc>
                <a:spcPct val="120000"/>
              </a:lnSpc>
              <a:defRPr cap="all" sz="2800">
                <a:solidFill>
                  <a:srgbClr val="53585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不足之处源于系统的设计误差，无法根治，只能在一定程度控制</a:t>
            </a:r>
          </a:p>
        </p:txBody>
      </p:sp>
      <p:sp>
        <p:nvSpPr>
          <p:cNvPr id="284" name="Shape 284"/>
          <p:cNvSpPr/>
          <p:nvPr/>
        </p:nvSpPr>
        <p:spPr>
          <a:xfrm>
            <a:off x="17609122" y="10438909"/>
            <a:ext cx="4519296" cy="18700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just">
              <a:lnSpc>
                <a:spcPct val="120000"/>
              </a:lnSpc>
              <a:defRPr cap="all" sz="2800">
                <a:solidFill>
                  <a:srgbClr val="53585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如果把优势发挥到最大，将对现有的技术和框架产生新的影响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Shape 286"/>
          <p:cNvSpPr/>
          <p:nvPr/>
        </p:nvSpPr>
        <p:spPr>
          <a:xfrm>
            <a:off x="10229830" y="2270"/>
            <a:ext cx="14154245" cy="13716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16875"/>
                </a:lnTo>
                <a:lnTo>
                  <a:pt x="10800" y="16875"/>
                </a:lnTo>
                <a:lnTo>
                  <a:pt x="10800" y="14421"/>
                </a:lnTo>
                <a:lnTo>
                  <a:pt x="21600" y="14421"/>
                </a:lnTo>
                <a:lnTo>
                  <a:pt x="21600" y="8130"/>
                </a:lnTo>
                <a:lnTo>
                  <a:pt x="10800" y="8130"/>
                </a:lnTo>
                <a:lnTo>
                  <a:pt x="10800" y="5677"/>
                </a:lnTo>
                <a:lnTo>
                  <a:pt x="21600" y="5677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2F2F34"/>
          </a:solidFill>
          <a:ln w="3175">
            <a:miter lim="400000"/>
          </a:ln>
          <a:effectLst>
            <a:outerShdw sx="100000" sy="100000" kx="0" ky="0" algn="b" rotWithShape="0" blurRad="25400" dist="12700" dir="5400000">
              <a:srgbClr val="000000">
                <a:alpha val="50000"/>
              </a:srgbClr>
            </a:outerShdw>
          </a:effectLst>
        </p:spPr>
        <p:txBody>
          <a:bodyPr lIns="52916" tIns="52916" rIns="52916" bIns="52916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graphicFrame>
        <p:nvGraphicFramePr>
          <p:cNvPr id="287" name="Chart 287"/>
          <p:cNvGraphicFramePr/>
          <p:nvPr/>
        </p:nvGraphicFramePr>
        <p:xfrm>
          <a:off x="11469977" y="2841747"/>
          <a:ext cx="4787901" cy="478790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8" name="Shape 288"/>
          <p:cNvSpPr/>
          <p:nvPr/>
        </p:nvSpPr>
        <p:spPr>
          <a:xfrm>
            <a:off x="4190165" y="8733111"/>
            <a:ext cx="2187576" cy="8540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just">
              <a:lnSpc>
                <a:spcPct val="120000"/>
              </a:lnSpc>
              <a:defRPr b="1" cap="all" sz="4000">
                <a:solidFill>
                  <a:srgbClr val="53585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核心原理</a:t>
            </a:r>
          </a:p>
        </p:txBody>
      </p:sp>
      <p:sp>
        <p:nvSpPr>
          <p:cNvPr id="289" name="Shape 289"/>
          <p:cNvSpPr/>
          <p:nvPr/>
        </p:nvSpPr>
        <p:spPr>
          <a:xfrm>
            <a:off x="1918886" y="9931077"/>
            <a:ext cx="6730134" cy="1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2916" tIns="52916" rIns="52916" bIns="52916" anchor="ctr"/>
          <a:lstStyle/>
          <a:p>
            <a:pPr>
              <a:defRPr sz="2400"/>
            </a:pPr>
          </a:p>
        </p:txBody>
      </p:sp>
      <p:sp>
        <p:nvSpPr>
          <p:cNvPr id="290" name="Shape 290"/>
          <p:cNvSpPr/>
          <p:nvPr/>
        </p:nvSpPr>
        <p:spPr>
          <a:xfrm>
            <a:off x="1918885" y="10155270"/>
            <a:ext cx="6730135" cy="1660314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2916" tIns="52916" rIns="52916" bIns="52916" anchor="ctr">
            <a:spAutoFit/>
          </a:bodyPr>
          <a:lstStyle>
            <a:lvl1pPr algn="just" defTabSz="457200">
              <a:lnSpc>
                <a:spcPct val="120000"/>
              </a:lnSpc>
              <a:defRPr sz="2500">
                <a:solidFill>
                  <a:srgbClr val="53585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优势非常明显，在于对传统方案的改进和突破，解决了某种问题，同时迎来了新的挑战，带来新的问题，就在于能否对这个问题有效把控</a:t>
            </a:r>
          </a:p>
        </p:txBody>
      </p:sp>
      <p:pic>
        <p:nvPicPr>
          <p:cNvPr id="291" name="3YNGIU4yRTO4DDifrEfA__MG_2885-small-filtered.jpe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918885" y="3072300"/>
            <a:ext cx="6730135" cy="3785700"/>
          </a:xfrm>
          <a:prstGeom prst="rect">
            <a:avLst/>
          </a:prstGeom>
          <a:ln w="3175">
            <a:miter lim="400000"/>
          </a:ln>
        </p:spPr>
      </p:pic>
      <p:sp>
        <p:nvSpPr>
          <p:cNvPr id="292" name="Shape 292"/>
          <p:cNvSpPr/>
          <p:nvPr/>
        </p:nvSpPr>
        <p:spPr>
          <a:xfrm>
            <a:off x="2130544" y="608231"/>
            <a:ext cx="5489576" cy="12096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b="1" cap="all" sz="6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项目的原理分析</a:t>
            </a:r>
          </a:p>
        </p:txBody>
      </p:sp>
      <p:sp>
        <p:nvSpPr>
          <p:cNvPr id="293" name="Shape 293"/>
          <p:cNvSpPr/>
          <p:nvPr/>
        </p:nvSpPr>
        <p:spPr>
          <a:xfrm>
            <a:off x="915734" y="684431"/>
            <a:ext cx="1003152" cy="10572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b="1" cap="all" sz="6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294" name="Shape 294"/>
          <p:cNvSpPr/>
          <p:nvPr/>
        </p:nvSpPr>
        <p:spPr>
          <a:xfrm>
            <a:off x="-1" y="0"/>
            <a:ext cx="704077" cy="2252882"/>
          </a:xfrm>
          <a:prstGeom prst="rect">
            <a:avLst/>
          </a:pr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95" name="Shape 295"/>
          <p:cNvSpPr/>
          <p:nvPr/>
        </p:nvSpPr>
        <p:spPr>
          <a:xfrm>
            <a:off x="0" y="12658725"/>
            <a:ext cx="704076" cy="1057275"/>
          </a:xfrm>
          <a:prstGeom prst="rect">
            <a:avLst/>
          </a:pr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graphicFrame>
        <p:nvGraphicFramePr>
          <p:cNvPr id="296" name="Chart 296"/>
          <p:cNvGraphicFramePr/>
          <p:nvPr/>
        </p:nvGraphicFramePr>
        <p:xfrm>
          <a:off x="11666827" y="8264525"/>
          <a:ext cx="4394201" cy="4394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97" name="Shape 297"/>
          <p:cNvSpPr/>
          <p:nvPr/>
        </p:nvSpPr>
        <p:spPr>
          <a:xfrm>
            <a:off x="18111908" y="3736425"/>
            <a:ext cx="3974543" cy="13112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just">
              <a:lnSpc>
                <a:spcPct val="120000"/>
              </a:lnSpc>
              <a:defRPr b="1" cap="all" sz="6600">
                <a:solidFill>
                  <a:srgbClr val="53585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核心原理1</a:t>
            </a:r>
          </a:p>
        </p:txBody>
      </p:sp>
      <p:sp>
        <p:nvSpPr>
          <p:cNvPr id="298" name="Shape 298"/>
          <p:cNvSpPr/>
          <p:nvPr/>
        </p:nvSpPr>
        <p:spPr>
          <a:xfrm>
            <a:off x="18111908" y="9232899"/>
            <a:ext cx="3974543" cy="13112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just">
              <a:lnSpc>
                <a:spcPct val="120000"/>
              </a:lnSpc>
              <a:defRPr b="1" cap="all" sz="6600">
                <a:solidFill>
                  <a:srgbClr val="53585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核心原理2</a:t>
            </a:r>
          </a:p>
        </p:txBody>
      </p:sp>
      <p:sp>
        <p:nvSpPr>
          <p:cNvPr id="299" name="Shape 299"/>
          <p:cNvSpPr/>
          <p:nvPr/>
        </p:nvSpPr>
        <p:spPr>
          <a:xfrm>
            <a:off x="17306952" y="5420254"/>
            <a:ext cx="6730135" cy="1660314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2916" tIns="52916" rIns="52916" bIns="52916" anchor="ctr">
            <a:spAutoFit/>
          </a:bodyPr>
          <a:lstStyle>
            <a:lvl1pPr algn="just" defTabSz="457200">
              <a:lnSpc>
                <a:spcPct val="120000"/>
              </a:lnSpc>
              <a:defRPr sz="25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优势非常明显，在于对传统方案的改进和突破，解决了某种问题，同时迎来了新的挑战，带来新的问题，就在于能否对这个问题有效把控</a:t>
            </a:r>
          </a:p>
        </p:txBody>
      </p:sp>
      <p:sp>
        <p:nvSpPr>
          <p:cNvPr id="300" name="Shape 300"/>
          <p:cNvSpPr/>
          <p:nvPr/>
        </p:nvSpPr>
        <p:spPr>
          <a:xfrm>
            <a:off x="17306952" y="10762859"/>
            <a:ext cx="6730135" cy="166031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2916" tIns="52916" rIns="52916" bIns="52916" anchor="ctr">
            <a:spAutoFit/>
          </a:bodyPr>
          <a:lstStyle>
            <a:lvl1pPr algn="just" defTabSz="457200">
              <a:lnSpc>
                <a:spcPct val="120000"/>
              </a:lnSpc>
              <a:defRPr sz="25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优势非常明显，在于对传统方案的改进和突破，解决了某种问题，同时迎来了新的挑战，带来新的问题，就在于能否对这个问题有效把控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Shape 302"/>
          <p:cNvSpPr/>
          <p:nvPr/>
        </p:nvSpPr>
        <p:spPr>
          <a:xfrm>
            <a:off x="1" y="3197894"/>
            <a:ext cx="24383999" cy="7320212"/>
          </a:xfrm>
          <a:prstGeom prst="rect">
            <a:avLst/>
          </a:pr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303" name="Shape 303"/>
          <p:cNvSpPr/>
          <p:nvPr/>
        </p:nvSpPr>
        <p:spPr>
          <a:xfrm>
            <a:off x="6510383" y="5311626"/>
            <a:ext cx="12690476" cy="26447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141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方案可行性设计</a:t>
            </a:r>
          </a:p>
        </p:txBody>
      </p:sp>
      <p:sp>
        <p:nvSpPr>
          <p:cNvPr id="304" name="Shape 304"/>
          <p:cNvSpPr/>
          <p:nvPr/>
        </p:nvSpPr>
        <p:spPr>
          <a:xfrm>
            <a:off x="3154805" y="5509048"/>
            <a:ext cx="2146834" cy="224993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141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305" name="Shape 305"/>
          <p:cNvSpPr/>
          <p:nvPr/>
        </p:nvSpPr>
        <p:spPr>
          <a:xfrm flipH="1">
            <a:off x="4228221" y="5863324"/>
            <a:ext cx="1696125" cy="15413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306" name="Shape 306"/>
          <p:cNvSpPr/>
          <p:nvPr/>
        </p:nvSpPr>
        <p:spPr>
          <a:xfrm rot="5400000">
            <a:off x="11557000" y="11411198"/>
            <a:ext cx="1270000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0" y="21600"/>
                </a:lnTo>
                <a:lnTo>
                  <a:pt x="10800" y="15052"/>
                </a:lnTo>
                <a:lnTo>
                  <a:pt x="21600" y="21600"/>
                </a:lnTo>
                <a:lnTo>
                  <a:pt x="10800" y="0"/>
                </a:lnTo>
                <a:close/>
              </a:path>
            </a:pathLst>
          </a:cu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Shape 308"/>
          <p:cNvSpPr/>
          <p:nvPr/>
        </p:nvSpPr>
        <p:spPr>
          <a:xfrm>
            <a:off x="2130544" y="608231"/>
            <a:ext cx="5489576" cy="12096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b="1" cap="all" sz="6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方案可行性设计</a:t>
            </a:r>
          </a:p>
        </p:txBody>
      </p:sp>
      <p:sp>
        <p:nvSpPr>
          <p:cNvPr id="309" name="Shape 309"/>
          <p:cNvSpPr/>
          <p:nvPr/>
        </p:nvSpPr>
        <p:spPr>
          <a:xfrm>
            <a:off x="915734" y="684431"/>
            <a:ext cx="1003152" cy="10572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b="1" cap="all" sz="6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310" name="Shape 310"/>
          <p:cNvSpPr/>
          <p:nvPr/>
        </p:nvSpPr>
        <p:spPr>
          <a:xfrm>
            <a:off x="-1" y="0"/>
            <a:ext cx="704077" cy="2252882"/>
          </a:xfrm>
          <a:prstGeom prst="rect">
            <a:avLst/>
          </a:pr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311" name="Shape 311"/>
          <p:cNvSpPr/>
          <p:nvPr/>
        </p:nvSpPr>
        <p:spPr>
          <a:xfrm>
            <a:off x="0" y="12658725"/>
            <a:ext cx="704076" cy="1057275"/>
          </a:xfrm>
          <a:prstGeom prst="rect">
            <a:avLst/>
          </a:pr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312" name="Shape 312"/>
          <p:cNvSpPr/>
          <p:nvPr/>
        </p:nvSpPr>
        <p:spPr>
          <a:xfrm>
            <a:off x="0" y="7593862"/>
            <a:ext cx="24383999" cy="242776"/>
          </a:xfrm>
          <a:prstGeom prst="rect">
            <a:avLst/>
          </a:prstGeom>
          <a:solidFill>
            <a:srgbClr val="2F2F34"/>
          </a:solidFill>
          <a:ln w="3175">
            <a:miter lim="400000"/>
          </a:ln>
          <a:effectLst>
            <a:outerShdw sx="100000" sy="100000" kx="0" ky="0" algn="b" rotWithShape="0" blurRad="76200" dist="25400" dir="5400000">
              <a:srgbClr val="000000">
                <a:alpha val="50000"/>
              </a:srgbClr>
            </a:outerShdw>
          </a:effectLst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313" name="Shape 313"/>
          <p:cNvSpPr/>
          <p:nvPr/>
        </p:nvSpPr>
        <p:spPr>
          <a:xfrm flipV="1">
            <a:off x="3767750" y="5085717"/>
            <a:ext cx="1" cy="1715738"/>
          </a:xfrm>
          <a:prstGeom prst="line">
            <a:avLst/>
          </a:prstGeom>
          <a:ln w="63500" cap="rnd">
            <a:solidFill>
              <a:srgbClr val="525860"/>
            </a:solidFill>
            <a:custDash>
              <a:ds d="100000" sp="200000"/>
            </a:custDash>
          </a:ln>
        </p:spPr>
        <p:txBody>
          <a:bodyPr lIns="71437" tIns="71437" rIns="71437" bIns="71437" anchor="ctr"/>
          <a:lstStyle/>
          <a:p>
            <a:pPr>
              <a:defRPr sz="3200"/>
            </a:pPr>
          </a:p>
        </p:txBody>
      </p:sp>
      <p:sp>
        <p:nvSpPr>
          <p:cNvPr id="314" name="Shape 314"/>
          <p:cNvSpPr/>
          <p:nvPr/>
        </p:nvSpPr>
        <p:spPr>
          <a:xfrm>
            <a:off x="2925655" y="4183667"/>
            <a:ext cx="1781176" cy="7143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200"/>
            </a:lvl1pPr>
          </a:lstStyle>
          <a:p>
            <a:pPr/>
            <a:r>
              <a:t>查找文献</a:t>
            </a:r>
          </a:p>
        </p:txBody>
      </p:sp>
      <p:sp>
        <p:nvSpPr>
          <p:cNvPr id="315" name="Shape 315"/>
          <p:cNvSpPr/>
          <p:nvPr/>
        </p:nvSpPr>
        <p:spPr>
          <a:xfrm rot="1599787">
            <a:off x="3308770" y="3067496"/>
            <a:ext cx="587805" cy="587806"/>
          </a:xfrm>
          <a:prstGeom prst="ellipse">
            <a:avLst/>
          </a:prstGeom>
          <a:ln w="508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316" name="Shape 316"/>
          <p:cNvSpPr/>
          <p:nvPr/>
        </p:nvSpPr>
        <p:spPr>
          <a:xfrm>
            <a:off x="3831498" y="3558543"/>
            <a:ext cx="442729" cy="380321"/>
          </a:xfrm>
          <a:prstGeom prst="line">
            <a:avLst/>
          </a:prstGeom>
          <a:ln w="508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200"/>
            </a:pPr>
          </a:p>
        </p:txBody>
      </p:sp>
      <p:grpSp>
        <p:nvGrpSpPr>
          <p:cNvPr id="320" name="Group 320"/>
          <p:cNvGrpSpPr/>
          <p:nvPr/>
        </p:nvGrpSpPr>
        <p:grpSpPr>
          <a:xfrm>
            <a:off x="3078777" y="7034850"/>
            <a:ext cx="1360801" cy="1360801"/>
            <a:chOff x="0" y="0"/>
            <a:chExt cx="1360799" cy="1360799"/>
          </a:xfrm>
        </p:grpSpPr>
        <p:sp>
          <p:nvSpPr>
            <p:cNvPr id="317" name="Shape 317"/>
            <p:cNvSpPr/>
            <p:nvPr/>
          </p:nvSpPr>
          <p:spPr>
            <a:xfrm>
              <a:off x="0" y="0"/>
              <a:ext cx="1360800" cy="1360800"/>
            </a:xfrm>
            <a:prstGeom prst="ellipse">
              <a:avLst/>
            </a:prstGeom>
            <a:solidFill>
              <a:srgbClr val="53585F"/>
            </a:solidFill>
            <a:ln w="3175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18" name="Shape 318"/>
            <p:cNvSpPr/>
            <p:nvPr/>
          </p:nvSpPr>
          <p:spPr>
            <a:xfrm>
              <a:off x="143763" y="145800"/>
              <a:ext cx="1069201" cy="1069201"/>
            </a:xfrm>
            <a:prstGeom prst="ellipse">
              <a:avLst/>
            </a:prstGeom>
            <a:gradFill flip="none" rotWithShape="1">
              <a:gsLst>
                <a:gs pos="0">
                  <a:srgbClr val="EBEBEB"/>
                </a:gs>
                <a:gs pos="43352">
                  <a:srgbClr val="FFFFFF"/>
                </a:gs>
                <a:gs pos="100000">
                  <a:srgbClr val="EBEBEB"/>
                </a:gs>
              </a:gsLst>
              <a:path path="shape">
                <a:fillToRect l="1919" t="-4700" r="98080" b="104700"/>
              </a:path>
            </a:gradFill>
            <a:ln w="3175" cap="flat">
              <a:noFill/>
              <a:miter lim="400000"/>
            </a:ln>
            <a:effectLst>
              <a:outerShdw sx="100000" sy="100000" kx="0" ky="0" algn="b" rotWithShape="0" blurRad="114300" dist="0" dir="5400000">
                <a:srgbClr val="000000">
                  <a:alpha val="14931"/>
                </a:srgbClr>
              </a:outerShdw>
            </a:effectLst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19" name="Shape 319"/>
            <p:cNvSpPr/>
            <p:nvPr/>
          </p:nvSpPr>
          <p:spPr>
            <a:xfrm>
              <a:off x="393222" y="240662"/>
              <a:ext cx="494514" cy="879476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/>
            <a:p>
              <a:pPr/>
              <a:r>
                <a:t>1</a:t>
              </a:r>
            </a:p>
          </p:txBody>
        </p:sp>
      </p:grpSp>
      <p:sp>
        <p:nvSpPr>
          <p:cNvPr id="321" name="Shape 321"/>
          <p:cNvSpPr/>
          <p:nvPr/>
        </p:nvSpPr>
        <p:spPr>
          <a:xfrm flipV="1">
            <a:off x="20464852" y="5270619"/>
            <a:ext cx="1" cy="1715738"/>
          </a:xfrm>
          <a:prstGeom prst="line">
            <a:avLst/>
          </a:prstGeom>
          <a:ln w="63500" cap="rnd">
            <a:solidFill>
              <a:srgbClr val="525860"/>
            </a:solidFill>
            <a:custDash>
              <a:ds d="100000" sp="200000"/>
            </a:custDash>
          </a:ln>
        </p:spPr>
        <p:txBody>
          <a:bodyPr lIns="71437" tIns="71437" rIns="71437" bIns="71437" anchor="ctr"/>
          <a:lstStyle/>
          <a:p>
            <a:pPr>
              <a:defRPr sz="3200"/>
            </a:pPr>
          </a:p>
        </p:txBody>
      </p:sp>
      <p:grpSp>
        <p:nvGrpSpPr>
          <p:cNvPr id="325" name="Group 325"/>
          <p:cNvGrpSpPr/>
          <p:nvPr/>
        </p:nvGrpSpPr>
        <p:grpSpPr>
          <a:xfrm>
            <a:off x="19784452" y="7034850"/>
            <a:ext cx="1360801" cy="1360801"/>
            <a:chOff x="0" y="0"/>
            <a:chExt cx="1360799" cy="1360799"/>
          </a:xfrm>
        </p:grpSpPr>
        <p:sp>
          <p:nvSpPr>
            <p:cNvPr id="322" name="Shape 322"/>
            <p:cNvSpPr/>
            <p:nvPr/>
          </p:nvSpPr>
          <p:spPr>
            <a:xfrm>
              <a:off x="0" y="0"/>
              <a:ext cx="1360800" cy="1360800"/>
            </a:xfrm>
            <a:prstGeom prst="ellipse">
              <a:avLst/>
            </a:prstGeom>
            <a:solidFill>
              <a:srgbClr val="53585F"/>
            </a:solidFill>
            <a:ln w="3175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23" name="Shape 323"/>
            <p:cNvSpPr/>
            <p:nvPr/>
          </p:nvSpPr>
          <p:spPr>
            <a:xfrm>
              <a:off x="145799" y="145800"/>
              <a:ext cx="1069201" cy="1069201"/>
            </a:xfrm>
            <a:prstGeom prst="ellipse">
              <a:avLst/>
            </a:prstGeom>
            <a:gradFill flip="none" rotWithShape="1">
              <a:gsLst>
                <a:gs pos="0">
                  <a:srgbClr val="EBEBEB"/>
                </a:gs>
                <a:gs pos="43352">
                  <a:srgbClr val="FFFFFF"/>
                </a:gs>
                <a:gs pos="100000">
                  <a:srgbClr val="EBEBEB"/>
                </a:gs>
              </a:gsLst>
              <a:path path="shape">
                <a:fillToRect l="1919" t="-4700" r="98080" b="104700"/>
              </a:path>
            </a:gradFill>
            <a:ln w="3175" cap="flat">
              <a:noFill/>
              <a:miter lim="400000"/>
            </a:ln>
            <a:effectLst>
              <a:outerShdw sx="100000" sy="100000" kx="0" ky="0" algn="b" rotWithShape="0" blurRad="114300" dist="0" dir="5400000">
                <a:srgbClr val="000000">
                  <a:alpha val="14931"/>
                </a:srgbClr>
              </a:outerShdw>
            </a:effectLst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24" name="Shape 324"/>
            <p:cNvSpPr/>
            <p:nvPr/>
          </p:nvSpPr>
          <p:spPr>
            <a:xfrm>
              <a:off x="481638" y="270434"/>
              <a:ext cx="494514" cy="879476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/>
            <a:p>
              <a:pPr/>
              <a:r>
                <a:t>5</a:t>
              </a:r>
            </a:p>
          </p:txBody>
        </p:sp>
      </p:grpSp>
      <p:sp>
        <p:nvSpPr>
          <p:cNvPr id="326" name="Shape 326"/>
          <p:cNvSpPr/>
          <p:nvPr/>
        </p:nvSpPr>
        <p:spPr>
          <a:xfrm>
            <a:off x="19622758" y="4311590"/>
            <a:ext cx="1781176" cy="7143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200"/>
            </a:lvl1pPr>
          </a:lstStyle>
          <a:p>
            <a:pPr/>
            <a:r>
              <a:t>撰写论文</a:t>
            </a:r>
          </a:p>
        </p:txBody>
      </p:sp>
      <p:sp>
        <p:nvSpPr>
          <p:cNvPr id="327" name="Shape 327"/>
          <p:cNvSpPr/>
          <p:nvPr/>
        </p:nvSpPr>
        <p:spPr>
          <a:xfrm>
            <a:off x="20069874" y="3063853"/>
            <a:ext cx="686545" cy="972001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328" name="Shape 328"/>
          <p:cNvSpPr/>
          <p:nvPr/>
        </p:nvSpPr>
        <p:spPr>
          <a:xfrm>
            <a:off x="20161541" y="3337428"/>
            <a:ext cx="50320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200"/>
            </a:pPr>
          </a:p>
        </p:txBody>
      </p:sp>
      <p:sp>
        <p:nvSpPr>
          <p:cNvPr id="329" name="Shape 329"/>
          <p:cNvSpPr/>
          <p:nvPr/>
        </p:nvSpPr>
        <p:spPr>
          <a:xfrm>
            <a:off x="20161541" y="3554869"/>
            <a:ext cx="50320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200"/>
            </a:pPr>
          </a:p>
        </p:txBody>
      </p:sp>
      <p:sp>
        <p:nvSpPr>
          <p:cNvPr id="330" name="Shape 330"/>
          <p:cNvSpPr/>
          <p:nvPr/>
        </p:nvSpPr>
        <p:spPr>
          <a:xfrm>
            <a:off x="20161541" y="3699829"/>
            <a:ext cx="50320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200"/>
            </a:pPr>
          </a:p>
        </p:txBody>
      </p:sp>
      <p:sp>
        <p:nvSpPr>
          <p:cNvPr id="331" name="Shape 331"/>
          <p:cNvSpPr/>
          <p:nvPr/>
        </p:nvSpPr>
        <p:spPr>
          <a:xfrm>
            <a:off x="20161541" y="3409908"/>
            <a:ext cx="50320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200"/>
            </a:pPr>
          </a:p>
        </p:txBody>
      </p:sp>
      <p:sp>
        <p:nvSpPr>
          <p:cNvPr id="332" name="Shape 332"/>
          <p:cNvSpPr/>
          <p:nvPr/>
        </p:nvSpPr>
        <p:spPr>
          <a:xfrm>
            <a:off x="20161541" y="3627349"/>
            <a:ext cx="50320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200"/>
            </a:pPr>
          </a:p>
        </p:txBody>
      </p:sp>
      <p:sp>
        <p:nvSpPr>
          <p:cNvPr id="333" name="Shape 333"/>
          <p:cNvSpPr/>
          <p:nvPr/>
        </p:nvSpPr>
        <p:spPr>
          <a:xfrm>
            <a:off x="20161541" y="3844790"/>
            <a:ext cx="50320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200"/>
            </a:pPr>
          </a:p>
        </p:txBody>
      </p:sp>
      <p:sp>
        <p:nvSpPr>
          <p:cNvPr id="334" name="Shape 334"/>
          <p:cNvSpPr/>
          <p:nvPr/>
        </p:nvSpPr>
        <p:spPr>
          <a:xfrm>
            <a:off x="20161541" y="3482388"/>
            <a:ext cx="50320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200"/>
            </a:pPr>
          </a:p>
        </p:txBody>
      </p:sp>
      <p:sp>
        <p:nvSpPr>
          <p:cNvPr id="335" name="Shape 335"/>
          <p:cNvSpPr/>
          <p:nvPr/>
        </p:nvSpPr>
        <p:spPr>
          <a:xfrm>
            <a:off x="20161541" y="3772310"/>
            <a:ext cx="50320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200"/>
            </a:pPr>
          </a:p>
        </p:txBody>
      </p:sp>
      <p:sp>
        <p:nvSpPr>
          <p:cNvPr id="336" name="Shape 336"/>
          <p:cNvSpPr/>
          <p:nvPr/>
        </p:nvSpPr>
        <p:spPr>
          <a:xfrm>
            <a:off x="20161541" y="3917270"/>
            <a:ext cx="50320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200"/>
            </a:pPr>
          </a:p>
        </p:txBody>
      </p:sp>
      <p:sp>
        <p:nvSpPr>
          <p:cNvPr id="337" name="Shape 337"/>
          <p:cNvSpPr/>
          <p:nvPr/>
        </p:nvSpPr>
        <p:spPr>
          <a:xfrm>
            <a:off x="20287344" y="3264948"/>
            <a:ext cx="251605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200"/>
            </a:pPr>
          </a:p>
        </p:txBody>
      </p:sp>
      <p:sp>
        <p:nvSpPr>
          <p:cNvPr id="338" name="Shape 338"/>
          <p:cNvSpPr/>
          <p:nvPr/>
        </p:nvSpPr>
        <p:spPr>
          <a:xfrm flipV="1">
            <a:off x="12092053" y="5085717"/>
            <a:ext cx="1" cy="1715738"/>
          </a:xfrm>
          <a:prstGeom prst="line">
            <a:avLst/>
          </a:prstGeom>
          <a:ln w="63500" cap="rnd">
            <a:solidFill>
              <a:srgbClr val="525860"/>
            </a:solidFill>
            <a:custDash>
              <a:ds d="100000" sp="200000"/>
            </a:custDash>
          </a:ln>
        </p:spPr>
        <p:txBody>
          <a:bodyPr lIns="71437" tIns="71437" rIns="71437" bIns="71437" anchor="ctr"/>
          <a:lstStyle/>
          <a:p>
            <a:pPr>
              <a:defRPr sz="3200"/>
            </a:pPr>
          </a:p>
        </p:txBody>
      </p:sp>
      <p:grpSp>
        <p:nvGrpSpPr>
          <p:cNvPr id="342" name="Group 342"/>
          <p:cNvGrpSpPr/>
          <p:nvPr/>
        </p:nvGrpSpPr>
        <p:grpSpPr>
          <a:xfrm>
            <a:off x="11511598" y="7034850"/>
            <a:ext cx="1360801" cy="1360801"/>
            <a:chOff x="0" y="0"/>
            <a:chExt cx="1360799" cy="1360799"/>
          </a:xfrm>
        </p:grpSpPr>
        <p:sp>
          <p:nvSpPr>
            <p:cNvPr id="339" name="Shape 339"/>
            <p:cNvSpPr/>
            <p:nvPr/>
          </p:nvSpPr>
          <p:spPr>
            <a:xfrm>
              <a:off x="0" y="0"/>
              <a:ext cx="1360800" cy="1360800"/>
            </a:xfrm>
            <a:prstGeom prst="ellipse">
              <a:avLst/>
            </a:prstGeom>
            <a:solidFill>
              <a:srgbClr val="53585F"/>
            </a:solidFill>
            <a:ln w="3175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40" name="Shape 340"/>
            <p:cNvSpPr/>
            <p:nvPr/>
          </p:nvSpPr>
          <p:spPr>
            <a:xfrm>
              <a:off x="145800" y="145800"/>
              <a:ext cx="1069201" cy="1069201"/>
            </a:xfrm>
            <a:prstGeom prst="ellipse">
              <a:avLst/>
            </a:prstGeom>
            <a:gradFill flip="none" rotWithShape="1">
              <a:gsLst>
                <a:gs pos="0">
                  <a:srgbClr val="EBEBEB"/>
                </a:gs>
                <a:gs pos="43352">
                  <a:srgbClr val="FFFFFF"/>
                </a:gs>
                <a:gs pos="100000">
                  <a:srgbClr val="EBEBEB"/>
                </a:gs>
              </a:gsLst>
              <a:path path="shape">
                <a:fillToRect l="1919" t="-4700" r="98080" b="104700"/>
              </a:path>
            </a:gradFill>
            <a:ln w="3175" cap="flat">
              <a:noFill/>
              <a:miter lim="400000"/>
            </a:ln>
            <a:effectLst>
              <a:outerShdw sx="100000" sy="100000" kx="0" ky="0" algn="b" rotWithShape="0" blurRad="114300" dist="0" dir="5400000">
                <a:srgbClr val="000000">
                  <a:alpha val="14931"/>
                </a:srgbClr>
              </a:outerShdw>
            </a:effectLst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41" name="Shape 341"/>
            <p:cNvSpPr/>
            <p:nvPr/>
          </p:nvSpPr>
          <p:spPr>
            <a:xfrm>
              <a:off x="433009" y="240662"/>
              <a:ext cx="494513" cy="879476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/>
            <a:p>
              <a:pPr/>
              <a:r>
                <a:t>3</a:t>
              </a:r>
            </a:p>
          </p:txBody>
        </p:sp>
      </p:grpSp>
      <p:sp>
        <p:nvSpPr>
          <p:cNvPr id="343" name="Shape 343"/>
          <p:cNvSpPr/>
          <p:nvPr/>
        </p:nvSpPr>
        <p:spPr>
          <a:xfrm>
            <a:off x="11201466" y="4215557"/>
            <a:ext cx="1781176" cy="7143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200"/>
            </a:lvl1pPr>
          </a:lstStyle>
          <a:p>
            <a:pPr/>
            <a:r>
              <a:t>数据计算</a:t>
            </a:r>
          </a:p>
        </p:txBody>
      </p:sp>
      <p:sp>
        <p:nvSpPr>
          <p:cNvPr id="344" name="Shape 344"/>
          <p:cNvSpPr/>
          <p:nvPr/>
        </p:nvSpPr>
        <p:spPr>
          <a:xfrm>
            <a:off x="11614141" y="3051931"/>
            <a:ext cx="972001" cy="972001"/>
          </a:xfrm>
          <a:prstGeom prst="roundRect">
            <a:avLst>
              <a:gd name="adj" fmla="val 10534"/>
            </a:avLst>
          </a:prstGeom>
          <a:ln w="254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200"/>
            </a:pPr>
          </a:p>
        </p:txBody>
      </p:sp>
      <p:sp>
        <p:nvSpPr>
          <p:cNvPr id="345" name="Shape 345"/>
          <p:cNvSpPr/>
          <p:nvPr/>
        </p:nvSpPr>
        <p:spPr>
          <a:xfrm>
            <a:off x="11781287" y="3306036"/>
            <a:ext cx="198446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200"/>
            </a:pPr>
          </a:p>
        </p:txBody>
      </p:sp>
      <p:sp>
        <p:nvSpPr>
          <p:cNvPr id="346" name="Shape 346"/>
          <p:cNvSpPr/>
          <p:nvPr/>
        </p:nvSpPr>
        <p:spPr>
          <a:xfrm>
            <a:off x="12221819" y="3306036"/>
            <a:ext cx="198446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200"/>
            </a:pPr>
          </a:p>
        </p:txBody>
      </p:sp>
      <p:sp>
        <p:nvSpPr>
          <p:cNvPr id="347" name="Shape 347"/>
          <p:cNvSpPr/>
          <p:nvPr/>
        </p:nvSpPr>
        <p:spPr>
          <a:xfrm flipV="1">
            <a:off x="12330658" y="3659418"/>
            <a:ext cx="48215" cy="207378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200"/>
            </a:pPr>
          </a:p>
        </p:txBody>
      </p:sp>
      <p:sp>
        <p:nvSpPr>
          <p:cNvPr id="348" name="Shape 348"/>
          <p:cNvSpPr/>
          <p:nvPr/>
        </p:nvSpPr>
        <p:spPr>
          <a:xfrm flipV="1">
            <a:off x="11833709" y="3665589"/>
            <a:ext cx="123476" cy="197467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200"/>
            </a:pPr>
          </a:p>
        </p:txBody>
      </p:sp>
      <p:sp>
        <p:nvSpPr>
          <p:cNvPr id="349" name="Shape 349"/>
          <p:cNvSpPr/>
          <p:nvPr/>
        </p:nvSpPr>
        <p:spPr>
          <a:xfrm>
            <a:off x="11841720" y="3665589"/>
            <a:ext cx="123476" cy="197467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200"/>
            </a:pPr>
          </a:p>
        </p:txBody>
      </p:sp>
      <p:sp>
        <p:nvSpPr>
          <p:cNvPr id="350" name="Shape 350"/>
          <p:cNvSpPr/>
          <p:nvPr/>
        </p:nvSpPr>
        <p:spPr>
          <a:xfrm flipH="1" flipV="1">
            <a:off x="11880387" y="3213958"/>
            <a:ext cx="246" cy="21652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200"/>
            </a:pPr>
          </a:p>
        </p:txBody>
      </p:sp>
      <p:sp>
        <p:nvSpPr>
          <p:cNvPr id="351" name="Shape 351"/>
          <p:cNvSpPr/>
          <p:nvPr/>
        </p:nvSpPr>
        <p:spPr>
          <a:xfrm flipV="1">
            <a:off x="8024082" y="8629046"/>
            <a:ext cx="1" cy="1715738"/>
          </a:xfrm>
          <a:prstGeom prst="line">
            <a:avLst/>
          </a:prstGeom>
          <a:ln w="63500" cap="rnd">
            <a:solidFill>
              <a:srgbClr val="525860"/>
            </a:solidFill>
            <a:custDash>
              <a:ds d="100000" sp="200000"/>
            </a:custDash>
          </a:ln>
        </p:spPr>
        <p:txBody>
          <a:bodyPr lIns="71437" tIns="71437" rIns="71437" bIns="71437" anchor="ctr"/>
          <a:lstStyle/>
          <a:p>
            <a:pPr>
              <a:defRPr sz="3200"/>
            </a:pPr>
          </a:p>
        </p:txBody>
      </p:sp>
      <p:grpSp>
        <p:nvGrpSpPr>
          <p:cNvPr id="355" name="Group 355"/>
          <p:cNvGrpSpPr/>
          <p:nvPr/>
        </p:nvGrpSpPr>
        <p:grpSpPr>
          <a:xfrm>
            <a:off x="7295188" y="7017704"/>
            <a:ext cx="1360801" cy="1360801"/>
            <a:chOff x="0" y="0"/>
            <a:chExt cx="1360799" cy="1360799"/>
          </a:xfrm>
        </p:grpSpPr>
        <p:sp>
          <p:nvSpPr>
            <p:cNvPr id="352" name="Shape 352"/>
            <p:cNvSpPr/>
            <p:nvPr/>
          </p:nvSpPr>
          <p:spPr>
            <a:xfrm>
              <a:off x="0" y="0"/>
              <a:ext cx="1360800" cy="1360800"/>
            </a:xfrm>
            <a:prstGeom prst="ellipse">
              <a:avLst/>
            </a:prstGeom>
            <a:solidFill>
              <a:srgbClr val="2F2F34"/>
            </a:solidFill>
            <a:ln w="3175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53" name="Shape 353"/>
            <p:cNvSpPr/>
            <p:nvPr/>
          </p:nvSpPr>
          <p:spPr>
            <a:xfrm>
              <a:off x="145800" y="162944"/>
              <a:ext cx="1069201" cy="1069202"/>
            </a:xfrm>
            <a:prstGeom prst="ellipse">
              <a:avLst/>
            </a:prstGeom>
            <a:gradFill flip="none" rotWithShape="1">
              <a:gsLst>
                <a:gs pos="0">
                  <a:srgbClr val="EBEBEB"/>
                </a:gs>
                <a:gs pos="43352">
                  <a:srgbClr val="FFFFFF"/>
                </a:gs>
                <a:gs pos="100000">
                  <a:srgbClr val="EBEBEB"/>
                </a:gs>
              </a:gsLst>
              <a:path path="shape">
                <a:fillToRect l="1919" t="-4700" r="98080" b="104700"/>
              </a:path>
            </a:gradFill>
            <a:ln w="3175" cap="flat">
              <a:noFill/>
              <a:miter lim="400000"/>
            </a:ln>
            <a:effectLst>
              <a:outerShdw sx="100000" sy="100000" kx="0" ky="0" algn="b" rotWithShape="0" blurRad="114300" dist="0" dir="5400000">
                <a:srgbClr val="000000">
                  <a:alpha val="14931"/>
                </a:srgbClr>
              </a:outerShdw>
            </a:effectLst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54" name="Shape 354"/>
            <p:cNvSpPr/>
            <p:nvPr/>
          </p:nvSpPr>
          <p:spPr>
            <a:xfrm>
              <a:off x="433143" y="257807"/>
              <a:ext cx="494514" cy="879476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/>
            <a:p>
              <a:pPr/>
              <a:r>
                <a:t>2</a:t>
              </a:r>
            </a:p>
          </p:txBody>
        </p:sp>
      </p:grpSp>
      <p:sp>
        <p:nvSpPr>
          <p:cNvPr id="356" name="Shape 356"/>
          <p:cNvSpPr/>
          <p:nvPr/>
        </p:nvSpPr>
        <p:spPr>
          <a:xfrm>
            <a:off x="7085000" y="11627159"/>
            <a:ext cx="1781176" cy="7143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200"/>
            </a:lvl1pPr>
          </a:lstStyle>
          <a:p>
            <a:pPr/>
            <a:r>
              <a:t>确定方案</a:t>
            </a:r>
          </a:p>
        </p:txBody>
      </p:sp>
      <p:sp>
        <p:nvSpPr>
          <p:cNvPr id="357" name="Shape 357"/>
          <p:cNvSpPr/>
          <p:nvPr/>
        </p:nvSpPr>
        <p:spPr>
          <a:xfrm flipV="1">
            <a:off x="16376919" y="8629046"/>
            <a:ext cx="1" cy="1715738"/>
          </a:xfrm>
          <a:prstGeom prst="line">
            <a:avLst/>
          </a:prstGeom>
          <a:ln w="63500" cap="rnd">
            <a:solidFill>
              <a:srgbClr val="525860"/>
            </a:solidFill>
            <a:custDash>
              <a:ds d="100000" sp="200000"/>
            </a:custDash>
          </a:ln>
        </p:spPr>
        <p:txBody>
          <a:bodyPr lIns="71437" tIns="71437" rIns="71437" bIns="71437" anchor="ctr"/>
          <a:lstStyle/>
          <a:p>
            <a:pPr>
              <a:defRPr sz="3200"/>
            </a:pPr>
          </a:p>
        </p:txBody>
      </p:sp>
      <p:grpSp>
        <p:nvGrpSpPr>
          <p:cNvPr id="361" name="Group 361"/>
          <p:cNvGrpSpPr/>
          <p:nvPr/>
        </p:nvGrpSpPr>
        <p:grpSpPr>
          <a:xfrm>
            <a:off x="15648024" y="7034850"/>
            <a:ext cx="1360801" cy="1360801"/>
            <a:chOff x="0" y="0"/>
            <a:chExt cx="1360799" cy="1360799"/>
          </a:xfrm>
        </p:grpSpPr>
        <p:sp>
          <p:nvSpPr>
            <p:cNvPr id="358" name="Shape 358"/>
            <p:cNvSpPr/>
            <p:nvPr/>
          </p:nvSpPr>
          <p:spPr>
            <a:xfrm>
              <a:off x="0" y="0"/>
              <a:ext cx="1360800" cy="1360800"/>
            </a:xfrm>
            <a:prstGeom prst="ellipse">
              <a:avLst/>
            </a:prstGeom>
            <a:solidFill>
              <a:srgbClr val="2F2F34"/>
            </a:solidFill>
            <a:ln w="3175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59" name="Shape 359"/>
            <p:cNvSpPr/>
            <p:nvPr/>
          </p:nvSpPr>
          <p:spPr>
            <a:xfrm>
              <a:off x="145800" y="145800"/>
              <a:ext cx="1069201" cy="1069201"/>
            </a:xfrm>
            <a:prstGeom prst="ellipse">
              <a:avLst/>
            </a:prstGeom>
            <a:gradFill flip="none" rotWithShape="1">
              <a:gsLst>
                <a:gs pos="0">
                  <a:srgbClr val="EBEBEB"/>
                </a:gs>
                <a:gs pos="43352">
                  <a:srgbClr val="FFFFFF"/>
                </a:gs>
                <a:gs pos="100000">
                  <a:srgbClr val="EBEBEB"/>
                </a:gs>
              </a:gsLst>
              <a:path path="shape">
                <a:fillToRect l="1919" t="-4700" r="98080" b="104700"/>
              </a:path>
            </a:gradFill>
            <a:ln w="3175" cap="flat">
              <a:noFill/>
              <a:miter lim="400000"/>
            </a:ln>
            <a:effectLst>
              <a:outerShdw sx="100000" sy="100000" kx="0" ky="0" algn="b" rotWithShape="0" blurRad="114300" dist="0" dir="5400000">
                <a:srgbClr val="000000">
                  <a:alpha val="14931"/>
                </a:srgbClr>
              </a:outerShdw>
            </a:effectLst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60" name="Shape 360"/>
            <p:cNvSpPr/>
            <p:nvPr/>
          </p:nvSpPr>
          <p:spPr>
            <a:xfrm>
              <a:off x="433144" y="240662"/>
              <a:ext cx="494513" cy="879476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/>
            <a:p>
              <a:pPr/>
              <a:r>
                <a:t>4</a:t>
              </a:r>
            </a:p>
          </p:txBody>
        </p:sp>
      </p:grpSp>
      <p:sp>
        <p:nvSpPr>
          <p:cNvPr id="362" name="Shape 362"/>
          <p:cNvSpPr/>
          <p:nvPr/>
        </p:nvSpPr>
        <p:spPr>
          <a:xfrm>
            <a:off x="15534825" y="11627159"/>
            <a:ext cx="1781176" cy="7143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200"/>
            </a:lvl1pPr>
          </a:lstStyle>
          <a:p>
            <a:pPr/>
            <a:r>
              <a:t>结构分析</a:t>
            </a:r>
          </a:p>
        </p:txBody>
      </p:sp>
      <p:pic>
        <p:nvPicPr>
          <p:cNvPr id="363" name="resize_png_new-1.php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684520" y="10520932"/>
            <a:ext cx="768928" cy="1057276"/>
          </a:xfrm>
          <a:prstGeom prst="rect">
            <a:avLst/>
          </a:prstGeom>
          <a:ln w="3175">
            <a:miter lim="400000"/>
          </a:ln>
        </p:spPr>
      </p:pic>
      <p:pic>
        <p:nvPicPr>
          <p:cNvPr id="364" name="resize_png_new-2.php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923211" y="10802039"/>
            <a:ext cx="907416" cy="907417"/>
          </a:xfrm>
          <a:prstGeom prst="rect">
            <a:avLst/>
          </a:prstGeom>
          <a:ln w="3175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4" name="Group 384"/>
          <p:cNvGrpSpPr/>
          <p:nvPr/>
        </p:nvGrpSpPr>
        <p:grpSpPr>
          <a:xfrm>
            <a:off x="2012303" y="1741706"/>
            <a:ext cx="19056605" cy="6512292"/>
            <a:chOff x="0" y="0"/>
            <a:chExt cx="19056604" cy="6512290"/>
          </a:xfrm>
        </p:grpSpPr>
        <p:grpSp>
          <p:nvGrpSpPr>
            <p:cNvPr id="370" name="Group 370"/>
            <p:cNvGrpSpPr/>
            <p:nvPr/>
          </p:nvGrpSpPr>
          <p:grpSpPr>
            <a:xfrm>
              <a:off x="6507713" y="0"/>
              <a:ext cx="5480852" cy="5480851"/>
              <a:chOff x="0" y="0"/>
              <a:chExt cx="5480850" cy="5480850"/>
            </a:xfrm>
          </p:grpSpPr>
          <p:sp>
            <p:nvSpPr>
              <p:cNvPr id="366" name="Shape 366"/>
              <p:cNvSpPr/>
              <p:nvPr/>
            </p:nvSpPr>
            <p:spPr>
              <a:xfrm>
                <a:off x="1174468" y="1174468"/>
                <a:ext cx="3131915" cy="3131915"/>
              </a:xfrm>
              <a:prstGeom prst="ellipse">
                <a:avLst/>
              </a:prstGeom>
              <a:noFill/>
              <a:ln w="139700" cap="flat">
                <a:solidFill>
                  <a:srgbClr val="D9D9D9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914400">
                  <a:def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67" name="Shape 367"/>
              <p:cNvSpPr/>
              <p:nvPr/>
            </p:nvSpPr>
            <p:spPr>
              <a:xfrm>
                <a:off x="587233" y="587233"/>
                <a:ext cx="4306384" cy="4306384"/>
              </a:xfrm>
              <a:prstGeom prst="ellipse">
                <a:avLst/>
              </a:prstGeom>
              <a:noFill/>
              <a:ln w="139700" cap="flat">
                <a:solidFill>
                  <a:srgbClr val="D9D9D9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914400">
                  <a:def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68" name="Shape 368"/>
              <p:cNvSpPr/>
              <p:nvPr/>
            </p:nvSpPr>
            <p:spPr>
              <a:xfrm>
                <a:off x="-1" y="-1"/>
                <a:ext cx="5480852" cy="5480852"/>
              </a:xfrm>
              <a:prstGeom prst="ellipse">
                <a:avLst/>
              </a:prstGeom>
              <a:noFill/>
              <a:ln w="139700" cap="flat">
                <a:solidFill>
                  <a:srgbClr val="D9D9D9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914400">
                  <a:def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69" name="Shape 369"/>
              <p:cNvSpPr/>
              <p:nvPr/>
            </p:nvSpPr>
            <p:spPr>
              <a:xfrm>
                <a:off x="1761702" y="1761701"/>
                <a:ext cx="1957447" cy="1957448"/>
              </a:xfrm>
              <a:prstGeom prst="ellipse">
                <a:avLst/>
              </a:prstGeom>
              <a:noFill/>
              <a:ln w="139700" cap="flat">
                <a:solidFill>
                  <a:srgbClr val="D9D9D9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914400">
                  <a:def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  <p:grpSp>
          <p:nvGrpSpPr>
            <p:cNvPr id="375" name="Group 375"/>
            <p:cNvGrpSpPr/>
            <p:nvPr/>
          </p:nvGrpSpPr>
          <p:grpSpPr>
            <a:xfrm>
              <a:off x="7102619" y="1206265"/>
              <a:ext cx="4886565" cy="4274585"/>
              <a:chOff x="0" y="0"/>
              <a:chExt cx="4886564" cy="4274584"/>
            </a:xfrm>
          </p:grpSpPr>
          <p:sp>
            <p:nvSpPr>
              <p:cNvPr id="371" name="Shape 371"/>
              <p:cNvSpPr/>
              <p:nvPr/>
            </p:nvSpPr>
            <p:spPr>
              <a:xfrm>
                <a:off x="2502895" y="0"/>
                <a:ext cx="1252298" cy="251151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410" h="21600" fill="norm" stroke="1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3133" y="1491"/>
                      <a:pt x="21600" y="8608"/>
                      <a:pt x="18912" y="15895"/>
                    </a:cubicBezTo>
                    <a:cubicBezTo>
                      <a:pt x="18143" y="17981"/>
                      <a:pt x="16493" y="19936"/>
                      <a:pt x="14098" y="21600"/>
                    </a:cubicBezTo>
                  </a:path>
                </a:pathLst>
              </a:custGeom>
              <a:noFill/>
              <a:ln w="139700" cap="flat">
                <a:solidFill>
                  <a:srgbClr val="262626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914400">
                  <a:defRPr sz="1800"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72" name="Shape 372"/>
              <p:cNvSpPr/>
              <p:nvPr/>
            </p:nvSpPr>
            <p:spPr>
              <a:xfrm>
                <a:off x="1166737" y="555361"/>
                <a:ext cx="1360294" cy="17625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733" h="20462" fill="norm" stroke="1" extrusionOk="0">
                    <a:moveTo>
                      <a:pt x="5694" y="20462"/>
                    </a:moveTo>
                    <a:lnTo>
                      <a:pt x="5694" y="20462"/>
                    </a:lnTo>
                    <a:cubicBezTo>
                      <a:pt x="-585" y="16703"/>
                      <a:pt x="-1867" y="9582"/>
                      <a:pt x="2830" y="4557"/>
                    </a:cubicBezTo>
                    <a:cubicBezTo>
                      <a:pt x="6742" y="371"/>
                      <a:pt x="13718" y="-1138"/>
                      <a:pt x="19733" y="900"/>
                    </a:cubicBezTo>
                  </a:path>
                </a:pathLst>
              </a:custGeom>
              <a:noFill/>
              <a:ln w="139700" cap="flat">
                <a:solidFill>
                  <a:srgbClr val="515151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914400">
                  <a:defRPr sz="1800"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73" name="Shape 373"/>
              <p:cNvSpPr/>
              <p:nvPr/>
            </p:nvSpPr>
            <p:spPr>
              <a:xfrm>
                <a:off x="0" y="1272276"/>
                <a:ext cx="3137017" cy="24293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9" h="19189" fill="norm" stroke="1" extrusionOk="0">
                    <a:moveTo>
                      <a:pt x="21339" y="17284"/>
                    </a:moveTo>
                    <a:lnTo>
                      <a:pt x="21339" y="17284"/>
                    </a:lnTo>
                    <a:cubicBezTo>
                      <a:pt x="14167" y="21600"/>
                      <a:pt x="5345" y="18336"/>
                      <a:pt x="1635" y="9993"/>
                    </a:cubicBezTo>
                    <a:cubicBezTo>
                      <a:pt x="267" y="6919"/>
                      <a:pt x="-261" y="3433"/>
                      <a:pt x="120" y="0"/>
                    </a:cubicBezTo>
                  </a:path>
                </a:pathLst>
              </a:custGeom>
              <a:noFill/>
              <a:ln w="139700" cap="flat">
                <a:solidFill>
                  <a:srgbClr val="262626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914400">
                  <a:defRPr sz="1800"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74" name="Shape 374"/>
              <p:cNvSpPr/>
              <p:nvPr/>
            </p:nvSpPr>
            <p:spPr>
              <a:xfrm>
                <a:off x="2092182" y="330271"/>
                <a:ext cx="2794383" cy="39443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8980" h="21557" fill="norm" stroke="1" extrusionOk="0">
                    <a:moveTo>
                      <a:pt x="17084" y="0"/>
                    </a:moveTo>
                    <a:lnTo>
                      <a:pt x="17084" y="0"/>
                    </a:lnTo>
                    <a:cubicBezTo>
                      <a:pt x="21600" y="7431"/>
                      <a:pt x="17775" y="16400"/>
                      <a:pt x="8540" y="20034"/>
                    </a:cubicBezTo>
                    <a:cubicBezTo>
                      <a:pt x="5883" y="21079"/>
                      <a:pt x="2956" y="21600"/>
                      <a:pt x="0" y="21554"/>
                    </a:cubicBezTo>
                  </a:path>
                </a:pathLst>
              </a:custGeom>
              <a:noFill/>
              <a:ln w="139700" cap="flat">
                <a:solidFill>
                  <a:srgbClr val="515151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914400">
                  <a:defRPr sz="1800"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  <p:sp>
          <p:nvSpPr>
            <p:cNvPr id="376" name="Shape 376"/>
            <p:cNvSpPr/>
            <p:nvPr/>
          </p:nvSpPr>
          <p:spPr>
            <a:xfrm>
              <a:off x="515719" y="1946275"/>
              <a:ext cx="7873333" cy="33118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4371" y="3872"/>
                  </a:lnTo>
                  <a:lnTo>
                    <a:pt x="0" y="21600"/>
                  </a:lnTo>
                </a:path>
              </a:pathLst>
            </a:custGeom>
            <a:noFill/>
            <a:ln w="38100" cap="flat">
              <a:solidFill>
                <a:srgbClr val="000000"/>
              </a:solidFill>
              <a:prstDash val="sysDash"/>
              <a:miter lim="800000"/>
              <a:headEnd type="oval" w="med" len="med"/>
              <a:tailEnd type="oval" w="med" len="med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377" name="Shape 377"/>
            <p:cNvSpPr/>
            <p:nvPr/>
          </p:nvSpPr>
          <p:spPr>
            <a:xfrm>
              <a:off x="10838362" y="1943464"/>
              <a:ext cx="7702523" cy="3188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0892" y="6630"/>
                  </a:lnTo>
                  <a:lnTo>
                    <a:pt x="21600" y="21600"/>
                  </a:lnTo>
                </a:path>
              </a:pathLst>
            </a:custGeom>
            <a:noFill/>
            <a:ln w="38100" cap="flat">
              <a:solidFill>
                <a:srgbClr val="262626"/>
              </a:solidFill>
              <a:prstDash val="sysDash"/>
              <a:miter lim="800000"/>
              <a:headEnd type="oval" w="med" len="med"/>
              <a:tailEnd type="oval" w="med" len="med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pic>
          <p:nvPicPr>
            <p:cNvPr id="378" name="image8-filtered.pn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0"/>
            <a:stretch>
              <a:fillRect/>
            </a:stretch>
          </p:blipFill>
          <p:spPr>
            <a:xfrm>
              <a:off x="12016775" y="5460962"/>
              <a:ext cx="1031441" cy="1031440"/>
            </a:xfrm>
            <a:prstGeom prst="rect">
              <a:avLst/>
            </a:prstGeom>
            <a:ln w="3175" cap="flat">
              <a:noFill/>
              <a:miter lim="400000"/>
            </a:ln>
            <a:effectLst/>
          </p:spPr>
        </p:pic>
        <p:pic>
          <p:nvPicPr>
            <p:cNvPr id="379" name="image9-filtered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0"/>
            <a:stretch>
              <a:fillRect/>
            </a:stretch>
          </p:blipFill>
          <p:spPr>
            <a:xfrm>
              <a:off x="0" y="5480850"/>
              <a:ext cx="1031440" cy="1031441"/>
            </a:xfrm>
            <a:prstGeom prst="rect">
              <a:avLst/>
            </a:prstGeom>
            <a:ln w="3175" cap="flat">
              <a:noFill/>
              <a:miter lim="400000"/>
            </a:ln>
            <a:effectLst/>
          </p:spPr>
        </p:pic>
        <p:pic>
          <p:nvPicPr>
            <p:cNvPr id="380" name="image10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5365648" y="5480850"/>
              <a:ext cx="1031440" cy="1031441"/>
            </a:xfrm>
            <a:prstGeom prst="rect">
              <a:avLst/>
            </a:prstGeom>
            <a:ln w="3175" cap="flat">
              <a:noFill/>
              <a:miter lim="400000"/>
            </a:ln>
            <a:effectLst/>
          </p:spPr>
        </p:pic>
        <p:pic>
          <p:nvPicPr>
            <p:cNvPr id="381" name="image11.png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18025164" y="5480850"/>
              <a:ext cx="1031441" cy="1031441"/>
            </a:xfrm>
            <a:prstGeom prst="rect">
              <a:avLst/>
            </a:prstGeom>
            <a:ln w="3175" cap="flat">
              <a:noFill/>
              <a:miter lim="400000"/>
            </a:ln>
            <a:effectLst/>
          </p:spPr>
        </p:pic>
        <p:sp>
          <p:nvSpPr>
            <p:cNvPr id="382" name="Shape 382"/>
            <p:cNvSpPr/>
            <p:nvPr/>
          </p:nvSpPr>
          <p:spPr>
            <a:xfrm>
              <a:off x="11569559" y="4498025"/>
              <a:ext cx="894437" cy="894437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ysDash"/>
              <a:miter lim="800000"/>
              <a:headEnd type="oval" w="med" len="med"/>
              <a:tailEnd type="oval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83" name="Shape 383"/>
            <p:cNvSpPr/>
            <p:nvPr/>
          </p:nvSpPr>
          <p:spPr>
            <a:xfrm flipV="1">
              <a:off x="6462118" y="4522080"/>
              <a:ext cx="1235214" cy="866214"/>
            </a:xfrm>
            <a:prstGeom prst="line">
              <a:avLst/>
            </a:prstGeom>
            <a:noFill/>
            <a:ln w="38100" cap="flat">
              <a:solidFill>
                <a:srgbClr val="262626"/>
              </a:solidFill>
              <a:prstDash val="sysDash"/>
              <a:miter lim="800000"/>
              <a:headEnd type="oval" w="med" len="med"/>
              <a:tailEnd type="oval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sp>
        <p:nvSpPr>
          <p:cNvPr id="385" name="Shape 385"/>
          <p:cNvSpPr/>
          <p:nvPr/>
        </p:nvSpPr>
        <p:spPr>
          <a:xfrm>
            <a:off x="2130544" y="608231"/>
            <a:ext cx="5489576" cy="12096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b="1" cap="all" sz="6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方案可行性设计</a:t>
            </a:r>
          </a:p>
        </p:txBody>
      </p:sp>
      <p:sp>
        <p:nvSpPr>
          <p:cNvPr id="386" name="Shape 386"/>
          <p:cNvSpPr/>
          <p:nvPr/>
        </p:nvSpPr>
        <p:spPr>
          <a:xfrm>
            <a:off x="915734" y="684431"/>
            <a:ext cx="1003152" cy="10572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b="1" cap="all" sz="6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387" name="Shape 387"/>
          <p:cNvSpPr/>
          <p:nvPr/>
        </p:nvSpPr>
        <p:spPr>
          <a:xfrm>
            <a:off x="-1" y="0"/>
            <a:ext cx="704077" cy="2252882"/>
          </a:xfrm>
          <a:prstGeom prst="rect">
            <a:avLst/>
          </a:pr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388" name="Shape 388"/>
          <p:cNvSpPr/>
          <p:nvPr/>
        </p:nvSpPr>
        <p:spPr>
          <a:xfrm>
            <a:off x="0" y="12658725"/>
            <a:ext cx="704076" cy="1057275"/>
          </a:xfrm>
          <a:prstGeom prst="rect">
            <a:avLst/>
          </a:pr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389" name="Shape 389"/>
          <p:cNvSpPr/>
          <p:nvPr/>
        </p:nvSpPr>
        <p:spPr>
          <a:xfrm>
            <a:off x="1729033" y="8750558"/>
            <a:ext cx="1425576" cy="10318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>
              <a:defRPr cap="all" sz="5000"/>
            </a:lvl1pPr>
          </a:lstStyle>
          <a:p>
            <a:pPr/>
            <a:r>
              <a:t>优势</a:t>
            </a:r>
          </a:p>
        </p:txBody>
      </p:sp>
      <p:sp>
        <p:nvSpPr>
          <p:cNvPr id="390" name="Shape 390"/>
          <p:cNvSpPr/>
          <p:nvPr/>
        </p:nvSpPr>
        <p:spPr>
          <a:xfrm>
            <a:off x="915734" y="9627215"/>
            <a:ext cx="3800244" cy="18700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>
              <a:lnSpc>
                <a:spcPct val="120000"/>
              </a:lnSpc>
              <a:defRPr cap="all" sz="2800">
                <a:solidFill>
                  <a:srgbClr val="53585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优势非常明显，在于对传统方案的改进和突破，解决了某种问题</a:t>
            </a:r>
          </a:p>
        </p:txBody>
      </p:sp>
      <p:sp>
        <p:nvSpPr>
          <p:cNvPr id="391" name="Shape 391"/>
          <p:cNvSpPr/>
          <p:nvPr/>
        </p:nvSpPr>
        <p:spPr>
          <a:xfrm>
            <a:off x="6907332" y="8750558"/>
            <a:ext cx="1425576" cy="10318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just">
              <a:defRPr cap="all" sz="5000"/>
            </a:lvl1pPr>
          </a:lstStyle>
          <a:p>
            <a:pPr/>
            <a:r>
              <a:t>挑战</a:t>
            </a:r>
          </a:p>
        </p:txBody>
      </p:sp>
      <p:sp>
        <p:nvSpPr>
          <p:cNvPr id="392" name="Shape 392"/>
          <p:cNvSpPr/>
          <p:nvPr/>
        </p:nvSpPr>
        <p:spPr>
          <a:xfrm>
            <a:off x="5971733" y="9627215"/>
            <a:ext cx="4722348" cy="18700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just">
              <a:lnSpc>
                <a:spcPct val="120000"/>
              </a:lnSpc>
              <a:defRPr cap="all" sz="2800">
                <a:solidFill>
                  <a:srgbClr val="53585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同时迎来了新的挑战，带来新的问题，就在于能否对这个问题有效把控</a:t>
            </a:r>
          </a:p>
        </p:txBody>
      </p:sp>
      <p:sp>
        <p:nvSpPr>
          <p:cNvPr id="393" name="Shape 393"/>
          <p:cNvSpPr/>
          <p:nvPr/>
        </p:nvSpPr>
        <p:spPr>
          <a:xfrm>
            <a:off x="13945201" y="8750558"/>
            <a:ext cx="1425576" cy="10318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just">
              <a:defRPr cap="all" sz="5000"/>
            </a:lvl1pPr>
          </a:lstStyle>
          <a:p>
            <a:pPr/>
            <a:r>
              <a:t>不足</a:t>
            </a:r>
          </a:p>
        </p:txBody>
      </p:sp>
      <p:sp>
        <p:nvSpPr>
          <p:cNvPr id="394" name="Shape 394"/>
          <p:cNvSpPr/>
          <p:nvPr/>
        </p:nvSpPr>
        <p:spPr>
          <a:xfrm>
            <a:off x="19689906" y="8750558"/>
            <a:ext cx="1425576" cy="10318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just">
              <a:defRPr cap="all" sz="5000"/>
            </a:lvl1pPr>
          </a:lstStyle>
          <a:p>
            <a:pPr/>
            <a:r>
              <a:t>机遇</a:t>
            </a:r>
          </a:p>
        </p:txBody>
      </p:sp>
      <p:sp>
        <p:nvSpPr>
          <p:cNvPr id="395" name="Shape 395"/>
          <p:cNvSpPr/>
          <p:nvPr/>
        </p:nvSpPr>
        <p:spPr>
          <a:xfrm>
            <a:off x="12669762" y="9627215"/>
            <a:ext cx="3968456" cy="18700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just">
              <a:lnSpc>
                <a:spcPct val="120000"/>
              </a:lnSpc>
              <a:defRPr cap="all" sz="2800">
                <a:solidFill>
                  <a:srgbClr val="53585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不足之处源于系统的设计误差，无法根治，只能在一定程度控制</a:t>
            </a:r>
          </a:p>
        </p:txBody>
      </p:sp>
      <p:sp>
        <p:nvSpPr>
          <p:cNvPr id="396" name="Shape 396"/>
          <p:cNvSpPr/>
          <p:nvPr/>
        </p:nvSpPr>
        <p:spPr>
          <a:xfrm>
            <a:off x="18613899" y="9627215"/>
            <a:ext cx="3968456" cy="18700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just">
              <a:lnSpc>
                <a:spcPct val="120000"/>
              </a:lnSpc>
              <a:defRPr cap="all" sz="2800">
                <a:solidFill>
                  <a:srgbClr val="53585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如果把优势发挥到最大将对现有的技术和框架产生新的影响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Shape 398"/>
          <p:cNvSpPr/>
          <p:nvPr/>
        </p:nvSpPr>
        <p:spPr>
          <a:xfrm>
            <a:off x="1" y="3197894"/>
            <a:ext cx="24383999" cy="7320212"/>
          </a:xfrm>
          <a:prstGeom prst="rect">
            <a:avLst/>
          </a:pr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399" name="Shape 399"/>
          <p:cNvSpPr/>
          <p:nvPr/>
        </p:nvSpPr>
        <p:spPr>
          <a:xfrm>
            <a:off x="6510383" y="5311626"/>
            <a:ext cx="12690476" cy="26447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141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研究结果及结论</a:t>
            </a:r>
          </a:p>
        </p:txBody>
      </p:sp>
      <p:sp>
        <p:nvSpPr>
          <p:cNvPr id="400" name="Shape 400"/>
          <p:cNvSpPr/>
          <p:nvPr/>
        </p:nvSpPr>
        <p:spPr>
          <a:xfrm>
            <a:off x="3154805" y="5509048"/>
            <a:ext cx="2146834" cy="224993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141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401" name="Shape 401"/>
          <p:cNvSpPr/>
          <p:nvPr/>
        </p:nvSpPr>
        <p:spPr>
          <a:xfrm flipH="1">
            <a:off x="3998394" y="5952591"/>
            <a:ext cx="1740641" cy="14824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402" name="Shape 402"/>
          <p:cNvSpPr/>
          <p:nvPr/>
        </p:nvSpPr>
        <p:spPr>
          <a:xfrm rot="5400000">
            <a:off x="11557000" y="11411198"/>
            <a:ext cx="1270000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0" y="21600"/>
                </a:lnTo>
                <a:lnTo>
                  <a:pt x="10800" y="15052"/>
                </a:lnTo>
                <a:lnTo>
                  <a:pt x="21600" y="21600"/>
                </a:lnTo>
                <a:lnTo>
                  <a:pt x="10800" y="0"/>
                </a:lnTo>
                <a:close/>
              </a:path>
            </a:pathLst>
          </a:cu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4" name="Chart 404"/>
          <p:cNvGraphicFramePr/>
          <p:nvPr/>
        </p:nvGraphicFramePr>
        <p:xfrm>
          <a:off x="1944388" y="4368701"/>
          <a:ext cx="10860892" cy="826382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05" name="Shape 405"/>
          <p:cNvSpPr/>
          <p:nvPr/>
        </p:nvSpPr>
        <p:spPr>
          <a:xfrm>
            <a:off x="9850428" y="2804955"/>
            <a:ext cx="2382838" cy="13723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95" y="0"/>
                </a:moveTo>
                <a:cubicBezTo>
                  <a:pt x="983" y="0"/>
                  <a:pt x="0" y="1707"/>
                  <a:pt x="0" y="3810"/>
                </a:cubicBezTo>
                <a:lnTo>
                  <a:pt x="0" y="11625"/>
                </a:lnTo>
                <a:cubicBezTo>
                  <a:pt x="0" y="13728"/>
                  <a:pt x="983" y="15429"/>
                  <a:pt x="2195" y="15429"/>
                </a:cubicBezTo>
                <a:lnTo>
                  <a:pt x="9570" y="15429"/>
                </a:lnTo>
                <a:lnTo>
                  <a:pt x="11336" y="21600"/>
                </a:lnTo>
                <a:lnTo>
                  <a:pt x="13099" y="15429"/>
                </a:lnTo>
                <a:lnTo>
                  <a:pt x="19409" y="15429"/>
                </a:lnTo>
                <a:cubicBezTo>
                  <a:pt x="20620" y="15429"/>
                  <a:pt x="21600" y="13728"/>
                  <a:pt x="21600" y="11625"/>
                </a:cubicBezTo>
                <a:lnTo>
                  <a:pt x="21600" y="3810"/>
                </a:lnTo>
                <a:cubicBezTo>
                  <a:pt x="21600" y="1707"/>
                  <a:pt x="20620" y="0"/>
                  <a:pt x="19409" y="0"/>
                </a:cubicBezTo>
                <a:lnTo>
                  <a:pt x="2195" y="0"/>
                </a:lnTo>
                <a:close/>
              </a:path>
            </a:pathLst>
          </a:custGeom>
          <a:solidFill>
            <a:srgbClr val="A6AAA9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406" name="Shape 406"/>
          <p:cNvSpPr/>
          <p:nvPr/>
        </p:nvSpPr>
        <p:spPr>
          <a:xfrm>
            <a:off x="10774477" y="4495033"/>
            <a:ext cx="534739" cy="534738"/>
          </a:xfrm>
          <a:prstGeom prst="ellipse">
            <a:avLst/>
          </a:prstGeom>
          <a:solidFill>
            <a:srgbClr val="C5D8D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407" name="Shape 407"/>
          <p:cNvSpPr/>
          <p:nvPr/>
        </p:nvSpPr>
        <p:spPr>
          <a:xfrm>
            <a:off x="10625028" y="2804955"/>
            <a:ext cx="833637" cy="8794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40</a:t>
            </a:r>
          </a:p>
        </p:txBody>
      </p:sp>
      <p:sp>
        <p:nvSpPr>
          <p:cNvPr id="408" name="Shape 408"/>
          <p:cNvSpPr/>
          <p:nvPr/>
        </p:nvSpPr>
        <p:spPr>
          <a:xfrm>
            <a:off x="2130544" y="608231"/>
            <a:ext cx="5489576" cy="12096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b="1" cap="all" sz="6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研究成果及理论</a:t>
            </a:r>
          </a:p>
        </p:txBody>
      </p:sp>
      <p:sp>
        <p:nvSpPr>
          <p:cNvPr id="409" name="Shape 409"/>
          <p:cNvSpPr/>
          <p:nvPr/>
        </p:nvSpPr>
        <p:spPr>
          <a:xfrm>
            <a:off x="915734" y="684431"/>
            <a:ext cx="1003152" cy="10572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b="1" cap="all" sz="6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410" name="Shape 410"/>
          <p:cNvSpPr/>
          <p:nvPr/>
        </p:nvSpPr>
        <p:spPr>
          <a:xfrm>
            <a:off x="-1" y="0"/>
            <a:ext cx="704077" cy="2252882"/>
          </a:xfrm>
          <a:prstGeom prst="rect">
            <a:avLst/>
          </a:pr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411" name="Shape 411"/>
          <p:cNvSpPr/>
          <p:nvPr/>
        </p:nvSpPr>
        <p:spPr>
          <a:xfrm>
            <a:off x="0" y="12658725"/>
            <a:ext cx="704076" cy="1057275"/>
          </a:xfrm>
          <a:prstGeom prst="rect">
            <a:avLst/>
          </a:pr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graphicFrame>
        <p:nvGraphicFramePr>
          <p:cNvPr id="412" name="Chart 412"/>
          <p:cNvGraphicFramePr/>
          <p:nvPr/>
        </p:nvGraphicFramePr>
        <p:xfrm>
          <a:off x="14992838" y="4370913"/>
          <a:ext cx="8258949" cy="82878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13" name="Shape 413"/>
          <p:cNvSpPr/>
          <p:nvPr/>
        </p:nvSpPr>
        <p:spPr>
          <a:xfrm>
            <a:off x="18242043" y="2804955"/>
            <a:ext cx="2382838" cy="13723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95" y="0"/>
                </a:moveTo>
                <a:cubicBezTo>
                  <a:pt x="983" y="0"/>
                  <a:pt x="0" y="1707"/>
                  <a:pt x="0" y="3810"/>
                </a:cubicBezTo>
                <a:lnTo>
                  <a:pt x="0" y="11625"/>
                </a:lnTo>
                <a:cubicBezTo>
                  <a:pt x="0" y="13728"/>
                  <a:pt x="983" y="15429"/>
                  <a:pt x="2195" y="15429"/>
                </a:cubicBezTo>
                <a:lnTo>
                  <a:pt x="9570" y="15429"/>
                </a:lnTo>
                <a:lnTo>
                  <a:pt x="11336" y="21600"/>
                </a:lnTo>
                <a:lnTo>
                  <a:pt x="13099" y="15429"/>
                </a:lnTo>
                <a:lnTo>
                  <a:pt x="19409" y="15429"/>
                </a:lnTo>
                <a:cubicBezTo>
                  <a:pt x="20620" y="15429"/>
                  <a:pt x="21600" y="13728"/>
                  <a:pt x="21600" y="11625"/>
                </a:cubicBezTo>
                <a:lnTo>
                  <a:pt x="21600" y="3810"/>
                </a:lnTo>
                <a:cubicBezTo>
                  <a:pt x="21600" y="1707"/>
                  <a:pt x="20620" y="0"/>
                  <a:pt x="19409" y="0"/>
                </a:cubicBezTo>
                <a:lnTo>
                  <a:pt x="2195" y="0"/>
                </a:lnTo>
                <a:close/>
              </a:path>
            </a:pathLst>
          </a:custGeom>
          <a:solidFill>
            <a:srgbClr val="A6AAA9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414" name="Shape 414"/>
          <p:cNvSpPr/>
          <p:nvPr/>
        </p:nvSpPr>
        <p:spPr>
          <a:xfrm>
            <a:off x="19173111" y="4356001"/>
            <a:ext cx="534739" cy="534739"/>
          </a:xfrm>
          <a:prstGeom prst="ellipse">
            <a:avLst/>
          </a:prstGeom>
          <a:solidFill>
            <a:srgbClr val="C5D8D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415" name="Shape 415"/>
          <p:cNvSpPr/>
          <p:nvPr/>
        </p:nvSpPr>
        <p:spPr>
          <a:xfrm>
            <a:off x="19016643" y="2830355"/>
            <a:ext cx="833637" cy="8794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70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Shape 417"/>
          <p:cNvSpPr/>
          <p:nvPr/>
        </p:nvSpPr>
        <p:spPr>
          <a:xfrm rot="10800000">
            <a:off x="17535537" y="3311921"/>
            <a:ext cx="6848463" cy="104040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17896"/>
                </a:lnTo>
                <a:lnTo>
                  <a:pt x="57" y="17896"/>
                </a:lnTo>
                <a:lnTo>
                  <a:pt x="57" y="21600"/>
                </a:lnTo>
                <a:lnTo>
                  <a:pt x="21600" y="17896"/>
                </a:lnTo>
                <a:lnTo>
                  <a:pt x="21580" y="17896"/>
                </a:lnTo>
                <a:lnTo>
                  <a:pt x="21580" y="0"/>
                </a:lnTo>
                <a:lnTo>
                  <a:pt x="0" y="0"/>
                </a:lnTo>
                <a:close/>
              </a:path>
            </a:pathLst>
          </a:custGeom>
          <a:solidFill>
            <a:srgbClr val="525860">
              <a:alpha val="68695"/>
            </a:srgbClr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418" name="Shape 418"/>
          <p:cNvSpPr/>
          <p:nvPr/>
        </p:nvSpPr>
        <p:spPr>
          <a:xfrm>
            <a:off x="0" y="3311921"/>
            <a:ext cx="6848462" cy="104040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17896"/>
                </a:lnTo>
                <a:lnTo>
                  <a:pt x="57" y="17896"/>
                </a:lnTo>
                <a:lnTo>
                  <a:pt x="57" y="21600"/>
                </a:lnTo>
                <a:lnTo>
                  <a:pt x="21600" y="17896"/>
                </a:lnTo>
                <a:lnTo>
                  <a:pt x="21580" y="17896"/>
                </a:lnTo>
                <a:lnTo>
                  <a:pt x="21580" y="0"/>
                </a:lnTo>
                <a:lnTo>
                  <a:pt x="0" y="0"/>
                </a:lnTo>
                <a:close/>
              </a:path>
            </a:pathLst>
          </a:custGeom>
          <a:solidFill>
            <a:srgbClr val="A6AAA9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419" name="Shape 419"/>
          <p:cNvSpPr/>
          <p:nvPr/>
        </p:nvSpPr>
        <p:spPr>
          <a:xfrm>
            <a:off x="510546" y="6546704"/>
            <a:ext cx="4990566" cy="1"/>
          </a:xfrm>
          <a:prstGeom prst="line">
            <a:avLst/>
          </a:prstGeom>
          <a:ln w="38100">
            <a:solidFill>
              <a:srgbClr val="FFFFFF"/>
            </a:solidFill>
            <a:custDash>
              <a:ds d="600000" sp="600000"/>
            </a:custDash>
            <a:miter lim="400000"/>
          </a:ln>
        </p:spPr>
        <p:txBody>
          <a:bodyPr lIns="71437" tIns="71437" rIns="71437" bIns="71437" anchor="ctr"/>
          <a:lstStyle/>
          <a:p>
            <a:pPr>
              <a:defRPr sz="3200"/>
            </a:pPr>
          </a:p>
        </p:txBody>
      </p:sp>
      <p:sp>
        <p:nvSpPr>
          <p:cNvPr id="420" name="Shape 420"/>
          <p:cNvSpPr/>
          <p:nvPr/>
        </p:nvSpPr>
        <p:spPr>
          <a:xfrm>
            <a:off x="18849251" y="6553054"/>
            <a:ext cx="4990566" cy="1"/>
          </a:xfrm>
          <a:prstGeom prst="line">
            <a:avLst/>
          </a:prstGeom>
          <a:ln w="38100">
            <a:solidFill>
              <a:srgbClr val="000000"/>
            </a:solidFill>
            <a:custDash>
              <a:ds d="600000" sp="600000"/>
            </a:custDash>
            <a:miter lim="400000"/>
          </a:ln>
        </p:spPr>
        <p:txBody>
          <a:bodyPr lIns="71437" tIns="71437" rIns="71437" bIns="71437" anchor="ctr"/>
          <a:lstStyle/>
          <a:p>
            <a:pPr>
              <a:defRPr sz="3200"/>
            </a:pPr>
          </a:p>
        </p:txBody>
      </p:sp>
      <p:sp>
        <p:nvSpPr>
          <p:cNvPr id="421" name="Shape 421"/>
          <p:cNvSpPr/>
          <p:nvPr/>
        </p:nvSpPr>
        <p:spPr>
          <a:xfrm>
            <a:off x="7955978" y="7578328"/>
            <a:ext cx="8533045" cy="1624919"/>
          </a:xfrm>
          <a:prstGeom prst="rect">
            <a:avLst/>
          </a:prstGeom>
          <a:solidFill>
            <a:srgbClr val="525860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422" name="Shape 422"/>
          <p:cNvSpPr/>
          <p:nvPr/>
        </p:nvSpPr>
        <p:spPr>
          <a:xfrm>
            <a:off x="2130544" y="608231"/>
            <a:ext cx="5489576" cy="12096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b="1" cap="all" sz="6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研究成果及理论</a:t>
            </a:r>
          </a:p>
        </p:txBody>
      </p:sp>
      <p:sp>
        <p:nvSpPr>
          <p:cNvPr id="423" name="Shape 423"/>
          <p:cNvSpPr/>
          <p:nvPr/>
        </p:nvSpPr>
        <p:spPr>
          <a:xfrm>
            <a:off x="915734" y="684431"/>
            <a:ext cx="1003152" cy="10572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b="1" cap="all" sz="6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424" name="Shape 424"/>
          <p:cNvSpPr/>
          <p:nvPr/>
        </p:nvSpPr>
        <p:spPr>
          <a:xfrm>
            <a:off x="-1" y="0"/>
            <a:ext cx="704077" cy="2252882"/>
          </a:xfrm>
          <a:prstGeom prst="rect">
            <a:avLst/>
          </a:pr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425" name="Shape 425"/>
          <p:cNvSpPr/>
          <p:nvPr/>
        </p:nvSpPr>
        <p:spPr>
          <a:xfrm>
            <a:off x="1962739" y="4213624"/>
            <a:ext cx="2216860" cy="17739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413" y="0"/>
                </a:moveTo>
                <a:cubicBezTo>
                  <a:pt x="11702" y="0"/>
                  <a:pt x="11210" y="382"/>
                  <a:pt x="10937" y="765"/>
                </a:cubicBezTo>
                <a:cubicBezTo>
                  <a:pt x="10827" y="956"/>
                  <a:pt x="10773" y="1147"/>
                  <a:pt x="10773" y="1402"/>
                </a:cubicBezTo>
                <a:cubicBezTo>
                  <a:pt x="10773" y="1402"/>
                  <a:pt x="10827" y="3696"/>
                  <a:pt x="10827" y="4396"/>
                </a:cubicBezTo>
                <a:cubicBezTo>
                  <a:pt x="10554" y="5225"/>
                  <a:pt x="8476" y="9112"/>
                  <a:pt x="8038" y="9621"/>
                </a:cubicBezTo>
                <a:cubicBezTo>
                  <a:pt x="7874" y="9749"/>
                  <a:pt x="7601" y="10004"/>
                  <a:pt x="7328" y="10195"/>
                </a:cubicBezTo>
                <a:cubicBezTo>
                  <a:pt x="7164" y="9876"/>
                  <a:pt x="6945" y="9685"/>
                  <a:pt x="6617" y="9685"/>
                </a:cubicBezTo>
                <a:lnTo>
                  <a:pt x="820" y="9685"/>
                </a:lnTo>
                <a:cubicBezTo>
                  <a:pt x="602" y="9685"/>
                  <a:pt x="383" y="9812"/>
                  <a:pt x="219" y="10004"/>
                </a:cubicBezTo>
                <a:cubicBezTo>
                  <a:pt x="55" y="10195"/>
                  <a:pt x="0" y="10513"/>
                  <a:pt x="0" y="10768"/>
                </a:cubicBezTo>
                <a:lnTo>
                  <a:pt x="656" y="20708"/>
                </a:lnTo>
                <a:cubicBezTo>
                  <a:pt x="711" y="21154"/>
                  <a:pt x="1094" y="21600"/>
                  <a:pt x="1531" y="21600"/>
                </a:cubicBezTo>
                <a:lnTo>
                  <a:pt x="6617" y="21600"/>
                </a:lnTo>
                <a:cubicBezTo>
                  <a:pt x="7054" y="21600"/>
                  <a:pt x="7437" y="21154"/>
                  <a:pt x="7437" y="20581"/>
                </a:cubicBezTo>
                <a:lnTo>
                  <a:pt x="7437" y="20071"/>
                </a:lnTo>
                <a:lnTo>
                  <a:pt x="7984" y="20071"/>
                </a:lnTo>
                <a:cubicBezTo>
                  <a:pt x="8038" y="20135"/>
                  <a:pt x="8148" y="20198"/>
                  <a:pt x="8257" y="20262"/>
                </a:cubicBezTo>
                <a:cubicBezTo>
                  <a:pt x="8585" y="20517"/>
                  <a:pt x="9023" y="20835"/>
                  <a:pt x="9570" y="20835"/>
                </a:cubicBezTo>
                <a:lnTo>
                  <a:pt x="17171" y="20835"/>
                </a:lnTo>
                <a:cubicBezTo>
                  <a:pt x="18702" y="20835"/>
                  <a:pt x="19741" y="19497"/>
                  <a:pt x="19741" y="18223"/>
                </a:cubicBezTo>
                <a:cubicBezTo>
                  <a:pt x="19741" y="17904"/>
                  <a:pt x="19686" y="17650"/>
                  <a:pt x="19577" y="17395"/>
                </a:cubicBezTo>
                <a:cubicBezTo>
                  <a:pt x="20069" y="16885"/>
                  <a:pt x="20397" y="16184"/>
                  <a:pt x="20397" y="15483"/>
                </a:cubicBezTo>
                <a:cubicBezTo>
                  <a:pt x="20397" y="15228"/>
                  <a:pt x="20342" y="14910"/>
                  <a:pt x="20233" y="14655"/>
                </a:cubicBezTo>
                <a:cubicBezTo>
                  <a:pt x="20725" y="14145"/>
                  <a:pt x="20998" y="13444"/>
                  <a:pt x="20998" y="12807"/>
                </a:cubicBezTo>
                <a:cubicBezTo>
                  <a:pt x="20998" y="12488"/>
                  <a:pt x="20944" y="12234"/>
                  <a:pt x="20834" y="11979"/>
                </a:cubicBezTo>
                <a:cubicBezTo>
                  <a:pt x="21327" y="11469"/>
                  <a:pt x="21600" y="10768"/>
                  <a:pt x="21600" y="10067"/>
                </a:cubicBezTo>
                <a:cubicBezTo>
                  <a:pt x="21600" y="9494"/>
                  <a:pt x="21436" y="8984"/>
                  <a:pt x="21053" y="8665"/>
                </a:cubicBezTo>
                <a:cubicBezTo>
                  <a:pt x="20834" y="8411"/>
                  <a:pt x="20397" y="8092"/>
                  <a:pt x="19686" y="8092"/>
                </a:cubicBezTo>
                <a:lnTo>
                  <a:pt x="14546" y="8092"/>
                </a:lnTo>
                <a:cubicBezTo>
                  <a:pt x="14765" y="6754"/>
                  <a:pt x="14983" y="4970"/>
                  <a:pt x="15038" y="4906"/>
                </a:cubicBezTo>
                <a:cubicBezTo>
                  <a:pt x="15038" y="4842"/>
                  <a:pt x="15038" y="4779"/>
                  <a:pt x="15038" y="4715"/>
                </a:cubicBezTo>
                <a:cubicBezTo>
                  <a:pt x="14929" y="2931"/>
                  <a:pt x="13944" y="765"/>
                  <a:pt x="13890" y="701"/>
                </a:cubicBezTo>
                <a:cubicBezTo>
                  <a:pt x="13835" y="510"/>
                  <a:pt x="13671" y="382"/>
                  <a:pt x="13507" y="255"/>
                </a:cubicBezTo>
                <a:cubicBezTo>
                  <a:pt x="13124" y="64"/>
                  <a:pt x="12796" y="0"/>
                  <a:pt x="12413" y="0"/>
                </a:cubicBezTo>
                <a:close/>
                <a:moveTo>
                  <a:pt x="12413" y="956"/>
                </a:moveTo>
                <a:cubicBezTo>
                  <a:pt x="12632" y="956"/>
                  <a:pt x="12905" y="1019"/>
                  <a:pt x="13179" y="1147"/>
                </a:cubicBezTo>
                <a:cubicBezTo>
                  <a:pt x="13179" y="1147"/>
                  <a:pt x="14108" y="3186"/>
                  <a:pt x="14218" y="4779"/>
                </a:cubicBezTo>
                <a:cubicBezTo>
                  <a:pt x="14218" y="4779"/>
                  <a:pt x="13780" y="8028"/>
                  <a:pt x="13562" y="9048"/>
                </a:cubicBezTo>
                <a:lnTo>
                  <a:pt x="19686" y="9048"/>
                </a:lnTo>
                <a:cubicBezTo>
                  <a:pt x="21545" y="9048"/>
                  <a:pt x="20889" y="11788"/>
                  <a:pt x="19085" y="11788"/>
                </a:cubicBezTo>
                <a:cubicBezTo>
                  <a:pt x="20889" y="11788"/>
                  <a:pt x="20288" y="14464"/>
                  <a:pt x="18428" y="14464"/>
                </a:cubicBezTo>
                <a:cubicBezTo>
                  <a:pt x="20288" y="14464"/>
                  <a:pt x="19631" y="17204"/>
                  <a:pt x="17827" y="17204"/>
                </a:cubicBezTo>
                <a:cubicBezTo>
                  <a:pt x="19631" y="17204"/>
                  <a:pt x="19030" y="19880"/>
                  <a:pt x="17171" y="19880"/>
                </a:cubicBezTo>
                <a:lnTo>
                  <a:pt x="9570" y="19880"/>
                </a:lnTo>
                <a:cubicBezTo>
                  <a:pt x="9023" y="19880"/>
                  <a:pt x="8476" y="19115"/>
                  <a:pt x="8038" y="19115"/>
                </a:cubicBezTo>
                <a:lnTo>
                  <a:pt x="7437" y="19115"/>
                </a:lnTo>
                <a:lnTo>
                  <a:pt x="7437" y="11278"/>
                </a:lnTo>
                <a:cubicBezTo>
                  <a:pt x="7874" y="10959"/>
                  <a:pt x="8312" y="10641"/>
                  <a:pt x="8585" y="10322"/>
                </a:cubicBezTo>
                <a:cubicBezTo>
                  <a:pt x="9187" y="9749"/>
                  <a:pt x="11648" y="5034"/>
                  <a:pt x="11648" y="4460"/>
                </a:cubicBezTo>
                <a:cubicBezTo>
                  <a:pt x="11648" y="3887"/>
                  <a:pt x="11593" y="1338"/>
                  <a:pt x="11593" y="1338"/>
                </a:cubicBezTo>
                <a:cubicBezTo>
                  <a:pt x="11593" y="1338"/>
                  <a:pt x="11866" y="956"/>
                  <a:pt x="12413" y="956"/>
                </a:cubicBezTo>
                <a:close/>
                <a:moveTo>
                  <a:pt x="5086" y="18350"/>
                </a:moveTo>
                <a:cubicBezTo>
                  <a:pt x="5414" y="18350"/>
                  <a:pt x="5687" y="18669"/>
                  <a:pt x="5687" y="19051"/>
                </a:cubicBezTo>
                <a:cubicBezTo>
                  <a:pt x="5687" y="19434"/>
                  <a:pt x="5414" y="19752"/>
                  <a:pt x="5086" y="19752"/>
                </a:cubicBezTo>
                <a:cubicBezTo>
                  <a:pt x="4757" y="19752"/>
                  <a:pt x="4484" y="19434"/>
                  <a:pt x="4484" y="19051"/>
                </a:cubicBezTo>
                <a:cubicBezTo>
                  <a:pt x="4484" y="18669"/>
                  <a:pt x="4757" y="18350"/>
                  <a:pt x="5086" y="18350"/>
                </a:cubicBezTo>
                <a:close/>
              </a:path>
            </a:pathLst>
          </a:custGeom>
          <a:solidFill>
            <a:srgbClr val="FFFFFF"/>
          </a:solidFill>
          <a:ln w="3175">
            <a:miter lim="400000"/>
          </a:ln>
          <a:effectLst>
            <a:outerShdw sx="100000" sy="100000" kx="0" ky="0" algn="b" rotWithShape="0" blurRad="50800" dist="76200" dir="27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/>
          <a:p>
            <a:pPr defTabSz="914400">
              <a:defRPr sz="1800">
                <a:solidFill>
                  <a:srgbClr val="FFD03B"/>
                </a:solidFill>
                <a:effectLst>
                  <a:outerShdw sx="100000" sy="100000" kx="0" ky="0" algn="b" rotWithShape="0" blurRad="38100" dist="25400" dir="5400000">
                    <a:srgbClr val="6E747A">
                      <a:alpha val="43000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6" name="Shape 426"/>
          <p:cNvSpPr/>
          <p:nvPr/>
        </p:nvSpPr>
        <p:spPr>
          <a:xfrm rot="10800000">
            <a:off x="20320813" y="4554123"/>
            <a:ext cx="1909007" cy="17820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413" y="0"/>
                </a:moveTo>
                <a:cubicBezTo>
                  <a:pt x="11702" y="0"/>
                  <a:pt x="11210" y="382"/>
                  <a:pt x="10937" y="765"/>
                </a:cubicBezTo>
                <a:cubicBezTo>
                  <a:pt x="10827" y="956"/>
                  <a:pt x="10773" y="1147"/>
                  <a:pt x="10773" y="1402"/>
                </a:cubicBezTo>
                <a:cubicBezTo>
                  <a:pt x="10773" y="1402"/>
                  <a:pt x="10827" y="3696"/>
                  <a:pt x="10827" y="4396"/>
                </a:cubicBezTo>
                <a:cubicBezTo>
                  <a:pt x="10554" y="5225"/>
                  <a:pt x="8476" y="9112"/>
                  <a:pt x="8038" y="9621"/>
                </a:cubicBezTo>
                <a:cubicBezTo>
                  <a:pt x="7874" y="9749"/>
                  <a:pt x="7601" y="10004"/>
                  <a:pt x="7328" y="10195"/>
                </a:cubicBezTo>
                <a:cubicBezTo>
                  <a:pt x="7164" y="9876"/>
                  <a:pt x="6945" y="9685"/>
                  <a:pt x="6617" y="9685"/>
                </a:cubicBezTo>
                <a:lnTo>
                  <a:pt x="820" y="9685"/>
                </a:lnTo>
                <a:cubicBezTo>
                  <a:pt x="602" y="9685"/>
                  <a:pt x="383" y="9812"/>
                  <a:pt x="219" y="10004"/>
                </a:cubicBezTo>
                <a:cubicBezTo>
                  <a:pt x="55" y="10195"/>
                  <a:pt x="0" y="10513"/>
                  <a:pt x="0" y="10768"/>
                </a:cubicBezTo>
                <a:lnTo>
                  <a:pt x="656" y="20708"/>
                </a:lnTo>
                <a:cubicBezTo>
                  <a:pt x="711" y="21154"/>
                  <a:pt x="1094" y="21600"/>
                  <a:pt x="1531" y="21600"/>
                </a:cubicBezTo>
                <a:lnTo>
                  <a:pt x="6617" y="21600"/>
                </a:lnTo>
                <a:cubicBezTo>
                  <a:pt x="7054" y="21600"/>
                  <a:pt x="7437" y="21154"/>
                  <a:pt x="7437" y="20581"/>
                </a:cubicBezTo>
                <a:lnTo>
                  <a:pt x="7437" y="20071"/>
                </a:lnTo>
                <a:lnTo>
                  <a:pt x="7984" y="20071"/>
                </a:lnTo>
                <a:cubicBezTo>
                  <a:pt x="8038" y="20135"/>
                  <a:pt x="8148" y="20198"/>
                  <a:pt x="8257" y="20262"/>
                </a:cubicBezTo>
                <a:cubicBezTo>
                  <a:pt x="8585" y="20517"/>
                  <a:pt x="9023" y="20835"/>
                  <a:pt x="9570" y="20835"/>
                </a:cubicBezTo>
                <a:lnTo>
                  <a:pt x="17171" y="20835"/>
                </a:lnTo>
                <a:cubicBezTo>
                  <a:pt x="18702" y="20835"/>
                  <a:pt x="19741" y="19497"/>
                  <a:pt x="19741" y="18223"/>
                </a:cubicBezTo>
                <a:cubicBezTo>
                  <a:pt x="19741" y="17904"/>
                  <a:pt x="19686" y="17650"/>
                  <a:pt x="19577" y="17395"/>
                </a:cubicBezTo>
                <a:cubicBezTo>
                  <a:pt x="20069" y="16885"/>
                  <a:pt x="20397" y="16184"/>
                  <a:pt x="20397" y="15483"/>
                </a:cubicBezTo>
                <a:cubicBezTo>
                  <a:pt x="20397" y="15228"/>
                  <a:pt x="20342" y="14910"/>
                  <a:pt x="20233" y="14655"/>
                </a:cubicBezTo>
                <a:cubicBezTo>
                  <a:pt x="20725" y="14145"/>
                  <a:pt x="20998" y="13444"/>
                  <a:pt x="20998" y="12807"/>
                </a:cubicBezTo>
                <a:cubicBezTo>
                  <a:pt x="20998" y="12488"/>
                  <a:pt x="20944" y="12234"/>
                  <a:pt x="20834" y="11979"/>
                </a:cubicBezTo>
                <a:cubicBezTo>
                  <a:pt x="21327" y="11469"/>
                  <a:pt x="21600" y="10768"/>
                  <a:pt x="21600" y="10067"/>
                </a:cubicBezTo>
                <a:cubicBezTo>
                  <a:pt x="21600" y="9494"/>
                  <a:pt x="21436" y="8984"/>
                  <a:pt x="21053" y="8665"/>
                </a:cubicBezTo>
                <a:cubicBezTo>
                  <a:pt x="20834" y="8411"/>
                  <a:pt x="20397" y="8092"/>
                  <a:pt x="19686" y="8092"/>
                </a:cubicBezTo>
                <a:lnTo>
                  <a:pt x="14546" y="8092"/>
                </a:lnTo>
                <a:cubicBezTo>
                  <a:pt x="14765" y="6754"/>
                  <a:pt x="14983" y="4970"/>
                  <a:pt x="15038" y="4906"/>
                </a:cubicBezTo>
                <a:cubicBezTo>
                  <a:pt x="15038" y="4842"/>
                  <a:pt x="15038" y="4779"/>
                  <a:pt x="15038" y="4715"/>
                </a:cubicBezTo>
                <a:cubicBezTo>
                  <a:pt x="14929" y="2931"/>
                  <a:pt x="13944" y="765"/>
                  <a:pt x="13890" y="701"/>
                </a:cubicBezTo>
                <a:cubicBezTo>
                  <a:pt x="13835" y="510"/>
                  <a:pt x="13671" y="382"/>
                  <a:pt x="13507" y="255"/>
                </a:cubicBezTo>
                <a:cubicBezTo>
                  <a:pt x="13124" y="64"/>
                  <a:pt x="12796" y="0"/>
                  <a:pt x="12413" y="0"/>
                </a:cubicBezTo>
                <a:close/>
                <a:moveTo>
                  <a:pt x="12413" y="956"/>
                </a:moveTo>
                <a:cubicBezTo>
                  <a:pt x="12632" y="956"/>
                  <a:pt x="12905" y="1019"/>
                  <a:pt x="13179" y="1147"/>
                </a:cubicBezTo>
                <a:cubicBezTo>
                  <a:pt x="13179" y="1147"/>
                  <a:pt x="14108" y="3186"/>
                  <a:pt x="14218" y="4779"/>
                </a:cubicBezTo>
                <a:cubicBezTo>
                  <a:pt x="14218" y="4779"/>
                  <a:pt x="13780" y="8028"/>
                  <a:pt x="13562" y="9048"/>
                </a:cubicBezTo>
                <a:lnTo>
                  <a:pt x="19686" y="9048"/>
                </a:lnTo>
                <a:cubicBezTo>
                  <a:pt x="21545" y="9048"/>
                  <a:pt x="20889" y="11788"/>
                  <a:pt x="19085" y="11788"/>
                </a:cubicBezTo>
                <a:cubicBezTo>
                  <a:pt x="20889" y="11788"/>
                  <a:pt x="20288" y="14464"/>
                  <a:pt x="18428" y="14464"/>
                </a:cubicBezTo>
                <a:cubicBezTo>
                  <a:pt x="20288" y="14464"/>
                  <a:pt x="19631" y="17204"/>
                  <a:pt x="17827" y="17204"/>
                </a:cubicBezTo>
                <a:cubicBezTo>
                  <a:pt x="19631" y="17204"/>
                  <a:pt x="19030" y="19880"/>
                  <a:pt x="17171" y="19880"/>
                </a:cubicBezTo>
                <a:lnTo>
                  <a:pt x="9570" y="19880"/>
                </a:lnTo>
                <a:cubicBezTo>
                  <a:pt x="9023" y="19880"/>
                  <a:pt x="8476" y="19115"/>
                  <a:pt x="8038" y="19115"/>
                </a:cubicBezTo>
                <a:lnTo>
                  <a:pt x="7437" y="19115"/>
                </a:lnTo>
                <a:lnTo>
                  <a:pt x="7437" y="11278"/>
                </a:lnTo>
                <a:cubicBezTo>
                  <a:pt x="7874" y="10959"/>
                  <a:pt x="8312" y="10641"/>
                  <a:pt x="8585" y="10322"/>
                </a:cubicBezTo>
                <a:cubicBezTo>
                  <a:pt x="9187" y="9749"/>
                  <a:pt x="11648" y="5034"/>
                  <a:pt x="11648" y="4460"/>
                </a:cubicBezTo>
                <a:cubicBezTo>
                  <a:pt x="11648" y="3887"/>
                  <a:pt x="11593" y="1338"/>
                  <a:pt x="11593" y="1338"/>
                </a:cubicBezTo>
                <a:cubicBezTo>
                  <a:pt x="11593" y="1338"/>
                  <a:pt x="11866" y="956"/>
                  <a:pt x="12413" y="956"/>
                </a:cubicBezTo>
                <a:close/>
                <a:moveTo>
                  <a:pt x="5086" y="18350"/>
                </a:moveTo>
                <a:cubicBezTo>
                  <a:pt x="5414" y="18350"/>
                  <a:pt x="5687" y="18669"/>
                  <a:pt x="5687" y="19051"/>
                </a:cubicBezTo>
                <a:cubicBezTo>
                  <a:pt x="5687" y="19434"/>
                  <a:pt x="5414" y="19752"/>
                  <a:pt x="5086" y="19752"/>
                </a:cubicBezTo>
                <a:cubicBezTo>
                  <a:pt x="4757" y="19752"/>
                  <a:pt x="4484" y="19434"/>
                  <a:pt x="4484" y="19051"/>
                </a:cubicBezTo>
                <a:cubicBezTo>
                  <a:pt x="4484" y="18669"/>
                  <a:pt x="4757" y="18350"/>
                  <a:pt x="5086" y="18350"/>
                </a:cubicBezTo>
                <a:close/>
              </a:path>
            </a:pathLst>
          </a:custGeom>
          <a:solidFill>
            <a:srgbClr val="2E2E2E"/>
          </a:solidFill>
          <a:ln w="3175">
            <a:miter lim="400000"/>
          </a:ln>
          <a:effectLst>
            <a:outerShdw sx="100000" sy="100000" kx="0" ky="0" algn="b" rotWithShape="0" blurRad="50800" dist="76200" dir="27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/>
          <a:p>
            <a:pPr defTabSz="914400">
              <a:defRPr sz="1800">
                <a:solidFill>
                  <a:srgbClr val="FFD03B"/>
                </a:solidFill>
                <a:effectLst>
                  <a:outerShdw sx="100000" sy="100000" kx="0" ky="0" algn="b" rotWithShape="0" blurRad="38100" dist="25400" dir="5400000">
                    <a:srgbClr val="6E747A">
                      <a:alpha val="43000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427" name="book-408302-small-filtered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955978" y="3311921"/>
            <a:ext cx="8533045" cy="4266523"/>
          </a:xfrm>
          <a:prstGeom prst="rect">
            <a:avLst/>
          </a:prstGeom>
          <a:ln w="3175">
            <a:miter lim="400000"/>
          </a:ln>
        </p:spPr>
      </p:pic>
      <p:sp>
        <p:nvSpPr>
          <p:cNvPr id="428" name="Shape 428"/>
          <p:cNvSpPr/>
          <p:nvPr/>
        </p:nvSpPr>
        <p:spPr>
          <a:xfrm>
            <a:off x="1417310" y="11068010"/>
            <a:ext cx="812889" cy="812889"/>
          </a:xfrm>
          <a:prstGeom prst="ellipse">
            <a:avLst/>
          </a:prstGeom>
          <a:solidFill>
            <a:srgbClr val="FFFFFF"/>
          </a:solidFill>
          <a:ln w="3175">
            <a:miter lim="400000"/>
          </a:ln>
          <a:effectLst>
            <a:outerShdw sx="100000" sy="100000" kx="0" ky="0" algn="b" rotWithShape="0" blurRad="25400" dist="12700" dir="5400000">
              <a:srgbClr val="000000">
                <a:alpha val="50000"/>
              </a:srgbClr>
            </a:outerShdw>
          </a:effectLst>
        </p:spPr>
        <p:txBody>
          <a:bodyPr lIns="52916" tIns="52916" rIns="52916" bIns="52916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429" name="Shape 429"/>
          <p:cNvSpPr/>
          <p:nvPr/>
        </p:nvSpPr>
        <p:spPr>
          <a:xfrm>
            <a:off x="3912139" y="11068010"/>
            <a:ext cx="812889" cy="812889"/>
          </a:xfrm>
          <a:prstGeom prst="ellipse">
            <a:avLst/>
          </a:prstGeom>
          <a:solidFill>
            <a:srgbClr val="FFFFFF"/>
          </a:solidFill>
          <a:ln w="3175">
            <a:miter lim="400000"/>
          </a:ln>
          <a:effectLst>
            <a:outerShdw sx="100000" sy="100000" kx="0" ky="0" algn="b" rotWithShape="0" blurRad="25400" dist="12700" dir="5400000">
              <a:srgbClr val="000000">
                <a:alpha val="50000"/>
              </a:srgbClr>
            </a:outerShdw>
          </a:effectLst>
        </p:spPr>
        <p:txBody>
          <a:bodyPr lIns="52916" tIns="52916" rIns="52916" bIns="52916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430" name="Shape 430"/>
          <p:cNvSpPr/>
          <p:nvPr/>
        </p:nvSpPr>
        <p:spPr>
          <a:xfrm>
            <a:off x="1918885" y="11436354"/>
            <a:ext cx="2240758" cy="1"/>
          </a:xfrm>
          <a:prstGeom prst="line">
            <a:avLst/>
          </a:prstGeom>
          <a:ln w="76200">
            <a:solidFill>
              <a:srgbClr val="FFFFFF"/>
            </a:solidFill>
            <a:miter lim="400000"/>
          </a:ln>
        </p:spPr>
        <p:txBody>
          <a:bodyPr lIns="52916" tIns="52916" rIns="52916" bIns="52916" anchor="ctr"/>
          <a:lstStyle/>
          <a:p>
            <a:pPr>
              <a:defRPr sz="2400"/>
            </a:pPr>
          </a:p>
        </p:txBody>
      </p:sp>
      <p:sp>
        <p:nvSpPr>
          <p:cNvPr id="431" name="Shape 431"/>
          <p:cNvSpPr/>
          <p:nvPr/>
        </p:nvSpPr>
        <p:spPr>
          <a:xfrm>
            <a:off x="19541094" y="11164749"/>
            <a:ext cx="802930" cy="6911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57" h="20439" fill="norm" stroke="1" extrusionOk="0">
                <a:moveTo>
                  <a:pt x="3089" y="0"/>
                </a:moveTo>
                <a:cubicBezTo>
                  <a:pt x="3042" y="54"/>
                  <a:pt x="2989" y="94"/>
                  <a:pt x="2942" y="149"/>
                </a:cubicBezTo>
                <a:cubicBezTo>
                  <a:pt x="-981" y="4793"/>
                  <a:pt x="-981" y="12311"/>
                  <a:pt x="2942" y="16955"/>
                </a:cubicBezTo>
                <a:cubicBezTo>
                  <a:pt x="6866" y="21600"/>
                  <a:pt x="13216" y="21600"/>
                  <a:pt x="17139" y="16955"/>
                </a:cubicBezTo>
                <a:cubicBezTo>
                  <a:pt x="19789" y="13818"/>
                  <a:pt x="20619" y="9387"/>
                  <a:pt x="19690" y="5396"/>
                </a:cubicBezTo>
                <a:lnTo>
                  <a:pt x="3089" y="0"/>
                </a:lnTo>
                <a:close/>
              </a:path>
            </a:pathLst>
          </a:custGeom>
          <a:solidFill>
            <a:srgbClr val="000000"/>
          </a:solidFill>
          <a:ln w="3175">
            <a:miter lim="400000"/>
          </a:ln>
          <a:effectLst>
            <a:outerShdw sx="100000" sy="100000" kx="0" ky="0" algn="b" rotWithShape="0" blurRad="25400" dist="12700" dir="5400000">
              <a:srgbClr val="000000">
                <a:alpha val="50000"/>
              </a:srgbClr>
            </a:outerShdw>
          </a:effectLst>
        </p:spPr>
        <p:txBody>
          <a:bodyPr lIns="52916" tIns="52916" rIns="52916" bIns="52916" anchor="ctr"/>
          <a:lstStyle/>
          <a:p>
            <a:pPr>
              <a:defRPr sz="2400"/>
            </a:pPr>
          </a:p>
        </p:txBody>
      </p:sp>
      <p:sp>
        <p:nvSpPr>
          <p:cNvPr id="432" name="Shape 432"/>
          <p:cNvSpPr/>
          <p:nvPr/>
        </p:nvSpPr>
        <p:spPr>
          <a:xfrm>
            <a:off x="22206610" y="11099162"/>
            <a:ext cx="802930" cy="7817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810" h="20567" fill="norm" stroke="1" extrusionOk="0">
                <a:moveTo>
                  <a:pt x="13082" y="0"/>
                </a:moveTo>
                <a:lnTo>
                  <a:pt x="1163" y="5066"/>
                </a:lnTo>
                <a:cubicBezTo>
                  <a:pt x="-821" y="9064"/>
                  <a:pt x="-279" y="14101"/>
                  <a:pt x="2877" y="17467"/>
                </a:cubicBezTo>
                <a:cubicBezTo>
                  <a:pt x="6753" y="21600"/>
                  <a:pt x="13027" y="21600"/>
                  <a:pt x="16903" y="17467"/>
                </a:cubicBezTo>
                <a:cubicBezTo>
                  <a:pt x="20779" y="13334"/>
                  <a:pt x="20779" y="6644"/>
                  <a:pt x="16903" y="2511"/>
                </a:cubicBezTo>
                <a:cubicBezTo>
                  <a:pt x="15792" y="1326"/>
                  <a:pt x="14475" y="506"/>
                  <a:pt x="13082" y="0"/>
                </a:cubicBezTo>
                <a:close/>
              </a:path>
            </a:pathLst>
          </a:custGeom>
          <a:solidFill>
            <a:srgbClr val="000000"/>
          </a:solidFill>
          <a:ln w="3175">
            <a:miter lim="400000"/>
          </a:ln>
          <a:effectLst>
            <a:outerShdw sx="100000" sy="100000" kx="0" ky="0" algn="b" rotWithShape="0" blurRad="25400" dist="12700" dir="5400000">
              <a:srgbClr val="000000">
                <a:alpha val="50000"/>
              </a:srgbClr>
            </a:outerShdw>
          </a:effectLst>
        </p:spPr>
        <p:txBody>
          <a:bodyPr lIns="52916" tIns="52916" rIns="52916" bIns="52916" anchor="ctr"/>
          <a:lstStyle/>
          <a:p>
            <a:pPr>
              <a:defRPr sz="2400"/>
            </a:pPr>
          </a:p>
        </p:txBody>
      </p:sp>
      <p:sp>
        <p:nvSpPr>
          <p:cNvPr id="433" name="Shape 433"/>
          <p:cNvSpPr/>
          <p:nvPr/>
        </p:nvSpPr>
        <p:spPr>
          <a:xfrm>
            <a:off x="20175571" y="11548423"/>
            <a:ext cx="2240758" cy="1"/>
          </a:xfrm>
          <a:prstGeom prst="line">
            <a:avLst/>
          </a:prstGeom>
          <a:ln w="76200">
            <a:solidFill>
              <a:srgbClr val="000000"/>
            </a:solidFill>
            <a:miter lim="400000"/>
          </a:ln>
        </p:spPr>
        <p:txBody>
          <a:bodyPr lIns="52916" tIns="52916" rIns="52916" bIns="52916" anchor="ctr"/>
          <a:lstStyle/>
          <a:p>
            <a:pPr>
              <a:defRPr sz="2400"/>
            </a:pPr>
          </a:p>
        </p:txBody>
      </p:sp>
      <p:sp>
        <p:nvSpPr>
          <p:cNvPr id="434" name="Shape 434"/>
          <p:cNvSpPr/>
          <p:nvPr/>
        </p:nvSpPr>
        <p:spPr>
          <a:xfrm>
            <a:off x="9605961" y="7614500"/>
            <a:ext cx="5172076" cy="15525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7900">
                <a:solidFill>
                  <a:srgbClr val="FFFFFF"/>
                </a:solidFill>
              </a:defRPr>
            </a:lvl1pPr>
          </a:lstStyle>
          <a:p>
            <a:pPr/>
            <a:r>
              <a:t>优缺点对比</a:t>
            </a:r>
          </a:p>
        </p:txBody>
      </p:sp>
      <p:sp>
        <p:nvSpPr>
          <p:cNvPr id="435" name="Shape 435"/>
          <p:cNvSpPr/>
          <p:nvPr/>
        </p:nvSpPr>
        <p:spPr>
          <a:xfrm>
            <a:off x="510546" y="6241170"/>
            <a:ext cx="4990567" cy="40544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just">
              <a:lnSpc>
                <a:spcPct val="150000"/>
              </a:lnSpc>
              <a:defRPr cap="all" sz="4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优势非常明显，在于对传统方案的改进和突破，解决了某种问题</a:t>
            </a:r>
          </a:p>
        </p:txBody>
      </p:sp>
      <p:sp>
        <p:nvSpPr>
          <p:cNvPr id="436" name="Shape 436"/>
          <p:cNvSpPr/>
          <p:nvPr/>
        </p:nvSpPr>
        <p:spPr>
          <a:xfrm>
            <a:off x="18849251" y="6461760"/>
            <a:ext cx="4990566" cy="29876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just">
              <a:lnSpc>
                <a:spcPct val="150000"/>
              </a:lnSpc>
              <a:defRPr cap="all" sz="4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不足之处源于系统的设计误差，无法根治，只能在一定程度控制</a:t>
            </a:r>
          </a:p>
        </p:txBody>
      </p:sp>
      <p:sp>
        <p:nvSpPr>
          <p:cNvPr id="437" name="Shape 437"/>
          <p:cNvSpPr/>
          <p:nvPr/>
        </p:nvSpPr>
        <p:spPr>
          <a:xfrm>
            <a:off x="7955978" y="9071925"/>
            <a:ext cx="8524852" cy="40544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algn="just">
              <a:lnSpc>
                <a:spcPct val="150000"/>
              </a:lnSpc>
              <a:defRPr cap="all" sz="4000"/>
            </a:pPr>
            <a:r>
              <a:t>优势非常明显，在于对传统方案的改进和突破，解决了某种问题</a:t>
            </a:r>
          </a:p>
          <a:p>
            <a:pPr algn="just">
              <a:lnSpc>
                <a:spcPct val="150000"/>
              </a:lnSpc>
              <a:defRPr cap="all" sz="4000"/>
            </a:pPr>
            <a:r>
              <a:t>不足之处源于系统的设计误差，无法根治，只能在一定程度控制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Shape 439"/>
          <p:cNvSpPr/>
          <p:nvPr/>
        </p:nvSpPr>
        <p:spPr>
          <a:xfrm>
            <a:off x="1" y="3197894"/>
            <a:ext cx="24383999" cy="7320212"/>
          </a:xfrm>
          <a:prstGeom prst="rect">
            <a:avLst/>
          </a:pr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440" name="Shape 440"/>
          <p:cNvSpPr/>
          <p:nvPr/>
        </p:nvSpPr>
        <p:spPr>
          <a:xfrm>
            <a:off x="913848" y="1201136"/>
            <a:ext cx="2546723" cy="1"/>
          </a:xfrm>
          <a:prstGeom prst="line">
            <a:avLst/>
          </a:prstGeom>
          <a:ln w="101600">
            <a:solidFill>
              <a:srgbClr val="2F2F34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200"/>
            </a:pPr>
          </a:p>
        </p:txBody>
      </p:sp>
      <p:sp>
        <p:nvSpPr>
          <p:cNvPr id="441" name="Shape 441"/>
          <p:cNvSpPr/>
          <p:nvPr/>
        </p:nvSpPr>
        <p:spPr>
          <a:xfrm>
            <a:off x="20906810" y="12514863"/>
            <a:ext cx="2546723" cy="1"/>
          </a:xfrm>
          <a:prstGeom prst="line">
            <a:avLst/>
          </a:prstGeom>
          <a:ln w="101600">
            <a:solidFill>
              <a:srgbClr val="2F2F34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200"/>
            </a:pPr>
          </a:p>
        </p:txBody>
      </p:sp>
      <p:sp>
        <p:nvSpPr>
          <p:cNvPr id="442" name="Shape 442"/>
          <p:cNvSpPr/>
          <p:nvPr/>
        </p:nvSpPr>
        <p:spPr>
          <a:xfrm>
            <a:off x="6243402" y="6065073"/>
            <a:ext cx="11897196" cy="26447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cap="all" sz="141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thank you！</a:t>
            </a:r>
          </a:p>
        </p:txBody>
      </p:sp>
      <p:sp>
        <p:nvSpPr>
          <p:cNvPr id="443" name="Shape 443"/>
          <p:cNvSpPr/>
          <p:nvPr/>
        </p:nvSpPr>
        <p:spPr>
          <a:xfrm flipH="1">
            <a:off x="11557000" y="1479879"/>
            <a:ext cx="1270000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0" y="21600"/>
                </a:lnTo>
                <a:lnTo>
                  <a:pt x="10800" y="15052"/>
                </a:lnTo>
                <a:lnTo>
                  <a:pt x="21600" y="21600"/>
                </a:lnTo>
                <a:lnTo>
                  <a:pt x="10800" y="0"/>
                </a:lnTo>
                <a:close/>
              </a:path>
            </a:pathLst>
          </a:custGeom>
          <a:solidFill>
            <a:srgbClr val="2F2F34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Shape 445"/>
          <p:cNvSpPr/>
          <p:nvPr/>
        </p:nvSpPr>
        <p:spPr>
          <a:xfrm>
            <a:off x="4488351" y="3034247"/>
            <a:ext cx="15407297" cy="2827827"/>
          </a:xfrm>
          <a:prstGeom prst="rect">
            <a:avLst/>
          </a:prstGeom>
          <a:solidFill>
            <a:srgbClr val="302F35">
              <a:alpha val="88898"/>
            </a:srgbClr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>
              <a:defRPr sz="7900">
                <a:solidFill>
                  <a:srgbClr val="FFFFFF"/>
                </a:solidFill>
              </a:defRPr>
            </a:pPr>
          </a:p>
        </p:txBody>
      </p:sp>
      <p:sp>
        <p:nvSpPr>
          <p:cNvPr id="446" name="Shape 446"/>
          <p:cNvSpPr/>
          <p:nvPr/>
        </p:nvSpPr>
        <p:spPr>
          <a:xfrm>
            <a:off x="4745434" y="3309922"/>
            <a:ext cx="15150214" cy="22764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 defTabSz="457200">
              <a:defRPr sz="120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【商业图片使用说明】</a:t>
            </a:r>
          </a:p>
        </p:txBody>
      </p:sp>
      <p:sp>
        <p:nvSpPr>
          <p:cNvPr id="447" name="Shape 447"/>
          <p:cNvSpPr/>
          <p:nvPr/>
        </p:nvSpPr>
        <p:spPr>
          <a:xfrm>
            <a:off x="4488351" y="6170613"/>
            <a:ext cx="15407297" cy="50323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just" defTabSz="457200">
              <a:lnSpc>
                <a:spcPct val="150000"/>
              </a:lnSpc>
              <a:defRPr sz="5000">
                <a:solidFill>
                  <a:srgbClr val="211923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本设计作品中所使用的图片来源于以下网站（图片链接见本页备注），以下网站均有声明：图片为免费无版权图片，并且可以供个人和商业使用，如需确认版权情况，可查看该网站图片版权声明。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image1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22" y="855"/>
            <a:ext cx="24380956" cy="13714287"/>
          </a:xfrm>
          <a:prstGeom prst="rect">
            <a:avLst/>
          </a:prstGeom>
          <a:ln w="3175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bg>
      <p:bgPr>
        <a:solidFill>
          <a:srgbClr val="C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5" name="image2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735" y="-1"/>
            <a:ext cx="24368529" cy="13716001"/>
          </a:xfrm>
          <a:prstGeom prst="rect">
            <a:avLst/>
          </a:prstGeom>
          <a:ln w="3175">
            <a:miter lim="400000"/>
          </a:ln>
        </p:spPr>
      </p:pic>
      <p:pic>
        <p:nvPicPr>
          <p:cNvPr id="456" name="image124.png" descr="未标式 题-1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 rot="20279432">
            <a:off x="15212911" y="9564325"/>
            <a:ext cx="584713" cy="864001"/>
          </a:xfrm>
          <a:prstGeom prst="rect">
            <a:avLst/>
          </a:prstGeom>
          <a:ln w="3175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32" presetID="23" grpId="1" fill="hold">
                                  <p:stCondLst>
                                    <p:cond delay="5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4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4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56" grpId="1"/>
    </p:bldLst>
  </p:timing>
</p:sld>
</file>

<file path=ppt/theme/_rels/theme1.xml.rels><?xml version="1.0" encoding="UTF-8" standalone="yes"?><Relationships xmlns="http://schemas.openxmlformats.org/package/2006/relationships"><Relationship Id="rId1" Type="http://schemas.openxmlformats.org/officeDocument/2006/relationships/image" Target="../media/image2.png"/></Relationships>

</file>

<file path=ppt/theme/_rels/theme2.xml.rels><?xml version="1.0" encoding="UTF-8" standalone="yes"?><Relationships xmlns="http://schemas.openxmlformats.org/package/2006/relationships"><Relationship Id="rId1" Type="http://schemas.openxmlformats.org/officeDocument/2006/relationships/image" Target="../media/image2.png"/></Relationships>
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25400" dist="12700" dir="54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50800" dist="0" dir="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25400" dist="12700" dir="54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3175" cap="flat">
          <a:noFill/>
          <a:miter lim="400000"/>
        </a:ln>
        <a:effectLst>
          <a:outerShdw sx="100000" sy="100000" kx="0" ky="0" algn="b" rotWithShape="0" blurRad="25400" dist="12700" dir="540000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71437" tIns="71437" rIns="71437" bIns="71437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25400" dist="12700" dir="54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50800" dist="0" dir="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25400" dist="12700" dir="54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3175" cap="flat">
          <a:noFill/>
          <a:miter lim="400000"/>
        </a:ln>
        <a:effectLst>
          <a:outerShdw sx="100000" sy="100000" kx="0" ky="0" algn="b" rotWithShape="0" blurRad="25400" dist="12700" dir="540000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71437" tIns="71437" rIns="71437" bIns="71437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