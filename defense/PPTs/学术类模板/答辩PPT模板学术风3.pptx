
<file path=[Content_Types].xml><?xml version="1.0" encoding="utf-8"?>
<Types xmlns="http://schemas.openxmlformats.org/package/2006/content-types">
  <Default Extension="xml" ContentType="application/xml"/>
  <Default Extension="jpeg" ContentType="image/jpeg"/>
  <Default Extension="xlsx" ContentType="application/vnd.openxmlformats-officedocument.spreadsheetml.sheet"/>
  <Default Extension="rels" ContentType="application/vnd.openxmlformats-package.relationships+xml"/>
  <Default Extension="emf" ContentType="image/x-em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24384000" cy="13716000"/>
  <p:notesSz cx="6858000" cy="9144000"/>
  <p:custDataLst>
    <p:tags r:id="rId27"/>
  </p:custDataLst>
  <p:defaultTextStyle>
    <a:lvl1pPr algn="ctr" defTabSz="584200">
      <a:defRPr sz="4800">
        <a:latin typeface="Calibri"/>
        <a:ea typeface="Calibri"/>
        <a:cs typeface="Calibri"/>
        <a:sym typeface="Calibri"/>
      </a:defRPr>
    </a:lvl1pPr>
    <a:lvl2pPr algn="ctr" defTabSz="584200">
      <a:defRPr sz="4800">
        <a:latin typeface="Calibri"/>
        <a:ea typeface="Calibri"/>
        <a:cs typeface="Calibri"/>
        <a:sym typeface="Calibri"/>
      </a:defRPr>
    </a:lvl2pPr>
    <a:lvl3pPr algn="ctr" defTabSz="584200">
      <a:defRPr sz="4800">
        <a:latin typeface="Calibri"/>
        <a:ea typeface="Calibri"/>
        <a:cs typeface="Calibri"/>
        <a:sym typeface="Calibri"/>
      </a:defRPr>
    </a:lvl3pPr>
    <a:lvl4pPr algn="ctr" defTabSz="584200">
      <a:defRPr sz="4800">
        <a:latin typeface="Calibri"/>
        <a:ea typeface="Calibri"/>
        <a:cs typeface="Calibri"/>
        <a:sym typeface="Calibri"/>
      </a:defRPr>
    </a:lvl4pPr>
    <a:lvl5pPr algn="ctr" defTabSz="584200">
      <a:defRPr sz="4800">
        <a:latin typeface="Calibri"/>
        <a:ea typeface="Calibri"/>
        <a:cs typeface="Calibri"/>
        <a:sym typeface="Calibri"/>
      </a:defRPr>
    </a:lvl5pPr>
    <a:lvl6pPr algn="ctr" defTabSz="584200">
      <a:defRPr sz="4800">
        <a:latin typeface="Calibri"/>
        <a:ea typeface="Calibri"/>
        <a:cs typeface="Calibri"/>
        <a:sym typeface="Calibri"/>
      </a:defRPr>
    </a:lvl6pPr>
    <a:lvl7pPr algn="ctr" defTabSz="584200">
      <a:defRPr sz="4800">
        <a:latin typeface="Calibri"/>
        <a:ea typeface="Calibri"/>
        <a:cs typeface="Calibri"/>
        <a:sym typeface="Calibri"/>
      </a:defRPr>
    </a:lvl7pPr>
    <a:lvl8pPr algn="ctr" defTabSz="584200">
      <a:defRPr sz="4800">
        <a:latin typeface="Calibri"/>
        <a:ea typeface="Calibri"/>
        <a:cs typeface="Calibri"/>
        <a:sym typeface="Calibri"/>
      </a:defRPr>
    </a:lvl8pPr>
    <a:lvl9pPr algn="ctr" defTabSz="584200">
      <a:defRPr sz="4800">
        <a:latin typeface="Calibri"/>
        <a:ea typeface="Calibri"/>
        <a:cs typeface="Calibri"/>
        <a:sym typeface="Calibri"/>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n" i="on">
        <a:font>
          <a:latin typeface="Calibri"/>
          <a:ea typeface="Calibri"/>
          <a:cs typeface="Calibri"/>
        </a:font>
        <a:srgbClr val="000000"/>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CAD2E8"/>
          </a:solidFill>
        </a:fill>
      </a:tcStyle>
    </a:wholeTbl>
    <a:band2H>
      <a:tcTxStyle/>
      <a:tcStyle>
        <a:tcBdr/>
        <a:fill>
          <a:solidFill>
            <a:srgbClr val="E6EAF4"/>
          </a:solidFill>
        </a:fill>
      </a:tcStyle>
    </a:band2H>
    <a:firstCol>
      <a:tcTxStyle b="on" i="on">
        <a:font>
          <a:latin typeface="Calibri"/>
          <a:ea typeface="Calibri"/>
          <a:cs typeface="Calibri"/>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0365C0"/>
          </a:solidFill>
        </a:fill>
      </a:tcStyle>
    </a:firstCol>
    <a:lastRow>
      <a:tcTxStyle b="on" i="on">
        <a:font>
          <a:latin typeface="Calibri"/>
          <a:ea typeface="Calibri"/>
          <a:cs typeface="Calibri"/>
        </a:font>
        <a:srgbClr val="FFFFFF"/>
      </a:tcTxStyle>
      <a:tcStyle>
        <a:tcBdr>
          <a:left>
            <a:ln w="12700" cap="flat">
              <a:solidFill>
                <a:srgbClr val="FFFFFF"/>
              </a:solidFill>
              <a:prstDash val="solid"/>
              <a:bevel/>
            </a:ln>
          </a:left>
          <a:right>
            <a:ln w="12700" cap="flat">
              <a:solidFill>
                <a:srgbClr val="FFFFFF"/>
              </a:solidFill>
              <a:prstDash val="solid"/>
              <a:bevel/>
            </a:ln>
          </a:right>
          <a:top>
            <a:ln w="381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0365C0"/>
          </a:solidFill>
        </a:fill>
      </a:tcStyle>
    </a:lastRow>
    <a:firstRow>
      <a:tcTxStyle b="on" i="on">
        <a:font>
          <a:latin typeface="Calibri"/>
          <a:ea typeface="Calibri"/>
          <a:cs typeface="Calibri"/>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381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0365C0"/>
          </a:solidFill>
        </a:fill>
      </a:tcStyle>
    </a:firstRow>
  </a:tblStyle>
  <a:tblStyle styleId="{C7B018BB-80A7-4F77-B60F-C8B233D01FF8}" styleName="">
    <a:tblBg/>
    <a:wholeTbl>
      <a:tcTxStyle b="on" i="on">
        <a:font>
          <a:latin typeface="Calibri"/>
          <a:ea typeface="Calibri"/>
          <a:cs typeface="Calibri"/>
        </a:font>
        <a:srgbClr val="000000"/>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FFFFFF"/>
          </a:solidFill>
        </a:fill>
      </a:tcStyle>
    </a:wholeTbl>
    <a:band2H>
      <a:tcTxStyle/>
      <a:tcStyle>
        <a:tcBdr/>
        <a:fill>
          <a:solidFill>
            <a:srgbClr val="FFFFFF"/>
          </a:solidFill>
        </a:fill>
      </a:tcStyle>
    </a:band2H>
    <a:firstCol>
      <a:tcTxStyle b="on" i="on">
        <a:font>
          <a:latin typeface="Calibri"/>
          <a:ea typeface="Calibri"/>
          <a:cs typeface="Calibri"/>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FFFFFF"/>
          </a:solidFill>
        </a:fill>
      </a:tcStyle>
    </a:firstCol>
    <a:lastRow>
      <a:tcTxStyle b="on" i="on">
        <a:font>
          <a:latin typeface="Calibri"/>
          <a:ea typeface="Calibri"/>
          <a:cs typeface="Calibri"/>
        </a:font>
        <a:srgbClr val="FFFFFF"/>
      </a:tcTxStyle>
      <a:tcStyle>
        <a:tcBdr>
          <a:left>
            <a:ln w="12700" cap="flat">
              <a:solidFill>
                <a:srgbClr val="FFFFFF"/>
              </a:solidFill>
              <a:prstDash val="solid"/>
              <a:bevel/>
            </a:ln>
          </a:left>
          <a:right>
            <a:ln w="12700" cap="flat">
              <a:solidFill>
                <a:srgbClr val="FFFFFF"/>
              </a:solidFill>
              <a:prstDash val="solid"/>
              <a:bevel/>
            </a:ln>
          </a:right>
          <a:top>
            <a:ln w="381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FFFFFF"/>
          </a:solidFill>
        </a:fill>
      </a:tcStyle>
    </a:lastRow>
    <a:firstRow>
      <a:tcTxStyle b="on" i="on">
        <a:font>
          <a:latin typeface="Calibri"/>
          <a:ea typeface="Calibri"/>
          <a:cs typeface="Calibri"/>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381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FFFFFF"/>
          </a:solidFill>
        </a:fill>
      </a:tcStyle>
    </a:firstRow>
  </a:tblStyle>
  <a:tblStyle styleId="{EEE7283C-3CF3-47DC-8721-378D4A62B228}" styleName="">
    <a:tblBg/>
    <a:wholeTbl>
      <a:tcTxStyle b="on" i="on">
        <a:font>
          <a:latin typeface="Calibri"/>
          <a:ea typeface="Calibri"/>
          <a:cs typeface="Calibri"/>
        </a:font>
        <a:srgbClr val="000000"/>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CAD6CB"/>
          </a:solidFill>
        </a:fill>
      </a:tcStyle>
    </a:wholeTbl>
    <a:band2H>
      <a:tcTxStyle/>
      <a:tcStyle>
        <a:tcBdr/>
        <a:fill>
          <a:solidFill>
            <a:srgbClr val="E6ECE7"/>
          </a:solidFill>
        </a:fill>
      </a:tcStyle>
    </a:band2H>
    <a:firstCol>
      <a:tcTxStyle b="on" i="on">
        <a:font>
          <a:latin typeface="Calibri"/>
          <a:ea typeface="Calibri"/>
          <a:cs typeface="Calibri"/>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007B27"/>
          </a:solidFill>
        </a:fill>
      </a:tcStyle>
    </a:firstCol>
    <a:lastRow>
      <a:tcTxStyle b="on" i="on">
        <a:font>
          <a:latin typeface="Calibri"/>
          <a:ea typeface="Calibri"/>
          <a:cs typeface="Calibri"/>
        </a:font>
        <a:srgbClr val="FFFFFF"/>
      </a:tcTxStyle>
      <a:tcStyle>
        <a:tcBdr>
          <a:left>
            <a:ln w="12700" cap="flat">
              <a:solidFill>
                <a:srgbClr val="FFFFFF"/>
              </a:solidFill>
              <a:prstDash val="solid"/>
              <a:bevel/>
            </a:ln>
          </a:left>
          <a:right>
            <a:ln w="12700" cap="flat">
              <a:solidFill>
                <a:srgbClr val="FFFFFF"/>
              </a:solidFill>
              <a:prstDash val="solid"/>
              <a:bevel/>
            </a:ln>
          </a:right>
          <a:top>
            <a:ln w="381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007B27"/>
          </a:solidFill>
        </a:fill>
      </a:tcStyle>
    </a:lastRow>
    <a:firstRow>
      <a:tcTxStyle b="on" i="on">
        <a:font>
          <a:latin typeface="Calibri"/>
          <a:ea typeface="Calibri"/>
          <a:cs typeface="Calibri"/>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381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007B27"/>
          </a:solidFill>
        </a:fill>
      </a:tcStyle>
    </a:firstRow>
  </a:tblStyle>
  <a:tblStyle styleId="{CF821DB8-F4EB-4A41-A1BA-3FCAFE7338EE}" styleName="">
    <a:tblBg/>
    <a:wholeTbl>
      <a:tcTxStyle b="on" i="on">
        <a:font>
          <a:latin typeface="Calibri"/>
          <a:ea typeface="Calibri"/>
          <a:cs typeface="Calibri"/>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n">
        <a:font>
          <a:latin typeface="Calibri"/>
          <a:ea typeface="Calibri"/>
          <a:cs typeface="Calibri"/>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0365C0"/>
          </a:solidFill>
        </a:fill>
      </a:tcStyle>
    </a:firstCol>
    <a:lastRow>
      <a:tcTxStyle b="on" i="on">
        <a:font>
          <a:latin typeface="Calibri"/>
          <a:ea typeface="Calibri"/>
          <a:cs typeface="Calibri"/>
        </a:font>
        <a:srgbClr val="000000"/>
      </a:tcTxStyle>
      <a:tcStyle>
        <a:tcBdr>
          <a:left>
            <a:ln w="12700" cap="flat">
              <a:noFill/>
              <a:miter lim="400000"/>
            </a:ln>
          </a:left>
          <a:right>
            <a:ln w="12700" cap="flat">
              <a:noFill/>
              <a:miter lim="400000"/>
            </a:ln>
          </a:right>
          <a:top>
            <a:ln w="50800" cap="flat">
              <a:solidFill>
                <a:srgbClr val="000000"/>
              </a:solidFill>
              <a:prstDash val="solid"/>
              <a:bevel/>
            </a:ln>
          </a:top>
          <a:bottom>
            <a:ln w="25400" cap="flat">
              <a:solidFill>
                <a:srgbClr val="000000"/>
              </a:solidFill>
              <a:prstDash val="solid"/>
              <a:bevel/>
            </a:ln>
          </a:bottom>
          <a:insideH>
            <a:ln w="12700" cap="flat">
              <a:noFill/>
              <a:miter lim="400000"/>
            </a:ln>
          </a:insideH>
          <a:insideV>
            <a:ln w="12700" cap="flat">
              <a:noFill/>
              <a:miter lim="400000"/>
            </a:ln>
          </a:insideV>
        </a:tcBdr>
        <a:fill>
          <a:solidFill>
            <a:srgbClr val="FFFFFF"/>
          </a:solidFill>
        </a:fill>
      </a:tcStyle>
    </a:lastRow>
    <a:firstRow>
      <a:tcTxStyle b="on" i="on">
        <a:font>
          <a:latin typeface="Calibri"/>
          <a:ea typeface="Calibri"/>
          <a:cs typeface="Calibri"/>
        </a:font>
        <a:srgbClr val="FFFFFF"/>
      </a:tcTxStyle>
      <a:tcStyle>
        <a:tcBdr>
          <a:left>
            <a:ln w="12700" cap="flat">
              <a:noFill/>
              <a:miter lim="400000"/>
            </a:ln>
          </a:left>
          <a:right>
            <a:ln w="12700" cap="flat">
              <a:noFill/>
              <a:miter lim="400000"/>
            </a:ln>
          </a:right>
          <a:top>
            <a:ln w="25400" cap="flat">
              <a:solidFill>
                <a:srgbClr val="000000"/>
              </a:solidFill>
              <a:prstDash val="solid"/>
              <a:bevel/>
            </a:ln>
          </a:top>
          <a:bottom>
            <a:ln w="25400" cap="flat">
              <a:solidFill>
                <a:srgbClr val="000000"/>
              </a:solidFill>
              <a:prstDash val="solid"/>
              <a:bevel/>
            </a:ln>
          </a:bottom>
          <a:insideH>
            <a:ln w="12700" cap="flat">
              <a:noFill/>
              <a:miter lim="400000"/>
            </a:ln>
          </a:insideH>
          <a:insideV>
            <a:ln w="12700" cap="flat">
              <a:noFill/>
              <a:miter lim="400000"/>
            </a:ln>
          </a:insideV>
        </a:tcBdr>
        <a:fill>
          <a:solidFill>
            <a:srgbClr val="0365C0"/>
          </a:solidFill>
        </a:fill>
      </a:tcStyle>
    </a:firstRow>
  </a:tblStyle>
  <a:tblStyle styleId="{33BA23B1-9221-436E-865A-0063620EA4FD}" styleName="">
    <a:tblBg/>
    <a:wholeTbl>
      <a:tcTxStyle b="on" i="on">
        <a:font>
          <a:latin typeface="Calibri"/>
          <a:ea typeface="Calibri"/>
          <a:cs typeface="Calibri"/>
        </a:font>
        <a:srgbClr val="000000"/>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CACACA"/>
          </a:solidFill>
        </a:fill>
      </a:tcStyle>
    </a:wholeTbl>
    <a:band2H>
      <a:tcTxStyle/>
      <a:tcStyle>
        <a:tcBdr/>
        <a:fill>
          <a:solidFill>
            <a:srgbClr val="E6E6E6"/>
          </a:solidFill>
        </a:fill>
      </a:tcStyle>
    </a:band2H>
    <a:firstCol>
      <a:tcTxStyle b="on" i="on">
        <a:font>
          <a:latin typeface="Calibri"/>
          <a:ea typeface="Calibri"/>
          <a:cs typeface="Calibri"/>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fill>
      </a:tcStyle>
    </a:firstCol>
    <a:lastRow>
      <a:tcTxStyle b="on" i="on">
        <a:font>
          <a:latin typeface="Calibri"/>
          <a:ea typeface="Calibri"/>
          <a:cs typeface="Calibri"/>
        </a:font>
        <a:srgbClr val="FFFFFF"/>
      </a:tcTxStyle>
      <a:tcStyle>
        <a:tcBdr>
          <a:left>
            <a:ln w="12700" cap="flat">
              <a:solidFill>
                <a:srgbClr val="FFFFFF"/>
              </a:solidFill>
              <a:prstDash val="solid"/>
              <a:bevel/>
            </a:ln>
          </a:left>
          <a:right>
            <a:ln w="12700" cap="flat">
              <a:solidFill>
                <a:srgbClr val="FFFFFF"/>
              </a:solidFill>
              <a:prstDash val="solid"/>
              <a:bevel/>
            </a:ln>
          </a:right>
          <a:top>
            <a:ln w="381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fill>
      </a:tcStyle>
    </a:lastRow>
    <a:firstRow>
      <a:tcTxStyle b="on" i="on">
        <a:font>
          <a:latin typeface="Calibri"/>
          <a:ea typeface="Calibri"/>
          <a:cs typeface="Calibri"/>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381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fill>
      </a:tcStyle>
    </a:firstRow>
  </a:tblStyle>
  <a:tblStyle styleId="{2708684C-4D16-4618-839F-0558EEFCDFE6}" styleName="">
    <a:tblBg/>
    <a:wholeTbl>
      <a:tcTxStyle b="on" i="on">
        <a:font>
          <a:latin typeface="Calibri"/>
          <a:ea typeface="Calibri"/>
          <a:cs typeface="Calibri"/>
        </a:font>
        <a:srgbClr val="000000"/>
      </a:tcTxStyle>
      <a:tcStyle>
        <a:tcBdr>
          <a:left>
            <a:ln w="12700" cap="flat">
              <a:solidFill>
                <a:srgbClr val="000000"/>
              </a:solidFill>
              <a:prstDash val="solid"/>
              <a:bevel/>
            </a:ln>
          </a:left>
          <a:right>
            <a:ln w="12700" cap="flat">
              <a:solidFill>
                <a:srgbClr val="000000"/>
              </a:solidFill>
              <a:prstDash val="solid"/>
              <a:bevel/>
            </a:ln>
          </a:right>
          <a:top>
            <a:ln w="12700" cap="flat">
              <a:solidFill>
                <a:srgbClr val="000000"/>
              </a:solidFill>
              <a:prstDash val="solid"/>
              <a:bevel/>
            </a:ln>
          </a:top>
          <a:bottom>
            <a:ln w="12700" cap="flat">
              <a:solidFill>
                <a:srgbClr val="000000"/>
              </a:solidFill>
              <a:prstDash val="solid"/>
              <a:bevel/>
            </a:ln>
          </a:bottom>
          <a:insideH>
            <a:ln w="12700" cap="flat">
              <a:solidFill>
                <a:srgbClr val="000000"/>
              </a:solidFill>
              <a:prstDash val="solid"/>
              <a:bevel/>
            </a:ln>
          </a:insideH>
          <a:insideV>
            <a:ln w="12700" cap="flat">
              <a:solidFill>
                <a:srgbClr val="000000"/>
              </a:solidFill>
              <a:prstDash val="solid"/>
              <a:bevel/>
            </a:ln>
          </a:insideV>
        </a:tcBdr>
        <a:fill>
          <a:solidFill>
            <a:srgbClr val="000000">
              <a:alpha val="20000"/>
            </a:srgbClr>
          </a:solidFill>
        </a:fill>
      </a:tcStyle>
    </a:wholeTbl>
    <a:band2H>
      <a:tcTxStyle/>
      <a:tcStyle>
        <a:tcBdr/>
        <a:fill>
          <a:solidFill>
            <a:srgbClr val="FFFFFF"/>
          </a:solidFill>
        </a:fill>
      </a:tcStyle>
    </a:band2H>
    <a:firstCol>
      <a:tcTxStyle b="on" i="on">
        <a:font>
          <a:latin typeface="Calibri"/>
          <a:ea typeface="Calibri"/>
          <a:cs typeface="Calibri"/>
        </a:font>
        <a:srgbClr val="000000"/>
      </a:tcTxStyle>
      <a:tcStyle>
        <a:tcBdr>
          <a:left>
            <a:ln w="12700" cap="flat">
              <a:solidFill>
                <a:srgbClr val="000000"/>
              </a:solidFill>
              <a:prstDash val="solid"/>
              <a:bevel/>
            </a:ln>
          </a:left>
          <a:right>
            <a:ln w="12700" cap="flat">
              <a:solidFill>
                <a:srgbClr val="000000"/>
              </a:solidFill>
              <a:prstDash val="solid"/>
              <a:bevel/>
            </a:ln>
          </a:right>
          <a:top>
            <a:ln w="12700" cap="flat">
              <a:solidFill>
                <a:srgbClr val="000000"/>
              </a:solidFill>
              <a:prstDash val="solid"/>
              <a:bevel/>
            </a:ln>
          </a:top>
          <a:bottom>
            <a:ln w="12700" cap="flat">
              <a:solidFill>
                <a:srgbClr val="000000"/>
              </a:solidFill>
              <a:prstDash val="solid"/>
              <a:bevel/>
            </a:ln>
          </a:bottom>
          <a:insideH>
            <a:ln w="12700" cap="flat">
              <a:solidFill>
                <a:srgbClr val="000000"/>
              </a:solidFill>
              <a:prstDash val="solid"/>
              <a:bevel/>
            </a:ln>
          </a:insideH>
          <a:insideV>
            <a:ln w="12700" cap="flat">
              <a:solidFill>
                <a:srgbClr val="000000"/>
              </a:solidFill>
              <a:prstDash val="solid"/>
              <a:bevel/>
            </a:ln>
          </a:insideV>
        </a:tcBdr>
        <a:fill>
          <a:solidFill>
            <a:srgbClr val="000000">
              <a:alpha val="20000"/>
            </a:srgbClr>
          </a:solidFill>
        </a:fill>
      </a:tcStyle>
    </a:firstCol>
    <a:lastRow>
      <a:tcTxStyle b="on" i="on">
        <a:font>
          <a:latin typeface="Calibri"/>
          <a:ea typeface="Calibri"/>
          <a:cs typeface="Calibri"/>
        </a:font>
        <a:srgbClr val="000000"/>
      </a:tcTxStyle>
      <a:tcStyle>
        <a:tcBdr>
          <a:left>
            <a:ln w="12700" cap="flat">
              <a:solidFill>
                <a:srgbClr val="000000"/>
              </a:solidFill>
              <a:prstDash val="solid"/>
              <a:bevel/>
            </a:ln>
          </a:left>
          <a:right>
            <a:ln w="12700" cap="flat">
              <a:solidFill>
                <a:srgbClr val="000000"/>
              </a:solidFill>
              <a:prstDash val="solid"/>
              <a:bevel/>
            </a:ln>
          </a:right>
          <a:top>
            <a:ln w="50800" cap="flat">
              <a:solidFill>
                <a:srgbClr val="000000"/>
              </a:solidFill>
              <a:prstDash val="solid"/>
              <a:bevel/>
            </a:ln>
          </a:top>
          <a:bottom>
            <a:ln w="12700" cap="flat">
              <a:solidFill>
                <a:srgbClr val="000000"/>
              </a:solidFill>
              <a:prstDash val="solid"/>
              <a:bevel/>
            </a:ln>
          </a:bottom>
          <a:insideH>
            <a:ln w="12700" cap="flat">
              <a:solidFill>
                <a:srgbClr val="000000"/>
              </a:solidFill>
              <a:prstDash val="solid"/>
              <a:bevel/>
            </a:ln>
          </a:insideH>
          <a:insideV>
            <a:ln w="12700" cap="flat">
              <a:solidFill>
                <a:srgbClr val="000000"/>
              </a:solidFill>
              <a:prstDash val="solid"/>
              <a:bevel/>
            </a:ln>
          </a:insideV>
        </a:tcBdr>
        <a:fill>
          <a:noFill/>
        </a:fill>
      </a:tcStyle>
    </a:lastRow>
    <a:firstRow>
      <a:tcTxStyle b="on" i="on">
        <a:font>
          <a:latin typeface="Calibri"/>
          <a:ea typeface="Calibri"/>
          <a:cs typeface="Calibri"/>
        </a:font>
        <a:srgbClr val="000000"/>
      </a:tcTxStyle>
      <a:tcStyle>
        <a:tcBdr>
          <a:left>
            <a:ln w="12700" cap="flat">
              <a:solidFill>
                <a:srgbClr val="000000"/>
              </a:solidFill>
              <a:prstDash val="solid"/>
              <a:bevel/>
            </a:ln>
          </a:left>
          <a:right>
            <a:ln w="12700" cap="flat">
              <a:solidFill>
                <a:srgbClr val="000000"/>
              </a:solidFill>
              <a:prstDash val="solid"/>
              <a:bevel/>
            </a:ln>
          </a:right>
          <a:top>
            <a:ln w="12700" cap="flat">
              <a:solidFill>
                <a:srgbClr val="000000"/>
              </a:solidFill>
              <a:prstDash val="solid"/>
              <a:bevel/>
            </a:ln>
          </a:top>
          <a:bottom>
            <a:ln w="25400" cap="flat">
              <a:solidFill>
                <a:srgbClr val="000000"/>
              </a:solidFill>
              <a:prstDash val="solid"/>
              <a:bevel/>
            </a:ln>
          </a:bottom>
          <a:insideH>
            <a:ln w="12700" cap="flat">
              <a:solidFill>
                <a:srgbClr val="000000"/>
              </a:solidFill>
              <a:prstDash val="solid"/>
              <a:bevel/>
            </a:ln>
          </a:insideH>
          <a:insideV>
            <a:ln w="12700" cap="flat">
              <a:solidFill>
                <a:srgbClr val="000000"/>
              </a:solidFill>
              <a:prstDash val="solid"/>
              <a:bevel/>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78388"/>
  </p:normalViewPr>
  <p:slideViewPr>
    <p:cSldViewPr snapToGrid="0">
      <p:cViewPr varScale="1">
        <p:scale>
          <a:sx n="38" d="100"/>
          <a:sy n="38" d="100"/>
        </p:scale>
        <p:origin x="1424" y="2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tags" Target="tags/tag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___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___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___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___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___5.xlsx"/></Relationships>
</file>

<file path=ppt/charts/chart1.xml><?xml version="1.0" encoding="utf-8"?>
<c:chartSpace xmlns:c="http://schemas.openxmlformats.org/drawingml/2006/chart" xmlns:a="http://schemas.openxmlformats.org/drawingml/2006/main" xmlns:r="http://schemas.openxmlformats.org/officeDocument/2006/relationships">
  <c:date1904 val="1"/>
  <c:lang val="zh-CN"/>
  <c:roundedCorners val="0"/>
  <c:style val="2"/>
  <c:chart>
    <c:title>
      <c:tx>
        <c:rich>
          <a:bodyPr rot="0"/>
          <a:lstStyle/>
          <a:p>
            <a:pPr lvl="0"/>
            <a:endParaRPr lang="zh-CN" altLang="en-US"/>
          </a:p>
        </c:rich>
      </c:tx>
      <c:overlay val="1"/>
    </c:title>
    <c:autoTitleDeleted val="0"/>
    <c:plotArea>
      <c:layout>
        <c:manualLayout>
          <c:layoutTarget val="inner"/>
          <c:xMode val="edge"/>
          <c:yMode val="edge"/>
          <c:x val="0.005"/>
          <c:y val="0.005"/>
          <c:w val="1.0"/>
          <c:h val="1.0"/>
        </c:manualLayout>
      </c:layout>
      <c:pieChart>
        <c:varyColors val="0"/>
        <c:ser>
          <c:idx val="0"/>
          <c:order val="0"/>
          <c:tx>
            <c:strRef>
              <c:f>Sheet1!$A$2</c:f>
              <c:strCache>
                <c:ptCount val="1"/>
                <c:pt idx="0">
                  <c:v>销售额</c:v>
                </c:pt>
              </c:strCache>
            </c:strRef>
          </c:tx>
          <c:spPr>
            <a:solidFill>
              <a:srgbClr val="DDDDE0"/>
            </a:solidFill>
            <a:ln w="12700" cap="flat">
              <a:noFill/>
              <a:miter lim="400000"/>
            </a:ln>
            <a:effectLst/>
          </c:spPr>
          <c:dPt>
            <c:idx val="0"/>
            <c:bubble3D val="0"/>
          </c:dPt>
          <c:dPt>
            <c:idx val="1"/>
            <c:bubble3D val="0"/>
            <c:spPr>
              <a:solidFill>
                <a:srgbClr val="024FDE"/>
              </a:solidFill>
              <a:ln w="12700" cap="flat">
                <a:noFill/>
                <a:miter lim="400000"/>
              </a:ln>
              <a:effectLst/>
            </c:spPr>
          </c:dPt>
          <c:dPt>
            <c:idx val="2"/>
            <c:bubble3D val="0"/>
          </c:dPt>
          <c:dPt>
            <c:idx val="3"/>
            <c:bubble3D val="0"/>
            <c:spPr>
              <a:solidFill>
                <a:srgbClr val="024FDE"/>
              </a:solidFill>
              <a:ln w="12700" cap="flat">
                <a:noFill/>
                <a:miter lim="400000"/>
              </a:ln>
              <a:effectLst/>
            </c:spPr>
          </c:dPt>
          <c:cat>
            <c:strRef>
              <c:f>Sheet1!$B$1:$E$1</c:f>
              <c:strCache>
                <c:ptCount val="4"/>
                <c:pt idx="0">
                  <c:v>第一季度</c:v>
                </c:pt>
                <c:pt idx="1">
                  <c:v>第二季度</c:v>
                </c:pt>
                <c:pt idx="2">
                  <c:v>第三季度</c:v>
                </c:pt>
                <c:pt idx="3">
                  <c:v>第四季度</c:v>
                </c:pt>
              </c:strCache>
            </c:strRef>
          </c:cat>
          <c:val>
            <c:numRef>
              <c:f>Sheet1!$B$2:$E$2</c:f>
              <c:numCache>
                <c:formatCode>General</c:formatCode>
                <c:ptCount val="4"/>
                <c:pt idx="0">
                  <c:v>30.0</c:v>
                </c:pt>
                <c:pt idx="1">
                  <c:v>30.0</c:v>
                </c:pt>
                <c:pt idx="2">
                  <c:v>30.0</c:v>
                </c:pt>
                <c:pt idx="3">
                  <c:v>30.0</c:v>
                </c:pt>
              </c:numCache>
            </c:numRef>
          </c:val>
        </c:ser>
        <c:dLbls>
          <c:showLegendKey val="0"/>
          <c:showVal val="0"/>
          <c:showCatName val="0"/>
          <c:showSerName val="0"/>
          <c:showPercent val="0"/>
          <c:showBubbleSize val="0"/>
          <c:showLeaderLines val="0"/>
        </c:dLbls>
        <c:firstSliceAng val="0"/>
      </c:pieChart>
      <c:spPr>
        <a:noFill/>
        <a:ln w="12700" cap="flat">
          <a:noFill/>
          <a:miter lim="400000"/>
        </a:ln>
        <a:effectLst/>
      </c:spPr>
    </c:plotArea>
    <c:plotVisOnly val="1"/>
    <c:dispBlanksAs val="gap"/>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1"/>
  <c:lang val="zh-CN"/>
  <c:roundedCorners val="0"/>
  <c:style val="2"/>
  <c:chart>
    <c:title>
      <c:tx>
        <c:rich>
          <a:bodyPr rot="0"/>
          <a:lstStyle/>
          <a:p>
            <a:pPr lvl="0"/>
            <a:endParaRPr lang="zh-CN" altLang="en-US"/>
          </a:p>
        </c:rich>
      </c:tx>
      <c:overlay val="1"/>
    </c:title>
    <c:autoTitleDeleted val="0"/>
    <c:plotArea>
      <c:layout>
        <c:manualLayout>
          <c:layoutTarget val="inner"/>
          <c:xMode val="edge"/>
          <c:yMode val="edge"/>
          <c:x val="0.0594579"/>
          <c:y val="0.152678"/>
          <c:w val="0.924286"/>
          <c:h val="0.778183"/>
        </c:manualLayout>
      </c:layout>
      <c:lineChart>
        <c:grouping val="standard"/>
        <c:varyColors val="0"/>
        <c:ser>
          <c:idx val="0"/>
          <c:order val="0"/>
          <c:tx>
            <c:strRef>
              <c:f>Sheet1!$A$2</c:f>
              <c:strCache>
                <c:ptCount val="1"/>
                <c:pt idx="0">
                  <c:v>区域 1</c:v>
                </c:pt>
              </c:strCache>
            </c:strRef>
          </c:tx>
          <c:spPr>
            <a:ln w="38100" cap="flat">
              <a:solidFill>
                <a:srgbClr val="FFFFFF"/>
              </a:solidFill>
              <a:prstDash val="solid"/>
              <a:bevel/>
            </a:ln>
            <a:effectLst>
              <a:outerShdw blurRad="12700" dist="38100" dir="2700000" algn="tl">
                <a:srgbClr val="000000">
                  <a:alpha val="100000"/>
                </a:srgbClr>
              </a:outerShdw>
            </a:effectLst>
          </c:spPr>
          <c:marker>
            <c:symbol val="none"/>
          </c:marker>
          <c:cat>
            <c:strRef>
              <c:f>Sheet1!$B$1:$I$1</c:f>
              <c:strCache>
                <c:ptCount val="8"/>
                <c:pt idx="1">
                  <c:v>JAN</c:v>
                </c:pt>
                <c:pt idx="3">
                  <c:v>FEB</c:v>
                </c:pt>
                <c:pt idx="5">
                  <c:v>MAR</c:v>
                </c:pt>
                <c:pt idx="7">
                  <c:v>APR</c:v>
                </c:pt>
              </c:strCache>
            </c:strRef>
          </c:cat>
          <c:val>
            <c:numRef>
              <c:f>Sheet1!$B$2:$I$2</c:f>
              <c:numCache>
                <c:formatCode>General</c:formatCode>
                <c:ptCount val="8"/>
                <c:pt idx="0">
                  <c:v>0.0</c:v>
                </c:pt>
                <c:pt idx="1">
                  <c:v>14.0</c:v>
                </c:pt>
                <c:pt idx="2">
                  <c:v>18.0</c:v>
                </c:pt>
                <c:pt idx="3">
                  <c:v>10.0</c:v>
                </c:pt>
                <c:pt idx="4">
                  <c:v>30.0</c:v>
                </c:pt>
                <c:pt idx="5">
                  <c:v>22.0</c:v>
                </c:pt>
                <c:pt idx="6">
                  <c:v>39.0</c:v>
                </c:pt>
                <c:pt idx="7">
                  <c:v>30.0</c:v>
                </c:pt>
              </c:numCache>
            </c:numRef>
          </c:val>
          <c:smooth val="0"/>
        </c:ser>
        <c:dLbls>
          <c:showLegendKey val="0"/>
          <c:showVal val="0"/>
          <c:showCatName val="0"/>
          <c:showSerName val="0"/>
          <c:showPercent val="0"/>
          <c:showBubbleSize val="0"/>
        </c:dLbls>
        <c:smooth val="0"/>
        <c:axId val="-2146077584"/>
        <c:axId val="-2145799504"/>
      </c:lineChart>
      <c:catAx>
        <c:axId val="-2146077584"/>
        <c:scaling>
          <c:orientation val="minMax"/>
        </c:scaling>
        <c:delete val="0"/>
        <c:axPos val="b"/>
        <c:numFmt formatCode="General" sourceLinked="1"/>
        <c:majorTickMark val="none"/>
        <c:minorTickMark val="none"/>
        <c:tickLblPos val="none"/>
        <c:spPr>
          <a:ln w="12700" cap="flat">
            <a:solidFill>
              <a:srgbClr val="000000"/>
            </a:solidFill>
            <a:prstDash val="solid"/>
            <a:miter lim="400000"/>
          </a:ln>
        </c:spPr>
        <c:txPr>
          <a:bodyPr rot="0"/>
          <a:lstStyle/>
          <a:p>
            <a:pPr lvl="0">
              <a:defRPr sz="2600" b="0" i="0" u="none" strike="noStrike">
                <a:solidFill>
                  <a:srgbClr val="52575F"/>
                </a:solidFill>
                <a:effectLst/>
                <a:latin typeface="Helvetica Light"/>
              </a:defRPr>
            </a:pPr>
            <a:endParaRPr lang="zh-CN"/>
          </a:p>
        </c:txPr>
        <c:crossAx val="-2145799504"/>
        <c:crosses val="autoZero"/>
        <c:auto val="1"/>
        <c:lblAlgn val="ctr"/>
        <c:lblOffset val="100"/>
        <c:noMultiLvlLbl val="1"/>
      </c:catAx>
      <c:valAx>
        <c:axId val="-2145799504"/>
        <c:scaling>
          <c:orientation val="minMax"/>
        </c:scaling>
        <c:delete val="0"/>
        <c:axPos val="l"/>
        <c:majorGridlines>
          <c:spPr>
            <a:ln w="12700" cap="flat">
              <a:solidFill>
                <a:srgbClr val="919191"/>
              </a:solidFill>
              <a:prstDash val="lgDash"/>
              <a:bevel/>
            </a:ln>
          </c:spPr>
        </c:majorGridlines>
        <c:numFmt formatCode="0" sourceLinked="0"/>
        <c:majorTickMark val="none"/>
        <c:minorTickMark val="none"/>
        <c:tickLblPos val="none"/>
        <c:spPr>
          <a:ln w="12700" cap="flat">
            <a:noFill/>
            <a:prstDash val="solid"/>
            <a:miter lim="400000"/>
          </a:ln>
        </c:spPr>
        <c:txPr>
          <a:bodyPr rot="0"/>
          <a:lstStyle/>
          <a:p>
            <a:pPr lvl="0">
              <a:defRPr sz="2600" b="0" i="0" u="none" strike="noStrike">
                <a:solidFill>
                  <a:srgbClr val="000000"/>
                </a:solidFill>
                <a:effectLst/>
                <a:latin typeface="Helvetica Light"/>
              </a:defRPr>
            </a:pPr>
            <a:endParaRPr lang="zh-CN"/>
          </a:p>
        </c:txPr>
        <c:crossAx val="-2146077584"/>
        <c:crosses val="autoZero"/>
        <c:crossBetween val="midCat"/>
        <c:majorUnit val="10.0"/>
        <c:minorUnit val="5.0"/>
      </c:valAx>
      <c:spPr>
        <a:noFill/>
        <a:ln w="12700" cap="flat">
          <a:noFill/>
          <a:miter lim="400000"/>
        </a:ln>
        <a:effectLst/>
      </c:spPr>
    </c:plotArea>
    <c:plotVisOnly val="1"/>
    <c:dispBlanksAs val="gap"/>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1"/>
  <c:lang val="zh-CN"/>
  <c:roundedCorners val="0"/>
  <c:style val="2"/>
  <c:chart>
    <c:title>
      <c:tx>
        <c:rich>
          <a:bodyPr rot="0"/>
          <a:lstStyle/>
          <a:p>
            <a:pPr lvl="0"/>
            <a:endParaRPr lang="zh-CN" altLang="en-US"/>
          </a:p>
        </c:rich>
      </c:tx>
      <c:overlay val="1"/>
    </c:title>
    <c:autoTitleDeleted val="0"/>
    <c:plotArea>
      <c:layout>
        <c:manualLayout>
          <c:layoutTarget val="inner"/>
          <c:xMode val="edge"/>
          <c:yMode val="edge"/>
          <c:x val="0.0251082"/>
          <c:y val="0.0769925"/>
          <c:w val="0.968027"/>
          <c:h val="0.881946"/>
        </c:manualLayout>
      </c:layout>
      <c:lineChart>
        <c:grouping val="standard"/>
        <c:varyColors val="0"/>
        <c:ser>
          <c:idx val="0"/>
          <c:order val="0"/>
          <c:tx>
            <c:strRef>
              <c:f>Sheet1!$A$2</c:f>
              <c:strCache>
                <c:ptCount val="1"/>
                <c:pt idx="0">
                  <c:v>区域 1</c:v>
                </c:pt>
              </c:strCache>
            </c:strRef>
          </c:tx>
          <c:spPr>
            <a:ln w="38100" cap="flat">
              <a:solidFill>
                <a:srgbClr val="024FDE"/>
              </a:solidFill>
              <a:prstDash val="solid"/>
              <a:bevel/>
            </a:ln>
            <a:effectLst>
              <a:outerShdw blurRad="12700" dist="38100" dir="2700000" algn="tl">
                <a:srgbClr val="000000">
                  <a:alpha val="100000"/>
                </a:srgbClr>
              </a:outerShdw>
            </a:effectLst>
          </c:spPr>
          <c:marker>
            <c:symbol val="none"/>
          </c:marker>
          <c:cat>
            <c:strRef>
              <c:f>Sheet1!$B$1:$O$1</c:f>
              <c:strCache>
                <c:ptCount val="14"/>
                <c:pt idx="0">
                  <c:v>四月</c:v>
                </c:pt>
                <c:pt idx="1">
                  <c:v>五月</c:v>
                </c:pt>
                <c:pt idx="2">
                  <c:v>六月</c:v>
                </c:pt>
                <c:pt idx="3">
                  <c:v>七月</c:v>
                </c:pt>
                <c:pt idx="4">
                  <c:v>未命名 1</c:v>
                </c:pt>
                <c:pt idx="5">
                  <c:v>未命名 2</c:v>
                </c:pt>
                <c:pt idx="6">
                  <c:v>未命名 3</c:v>
                </c:pt>
                <c:pt idx="7">
                  <c:v>未命名 4</c:v>
                </c:pt>
                <c:pt idx="8">
                  <c:v>未命名 5</c:v>
                </c:pt>
                <c:pt idx="9">
                  <c:v>未命名 6</c:v>
                </c:pt>
                <c:pt idx="10">
                  <c:v>未命名 7</c:v>
                </c:pt>
                <c:pt idx="11">
                  <c:v>未命名 8</c:v>
                </c:pt>
                <c:pt idx="12">
                  <c:v>未命名 9</c:v>
                </c:pt>
                <c:pt idx="13">
                  <c:v>未命名 10</c:v>
                </c:pt>
              </c:strCache>
            </c:strRef>
          </c:cat>
          <c:val>
            <c:numRef>
              <c:f>Sheet1!$B$2:$O$2</c:f>
              <c:numCache>
                <c:formatCode>General</c:formatCode>
                <c:ptCount val="14"/>
                <c:pt idx="0">
                  <c:v>40.0</c:v>
                </c:pt>
                <c:pt idx="1">
                  <c:v>26.0</c:v>
                </c:pt>
                <c:pt idx="2">
                  <c:v>53.0</c:v>
                </c:pt>
                <c:pt idx="3">
                  <c:v>57.0</c:v>
                </c:pt>
                <c:pt idx="4">
                  <c:v>55.0</c:v>
                </c:pt>
                <c:pt idx="5">
                  <c:v>43.0</c:v>
                </c:pt>
                <c:pt idx="6">
                  <c:v>70.0</c:v>
                </c:pt>
                <c:pt idx="7">
                  <c:v>58.0</c:v>
                </c:pt>
                <c:pt idx="8">
                  <c:v>26.0</c:v>
                </c:pt>
                <c:pt idx="9">
                  <c:v>17.0</c:v>
                </c:pt>
                <c:pt idx="10">
                  <c:v>33.0</c:v>
                </c:pt>
                <c:pt idx="11">
                  <c:v>22.0</c:v>
                </c:pt>
                <c:pt idx="12">
                  <c:v>43.0</c:v>
                </c:pt>
                <c:pt idx="13">
                  <c:v>33.0</c:v>
                </c:pt>
              </c:numCache>
            </c:numRef>
          </c:val>
          <c:smooth val="1"/>
        </c:ser>
        <c:dLbls>
          <c:showLegendKey val="0"/>
          <c:showVal val="0"/>
          <c:showCatName val="0"/>
          <c:showSerName val="0"/>
          <c:showPercent val="0"/>
          <c:showBubbleSize val="0"/>
        </c:dLbls>
        <c:smooth val="0"/>
        <c:axId val="2146397072"/>
        <c:axId val="-2143094320"/>
      </c:lineChart>
      <c:catAx>
        <c:axId val="2146397072"/>
        <c:scaling>
          <c:orientation val="minMax"/>
        </c:scaling>
        <c:delete val="0"/>
        <c:axPos val="b"/>
        <c:majorGridlines>
          <c:spPr>
            <a:ln w="12700" cap="flat">
              <a:solidFill>
                <a:srgbClr val="DCDDE0"/>
              </a:solidFill>
              <a:prstDash val="solid"/>
              <a:bevel/>
            </a:ln>
          </c:spPr>
        </c:majorGridlines>
        <c:numFmt formatCode="General" sourceLinked="1"/>
        <c:majorTickMark val="none"/>
        <c:minorTickMark val="none"/>
        <c:tickLblPos val="none"/>
        <c:spPr>
          <a:ln w="12700" cap="flat">
            <a:solidFill>
              <a:srgbClr val="000000"/>
            </a:solidFill>
            <a:prstDash val="solid"/>
            <a:miter lim="400000"/>
          </a:ln>
        </c:spPr>
        <c:txPr>
          <a:bodyPr rot="0"/>
          <a:lstStyle/>
          <a:p>
            <a:pPr lvl="0">
              <a:defRPr sz="2600" b="0" i="0" u="none" strike="noStrike">
                <a:solidFill>
                  <a:srgbClr val="000000"/>
                </a:solidFill>
                <a:effectLst/>
                <a:latin typeface="Helvetica Light"/>
              </a:defRPr>
            </a:pPr>
            <a:endParaRPr lang="zh-CN"/>
          </a:p>
        </c:txPr>
        <c:crossAx val="-2143094320"/>
        <c:crosses val="autoZero"/>
        <c:auto val="1"/>
        <c:lblAlgn val="ctr"/>
        <c:lblOffset val="100"/>
        <c:noMultiLvlLbl val="1"/>
      </c:catAx>
      <c:valAx>
        <c:axId val="-2143094320"/>
        <c:scaling>
          <c:orientation val="minMax"/>
        </c:scaling>
        <c:delete val="0"/>
        <c:axPos val="l"/>
        <c:majorGridlines>
          <c:spPr>
            <a:ln w="12700" cap="flat">
              <a:solidFill>
                <a:srgbClr val="919191"/>
              </a:solidFill>
              <a:prstDash val="solid"/>
              <a:bevel/>
            </a:ln>
          </c:spPr>
        </c:majorGridlines>
        <c:numFmt formatCode="0" sourceLinked="0"/>
        <c:majorTickMark val="none"/>
        <c:minorTickMark val="none"/>
        <c:tickLblPos val="none"/>
        <c:spPr>
          <a:ln w="12700" cap="flat">
            <a:noFill/>
            <a:prstDash val="solid"/>
            <a:miter lim="400000"/>
          </a:ln>
        </c:spPr>
        <c:txPr>
          <a:bodyPr rot="0"/>
          <a:lstStyle/>
          <a:p>
            <a:pPr lvl="0">
              <a:defRPr sz="2600" b="0" i="0" u="none" strike="noStrike">
                <a:solidFill>
                  <a:srgbClr val="000000"/>
                </a:solidFill>
                <a:effectLst/>
                <a:latin typeface="Helvetica Light"/>
              </a:defRPr>
            </a:pPr>
            <a:endParaRPr lang="zh-CN"/>
          </a:p>
        </c:txPr>
        <c:crossAx val="2146397072"/>
        <c:crosses val="autoZero"/>
        <c:crossBetween val="midCat"/>
        <c:majorUnit val="17.5"/>
        <c:minorUnit val="8.75"/>
      </c:valAx>
      <c:spPr>
        <a:noFill/>
        <a:ln w="12700" cap="flat">
          <a:noFill/>
          <a:miter lim="400000"/>
        </a:ln>
        <a:effectLst/>
      </c:spPr>
    </c:plotArea>
    <c:plotVisOnly val="1"/>
    <c:dispBlanksAs val="gap"/>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1"/>
  <c:lang val="zh-CN"/>
  <c:roundedCorners val="0"/>
  <c:style val="2"/>
  <c:chart>
    <c:title>
      <c:tx>
        <c:rich>
          <a:bodyPr rot="0"/>
          <a:lstStyle/>
          <a:p>
            <a:pPr lvl="0"/>
            <a:endParaRPr lang="zh-CN" altLang="en-US"/>
          </a:p>
        </c:rich>
      </c:tx>
      <c:overlay val="1"/>
    </c:title>
    <c:autoTitleDeleted val="0"/>
    <c:plotArea>
      <c:layout>
        <c:manualLayout>
          <c:layoutTarget val="inner"/>
          <c:xMode val="edge"/>
          <c:yMode val="edge"/>
          <c:x val="0.0226092"/>
          <c:y val="0.0724828"/>
          <c:w val="0.977391"/>
          <c:h val="0.815646"/>
        </c:manualLayout>
      </c:layout>
      <c:barChart>
        <c:barDir val="col"/>
        <c:grouping val="clustered"/>
        <c:varyColors val="0"/>
        <c:ser>
          <c:idx val="0"/>
          <c:order val="0"/>
          <c:tx>
            <c:strRef>
              <c:f>Sheet1!$A$2</c:f>
              <c:strCache>
                <c:ptCount val="1"/>
                <c:pt idx="0">
                  <c:v>区域 1</c:v>
                </c:pt>
              </c:strCache>
            </c:strRef>
          </c:tx>
          <c:spPr>
            <a:solidFill>
              <a:srgbClr val="2A83DE"/>
            </a:solidFill>
            <a:ln w="12700" cap="flat">
              <a:noFill/>
              <a:miter lim="400000"/>
            </a:ln>
            <a:effectLst>
              <a:outerShdw blurRad="12700" dist="38100" dir="2700000" algn="tl">
                <a:srgbClr val="000000">
                  <a:alpha val="100000"/>
                </a:srgbClr>
              </a:outerShdw>
            </a:effectLst>
          </c:spPr>
          <c:invertIfNegative val="0"/>
          <c:cat>
            <c:strRef>
              <c:f>Sheet1!$B$1:$E$1</c:f>
              <c:strCache>
                <c:ptCount val="4"/>
                <c:pt idx="0">
                  <c:v>Q1</c:v>
                </c:pt>
                <c:pt idx="1">
                  <c:v>Q2</c:v>
                </c:pt>
                <c:pt idx="2">
                  <c:v>Q3</c:v>
                </c:pt>
                <c:pt idx="3">
                  <c:v>Q4</c:v>
                </c:pt>
              </c:strCache>
            </c:strRef>
          </c:cat>
          <c:val>
            <c:numRef>
              <c:f>Sheet1!$B$2:$E$2</c:f>
              <c:numCache>
                <c:formatCode>General</c:formatCode>
                <c:ptCount val="4"/>
                <c:pt idx="0">
                  <c:v>17.0</c:v>
                </c:pt>
                <c:pt idx="1">
                  <c:v>26.0</c:v>
                </c:pt>
                <c:pt idx="2">
                  <c:v>53.0</c:v>
                </c:pt>
                <c:pt idx="3">
                  <c:v>96.0</c:v>
                </c:pt>
              </c:numCache>
            </c:numRef>
          </c:val>
        </c:ser>
        <c:ser>
          <c:idx val="1"/>
          <c:order val="1"/>
          <c:tx>
            <c:strRef>
              <c:f>Sheet1!$A$3</c:f>
              <c:strCache>
                <c:ptCount val="1"/>
                <c:pt idx="0">
                  <c:v>区域 2</c:v>
                </c:pt>
              </c:strCache>
            </c:strRef>
          </c:tx>
          <c:spPr>
            <a:solidFill>
              <a:srgbClr val="59595B"/>
            </a:solidFill>
            <a:ln w="12700" cap="flat">
              <a:noFill/>
              <a:miter lim="400000"/>
            </a:ln>
            <a:effectLst>
              <a:outerShdw blurRad="12700" dist="38100" dir="2700000" algn="tl">
                <a:srgbClr val="000000">
                  <a:alpha val="100000"/>
                </a:srgbClr>
              </a:outerShdw>
            </a:effectLst>
          </c:spPr>
          <c:invertIfNegative val="0"/>
          <c:cat>
            <c:strRef>
              <c:f>Sheet1!$B$1:$E$1</c:f>
              <c:strCache>
                <c:ptCount val="4"/>
                <c:pt idx="0">
                  <c:v>Q1</c:v>
                </c:pt>
                <c:pt idx="1">
                  <c:v>Q2</c:v>
                </c:pt>
                <c:pt idx="2">
                  <c:v>Q3</c:v>
                </c:pt>
                <c:pt idx="3">
                  <c:v>Q4</c:v>
                </c:pt>
              </c:strCache>
            </c:strRef>
          </c:cat>
          <c:val>
            <c:numRef>
              <c:f>Sheet1!$B$3:$E$3</c:f>
              <c:numCache>
                <c:formatCode>General</c:formatCode>
                <c:ptCount val="4"/>
                <c:pt idx="0">
                  <c:v>55.0</c:v>
                </c:pt>
                <c:pt idx="1">
                  <c:v>43.0</c:v>
                </c:pt>
                <c:pt idx="2">
                  <c:v>70.0</c:v>
                </c:pt>
                <c:pt idx="3">
                  <c:v>58.0</c:v>
                </c:pt>
              </c:numCache>
            </c:numRef>
          </c:val>
        </c:ser>
        <c:ser>
          <c:idx val="2"/>
          <c:order val="2"/>
          <c:tx>
            <c:strRef>
              <c:f>Sheet1!$A$4</c:f>
              <c:strCache>
                <c:ptCount val="1"/>
                <c:pt idx="0">
                  <c:v>区域 2</c:v>
                </c:pt>
              </c:strCache>
            </c:strRef>
          </c:tx>
          <c:spPr>
            <a:solidFill>
              <a:srgbClr val="0854DD"/>
            </a:solidFill>
            <a:ln w="12700" cap="flat">
              <a:noFill/>
              <a:miter lim="400000"/>
            </a:ln>
            <a:effectLst>
              <a:outerShdw blurRad="12700" dist="38100" dir="2700000" algn="tl">
                <a:srgbClr val="000000">
                  <a:alpha val="100000"/>
                </a:srgbClr>
              </a:outerShdw>
            </a:effectLst>
          </c:spPr>
          <c:invertIfNegative val="0"/>
          <c:cat>
            <c:strRef>
              <c:f>Sheet1!$B$1:$E$1</c:f>
              <c:strCache>
                <c:ptCount val="4"/>
                <c:pt idx="0">
                  <c:v>Q1</c:v>
                </c:pt>
                <c:pt idx="1">
                  <c:v>Q2</c:v>
                </c:pt>
                <c:pt idx="2">
                  <c:v>Q3</c:v>
                </c:pt>
                <c:pt idx="3">
                  <c:v>Q4</c:v>
                </c:pt>
              </c:strCache>
            </c:strRef>
          </c:cat>
          <c:val>
            <c:numRef>
              <c:f>Sheet1!$B$4:$E$4</c:f>
              <c:numCache>
                <c:formatCode>General</c:formatCode>
                <c:ptCount val="4"/>
                <c:pt idx="0">
                  <c:v>43.0</c:v>
                </c:pt>
                <c:pt idx="1">
                  <c:v>37.0</c:v>
                </c:pt>
                <c:pt idx="2">
                  <c:v>56.0</c:v>
                </c:pt>
                <c:pt idx="3">
                  <c:v>34.0</c:v>
                </c:pt>
              </c:numCache>
            </c:numRef>
          </c:val>
        </c:ser>
        <c:dLbls>
          <c:showLegendKey val="0"/>
          <c:showVal val="0"/>
          <c:showCatName val="0"/>
          <c:showSerName val="0"/>
          <c:showPercent val="0"/>
          <c:showBubbleSize val="0"/>
        </c:dLbls>
        <c:gapWidth val="380"/>
        <c:overlap val="-30"/>
        <c:axId val="2141098624"/>
        <c:axId val="-2146163920"/>
      </c:barChart>
      <c:catAx>
        <c:axId val="2141098624"/>
        <c:scaling>
          <c:orientation val="minMax"/>
        </c:scaling>
        <c:delete val="0"/>
        <c:axPos val="b"/>
        <c:numFmt formatCode="General" sourceLinked="1"/>
        <c:majorTickMark val="none"/>
        <c:minorTickMark val="none"/>
        <c:tickLblPos val="low"/>
        <c:spPr>
          <a:ln w="12700" cap="flat">
            <a:solidFill>
              <a:srgbClr val="000000"/>
            </a:solidFill>
            <a:prstDash val="solid"/>
            <a:miter lim="400000"/>
          </a:ln>
        </c:spPr>
        <c:txPr>
          <a:bodyPr rot="0"/>
          <a:lstStyle/>
          <a:p>
            <a:pPr lvl="0">
              <a:defRPr sz="2600" b="0" i="0" u="none" strike="noStrike">
                <a:solidFill>
                  <a:srgbClr val="000000"/>
                </a:solidFill>
                <a:effectLst/>
                <a:latin typeface="Helvetica Light"/>
              </a:defRPr>
            </a:pPr>
            <a:endParaRPr lang="zh-CN"/>
          </a:p>
        </c:txPr>
        <c:crossAx val="-2146163920"/>
        <c:crosses val="autoZero"/>
        <c:auto val="1"/>
        <c:lblAlgn val="ctr"/>
        <c:lblOffset val="100"/>
        <c:noMultiLvlLbl val="1"/>
      </c:catAx>
      <c:valAx>
        <c:axId val="-2146163920"/>
        <c:scaling>
          <c:orientation val="minMax"/>
        </c:scaling>
        <c:delete val="0"/>
        <c:axPos val="l"/>
        <c:majorGridlines>
          <c:spPr>
            <a:ln w="12700" cap="flat">
              <a:solidFill>
                <a:srgbClr val="A6AAA8"/>
              </a:solidFill>
              <a:prstDash val="lgDash"/>
              <a:bevel/>
            </a:ln>
          </c:spPr>
        </c:majorGridlines>
        <c:numFmt formatCode="0" sourceLinked="0"/>
        <c:majorTickMark val="none"/>
        <c:minorTickMark val="none"/>
        <c:tickLblPos val="none"/>
        <c:spPr>
          <a:ln w="12700" cap="flat">
            <a:noFill/>
            <a:prstDash val="solid"/>
            <a:miter lim="400000"/>
          </a:ln>
        </c:spPr>
        <c:txPr>
          <a:bodyPr rot="0"/>
          <a:lstStyle/>
          <a:p>
            <a:pPr lvl="0">
              <a:defRPr sz="2600" b="0" i="0" u="none" strike="noStrike">
                <a:solidFill>
                  <a:srgbClr val="000000"/>
                </a:solidFill>
                <a:effectLst/>
                <a:latin typeface="Helvetica Light"/>
              </a:defRPr>
            </a:pPr>
            <a:endParaRPr lang="zh-CN"/>
          </a:p>
        </c:txPr>
        <c:crossAx val="2141098624"/>
        <c:crosses val="autoZero"/>
        <c:crossBetween val="between"/>
        <c:majorUnit val="25.0"/>
        <c:minorUnit val="12.5"/>
      </c:valAx>
      <c:spPr>
        <a:noFill/>
        <a:ln w="12700" cap="flat">
          <a:noFill/>
          <a:miter lim="400000"/>
        </a:ln>
        <a:effectLst/>
      </c:spPr>
    </c:plotArea>
    <c:plotVisOnly val="1"/>
    <c:dispBlanksAs val="gap"/>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1"/>
  <c:lang val="zh-CN"/>
  <c:roundedCorners val="0"/>
  <c:style val="2"/>
  <c:chart>
    <c:title>
      <c:tx>
        <c:rich>
          <a:bodyPr rot="0"/>
          <a:lstStyle/>
          <a:p>
            <a:pPr lvl="0"/>
            <a:endParaRPr lang="zh-CN" altLang="en-US"/>
          </a:p>
        </c:rich>
      </c:tx>
      <c:overlay val="1"/>
    </c:title>
    <c:autoTitleDeleted val="0"/>
    <c:plotArea>
      <c:layout>
        <c:manualLayout>
          <c:layoutTarget val="inner"/>
          <c:xMode val="edge"/>
          <c:yMode val="edge"/>
          <c:x val="0.0242383"/>
          <c:y val="0.110122"/>
          <c:w val="0.971559"/>
          <c:h val="0.836526"/>
        </c:manualLayout>
      </c:layout>
      <c:areaChart>
        <c:grouping val="standard"/>
        <c:varyColors val="0"/>
        <c:ser>
          <c:idx val="1"/>
          <c:order val="0"/>
          <c:tx>
            <c:strRef>
              <c:f>Sheet1!$A$3</c:f>
              <c:strCache>
                <c:ptCount val="1"/>
                <c:pt idx="0">
                  <c:v>区域 2</c:v>
                </c:pt>
              </c:strCache>
            </c:strRef>
          </c:tx>
          <c:spPr>
            <a:solidFill>
              <a:srgbClr val="2A83DE"/>
            </a:solidFill>
            <a:ln w="12700" cap="flat">
              <a:noFill/>
              <a:miter lim="400000"/>
            </a:ln>
            <a:effectLst>
              <a:outerShdw blurRad="12700" dist="38100" dir="2700000" algn="tl">
                <a:srgbClr val="000000">
                  <a:alpha val="100000"/>
                </a:srgbClr>
              </a:outerShdw>
            </a:effectLst>
          </c:spPr>
          <c:cat>
            <c:strRef>
              <c:f>Sheet1!$B$1:$E$1</c:f>
              <c:strCache>
                <c:ptCount val="4"/>
                <c:pt idx="0">
                  <c:v>四月</c:v>
                </c:pt>
                <c:pt idx="1">
                  <c:v>五月</c:v>
                </c:pt>
                <c:pt idx="2">
                  <c:v>六月</c:v>
                </c:pt>
                <c:pt idx="3">
                  <c:v>七月</c:v>
                </c:pt>
              </c:strCache>
            </c:strRef>
          </c:cat>
          <c:val>
            <c:numRef>
              <c:f>Sheet1!$B$3:$E$3</c:f>
              <c:numCache>
                <c:formatCode>General</c:formatCode>
                <c:ptCount val="4"/>
                <c:pt idx="0">
                  <c:v>55.0</c:v>
                </c:pt>
                <c:pt idx="1">
                  <c:v>43.0</c:v>
                </c:pt>
                <c:pt idx="2">
                  <c:v>30.0</c:v>
                </c:pt>
                <c:pt idx="3">
                  <c:v>24.0</c:v>
                </c:pt>
              </c:numCache>
            </c:numRef>
          </c:val>
        </c:ser>
        <c:ser>
          <c:idx val="0"/>
          <c:order val="1"/>
          <c:tx>
            <c:strRef>
              <c:f>Sheet1!$A$2</c:f>
              <c:strCache>
                <c:ptCount val="1"/>
                <c:pt idx="0">
                  <c:v>区域 1</c:v>
                </c:pt>
              </c:strCache>
            </c:strRef>
          </c:tx>
          <c:spPr>
            <a:solidFill>
              <a:srgbClr val="024FDE"/>
            </a:solidFill>
            <a:ln w="12700" cap="flat">
              <a:noFill/>
              <a:miter lim="400000"/>
            </a:ln>
            <a:effectLst>
              <a:outerShdw blurRad="12700" dist="38100" dir="2700000" algn="tl">
                <a:srgbClr val="000000">
                  <a:alpha val="100000"/>
                </a:srgbClr>
              </a:outerShdw>
            </a:effectLst>
          </c:spPr>
          <c:cat>
            <c:strRef>
              <c:f>Sheet1!$B$1:$E$1</c:f>
              <c:strCache>
                <c:ptCount val="4"/>
                <c:pt idx="0">
                  <c:v>四月</c:v>
                </c:pt>
                <c:pt idx="1">
                  <c:v>五月</c:v>
                </c:pt>
                <c:pt idx="2">
                  <c:v>六月</c:v>
                </c:pt>
                <c:pt idx="3">
                  <c:v>七月</c:v>
                </c:pt>
              </c:strCache>
            </c:strRef>
          </c:cat>
          <c:val>
            <c:numRef>
              <c:f>Sheet1!$B$2:$E$2</c:f>
              <c:numCache>
                <c:formatCode>General</c:formatCode>
                <c:ptCount val="4"/>
                <c:pt idx="0">
                  <c:v>17.0</c:v>
                </c:pt>
                <c:pt idx="1">
                  <c:v>26.0</c:v>
                </c:pt>
                <c:pt idx="2">
                  <c:v>53.0</c:v>
                </c:pt>
                <c:pt idx="3">
                  <c:v>21.0</c:v>
                </c:pt>
              </c:numCache>
            </c:numRef>
          </c:val>
        </c:ser>
        <c:dLbls>
          <c:showLegendKey val="0"/>
          <c:showVal val="0"/>
          <c:showCatName val="0"/>
          <c:showSerName val="0"/>
          <c:showPercent val="0"/>
          <c:showBubbleSize val="0"/>
        </c:dLbls>
        <c:axId val="-2143239312"/>
        <c:axId val="2145498544"/>
      </c:areaChart>
      <c:catAx>
        <c:axId val="-2143239312"/>
        <c:scaling>
          <c:orientation val="minMax"/>
        </c:scaling>
        <c:delete val="0"/>
        <c:axPos val="b"/>
        <c:numFmt formatCode="General" sourceLinked="1"/>
        <c:majorTickMark val="none"/>
        <c:minorTickMark val="none"/>
        <c:tickLblPos val="none"/>
        <c:spPr>
          <a:ln w="12700" cap="flat">
            <a:solidFill>
              <a:srgbClr val="000000"/>
            </a:solidFill>
            <a:prstDash val="solid"/>
            <a:miter lim="400000"/>
          </a:ln>
        </c:spPr>
        <c:txPr>
          <a:bodyPr rot="0"/>
          <a:lstStyle/>
          <a:p>
            <a:pPr lvl="0">
              <a:defRPr sz="2600" b="0" i="0" u="none" strike="noStrike">
                <a:solidFill>
                  <a:srgbClr val="000000"/>
                </a:solidFill>
                <a:effectLst/>
                <a:latin typeface="Helvetica Light"/>
              </a:defRPr>
            </a:pPr>
            <a:endParaRPr lang="zh-CN"/>
          </a:p>
        </c:txPr>
        <c:crossAx val="2145498544"/>
        <c:crosses val="autoZero"/>
        <c:auto val="1"/>
        <c:lblAlgn val="ctr"/>
        <c:lblOffset val="100"/>
        <c:noMultiLvlLbl val="1"/>
      </c:catAx>
      <c:valAx>
        <c:axId val="2145498544"/>
        <c:scaling>
          <c:orientation val="minMax"/>
        </c:scaling>
        <c:delete val="0"/>
        <c:axPos val="l"/>
        <c:majorGridlines>
          <c:spPr>
            <a:ln w="12700" cap="flat">
              <a:solidFill>
                <a:srgbClr val="919191"/>
              </a:solidFill>
              <a:prstDash val="lgDash"/>
              <a:bevel/>
            </a:ln>
          </c:spPr>
        </c:majorGridlines>
        <c:numFmt formatCode="0" sourceLinked="0"/>
        <c:majorTickMark val="none"/>
        <c:minorTickMark val="none"/>
        <c:tickLblPos val="none"/>
        <c:spPr>
          <a:ln w="12700" cap="flat">
            <a:noFill/>
            <a:prstDash val="solid"/>
            <a:miter lim="400000"/>
          </a:ln>
        </c:spPr>
        <c:txPr>
          <a:bodyPr rot="0"/>
          <a:lstStyle/>
          <a:p>
            <a:pPr lvl="0">
              <a:defRPr sz="2600" b="0" i="0" u="none" strike="noStrike">
                <a:solidFill>
                  <a:srgbClr val="000000"/>
                </a:solidFill>
                <a:effectLst/>
                <a:latin typeface="Helvetica Light"/>
              </a:defRPr>
            </a:pPr>
            <a:endParaRPr lang="zh-CN"/>
          </a:p>
        </c:txPr>
        <c:crossAx val="-2143239312"/>
        <c:crosses val="autoZero"/>
        <c:crossBetween val="midCat"/>
        <c:majorUnit val="15.0"/>
        <c:minorUnit val="7.5"/>
      </c:valAx>
      <c:spPr>
        <a:noFill/>
        <a:ln w="12700" cap="flat">
          <a:noFill/>
          <a:miter lim="400000"/>
        </a:ln>
        <a:effectLst/>
      </c:spPr>
    </c:plotArea>
    <c:plotVisOnly val="1"/>
    <c:dispBlanksAs val="gap"/>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hape 4"/>
          <p:cNvSpPr>
            <a:spLocks noGrp="1" noRot="1" noChangeAspect="1"/>
          </p:cNvSpPr>
          <p:nvPr>
            <p:ph type="sldImg"/>
          </p:nvPr>
        </p:nvSpPr>
        <p:spPr>
          <a:xfrm>
            <a:off x="1143000" y="685800"/>
            <a:ext cx="4572000" cy="3429000"/>
          </a:xfrm>
          <a:prstGeom prst="rect">
            <a:avLst/>
          </a:prstGeom>
        </p:spPr>
        <p:txBody>
          <a:bodyPr/>
          <a:lstStyle/>
          <a:p>
            <a:pPr lvl="0"/>
            <a:endParaRPr/>
          </a:p>
        </p:txBody>
      </p:sp>
      <p:sp>
        <p:nvSpPr>
          <p:cNvPr id="5" name="Shape 5"/>
          <p:cNvSpPr>
            <a:spLocks noGrp="1"/>
          </p:cNvSpPr>
          <p:nvPr>
            <p:ph type="body" sz="quarter" idx="1"/>
          </p:nvPr>
        </p:nvSpPr>
        <p:spPr>
          <a:xfrm>
            <a:off x="914400" y="4343400"/>
            <a:ext cx="5029200" cy="4114800"/>
          </a:xfrm>
          <a:prstGeom prst="rect">
            <a:avLst/>
          </a:prstGeom>
        </p:spPr>
        <p:txBody>
          <a:bodyPr/>
          <a:lstStyle/>
          <a:p>
            <a:pPr lvl="0"/>
            <a:endParaRPr/>
          </a:p>
        </p:txBody>
      </p:sp>
    </p:spTree>
    <p:extLst>
      <p:ext uri="{BB962C8B-B14F-4D97-AF65-F5344CB8AC3E}">
        <p14:creationId xmlns:p14="http://schemas.microsoft.com/office/powerpoint/2010/main" val="461520659"/>
      </p:ext>
    </p:extLst>
  </p:cSld>
  <p:clrMap bg1="lt1" tx1="dk1" bg2="lt2" tx2="dk2" accent1="accent1" accent2="accent2" accent3="accent3" accent4="accent4" accent5="accent5" accent6="accent6" hlink="hlink" folHlink="folHlink"/>
  <p:notesStyle>
    <a:lvl1pPr defTabSz="457200">
      <a:lnSpc>
        <a:spcPct val="117999"/>
      </a:lnSpc>
      <a:defRPr sz="2200">
        <a:latin typeface="+mj-lt"/>
        <a:ea typeface="+mj-ea"/>
        <a:cs typeface="+mj-cs"/>
        <a:sym typeface="Helvetica Neue"/>
      </a:defRPr>
    </a:lvl1pPr>
    <a:lvl2pPr indent="228600" defTabSz="457200">
      <a:lnSpc>
        <a:spcPct val="117999"/>
      </a:lnSpc>
      <a:defRPr sz="2200">
        <a:latin typeface="+mj-lt"/>
        <a:ea typeface="+mj-ea"/>
        <a:cs typeface="+mj-cs"/>
        <a:sym typeface="Helvetica Neue"/>
      </a:defRPr>
    </a:lvl2pPr>
    <a:lvl3pPr indent="457200" defTabSz="457200">
      <a:lnSpc>
        <a:spcPct val="117999"/>
      </a:lnSpc>
      <a:defRPr sz="2200">
        <a:latin typeface="+mj-lt"/>
        <a:ea typeface="+mj-ea"/>
        <a:cs typeface="+mj-cs"/>
        <a:sym typeface="Helvetica Neue"/>
      </a:defRPr>
    </a:lvl3pPr>
    <a:lvl4pPr indent="685800" defTabSz="457200">
      <a:lnSpc>
        <a:spcPct val="117999"/>
      </a:lnSpc>
      <a:defRPr sz="2200">
        <a:latin typeface="+mj-lt"/>
        <a:ea typeface="+mj-ea"/>
        <a:cs typeface="+mj-cs"/>
        <a:sym typeface="Helvetica Neue"/>
      </a:defRPr>
    </a:lvl4pPr>
    <a:lvl5pPr indent="914400" defTabSz="457200">
      <a:lnSpc>
        <a:spcPct val="117999"/>
      </a:lnSpc>
      <a:defRPr sz="2200">
        <a:latin typeface="+mj-lt"/>
        <a:ea typeface="+mj-ea"/>
        <a:cs typeface="+mj-cs"/>
        <a:sym typeface="Helvetica Neue"/>
      </a:defRPr>
    </a:lvl5pPr>
    <a:lvl6pPr indent="1143000" defTabSz="457200">
      <a:lnSpc>
        <a:spcPct val="117999"/>
      </a:lnSpc>
      <a:defRPr sz="2200">
        <a:latin typeface="+mj-lt"/>
        <a:ea typeface="+mj-ea"/>
        <a:cs typeface="+mj-cs"/>
        <a:sym typeface="Helvetica Neue"/>
      </a:defRPr>
    </a:lvl6pPr>
    <a:lvl7pPr indent="1371600" defTabSz="457200">
      <a:lnSpc>
        <a:spcPct val="117999"/>
      </a:lnSpc>
      <a:defRPr sz="2200">
        <a:latin typeface="+mj-lt"/>
        <a:ea typeface="+mj-ea"/>
        <a:cs typeface="+mj-cs"/>
        <a:sym typeface="Helvetica Neue"/>
      </a:defRPr>
    </a:lvl7pPr>
    <a:lvl8pPr indent="1600200" defTabSz="457200">
      <a:lnSpc>
        <a:spcPct val="117999"/>
      </a:lnSpc>
      <a:defRPr sz="2200">
        <a:latin typeface="+mj-lt"/>
        <a:ea typeface="+mj-ea"/>
        <a:cs typeface="+mj-cs"/>
        <a:sym typeface="Helvetica Neue"/>
      </a:defRPr>
    </a:lvl8pPr>
    <a:lvl9pPr indent="1828800" defTabSz="457200">
      <a:lnSpc>
        <a:spcPct val="117999"/>
      </a:lnSpc>
      <a:defRPr sz="2200">
        <a:latin typeface="+mj-lt"/>
        <a:ea typeface="+mj-ea"/>
        <a:cs typeface="+mj-cs"/>
        <a:sym typeface="Helvetica Neue"/>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download.unsplash.com/photo-1429000263672-1b8b4008d2f7" TargetMode="External"/><Relationship Id="rId4" Type="http://schemas.openxmlformats.org/officeDocument/2006/relationships/hyperlink" Target="https://download.unsplash.com/photo-1427348693976-99e4aca06bb9" TargetMode="External"/><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CN" sz="4000" u="sng" baseline="0" dirty="0" smtClean="0">
                <a:latin typeface="Microsoft YaHei" charset="0"/>
                <a:ea typeface="Microsoft YaHei" charset="0"/>
                <a:cs typeface="Microsoft YaHei" charset="0"/>
                <a:sym typeface="Helvetica Neue"/>
                <a:hlinkClick r:id="rId3"/>
              </a:rPr>
              <a:t>https://download.unsplash.com/photo-1429000263672-1b8b4008d2f7</a:t>
            </a:r>
            <a:endParaRPr lang="en-US" altLang="zh-CN" sz="4000" u="none" baseline="0" dirty="0" smtClean="0">
              <a:latin typeface="Microsoft YaHei" charset="0"/>
              <a:ea typeface="Microsoft YaHei" charset="0"/>
              <a:cs typeface="Microsoft YaHei" charset="0"/>
              <a:sym typeface="Helvetica Neue"/>
              <a:hlinkClick r:id="rId3"/>
            </a:endParaRPr>
          </a:p>
          <a:p>
            <a:endParaRPr lang="zh-CN" altLang="en-US" sz="4000" u="sng" baseline="30000" dirty="0" smtClean="0">
              <a:latin typeface="Microsoft YaHei" charset="0"/>
              <a:ea typeface="Microsoft YaHei" charset="0"/>
              <a:cs typeface="Microsoft YaHei" charset="0"/>
              <a:sym typeface="Helvetica Neue"/>
              <a:hlinkClick r:id="rId4"/>
            </a:endParaRPr>
          </a:p>
          <a:p>
            <a:r>
              <a:rPr lang="en-US" altLang="zh-CN" sz="4000" u="sng" baseline="30000" dirty="0" smtClean="0">
                <a:latin typeface="Microsoft YaHei" charset="0"/>
                <a:ea typeface="Microsoft YaHei" charset="0"/>
                <a:cs typeface="Microsoft YaHei" charset="0"/>
                <a:sym typeface="Helvetica Neue"/>
                <a:hlinkClick r:id="rId4"/>
              </a:rPr>
              <a:t>https://download.unsplash.com/photo-1427348693976-99e4aca06bb9</a:t>
            </a:r>
            <a:endParaRPr lang="en-US" altLang="zh-CN" sz="4000" u="none" baseline="0" dirty="0" smtClean="0">
              <a:latin typeface="Microsoft YaHei" charset="0"/>
              <a:ea typeface="Microsoft YaHei" charset="0"/>
              <a:cs typeface="Microsoft YaHei" charset="0"/>
              <a:sym typeface="Helvetica Neue"/>
              <a:hlinkClick r:id="rId4"/>
            </a:endParaRPr>
          </a:p>
        </p:txBody>
      </p:sp>
    </p:spTree>
    <p:extLst>
      <p:ext uri="{BB962C8B-B14F-4D97-AF65-F5344CB8AC3E}">
        <p14:creationId xmlns:p14="http://schemas.microsoft.com/office/powerpoint/2010/main" val="6357230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Tree>
  </p:cSld>
  <p:clrMapOvr>
    <a:masterClrMapping/>
  </p:clrMapOvr>
  <p:transition spd="med"/>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Default 0">
    <p:spTree>
      <p:nvGrpSpPr>
        <p:cNvPr id="1" name=""/>
        <p:cNvGrpSpPr/>
        <p:nvPr/>
      </p:nvGrpSpPr>
      <p:grpSpPr>
        <a:xfrm>
          <a:off x="0" y="0"/>
          <a:ext cx="0" cy="0"/>
          <a:chOff x="0" y="0"/>
          <a:chExt cx="0" cy="0"/>
        </a:xfrm>
      </p:grpSpPr>
    </p:spTree>
  </p:cSld>
  <p:clrMapOvr>
    <a:masterClrMapping/>
  </p:clrMapOvr>
  <p:transition spd="med"/>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ransition spd="med"/>
  <p:timing>
    <p:tnLst>
      <p:par>
        <p:cTn id="1" dur="indefinite" restart="never" nodeType="tmRoot"/>
      </p:par>
    </p:tnLst>
  </p:timing>
  <p:txStyles>
    <p:titleStyle>
      <a:lvl1pPr>
        <a:lnSpc>
          <a:spcPct val="90000"/>
        </a:lnSpc>
        <a:defRPr sz="8800">
          <a:latin typeface="Calibri Light"/>
          <a:ea typeface="Calibri Light"/>
          <a:cs typeface="Calibri Light"/>
          <a:sym typeface="Calibri Light"/>
        </a:defRPr>
      </a:lvl1pPr>
      <a:lvl2pPr>
        <a:lnSpc>
          <a:spcPct val="90000"/>
        </a:lnSpc>
        <a:defRPr sz="8800">
          <a:latin typeface="Calibri Light"/>
          <a:ea typeface="Calibri Light"/>
          <a:cs typeface="Calibri Light"/>
          <a:sym typeface="Calibri Light"/>
        </a:defRPr>
      </a:lvl2pPr>
      <a:lvl3pPr>
        <a:lnSpc>
          <a:spcPct val="90000"/>
        </a:lnSpc>
        <a:defRPr sz="8800">
          <a:latin typeface="Calibri Light"/>
          <a:ea typeface="Calibri Light"/>
          <a:cs typeface="Calibri Light"/>
          <a:sym typeface="Calibri Light"/>
        </a:defRPr>
      </a:lvl3pPr>
      <a:lvl4pPr>
        <a:lnSpc>
          <a:spcPct val="90000"/>
        </a:lnSpc>
        <a:defRPr sz="8800">
          <a:latin typeface="Calibri Light"/>
          <a:ea typeface="Calibri Light"/>
          <a:cs typeface="Calibri Light"/>
          <a:sym typeface="Calibri Light"/>
        </a:defRPr>
      </a:lvl4pPr>
      <a:lvl5pPr>
        <a:lnSpc>
          <a:spcPct val="90000"/>
        </a:lnSpc>
        <a:defRPr sz="8800">
          <a:latin typeface="Calibri Light"/>
          <a:ea typeface="Calibri Light"/>
          <a:cs typeface="Calibri Light"/>
          <a:sym typeface="Calibri Light"/>
        </a:defRPr>
      </a:lvl5pPr>
      <a:lvl6pPr indent="457200">
        <a:lnSpc>
          <a:spcPct val="90000"/>
        </a:lnSpc>
        <a:defRPr sz="8800">
          <a:latin typeface="Calibri Light"/>
          <a:ea typeface="Calibri Light"/>
          <a:cs typeface="Calibri Light"/>
          <a:sym typeface="Calibri Light"/>
        </a:defRPr>
      </a:lvl6pPr>
      <a:lvl7pPr indent="914400">
        <a:lnSpc>
          <a:spcPct val="90000"/>
        </a:lnSpc>
        <a:defRPr sz="8800">
          <a:latin typeface="Calibri Light"/>
          <a:ea typeface="Calibri Light"/>
          <a:cs typeface="Calibri Light"/>
          <a:sym typeface="Calibri Light"/>
        </a:defRPr>
      </a:lvl7pPr>
      <a:lvl8pPr indent="1371600">
        <a:lnSpc>
          <a:spcPct val="90000"/>
        </a:lnSpc>
        <a:defRPr sz="8800">
          <a:latin typeface="Calibri Light"/>
          <a:ea typeface="Calibri Light"/>
          <a:cs typeface="Calibri Light"/>
          <a:sym typeface="Calibri Light"/>
        </a:defRPr>
      </a:lvl8pPr>
      <a:lvl9pPr indent="1828800">
        <a:lnSpc>
          <a:spcPct val="90000"/>
        </a:lnSpc>
        <a:defRPr sz="8800">
          <a:latin typeface="Calibri Light"/>
          <a:ea typeface="Calibri Light"/>
          <a:cs typeface="Calibri Light"/>
          <a:sym typeface="Calibri Light"/>
        </a:defRPr>
      </a:lvl9pPr>
    </p:titleStyle>
    <p:bodyStyle>
      <a:lvl1pPr marL="457200" indent="-457200">
        <a:lnSpc>
          <a:spcPct val="90000"/>
        </a:lnSpc>
        <a:spcBef>
          <a:spcPts val="1000"/>
        </a:spcBef>
        <a:buSzPct val="100000"/>
        <a:buFont typeface="Arial"/>
        <a:buChar char="•"/>
        <a:defRPr sz="5600">
          <a:latin typeface="Calibri"/>
          <a:ea typeface="Calibri"/>
          <a:cs typeface="Calibri"/>
          <a:sym typeface="Calibri"/>
        </a:defRPr>
      </a:lvl1pPr>
      <a:lvl2pPr marL="2116666" indent="-1659466">
        <a:lnSpc>
          <a:spcPct val="90000"/>
        </a:lnSpc>
        <a:spcBef>
          <a:spcPts val="1000"/>
        </a:spcBef>
        <a:buSzPct val="100000"/>
        <a:buFont typeface="Arial"/>
        <a:buChar char="•"/>
        <a:defRPr sz="5600">
          <a:latin typeface="Calibri"/>
          <a:ea typeface="Calibri"/>
          <a:cs typeface="Calibri"/>
          <a:sym typeface="Calibri"/>
        </a:defRPr>
      </a:lvl2pPr>
      <a:lvl3pPr marL="2904772" indent="-1990372">
        <a:lnSpc>
          <a:spcPct val="90000"/>
        </a:lnSpc>
        <a:spcBef>
          <a:spcPts val="1000"/>
        </a:spcBef>
        <a:buSzPct val="100000"/>
        <a:buFont typeface="Arial"/>
        <a:buChar char="•"/>
        <a:defRPr sz="5600">
          <a:latin typeface="Calibri"/>
          <a:ea typeface="Calibri"/>
          <a:cs typeface="Calibri"/>
          <a:sym typeface="Calibri"/>
        </a:defRPr>
      </a:lvl3pPr>
      <a:lvl4pPr marL="3584222" indent="-2212622">
        <a:lnSpc>
          <a:spcPct val="90000"/>
        </a:lnSpc>
        <a:spcBef>
          <a:spcPts val="1000"/>
        </a:spcBef>
        <a:buSzPct val="100000"/>
        <a:buFont typeface="Arial"/>
        <a:buChar char="•"/>
        <a:defRPr sz="5600">
          <a:latin typeface="Calibri"/>
          <a:ea typeface="Calibri"/>
          <a:cs typeface="Calibri"/>
          <a:sym typeface="Calibri"/>
        </a:defRPr>
      </a:lvl4pPr>
      <a:lvl5pPr marL="4041422" indent="-2212622">
        <a:lnSpc>
          <a:spcPct val="90000"/>
        </a:lnSpc>
        <a:spcBef>
          <a:spcPts val="1000"/>
        </a:spcBef>
        <a:buSzPct val="100000"/>
        <a:buFont typeface="Arial"/>
        <a:buChar char="•"/>
        <a:defRPr sz="5600">
          <a:latin typeface="Calibri"/>
          <a:ea typeface="Calibri"/>
          <a:cs typeface="Calibri"/>
          <a:sym typeface="Calibri"/>
        </a:defRPr>
      </a:lvl5pPr>
      <a:lvl6pPr marL="4498622" indent="-2212622">
        <a:lnSpc>
          <a:spcPct val="90000"/>
        </a:lnSpc>
        <a:spcBef>
          <a:spcPts val="1000"/>
        </a:spcBef>
        <a:buSzPct val="100000"/>
        <a:buFont typeface="Arial"/>
        <a:buChar char="•"/>
        <a:defRPr sz="5600">
          <a:latin typeface="Calibri"/>
          <a:ea typeface="Calibri"/>
          <a:cs typeface="Calibri"/>
          <a:sym typeface="Calibri"/>
        </a:defRPr>
      </a:lvl6pPr>
      <a:lvl7pPr marL="4955822" indent="-2212622">
        <a:lnSpc>
          <a:spcPct val="90000"/>
        </a:lnSpc>
        <a:spcBef>
          <a:spcPts val="1000"/>
        </a:spcBef>
        <a:buSzPct val="100000"/>
        <a:buFont typeface="Arial"/>
        <a:buChar char="•"/>
        <a:defRPr sz="5600">
          <a:latin typeface="Calibri"/>
          <a:ea typeface="Calibri"/>
          <a:cs typeface="Calibri"/>
          <a:sym typeface="Calibri"/>
        </a:defRPr>
      </a:lvl7pPr>
      <a:lvl8pPr marL="5413022" indent="-2212622">
        <a:lnSpc>
          <a:spcPct val="90000"/>
        </a:lnSpc>
        <a:spcBef>
          <a:spcPts val="1000"/>
        </a:spcBef>
        <a:buSzPct val="100000"/>
        <a:buFont typeface="Arial"/>
        <a:buChar char="•"/>
        <a:defRPr sz="5600">
          <a:latin typeface="Calibri"/>
          <a:ea typeface="Calibri"/>
          <a:cs typeface="Calibri"/>
          <a:sym typeface="Calibri"/>
        </a:defRPr>
      </a:lvl8pPr>
      <a:lvl9pPr marL="5870222" indent="-2212622">
        <a:lnSpc>
          <a:spcPct val="90000"/>
        </a:lnSpc>
        <a:spcBef>
          <a:spcPts val="1000"/>
        </a:spcBef>
        <a:buSzPct val="100000"/>
        <a:buFont typeface="Arial"/>
        <a:buChar char="•"/>
        <a:defRPr sz="5600">
          <a:latin typeface="Calibri"/>
          <a:ea typeface="Calibri"/>
          <a:cs typeface="Calibri"/>
          <a:sym typeface="Calibri"/>
        </a:defRPr>
      </a:lvl9pPr>
    </p:bodyStyle>
    <p:otherStyle>
      <a:lvl1pPr algn="r" defTabSz="584200">
        <a:defRPr sz="1200">
          <a:solidFill>
            <a:schemeClr val="tx1"/>
          </a:solidFill>
          <a:latin typeface="+mn-lt"/>
          <a:ea typeface="+mn-ea"/>
          <a:cs typeface="+mn-cs"/>
          <a:sym typeface="Helvetica Light"/>
        </a:defRPr>
      </a:lvl1pPr>
      <a:lvl2pPr algn="r" defTabSz="584200">
        <a:defRPr sz="1200">
          <a:solidFill>
            <a:schemeClr val="tx1"/>
          </a:solidFill>
          <a:latin typeface="+mn-lt"/>
          <a:ea typeface="+mn-ea"/>
          <a:cs typeface="+mn-cs"/>
          <a:sym typeface="Helvetica Light"/>
        </a:defRPr>
      </a:lvl2pPr>
      <a:lvl3pPr algn="r" defTabSz="584200">
        <a:defRPr sz="1200">
          <a:solidFill>
            <a:schemeClr val="tx1"/>
          </a:solidFill>
          <a:latin typeface="+mn-lt"/>
          <a:ea typeface="+mn-ea"/>
          <a:cs typeface="+mn-cs"/>
          <a:sym typeface="Helvetica Light"/>
        </a:defRPr>
      </a:lvl3pPr>
      <a:lvl4pPr algn="r" defTabSz="584200">
        <a:defRPr sz="1200">
          <a:solidFill>
            <a:schemeClr val="tx1"/>
          </a:solidFill>
          <a:latin typeface="+mn-lt"/>
          <a:ea typeface="+mn-ea"/>
          <a:cs typeface="+mn-cs"/>
          <a:sym typeface="Helvetica Light"/>
        </a:defRPr>
      </a:lvl4pPr>
      <a:lvl5pPr algn="r" defTabSz="584200">
        <a:defRPr sz="1200">
          <a:solidFill>
            <a:schemeClr val="tx1"/>
          </a:solidFill>
          <a:latin typeface="+mn-lt"/>
          <a:ea typeface="+mn-ea"/>
          <a:cs typeface="+mn-cs"/>
          <a:sym typeface="Helvetica Light"/>
        </a:defRPr>
      </a:lvl5pPr>
      <a:lvl6pPr algn="r" defTabSz="584200">
        <a:defRPr sz="1200">
          <a:solidFill>
            <a:schemeClr val="tx1"/>
          </a:solidFill>
          <a:latin typeface="+mn-lt"/>
          <a:ea typeface="+mn-ea"/>
          <a:cs typeface="+mn-cs"/>
          <a:sym typeface="Helvetica Light"/>
        </a:defRPr>
      </a:lvl6pPr>
      <a:lvl7pPr algn="r" defTabSz="584200">
        <a:defRPr sz="1200">
          <a:solidFill>
            <a:schemeClr val="tx1"/>
          </a:solidFill>
          <a:latin typeface="+mn-lt"/>
          <a:ea typeface="+mn-ea"/>
          <a:cs typeface="+mn-cs"/>
          <a:sym typeface="Helvetica Light"/>
        </a:defRPr>
      </a:lvl7pPr>
      <a:lvl8pPr algn="r" defTabSz="584200">
        <a:defRPr sz="1200">
          <a:solidFill>
            <a:schemeClr val="tx1"/>
          </a:solidFill>
          <a:latin typeface="+mn-lt"/>
          <a:ea typeface="+mn-ea"/>
          <a:cs typeface="+mn-cs"/>
          <a:sym typeface="Helvetica Light"/>
        </a:defRPr>
      </a:lvl8pPr>
      <a:lvl9pPr algn="r" defTabSz="584200">
        <a:defRPr sz="1200">
          <a:solidFill>
            <a:schemeClr val="tx1"/>
          </a:solidFill>
          <a:latin typeface="+mn-lt"/>
          <a:ea typeface="+mn-ea"/>
          <a:cs typeface="+mn-cs"/>
          <a:sym typeface="Helvetica Ligh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4.xml"/><Relationship Id="rId3" Type="http://schemas.openxmlformats.org/officeDocument/2006/relationships/chart" Target="../charts/char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4.e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em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 7"/>
          <p:cNvSpPr/>
          <p:nvPr/>
        </p:nvSpPr>
        <p:spPr>
          <a:xfrm>
            <a:off x="0" y="3962400"/>
            <a:ext cx="24384000" cy="2895600"/>
          </a:xfrm>
          <a:prstGeom prst="rect">
            <a:avLst/>
          </a:prstGeom>
          <a:solidFill>
            <a:srgbClr val="0250DE"/>
          </a:solidFill>
          <a:ln w="12700">
            <a:miter lim="400000"/>
          </a:ln>
        </p:spPr>
        <p:txBody>
          <a:bodyPr lIns="0" tIns="0" rIns="0" bIns="0" anchor="ctr"/>
          <a:lstStyle/>
          <a:p>
            <a:pPr lvl="0" defTabSz="914400">
              <a:defRPr sz="3600">
                <a:solidFill>
                  <a:srgbClr val="FFFFFF"/>
                </a:solidFill>
                <a:latin typeface="Microsoft YaHei"/>
                <a:ea typeface="Microsoft YaHei"/>
                <a:cs typeface="Microsoft YaHei"/>
                <a:sym typeface="Microsoft YaHei"/>
              </a:defRPr>
            </a:pPr>
            <a:endParaRPr/>
          </a:p>
        </p:txBody>
      </p:sp>
      <p:sp>
        <p:nvSpPr>
          <p:cNvPr id="8" name="Shape 8"/>
          <p:cNvSpPr/>
          <p:nvPr/>
        </p:nvSpPr>
        <p:spPr>
          <a:xfrm>
            <a:off x="4756150" y="2343150"/>
            <a:ext cx="3770313" cy="1465580"/>
          </a:xfrm>
          <a:prstGeom prst="rect">
            <a:avLst/>
          </a:prstGeom>
          <a:ln w="12700">
            <a:miter lim="400000"/>
          </a:ln>
          <a:extLst>
            <a:ext uri="{C572A759-6A51-4108-AA02-DFA0A04FC94B}">
              <ma14:wrappingTextBoxFlag xmlns:ma14="http://schemas.microsoft.com/office/mac/drawingml/2011/main" val="1"/>
            </a:ext>
          </a:extLst>
        </p:spPr>
        <p:txBody>
          <a:bodyPr tIns="91439" bIns="91439">
            <a:spAutoFit/>
          </a:bodyPr>
          <a:lstStyle/>
          <a:p>
            <a:pPr lvl="0" algn="l" defTabSz="914400">
              <a:defRPr sz="1800"/>
            </a:pPr>
            <a:r>
              <a:rPr sz="4800" spc="480">
                <a:solidFill>
                  <a:srgbClr val="0250DE"/>
                </a:solidFill>
                <a:latin typeface="Microsoft YaHei"/>
                <a:ea typeface="Microsoft YaHei"/>
                <a:cs typeface="Microsoft YaHei"/>
                <a:sym typeface="Microsoft YaHei"/>
              </a:rPr>
              <a:t> 同济大学</a:t>
            </a:r>
          </a:p>
          <a:p>
            <a:pPr lvl="0" algn="l" defTabSz="914400">
              <a:defRPr sz="1800"/>
            </a:pPr>
            <a:r>
              <a:rPr sz="2800" spc="-280">
                <a:solidFill>
                  <a:srgbClr val="0250DE"/>
                </a:solidFill>
                <a:latin typeface="Microsoft YaHei"/>
                <a:ea typeface="Microsoft YaHei"/>
                <a:cs typeface="Microsoft YaHei"/>
                <a:sym typeface="Microsoft YaHei"/>
              </a:rPr>
              <a:t>  Tongji University</a:t>
            </a:r>
          </a:p>
        </p:txBody>
      </p:sp>
      <p:sp>
        <p:nvSpPr>
          <p:cNvPr id="9" name="Shape 9"/>
          <p:cNvSpPr/>
          <p:nvPr/>
        </p:nvSpPr>
        <p:spPr>
          <a:xfrm rot="5400000">
            <a:off x="7645400" y="-787400"/>
            <a:ext cx="1465263" cy="16756063"/>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651"/>
                </a:lnTo>
                <a:lnTo>
                  <a:pt x="21600" y="21600"/>
                </a:lnTo>
                <a:lnTo>
                  <a:pt x="0" y="21600"/>
                </a:lnTo>
                <a:lnTo>
                  <a:pt x="0" y="0"/>
                </a:lnTo>
                <a:close/>
              </a:path>
            </a:pathLst>
          </a:custGeom>
          <a:solidFill>
            <a:srgbClr val="D9D9D9"/>
          </a:solidFill>
          <a:ln w="12700">
            <a:miter lim="400000"/>
          </a:ln>
        </p:spPr>
        <p:txBody>
          <a:bodyPr lIns="0" tIns="0" rIns="0" bIns="0" anchor="ctr"/>
          <a:lstStyle/>
          <a:p>
            <a:pPr lvl="0" defTabSz="914400">
              <a:defRPr sz="3600">
                <a:solidFill>
                  <a:srgbClr val="FFFFFF"/>
                </a:solidFill>
              </a:defRPr>
            </a:pPr>
            <a:endParaRPr/>
          </a:p>
        </p:txBody>
      </p:sp>
      <p:sp>
        <p:nvSpPr>
          <p:cNvPr id="10" name="Shape 10"/>
          <p:cNvSpPr/>
          <p:nvPr/>
        </p:nvSpPr>
        <p:spPr>
          <a:xfrm rot="16200000" flipH="1">
            <a:off x="19528640" y="3467902"/>
            <a:ext cx="1465246" cy="8245476"/>
          </a:xfrm>
          <a:custGeom>
            <a:avLst/>
            <a:gdLst/>
            <a:ahLst/>
            <a:cxnLst>
              <a:cxn ang="0">
                <a:pos x="wd2" y="hd2"/>
              </a:cxn>
              <a:cxn ang="5400000">
                <a:pos x="wd2" y="hd2"/>
              </a:cxn>
              <a:cxn ang="10800000">
                <a:pos x="wd2" y="hd2"/>
              </a:cxn>
              <a:cxn ang="16200000">
                <a:pos x="wd2" y="hd2"/>
              </a:cxn>
            </a:cxnLst>
            <a:rect l="0" t="0" r="r" b="b"/>
            <a:pathLst>
              <a:path w="21570" h="21600" extrusionOk="0">
                <a:moveTo>
                  <a:pt x="63" y="1389"/>
                </a:moveTo>
                <a:lnTo>
                  <a:pt x="21570" y="0"/>
                </a:lnTo>
                <a:lnTo>
                  <a:pt x="21570" y="21600"/>
                </a:lnTo>
                <a:lnTo>
                  <a:pt x="7" y="21600"/>
                </a:lnTo>
                <a:cubicBezTo>
                  <a:pt x="-30" y="14746"/>
                  <a:pt x="99" y="8243"/>
                  <a:pt x="63" y="1389"/>
                </a:cubicBezTo>
                <a:close/>
              </a:path>
            </a:pathLst>
          </a:custGeom>
          <a:solidFill>
            <a:srgbClr val="59595B"/>
          </a:solidFill>
          <a:ln w="12700">
            <a:miter lim="400000"/>
          </a:ln>
        </p:spPr>
        <p:txBody>
          <a:bodyPr lIns="0" tIns="0" rIns="0" bIns="0" anchor="ctr"/>
          <a:lstStyle/>
          <a:p>
            <a:pPr lvl="0" defTabSz="914400">
              <a:defRPr sz="3600">
                <a:solidFill>
                  <a:srgbClr val="585858"/>
                </a:solidFill>
              </a:defRPr>
            </a:pPr>
            <a:endParaRPr/>
          </a:p>
        </p:txBody>
      </p:sp>
      <p:sp>
        <p:nvSpPr>
          <p:cNvPr id="11" name="Shape 11"/>
          <p:cNvSpPr/>
          <p:nvPr/>
        </p:nvSpPr>
        <p:spPr>
          <a:xfrm>
            <a:off x="2787491" y="4664075"/>
            <a:ext cx="9949181" cy="1795780"/>
          </a:xfrm>
          <a:prstGeom prst="rect">
            <a:avLst/>
          </a:prstGeom>
          <a:ln w="12700">
            <a:miter lim="400000"/>
          </a:ln>
          <a:extLst>
            <a:ext uri="{C572A759-6A51-4108-AA02-DFA0A04FC94B}">
              <ma14:wrappingTextBoxFlag xmlns:ma14="http://schemas.microsoft.com/office/mac/drawingml/2011/main" val="1"/>
            </a:ext>
          </a:extLst>
        </p:spPr>
        <p:txBody>
          <a:bodyPr wrap="none" tIns="91439" bIns="91439">
            <a:spAutoFit/>
          </a:bodyPr>
          <a:lstStyle>
            <a:lvl1pPr defTabSz="914400">
              <a:defRPr sz="9600">
                <a:solidFill>
                  <a:srgbClr val="FFFFFF"/>
                </a:solidFill>
                <a:latin typeface="Microsoft YaHei"/>
                <a:ea typeface="Microsoft YaHei"/>
                <a:cs typeface="Microsoft YaHei"/>
                <a:sym typeface="Microsoft YaHei"/>
              </a:defRPr>
            </a:lvl1pPr>
          </a:lstStyle>
          <a:p>
            <a:pPr lvl="0">
              <a:defRPr sz="1800">
                <a:solidFill>
                  <a:srgbClr val="000000"/>
                </a:solidFill>
              </a:defRPr>
            </a:pPr>
            <a:r>
              <a:rPr sz="9600">
                <a:solidFill>
                  <a:srgbClr val="FFFFFF"/>
                </a:solidFill>
              </a:rPr>
              <a:t>毕业论文答辩模版</a:t>
            </a:r>
          </a:p>
        </p:txBody>
      </p:sp>
      <p:sp>
        <p:nvSpPr>
          <p:cNvPr id="12" name="Shape 12"/>
          <p:cNvSpPr/>
          <p:nvPr/>
        </p:nvSpPr>
        <p:spPr>
          <a:xfrm>
            <a:off x="2763837" y="7169150"/>
            <a:ext cx="3983038" cy="995680"/>
          </a:xfrm>
          <a:prstGeom prst="rect">
            <a:avLst/>
          </a:prstGeom>
          <a:ln w="12700">
            <a:miter lim="400000"/>
          </a:ln>
          <a:extLst>
            <a:ext uri="{C572A759-6A51-4108-AA02-DFA0A04FC94B}">
              <ma14:wrappingTextBoxFlag xmlns:ma14="http://schemas.microsoft.com/office/mac/drawingml/2011/main" val="1"/>
            </a:ext>
          </a:extLst>
        </p:spPr>
        <p:txBody>
          <a:bodyPr tIns="91439" bIns="91439">
            <a:spAutoFit/>
          </a:bodyPr>
          <a:lstStyle>
            <a:lvl1pPr defTabSz="914400">
              <a:defRPr>
                <a:solidFill>
                  <a:srgbClr val="0250DE"/>
                </a:solidFill>
                <a:latin typeface="Microsoft YaHei"/>
                <a:ea typeface="Microsoft YaHei"/>
                <a:cs typeface="Microsoft YaHei"/>
                <a:sym typeface="Microsoft YaHei"/>
              </a:defRPr>
            </a:lvl1pPr>
          </a:lstStyle>
          <a:p>
            <a:pPr lvl="0">
              <a:defRPr sz="1800">
                <a:solidFill>
                  <a:srgbClr val="000000"/>
                </a:solidFill>
              </a:defRPr>
            </a:pPr>
            <a:r>
              <a:rPr sz="4800">
                <a:solidFill>
                  <a:srgbClr val="0250DE"/>
                </a:solidFill>
              </a:rPr>
              <a:t>行政管理专业       </a:t>
            </a:r>
          </a:p>
        </p:txBody>
      </p:sp>
      <p:sp>
        <p:nvSpPr>
          <p:cNvPr id="13" name="Shape 13"/>
          <p:cNvSpPr/>
          <p:nvPr/>
        </p:nvSpPr>
        <p:spPr>
          <a:xfrm>
            <a:off x="16943387" y="11439525"/>
            <a:ext cx="2024381" cy="779780"/>
          </a:xfrm>
          <a:prstGeom prst="rect">
            <a:avLst/>
          </a:prstGeom>
          <a:ln w="12700">
            <a:miter lim="400000"/>
          </a:ln>
          <a:extLst>
            <a:ext uri="{C572A759-6A51-4108-AA02-DFA0A04FC94B}">
              <ma14:wrappingTextBoxFlag xmlns:ma14="http://schemas.microsoft.com/office/mac/drawingml/2011/main" val="1"/>
            </a:ext>
          </a:extLst>
        </p:spPr>
        <p:txBody>
          <a:bodyPr wrap="none" tIns="91439" bIns="91439">
            <a:spAutoFit/>
          </a:bodyPr>
          <a:lstStyle>
            <a:lvl1pPr algn="l" defTabSz="914400">
              <a:defRPr sz="3600">
                <a:solidFill>
                  <a:srgbClr val="808080"/>
                </a:solidFill>
                <a:latin typeface="Microsoft YaHei"/>
                <a:ea typeface="Microsoft YaHei"/>
                <a:cs typeface="Microsoft YaHei"/>
                <a:sym typeface="Microsoft YaHei"/>
              </a:defRPr>
            </a:lvl1pPr>
          </a:lstStyle>
          <a:p>
            <a:pPr lvl="0">
              <a:defRPr sz="1800">
                <a:solidFill>
                  <a:srgbClr val="000000"/>
                </a:solidFill>
              </a:defRPr>
            </a:pPr>
            <a:r>
              <a:rPr sz="3600">
                <a:solidFill>
                  <a:srgbClr val="808080"/>
                </a:solidFill>
              </a:rPr>
              <a:t>督门提酒</a:t>
            </a:r>
          </a:p>
        </p:txBody>
      </p:sp>
      <p:sp>
        <p:nvSpPr>
          <p:cNvPr id="14" name="Shape 14"/>
          <p:cNvSpPr/>
          <p:nvPr/>
        </p:nvSpPr>
        <p:spPr>
          <a:xfrm>
            <a:off x="14732000" y="11439525"/>
            <a:ext cx="2024380" cy="779780"/>
          </a:xfrm>
          <a:prstGeom prst="rect">
            <a:avLst/>
          </a:prstGeom>
          <a:ln w="12700">
            <a:miter lim="400000"/>
          </a:ln>
          <a:extLst>
            <a:ext uri="{C572A759-6A51-4108-AA02-DFA0A04FC94B}">
              <ma14:wrappingTextBoxFlag xmlns:ma14="http://schemas.microsoft.com/office/mac/drawingml/2011/main" val="1"/>
            </a:ext>
          </a:extLst>
        </p:spPr>
        <p:txBody>
          <a:bodyPr wrap="none" tIns="91439" bIns="91439">
            <a:spAutoFit/>
          </a:bodyPr>
          <a:lstStyle>
            <a:lvl1pPr algn="l" defTabSz="914400">
              <a:defRPr sz="3600">
                <a:solidFill>
                  <a:srgbClr val="0250DE"/>
                </a:solidFill>
                <a:latin typeface="Microsoft YaHei"/>
                <a:ea typeface="Microsoft YaHei"/>
                <a:cs typeface="Microsoft YaHei"/>
                <a:sym typeface="Microsoft YaHei"/>
              </a:defRPr>
            </a:lvl1pPr>
          </a:lstStyle>
          <a:p>
            <a:pPr lvl="0">
              <a:defRPr sz="1800">
                <a:solidFill>
                  <a:srgbClr val="000000"/>
                </a:solidFill>
              </a:defRPr>
            </a:pPr>
            <a:r>
              <a:rPr sz="3600">
                <a:solidFill>
                  <a:srgbClr val="0250DE"/>
                </a:solidFill>
              </a:rPr>
              <a:t>答辩人：</a:t>
            </a:r>
          </a:p>
        </p:txBody>
      </p:sp>
      <p:sp>
        <p:nvSpPr>
          <p:cNvPr id="15" name="Shape 15"/>
          <p:cNvSpPr/>
          <p:nvPr/>
        </p:nvSpPr>
        <p:spPr>
          <a:xfrm>
            <a:off x="21405850" y="11439525"/>
            <a:ext cx="2024380" cy="779780"/>
          </a:xfrm>
          <a:prstGeom prst="rect">
            <a:avLst/>
          </a:prstGeom>
          <a:ln w="12700">
            <a:miter lim="400000"/>
          </a:ln>
          <a:extLst>
            <a:ext uri="{C572A759-6A51-4108-AA02-DFA0A04FC94B}">
              <ma14:wrappingTextBoxFlag xmlns:ma14="http://schemas.microsoft.com/office/mac/drawingml/2011/main" val="1"/>
            </a:ext>
          </a:extLst>
        </p:spPr>
        <p:txBody>
          <a:bodyPr wrap="none" tIns="91439" bIns="91439">
            <a:spAutoFit/>
          </a:bodyPr>
          <a:lstStyle>
            <a:lvl1pPr algn="l" defTabSz="914400">
              <a:defRPr sz="3600">
                <a:solidFill>
                  <a:srgbClr val="808080"/>
                </a:solidFill>
                <a:latin typeface="Microsoft YaHei"/>
                <a:ea typeface="Microsoft YaHei"/>
                <a:cs typeface="Microsoft YaHei"/>
                <a:sym typeface="Microsoft YaHei"/>
              </a:defRPr>
            </a:lvl1pPr>
          </a:lstStyle>
          <a:p>
            <a:pPr lvl="0">
              <a:defRPr sz="1800">
                <a:solidFill>
                  <a:srgbClr val="000000"/>
                </a:solidFill>
              </a:defRPr>
            </a:pPr>
            <a:r>
              <a:rPr sz="3600">
                <a:solidFill>
                  <a:srgbClr val="808080"/>
                </a:solidFill>
              </a:rPr>
              <a:t>九门提督</a:t>
            </a:r>
          </a:p>
        </p:txBody>
      </p:sp>
      <p:sp>
        <p:nvSpPr>
          <p:cNvPr id="16" name="Shape 16"/>
          <p:cNvSpPr/>
          <p:nvPr/>
        </p:nvSpPr>
        <p:spPr>
          <a:xfrm>
            <a:off x="19780250" y="11439525"/>
            <a:ext cx="1567180" cy="779780"/>
          </a:xfrm>
          <a:prstGeom prst="rect">
            <a:avLst/>
          </a:prstGeom>
          <a:ln w="12700">
            <a:miter lim="400000"/>
          </a:ln>
          <a:extLst>
            <a:ext uri="{C572A759-6A51-4108-AA02-DFA0A04FC94B}">
              <ma14:wrappingTextBoxFlag xmlns:ma14="http://schemas.microsoft.com/office/mac/drawingml/2011/main" val="1"/>
            </a:ext>
          </a:extLst>
        </p:spPr>
        <p:txBody>
          <a:bodyPr wrap="none" tIns="91439" bIns="91439">
            <a:spAutoFit/>
          </a:bodyPr>
          <a:lstStyle>
            <a:lvl1pPr algn="l" defTabSz="914400">
              <a:defRPr sz="3600">
                <a:solidFill>
                  <a:srgbClr val="0250DE"/>
                </a:solidFill>
                <a:latin typeface="Microsoft YaHei"/>
                <a:ea typeface="Microsoft YaHei"/>
                <a:cs typeface="Microsoft YaHei"/>
                <a:sym typeface="Microsoft YaHei"/>
              </a:defRPr>
            </a:lvl1pPr>
          </a:lstStyle>
          <a:p>
            <a:pPr lvl="0">
              <a:defRPr sz="1800">
                <a:solidFill>
                  <a:srgbClr val="000000"/>
                </a:solidFill>
              </a:defRPr>
            </a:pPr>
            <a:r>
              <a:rPr sz="3600">
                <a:solidFill>
                  <a:srgbClr val="0250DE"/>
                </a:solidFill>
              </a:rPr>
              <a:t>导师：</a:t>
            </a:r>
          </a:p>
        </p:txBody>
      </p:sp>
      <p:pic>
        <p:nvPicPr>
          <p:cNvPr id="17" name="pasted-image.jpeg"/>
          <p:cNvPicPr/>
          <p:nvPr/>
        </p:nvPicPr>
        <p:blipFill>
          <a:blip r:embed="rId2">
            <a:extLst/>
          </a:blip>
          <a:stretch>
            <a:fillRect/>
          </a:stretch>
        </p:blipFill>
        <p:spPr>
          <a:xfrm>
            <a:off x="2859087" y="2012950"/>
            <a:ext cx="1795463" cy="1797050"/>
          </a:xfrm>
          <a:prstGeom prst="rect">
            <a:avLst/>
          </a:prstGeom>
          <a:ln w="12700">
            <a:miter lim="400000"/>
          </a:ln>
        </p:spPr>
      </p:pic>
    </p:spTree>
  </p:cSld>
  <p:clrMapOvr>
    <a:masterClrMapping/>
  </p:clrMapOvr>
  <p:transition spd="med"/>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hape 19"/>
          <p:cNvSpPr/>
          <p:nvPr/>
        </p:nvSpPr>
        <p:spPr>
          <a:xfrm>
            <a:off x="0" y="12890500"/>
            <a:ext cx="24382413" cy="838200"/>
          </a:xfrm>
          <a:prstGeom prst="rect">
            <a:avLst/>
          </a:prstGeom>
          <a:solidFill>
            <a:srgbClr val="DCDEE0"/>
          </a:solidFill>
          <a:ln w="12700">
            <a:miter lim="400000"/>
          </a:ln>
        </p:spPr>
        <p:txBody>
          <a:bodyPr lIns="0" tIns="0" rIns="0" bIns="0" anchor="ctr"/>
          <a:lstStyle/>
          <a:p>
            <a:pPr lvl="0" defTabSz="914400">
              <a:defRPr sz="3600">
                <a:solidFill>
                  <a:srgbClr val="FFFFFF"/>
                </a:solidFill>
              </a:defRPr>
            </a:pPr>
            <a:endParaRPr/>
          </a:p>
        </p:txBody>
      </p:sp>
      <p:sp>
        <p:nvSpPr>
          <p:cNvPr id="20" name="Shape 20"/>
          <p:cNvSpPr/>
          <p:nvPr/>
        </p:nvSpPr>
        <p:spPr>
          <a:xfrm>
            <a:off x="0" y="12890500"/>
            <a:ext cx="2124075" cy="838200"/>
          </a:xfrm>
          <a:prstGeom prst="rect">
            <a:avLst/>
          </a:prstGeom>
          <a:solidFill>
            <a:srgbClr val="0250DE"/>
          </a:solidFill>
          <a:ln w="12700">
            <a:miter lim="400000"/>
          </a:ln>
        </p:spPr>
        <p:txBody>
          <a:bodyPr lIns="0" tIns="0" rIns="0" bIns="0" anchor="ctr"/>
          <a:lstStyle/>
          <a:p>
            <a:pPr lvl="0" defTabSz="914400">
              <a:defRPr sz="3600">
                <a:solidFill>
                  <a:srgbClr val="FFFFFF"/>
                </a:solidFill>
              </a:defRPr>
            </a:pPr>
            <a:endParaRPr/>
          </a:p>
        </p:txBody>
      </p:sp>
      <p:sp>
        <p:nvSpPr>
          <p:cNvPr id="21" name="Shape 21"/>
          <p:cNvSpPr/>
          <p:nvPr/>
        </p:nvSpPr>
        <p:spPr>
          <a:xfrm>
            <a:off x="0" y="0"/>
            <a:ext cx="1270000" cy="1641475"/>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14047"/>
                </a:lnTo>
                <a:lnTo>
                  <a:pt x="21452" y="14047"/>
                </a:lnTo>
                <a:lnTo>
                  <a:pt x="21452" y="0"/>
                </a:lnTo>
                <a:lnTo>
                  <a:pt x="0" y="0"/>
                </a:lnTo>
                <a:close/>
              </a:path>
            </a:pathLst>
          </a:custGeom>
          <a:solidFill>
            <a:srgbClr val="59595B"/>
          </a:solidFill>
          <a:ln w="12700">
            <a:miter lim="400000"/>
          </a:ln>
        </p:spPr>
        <p:txBody>
          <a:bodyPr lIns="0" tIns="0" rIns="0" bIns="0" anchor="ctr"/>
          <a:lstStyle/>
          <a:p>
            <a:pPr lvl="0" defTabSz="914400">
              <a:defRPr sz="3600">
                <a:solidFill>
                  <a:srgbClr val="FFFFFF"/>
                </a:solidFill>
              </a:defRPr>
            </a:pPr>
            <a:endParaRPr/>
          </a:p>
        </p:txBody>
      </p:sp>
      <p:sp>
        <p:nvSpPr>
          <p:cNvPr id="22" name="Shape 22"/>
          <p:cNvSpPr/>
          <p:nvPr/>
        </p:nvSpPr>
        <p:spPr>
          <a:xfrm>
            <a:off x="1647825" y="0"/>
            <a:ext cx="476250" cy="1063625"/>
          </a:xfrm>
          <a:prstGeom prst="rect">
            <a:avLst/>
          </a:prstGeom>
          <a:solidFill>
            <a:srgbClr val="0250DE"/>
          </a:solidFill>
          <a:ln w="12700">
            <a:miter lim="400000"/>
          </a:ln>
        </p:spPr>
        <p:txBody>
          <a:bodyPr lIns="0" tIns="0" rIns="0" bIns="0" anchor="ctr"/>
          <a:lstStyle/>
          <a:p>
            <a:pPr lvl="0" defTabSz="914400">
              <a:defRPr sz="3600">
                <a:solidFill>
                  <a:srgbClr val="FFFFFF"/>
                </a:solidFill>
              </a:defRPr>
            </a:pPr>
            <a:endParaRPr/>
          </a:p>
        </p:txBody>
      </p:sp>
      <p:sp>
        <p:nvSpPr>
          <p:cNvPr id="23" name="Shape 23"/>
          <p:cNvSpPr/>
          <p:nvPr/>
        </p:nvSpPr>
        <p:spPr>
          <a:xfrm flipH="1">
            <a:off x="9324975" y="4311649"/>
            <a:ext cx="1636713" cy="3300414"/>
          </a:xfrm>
          <a:prstGeom prst="line">
            <a:avLst/>
          </a:prstGeom>
          <a:ln w="6350">
            <a:solidFill>
              <a:srgbClr val="DDDDDD"/>
            </a:solidFill>
            <a:round/>
          </a:ln>
        </p:spPr>
        <p:txBody>
          <a:bodyPr lIns="0" tIns="0" rIns="0" bIns="0"/>
          <a:lstStyle/>
          <a:p>
            <a:pPr lvl="0" algn="l" defTabSz="457200">
              <a:defRPr sz="1200">
                <a:latin typeface="+mn-lt"/>
                <a:ea typeface="+mn-ea"/>
                <a:cs typeface="+mn-cs"/>
                <a:sym typeface="Helvetica"/>
              </a:defRPr>
            </a:pPr>
            <a:endParaRPr/>
          </a:p>
        </p:txBody>
      </p:sp>
      <p:sp>
        <p:nvSpPr>
          <p:cNvPr id="24" name="Shape 24"/>
          <p:cNvSpPr/>
          <p:nvPr/>
        </p:nvSpPr>
        <p:spPr>
          <a:xfrm>
            <a:off x="13504862" y="4356100"/>
            <a:ext cx="1758951" cy="3519488"/>
          </a:xfrm>
          <a:prstGeom prst="line">
            <a:avLst/>
          </a:prstGeom>
          <a:ln w="6350">
            <a:solidFill>
              <a:srgbClr val="DDDDDD"/>
            </a:solidFill>
            <a:round/>
          </a:ln>
        </p:spPr>
        <p:txBody>
          <a:bodyPr lIns="0" tIns="0" rIns="0" bIns="0"/>
          <a:lstStyle/>
          <a:p>
            <a:pPr lvl="0" algn="l" defTabSz="457200">
              <a:defRPr sz="1200">
                <a:latin typeface="+mn-lt"/>
                <a:ea typeface="+mn-ea"/>
                <a:cs typeface="+mn-cs"/>
                <a:sym typeface="Helvetica"/>
              </a:defRPr>
            </a:pPr>
            <a:endParaRPr/>
          </a:p>
        </p:txBody>
      </p:sp>
      <p:sp>
        <p:nvSpPr>
          <p:cNvPr id="25" name="Shape 25"/>
          <p:cNvSpPr/>
          <p:nvPr/>
        </p:nvSpPr>
        <p:spPr>
          <a:xfrm>
            <a:off x="9813925" y="4829175"/>
            <a:ext cx="5072063" cy="0"/>
          </a:xfrm>
          <a:prstGeom prst="line">
            <a:avLst/>
          </a:prstGeom>
          <a:ln w="6350">
            <a:solidFill>
              <a:srgbClr val="DDDDDD"/>
            </a:solidFill>
            <a:round/>
          </a:ln>
        </p:spPr>
        <p:txBody>
          <a:bodyPr lIns="0" tIns="0" rIns="0" bIns="0"/>
          <a:lstStyle/>
          <a:p>
            <a:pPr lvl="0" algn="l" defTabSz="457200">
              <a:defRPr sz="1200">
                <a:latin typeface="+mn-lt"/>
                <a:ea typeface="+mn-ea"/>
                <a:cs typeface="+mn-cs"/>
                <a:sym typeface="Helvetica"/>
              </a:defRPr>
            </a:pPr>
            <a:endParaRPr/>
          </a:p>
        </p:txBody>
      </p:sp>
      <p:sp>
        <p:nvSpPr>
          <p:cNvPr id="26" name="Shape 26"/>
          <p:cNvSpPr/>
          <p:nvPr/>
        </p:nvSpPr>
        <p:spPr>
          <a:xfrm>
            <a:off x="9471025" y="9418637"/>
            <a:ext cx="4889500" cy="1"/>
          </a:xfrm>
          <a:prstGeom prst="line">
            <a:avLst/>
          </a:prstGeom>
          <a:ln w="6350">
            <a:solidFill>
              <a:srgbClr val="DDDDDD"/>
            </a:solidFill>
            <a:round/>
          </a:ln>
        </p:spPr>
        <p:txBody>
          <a:bodyPr lIns="0" tIns="0" rIns="0" bIns="0"/>
          <a:lstStyle/>
          <a:p>
            <a:pPr lvl="0" algn="l" defTabSz="457200">
              <a:defRPr sz="1200">
                <a:latin typeface="+mn-lt"/>
                <a:ea typeface="+mn-ea"/>
                <a:cs typeface="+mn-cs"/>
                <a:sym typeface="Helvetica"/>
              </a:defRPr>
            </a:pPr>
            <a:endParaRPr/>
          </a:p>
        </p:txBody>
      </p:sp>
      <p:sp>
        <p:nvSpPr>
          <p:cNvPr id="27" name="Shape 27"/>
          <p:cNvSpPr/>
          <p:nvPr/>
        </p:nvSpPr>
        <p:spPr>
          <a:xfrm>
            <a:off x="10894979" y="1914491"/>
            <a:ext cx="2622484" cy="2622484"/>
          </a:xfrm>
          <a:custGeom>
            <a:avLst/>
            <a:gdLst/>
            <a:ahLst/>
            <a:cxnLst>
              <a:cxn ang="0">
                <a:pos x="wd2" y="hd2"/>
              </a:cxn>
              <a:cxn ang="5400000">
                <a:pos x="wd2" y="hd2"/>
              </a:cxn>
              <a:cxn ang="10800000">
                <a:pos x="wd2" y="hd2"/>
              </a:cxn>
              <a:cxn ang="16200000">
                <a:pos x="wd2" y="hd2"/>
              </a:cxn>
            </a:cxnLst>
            <a:rect l="0" t="0" r="r" b="b"/>
            <a:pathLst>
              <a:path w="19678" h="19678"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D9D9D9"/>
          </a:solidFill>
          <a:ln w="12700">
            <a:miter lim="400000"/>
          </a:ln>
        </p:spPr>
        <p:txBody>
          <a:bodyPr lIns="0" tIns="0" rIns="0" bIns="0" anchor="ctr"/>
          <a:lstStyle/>
          <a:p>
            <a:pPr lvl="0" defTabSz="914400">
              <a:defRPr sz="1600">
                <a:solidFill>
                  <a:srgbClr val="FFFFFF"/>
                </a:solidFill>
                <a:latin typeface="Microsoft YaHei"/>
                <a:ea typeface="Microsoft YaHei"/>
                <a:cs typeface="Microsoft YaHei"/>
                <a:sym typeface="Microsoft YaHei"/>
              </a:defRPr>
            </a:pPr>
            <a:endParaRPr/>
          </a:p>
        </p:txBody>
      </p:sp>
      <p:sp>
        <p:nvSpPr>
          <p:cNvPr id="28" name="Shape 28"/>
          <p:cNvSpPr/>
          <p:nvPr/>
        </p:nvSpPr>
        <p:spPr>
          <a:xfrm>
            <a:off x="14741490" y="4176679"/>
            <a:ext cx="2624072" cy="2622484"/>
          </a:xfrm>
          <a:custGeom>
            <a:avLst/>
            <a:gdLst/>
            <a:ahLst/>
            <a:cxnLst>
              <a:cxn ang="0">
                <a:pos x="wd2" y="hd2"/>
              </a:cxn>
              <a:cxn ang="5400000">
                <a:pos x="wd2" y="hd2"/>
              </a:cxn>
              <a:cxn ang="10800000">
                <a:pos x="wd2" y="hd2"/>
              </a:cxn>
              <a:cxn ang="16200000">
                <a:pos x="wd2" y="hd2"/>
              </a:cxn>
            </a:cxnLst>
            <a:rect l="0" t="0" r="r" b="b"/>
            <a:pathLst>
              <a:path w="19679" h="19678"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D9D9D9"/>
          </a:solidFill>
          <a:ln w="12700">
            <a:miter lim="400000"/>
          </a:ln>
        </p:spPr>
        <p:txBody>
          <a:bodyPr lIns="0" tIns="0" rIns="0" bIns="0" anchor="ctr"/>
          <a:lstStyle/>
          <a:p>
            <a:pPr lvl="0" defTabSz="914400">
              <a:defRPr sz="1600">
                <a:solidFill>
                  <a:srgbClr val="FFFFFF"/>
                </a:solidFill>
                <a:latin typeface="Microsoft YaHei"/>
                <a:ea typeface="Microsoft YaHei"/>
                <a:cs typeface="Microsoft YaHei"/>
                <a:sym typeface="Microsoft YaHei"/>
              </a:defRPr>
            </a:pPr>
            <a:endParaRPr/>
          </a:p>
        </p:txBody>
      </p:sp>
      <p:sp>
        <p:nvSpPr>
          <p:cNvPr id="29" name="Shape 29"/>
          <p:cNvSpPr/>
          <p:nvPr/>
        </p:nvSpPr>
        <p:spPr>
          <a:xfrm>
            <a:off x="10894979" y="9688479"/>
            <a:ext cx="2622484" cy="2624072"/>
          </a:xfrm>
          <a:custGeom>
            <a:avLst/>
            <a:gdLst/>
            <a:ahLst/>
            <a:cxnLst>
              <a:cxn ang="0">
                <a:pos x="wd2" y="hd2"/>
              </a:cxn>
              <a:cxn ang="5400000">
                <a:pos x="wd2" y="hd2"/>
              </a:cxn>
              <a:cxn ang="10800000">
                <a:pos x="wd2" y="hd2"/>
              </a:cxn>
              <a:cxn ang="16200000">
                <a:pos x="wd2" y="hd2"/>
              </a:cxn>
            </a:cxnLst>
            <a:rect l="0" t="0" r="r" b="b"/>
            <a:pathLst>
              <a:path w="19678"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D9D9D9"/>
          </a:solidFill>
          <a:ln w="12700">
            <a:miter lim="400000"/>
          </a:ln>
        </p:spPr>
        <p:txBody>
          <a:bodyPr lIns="0" tIns="0" rIns="0" bIns="0" anchor="ctr"/>
          <a:lstStyle/>
          <a:p>
            <a:pPr lvl="0" defTabSz="914400">
              <a:defRPr sz="1600">
                <a:solidFill>
                  <a:srgbClr val="FFFFFF"/>
                </a:solidFill>
                <a:latin typeface="Microsoft YaHei"/>
                <a:ea typeface="Microsoft YaHei"/>
                <a:cs typeface="Microsoft YaHei"/>
                <a:sym typeface="Microsoft YaHei"/>
              </a:defRPr>
            </a:pPr>
            <a:endParaRPr/>
          </a:p>
        </p:txBody>
      </p:sp>
      <p:sp>
        <p:nvSpPr>
          <p:cNvPr id="30" name="Shape 30"/>
          <p:cNvSpPr/>
          <p:nvPr/>
        </p:nvSpPr>
        <p:spPr>
          <a:xfrm>
            <a:off x="7073866" y="7551704"/>
            <a:ext cx="2622484" cy="2622484"/>
          </a:xfrm>
          <a:custGeom>
            <a:avLst/>
            <a:gdLst/>
            <a:ahLst/>
            <a:cxnLst>
              <a:cxn ang="0">
                <a:pos x="wd2" y="hd2"/>
              </a:cxn>
              <a:cxn ang="5400000">
                <a:pos x="wd2" y="hd2"/>
              </a:cxn>
              <a:cxn ang="10800000">
                <a:pos x="wd2" y="hd2"/>
              </a:cxn>
              <a:cxn ang="16200000">
                <a:pos x="wd2" y="hd2"/>
              </a:cxn>
            </a:cxnLst>
            <a:rect l="0" t="0" r="r" b="b"/>
            <a:pathLst>
              <a:path w="19678" h="19678"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D9D9D9"/>
          </a:solidFill>
          <a:ln w="12700">
            <a:miter lim="400000"/>
          </a:ln>
        </p:spPr>
        <p:txBody>
          <a:bodyPr lIns="0" tIns="0" rIns="0" bIns="0" anchor="ctr"/>
          <a:lstStyle/>
          <a:p>
            <a:pPr lvl="0" defTabSz="914400">
              <a:defRPr sz="1600">
                <a:solidFill>
                  <a:srgbClr val="FFFFFF"/>
                </a:solidFill>
                <a:latin typeface="Microsoft YaHei"/>
                <a:ea typeface="Microsoft YaHei"/>
                <a:cs typeface="Microsoft YaHei"/>
                <a:sym typeface="Microsoft YaHei"/>
              </a:defRPr>
            </a:pPr>
            <a:endParaRPr/>
          </a:p>
        </p:txBody>
      </p:sp>
      <p:sp>
        <p:nvSpPr>
          <p:cNvPr id="31" name="Shape 31"/>
          <p:cNvSpPr/>
          <p:nvPr/>
        </p:nvSpPr>
        <p:spPr>
          <a:xfrm>
            <a:off x="9575800" y="4845050"/>
            <a:ext cx="5310188" cy="4576763"/>
          </a:xfrm>
          <a:custGeom>
            <a:avLst/>
            <a:gdLst/>
            <a:ahLst/>
            <a:cxnLst>
              <a:cxn ang="0">
                <a:pos x="wd2" y="hd2"/>
              </a:cxn>
              <a:cxn ang="5400000">
                <a:pos x="wd2" y="hd2"/>
              </a:cxn>
              <a:cxn ang="10800000">
                <a:pos x="wd2" y="hd2"/>
              </a:cxn>
              <a:cxn ang="16200000">
                <a:pos x="wd2" y="hd2"/>
              </a:cxn>
            </a:cxnLst>
            <a:rect l="0" t="0" r="r" b="b"/>
            <a:pathLst>
              <a:path w="21600" h="21600" extrusionOk="0">
                <a:moveTo>
                  <a:pt x="4655" y="0"/>
                </a:moveTo>
                <a:lnTo>
                  <a:pt x="0" y="10800"/>
                </a:lnTo>
                <a:lnTo>
                  <a:pt x="4655" y="21600"/>
                </a:lnTo>
                <a:lnTo>
                  <a:pt x="16945" y="21600"/>
                </a:lnTo>
                <a:lnTo>
                  <a:pt x="21600" y="10800"/>
                </a:lnTo>
                <a:lnTo>
                  <a:pt x="16945" y="0"/>
                </a:lnTo>
                <a:close/>
              </a:path>
            </a:pathLst>
          </a:custGeom>
          <a:solidFill>
            <a:srgbClr val="0250DE"/>
          </a:solidFill>
          <a:ln w="12700">
            <a:miter lim="400000"/>
          </a:ln>
        </p:spPr>
        <p:txBody>
          <a:bodyPr lIns="0" tIns="0" rIns="0" bIns="0" anchor="ctr"/>
          <a:lstStyle/>
          <a:p>
            <a:pPr lvl="0" defTabSz="914400">
              <a:defRPr sz="1600">
                <a:solidFill>
                  <a:srgbClr val="FFFFFF"/>
                </a:solidFill>
                <a:latin typeface="Microsoft YaHei"/>
                <a:ea typeface="Microsoft YaHei"/>
                <a:cs typeface="Microsoft YaHei"/>
                <a:sym typeface="Microsoft YaHei"/>
              </a:defRPr>
            </a:pPr>
            <a:endParaRPr/>
          </a:p>
        </p:txBody>
      </p:sp>
      <p:sp>
        <p:nvSpPr>
          <p:cNvPr id="32" name="Shape 32"/>
          <p:cNvSpPr/>
          <p:nvPr/>
        </p:nvSpPr>
        <p:spPr>
          <a:xfrm flipH="1">
            <a:off x="13522324" y="6507162"/>
            <a:ext cx="1674814" cy="3351213"/>
          </a:xfrm>
          <a:prstGeom prst="line">
            <a:avLst/>
          </a:prstGeom>
          <a:ln w="6350">
            <a:solidFill>
              <a:srgbClr val="DDDDDD"/>
            </a:solidFill>
            <a:round/>
          </a:ln>
        </p:spPr>
        <p:txBody>
          <a:bodyPr lIns="0" tIns="0" rIns="0" bIns="0"/>
          <a:lstStyle/>
          <a:p>
            <a:pPr lvl="0" algn="l" defTabSz="457200">
              <a:defRPr sz="1200">
                <a:latin typeface="+mn-lt"/>
                <a:ea typeface="+mn-ea"/>
                <a:cs typeface="+mn-cs"/>
                <a:sym typeface="Helvetica"/>
              </a:defRPr>
            </a:pPr>
            <a:endParaRPr/>
          </a:p>
        </p:txBody>
      </p:sp>
      <p:sp>
        <p:nvSpPr>
          <p:cNvPr id="33" name="Shape 33"/>
          <p:cNvSpPr/>
          <p:nvPr/>
        </p:nvSpPr>
        <p:spPr>
          <a:xfrm>
            <a:off x="9442449" y="6870700"/>
            <a:ext cx="1479552" cy="2957513"/>
          </a:xfrm>
          <a:prstGeom prst="line">
            <a:avLst/>
          </a:prstGeom>
          <a:ln w="6350">
            <a:solidFill>
              <a:srgbClr val="DDDDDD"/>
            </a:solidFill>
            <a:round/>
          </a:ln>
        </p:spPr>
        <p:txBody>
          <a:bodyPr lIns="0" tIns="0" rIns="0" bIns="0"/>
          <a:lstStyle/>
          <a:p>
            <a:pPr lvl="0" algn="l" defTabSz="457200">
              <a:defRPr sz="1200">
                <a:latin typeface="+mn-lt"/>
                <a:ea typeface="+mn-ea"/>
                <a:cs typeface="+mn-cs"/>
                <a:sym typeface="Helvetica"/>
              </a:defRPr>
            </a:pPr>
            <a:endParaRPr/>
          </a:p>
        </p:txBody>
      </p:sp>
      <p:sp>
        <p:nvSpPr>
          <p:cNvPr id="34" name="Shape 34"/>
          <p:cNvSpPr/>
          <p:nvPr/>
        </p:nvSpPr>
        <p:spPr>
          <a:xfrm>
            <a:off x="14597028" y="7612029"/>
            <a:ext cx="2624072" cy="2622484"/>
          </a:xfrm>
          <a:custGeom>
            <a:avLst/>
            <a:gdLst/>
            <a:ahLst/>
            <a:cxnLst>
              <a:cxn ang="0">
                <a:pos x="wd2" y="hd2"/>
              </a:cxn>
              <a:cxn ang="5400000">
                <a:pos x="wd2" y="hd2"/>
              </a:cxn>
              <a:cxn ang="10800000">
                <a:pos x="wd2" y="hd2"/>
              </a:cxn>
              <a:cxn ang="16200000">
                <a:pos x="wd2" y="hd2"/>
              </a:cxn>
            </a:cxnLst>
            <a:rect l="0" t="0" r="r" b="b"/>
            <a:pathLst>
              <a:path w="19679" h="19678"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D9D9D9"/>
          </a:solidFill>
          <a:ln w="12700">
            <a:miter lim="400000"/>
          </a:ln>
        </p:spPr>
        <p:txBody>
          <a:bodyPr lIns="0" tIns="0" rIns="0" bIns="0" anchor="ctr"/>
          <a:lstStyle/>
          <a:p>
            <a:pPr lvl="0" defTabSz="914400">
              <a:defRPr sz="1600">
                <a:solidFill>
                  <a:srgbClr val="FFFFFF"/>
                </a:solidFill>
                <a:latin typeface="Microsoft YaHei"/>
                <a:ea typeface="Microsoft YaHei"/>
                <a:cs typeface="Microsoft YaHei"/>
                <a:sym typeface="Microsoft YaHei"/>
              </a:defRPr>
            </a:pPr>
            <a:endParaRPr/>
          </a:p>
        </p:txBody>
      </p:sp>
      <p:sp>
        <p:nvSpPr>
          <p:cNvPr id="35" name="Shape 35"/>
          <p:cNvSpPr/>
          <p:nvPr/>
        </p:nvSpPr>
        <p:spPr>
          <a:xfrm>
            <a:off x="7016716" y="4311616"/>
            <a:ext cx="2624072" cy="2622484"/>
          </a:xfrm>
          <a:custGeom>
            <a:avLst/>
            <a:gdLst/>
            <a:ahLst/>
            <a:cxnLst>
              <a:cxn ang="0">
                <a:pos x="wd2" y="hd2"/>
              </a:cxn>
              <a:cxn ang="5400000">
                <a:pos x="wd2" y="hd2"/>
              </a:cxn>
              <a:cxn ang="10800000">
                <a:pos x="wd2" y="hd2"/>
              </a:cxn>
              <a:cxn ang="16200000">
                <a:pos x="wd2" y="hd2"/>
              </a:cxn>
            </a:cxnLst>
            <a:rect l="0" t="0" r="r" b="b"/>
            <a:pathLst>
              <a:path w="19679" h="19678"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D9D9D9"/>
          </a:solidFill>
          <a:ln w="12700">
            <a:miter lim="400000"/>
          </a:ln>
        </p:spPr>
        <p:txBody>
          <a:bodyPr lIns="0" tIns="0" rIns="0" bIns="0" anchor="ctr"/>
          <a:lstStyle/>
          <a:p>
            <a:pPr lvl="0" defTabSz="914400">
              <a:defRPr sz="1600">
                <a:solidFill>
                  <a:srgbClr val="FFFFFF"/>
                </a:solidFill>
                <a:latin typeface="Microsoft YaHei"/>
                <a:ea typeface="Microsoft YaHei"/>
                <a:cs typeface="Microsoft YaHei"/>
                <a:sym typeface="Microsoft YaHei"/>
              </a:defRPr>
            </a:pPr>
            <a:endParaRPr/>
          </a:p>
        </p:txBody>
      </p:sp>
      <p:sp>
        <p:nvSpPr>
          <p:cNvPr id="36" name="Shape 36"/>
          <p:cNvSpPr/>
          <p:nvPr/>
        </p:nvSpPr>
        <p:spPr>
          <a:xfrm>
            <a:off x="10772775" y="6229350"/>
            <a:ext cx="2836863" cy="1768474"/>
          </a:xfrm>
          <a:prstGeom prst="rect">
            <a:avLst/>
          </a:prstGeom>
          <a:ln w="12700">
            <a:miter lim="400000"/>
          </a:ln>
          <a:extLst>
            <a:ext uri="{C572A759-6A51-4108-AA02-DFA0A04FC94B}">
              <ma14:wrappingTextBoxFlag xmlns:ma14="http://schemas.microsoft.com/office/mac/drawingml/2011/main" val="1"/>
            </a:ext>
          </a:extLst>
        </p:spPr>
        <p:txBody>
          <a:bodyPr lIns="71436" tIns="71436" rIns="71436" bIns="71436" anchor="ctr">
            <a:spAutoFit/>
          </a:bodyPr>
          <a:lstStyle>
            <a:lvl1pPr defTabSz="914400">
              <a:defRPr>
                <a:solidFill>
                  <a:srgbClr val="FFFFFF"/>
                </a:solidFill>
                <a:latin typeface="Microsoft YaHei"/>
                <a:ea typeface="Microsoft YaHei"/>
                <a:cs typeface="Microsoft YaHei"/>
                <a:sym typeface="Microsoft YaHei"/>
              </a:defRPr>
            </a:lvl1pPr>
          </a:lstStyle>
          <a:p>
            <a:pPr lvl="0">
              <a:defRPr sz="1800">
                <a:solidFill>
                  <a:srgbClr val="000000"/>
                </a:solidFill>
              </a:defRPr>
            </a:pPr>
            <a:r>
              <a:rPr sz="4800">
                <a:solidFill>
                  <a:srgbClr val="FFFFFF"/>
                </a:solidFill>
              </a:rPr>
              <a:t>毕业设计课题题目</a:t>
            </a:r>
          </a:p>
        </p:txBody>
      </p:sp>
      <p:sp>
        <p:nvSpPr>
          <p:cNvPr id="37" name="Shape 37"/>
          <p:cNvSpPr/>
          <p:nvPr/>
        </p:nvSpPr>
        <p:spPr>
          <a:xfrm>
            <a:off x="11261725" y="2606675"/>
            <a:ext cx="1858963" cy="11328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defTabSz="914400">
              <a:defRPr sz="3100">
                <a:solidFill>
                  <a:srgbClr val="53585F"/>
                </a:solidFill>
                <a:latin typeface="Microsoft YaHei"/>
                <a:ea typeface="Microsoft YaHei"/>
                <a:cs typeface="Microsoft YaHei"/>
                <a:sym typeface="Microsoft YaHei"/>
              </a:defRPr>
            </a:lvl1pPr>
          </a:lstStyle>
          <a:p>
            <a:pPr lvl="0">
              <a:defRPr sz="1800">
                <a:solidFill>
                  <a:srgbClr val="000000"/>
                </a:solidFill>
              </a:defRPr>
            </a:pPr>
            <a:r>
              <a:rPr sz="3100">
                <a:solidFill>
                  <a:srgbClr val="53585F"/>
                </a:solidFill>
              </a:rPr>
              <a:t>1.选题意义及目的</a:t>
            </a:r>
          </a:p>
        </p:txBody>
      </p:sp>
      <p:sp>
        <p:nvSpPr>
          <p:cNvPr id="38" name="Shape 38"/>
          <p:cNvSpPr/>
          <p:nvPr/>
        </p:nvSpPr>
        <p:spPr>
          <a:xfrm>
            <a:off x="15086012" y="4873625"/>
            <a:ext cx="1858963" cy="11328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defTabSz="914400">
              <a:defRPr sz="3100">
                <a:solidFill>
                  <a:srgbClr val="53585F"/>
                </a:solidFill>
                <a:latin typeface="Microsoft YaHei"/>
                <a:ea typeface="Microsoft YaHei"/>
                <a:cs typeface="Microsoft YaHei"/>
                <a:sym typeface="Microsoft YaHei"/>
              </a:defRPr>
            </a:lvl1pPr>
          </a:lstStyle>
          <a:p>
            <a:pPr lvl="0">
              <a:defRPr sz="1800">
                <a:solidFill>
                  <a:srgbClr val="000000"/>
                </a:solidFill>
              </a:defRPr>
            </a:pPr>
            <a:r>
              <a:rPr sz="3100">
                <a:solidFill>
                  <a:srgbClr val="53585F"/>
                </a:solidFill>
              </a:rPr>
              <a:t>2.国内外发展现状</a:t>
            </a:r>
          </a:p>
        </p:txBody>
      </p:sp>
      <p:sp>
        <p:nvSpPr>
          <p:cNvPr id="39" name="Shape 39"/>
          <p:cNvSpPr/>
          <p:nvPr/>
        </p:nvSpPr>
        <p:spPr>
          <a:xfrm>
            <a:off x="14841537" y="8299450"/>
            <a:ext cx="1858963" cy="11328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defTabSz="914400">
              <a:defRPr sz="3100">
                <a:solidFill>
                  <a:srgbClr val="53585F"/>
                </a:solidFill>
                <a:latin typeface="Microsoft YaHei"/>
                <a:ea typeface="Microsoft YaHei"/>
                <a:cs typeface="Microsoft YaHei"/>
                <a:sym typeface="Microsoft YaHei"/>
              </a:defRPr>
            </a:lvl1pPr>
          </a:lstStyle>
          <a:p>
            <a:pPr lvl="0">
              <a:defRPr sz="1800">
                <a:solidFill>
                  <a:srgbClr val="000000"/>
                </a:solidFill>
              </a:defRPr>
            </a:pPr>
            <a:r>
              <a:rPr sz="3100">
                <a:solidFill>
                  <a:srgbClr val="53585F"/>
                </a:solidFill>
              </a:rPr>
              <a:t>3.主要研究的内容</a:t>
            </a:r>
          </a:p>
        </p:txBody>
      </p:sp>
      <p:sp>
        <p:nvSpPr>
          <p:cNvPr id="40" name="Shape 40"/>
          <p:cNvSpPr/>
          <p:nvPr/>
        </p:nvSpPr>
        <p:spPr>
          <a:xfrm>
            <a:off x="11261725" y="10485437"/>
            <a:ext cx="1858963" cy="1132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defTabSz="914400">
              <a:defRPr sz="3100">
                <a:solidFill>
                  <a:srgbClr val="53585F"/>
                </a:solidFill>
                <a:latin typeface="Microsoft YaHei"/>
                <a:ea typeface="Microsoft YaHei"/>
                <a:cs typeface="Microsoft YaHei"/>
                <a:sym typeface="Microsoft YaHei"/>
              </a:defRPr>
            </a:lvl1pPr>
          </a:lstStyle>
          <a:p>
            <a:pPr lvl="0">
              <a:defRPr sz="1800">
                <a:solidFill>
                  <a:srgbClr val="000000"/>
                </a:solidFill>
              </a:defRPr>
            </a:pPr>
            <a:r>
              <a:rPr sz="3100">
                <a:solidFill>
                  <a:srgbClr val="53585F"/>
                </a:solidFill>
              </a:rPr>
              <a:t>4.项目的原理分析</a:t>
            </a:r>
          </a:p>
        </p:txBody>
      </p:sp>
      <p:sp>
        <p:nvSpPr>
          <p:cNvPr id="41" name="Shape 41"/>
          <p:cNvSpPr/>
          <p:nvPr/>
        </p:nvSpPr>
        <p:spPr>
          <a:xfrm>
            <a:off x="7396162" y="8299450"/>
            <a:ext cx="1857376" cy="11328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defTabSz="914400">
              <a:defRPr sz="3100">
                <a:solidFill>
                  <a:srgbClr val="53585F"/>
                </a:solidFill>
                <a:latin typeface="Microsoft YaHei"/>
                <a:ea typeface="Microsoft YaHei"/>
                <a:cs typeface="Microsoft YaHei"/>
                <a:sym typeface="Microsoft YaHei"/>
              </a:defRPr>
            </a:lvl1pPr>
          </a:lstStyle>
          <a:p>
            <a:pPr lvl="0">
              <a:defRPr sz="1800">
                <a:solidFill>
                  <a:srgbClr val="000000"/>
                </a:solidFill>
              </a:defRPr>
            </a:pPr>
            <a:r>
              <a:rPr sz="3100">
                <a:solidFill>
                  <a:srgbClr val="53585F"/>
                </a:solidFill>
              </a:rPr>
              <a:t>5.项目可行性设计</a:t>
            </a:r>
          </a:p>
        </p:txBody>
      </p:sp>
      <p:sp>
        <p:nvSpPr>
          <p:cNvPr id="42" name="Shape 42"/>
          <p:cNvSpPr/>
          <p:nvPr/>
        </p:nvSpPr>
        <p:spPr>
          <a:xfrm>
            <a:off x="7396162" y="5095875"/>
            <a:ext cx="1857376" cy="11328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defTabSz="914400">
              <a:defRPr sz="3100">
                <a:solidFill>
                  <a:srgbClr val="53585F"/>
                </a:solidFill>
                <a:latin typeface="Microsoft YaHei"/>
                <a:ea typeface="Microsoft YaHei"/>
                <a:cs typeface="Microsoft YaHei"/>
                <a:sym typeface="Microsoft YaHei"/>
              </a:defRPr>
            </a:lvl1pPr>
          </a:lstStyle>
          <a:p>
            <a:pPr lvl="0">
              <a:defRPr sz="1800">
                <a:solidFill>
                  <a:srgbClr val="000000"/>
                </a:solidFill>
              </a:defRPr>
            </a:pPr>
            <a:r>
              <a:rPr sz="3100">
                <a:solidFill>
                  <a:srgbClr val="53585F"/>
                </a:solidFill>
              </a:rPr>
              <a:t>6.研究结果及结论</a:t>
            </a:r>
          </a:p>
        </p:txBody>
      </p:sp>
      <p:sp>
        <p:nvSpPr>
          <p:cNvPr id="43" name="Shape 43"/>
          <p:cNvSpPr/>
          <p:nvPr/>
        </p:nvSpPr>
        <p:spPr>
          <a:xfrm>
            <a:off x="7016750" y="1919287"/>
            <a:ext cx="2643188" cy="1376363"/>
          </a:xfrm>
          <a:prstGeom prst="rect">
            <a:avLst/>
          </a:prstGeom>
          <a:solidFill>
            <a:srgbClr val="59595B"/>
          </a:solidFill>
          <a:ln w="12700">
            <a:miter lim="400000"/>
          </a:ln>
        </p:spPr>
        <p:txBody>
          <a:bodyPr lIns="0" tIns="0" rIns="0" bIns="0" anchor="ctr"/>
          <a:lstStyle/>
          <a:p>
            <a:pPr lvl="0" defTabSz="914400">
              <a:defRPr sz="3200">
                <a:solidFill>
                  <a:srgbClr val="FFFFFF"/>
                </a:solidFill>
                <a:latin typeface="Microsoft YaHei"/>
                <a:ea typeface="Microsoft YaHei"/>
                <a:cs typeface="Microsoft YaHei"/>
                <a:sym typeface="Microsoft YaHei"/>
              </a:defRPr>
            </a:pPr>
            <a:endParaRPr/>
          </a:p>
        </p:txBody>
      </p:sp>
      <p:sp>
        <p:nvSpPr>
          <p:cNvPr id="44" name="Shape 44"/>
          <p:cNvSpPr/>
          <p:nvPr/>
        </p:nvSpPr>
        <p:spPr>
          <a:xfrm>
            <a:off x="7016750" y="2152967"/>
            <a:ext cx="2643188" cy="904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defTabSz="914400">
              <a:defRPr>
                <a:solidFill>
                  <a:srgbClr val="FFFFFF"/>
                </a:solidFill>
                <a:latin typeface="Microsoft YaHei"/>
                <a:ea typeface="Microsoft YaHei"/>
                <a:cs typeface="Microsoft YaHei"/>
                <a:sym typeface="Microsoft YaHei"/>
              </a:defRPr>
            </a:lvl1pPr>
          </a:lstStyle>
          <a:p>
            <a:pPr lvl="0">
              <a:defRPr sz="1800">
                <a:solidFill>
                  <a:srgbClr val="000000"/>
                </a:solidFill>
              </a:defRPr>
            </a:pPr>
            <a:r>
              <a:rPr sz="4800">
                <a:solidFill>
                  <a:srgbClr val="FFFFFF"/>
                </a:solidFill>
              </a:rPr>
              <a:t>目录</a:t>
            </a:r>
          </a:p>
        </p:txBody>
      </p:sp>
    </p:spTree>
  </p:cSld>
  <p:clrMapOvr>
    <a:masterClrMapping/>
  </p:clrMapOvr>
  <p:transition spd="med"/>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Shape 46"/>
          <p:cNvSpPr/>
          <p:nvPr/>
        </p:nvSpPr>
        <p:spPr>
          <a:xfrm>
            <a:off x="0" y="12890500"/>
            <a:ext cx="24382413" cy="838200"/>
          </a:xfrm>
          <a:prstGeom prst="rect">
            <a:avLst/>
          </a:prstGeom>
          <a:solidFill>
            <a:srgbClr val="DCDEE0"/>
          </a:solidFill>
          <a:ln w="12700">
            <a:miter lim="400000"/>
          </a:ln>
        </p:spPr>
        <p:txBody>
          <a:bodyPr lIns="0" tIns="0" rIns="0" bIns="0" anchor="ctr"/>
          <a:lstStyle/>
          <a:p>
            <a:pPr lvl="0" defTabSz="914400">
              <a:defRPr sz="3600">
                <a:solidFill>
                  <a:srgbClr val="FFFFFF"/>
                </a:solidFill>
              </a:defRPr>
            </a:pPr>
            <a:endParaRPr/>
          </a:p>
        </p:txBody>
      </p:sp>
      <p:sp>
        <p:nvSpPr>
          <p:cNvPr id="47" name="Shape 47"/>
          <p:cNvSpPr/>
          <p:nvPr/>
        </p:nvSpPr>
        <p:spPr>
          <a:xfrm>
            <a:off x="0" y="12890500"/>
            <a:ext cx="2124075" cy="838200"/>
          </a:xfrm>
          <a:prstGeom prst="rect">
            <a:avLst/>
          </a:prstGeom>
          <a:solidFill>
            <a:srgbClr val="0250DE"/>
          </a:solidFill>
          <a:ln w="12700">
            <a:miter lim="400000"/>
          </a:ln>
        </p:spPr>
        <p:txBody>
          <a:bodyPr lIns="0" tIns="0" rIns="0" bIns="0" anchor="ctr"/>
          <a:lstStyle/>
          <a:p>
            <a:pPr lvl="0" defTabSz="914400">
              <a:defRPr sz="3600">
                <a:solidFill>
                  <a:srgbClr val="FFFFFF"/>
                </a:solidFill>
              </a:defRPr>
            </a:pPr>
            <a:endParaRPr/>
          </a:p>
        </p:txBody>
      </p:sp>
      <p:sp>
        <p:nvSpPr>
          <p:cNvPr id="48" name="Shape 48"/>
          <p:cNvSpPr/>
          <p:nvPr/>
        </p:nvSpPr>
        <p:spPr>
          <a:xfrm>
            <a:off x="12690475" y="5497512"/>
            <a:ext cx="8364538" cy="1"/>
          </a:xfrm>
          <a:prstGeom prst="line">
            <a:avLst/>
          </a:prstGeom>
          <a:ln w="6350">
            <a:solidFill>
              <a:srgbClr val="002060"/>
            </a:solidFill>
            <a:round/>
          </a:ln>
        </p:spPr>
        <p:txBody>
          <a:bodyPr lIns="0" tIns="0" rIns="0" bIns="0"/>
          <a:lstStyle/>
          <a:p>
            <a:pPr lvl="0" algn="l" defTabSz="457200">
              <a:defRPr sz="1200">
                <a:latin typeface="+mn-lt"/>
                <a:ea typeface="+mn-ea"/>
                <a:cs typeface="+mn-cs"/>
                <a:sym typeface="Helvetica"/>
              </a:defRPr>
            </a:pPr>
            <a:endParaRPr/>
          </a:p>
        </p:txBody>
      </p:sp>
      <p:sp>
        <p:nvSpPr>
          <p:cNvPr id="49" name="Shape 49"/>
          <p:cNvSpPr/>
          <p:nvPr/>
        </p:nvSpPr>
        <p:spPr>
          <a:xfrm>
            <a:off x="12307887" y="3905250"/>
            <a:ext cx="8747126" cy="14884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r" defTabSz="914400">
              <a:defRPr sz="8300">
                <a:solidFill>
                  <a:srgbClr val="0250DE"/>
                </a:solidFill>
                <a:latin typeface="Microsoft YaHei"/>
                <a:ea typeface="Microsoft YaHei"/>
                <a:cs typeface="Microsoft YaHei"/>
                <a:sym typeface="Microsoft YaHei"/>
              </a:defRPr>
            </a:lvl1pPr>
          </a:lstStyle>
          <a:p>
            <a:pPr lvl="0">
              <a:defRPr sz="1800">
                <a:solidFill>
                  <a:srgbClr val="000000"/>
                </a:solidFill>
              </a:defRPr>
            </a:pPr>
            <a:r>
              <a:rPr sz="8300">
                <a:solidFill>
                  <a:srgbClr val="0250DE"/>
                </a:solidFill>
              </a:rPr>
              <a:t>1.选题意义及目的</a:t>
            </a:r>
          </a:p>
        </p:txBody>
      </p:sp>
      <p:sp>
        <p:nvSpPr>
          <p:cNvPr id="50" name="Shape 50"/>
          <p:cNvSpPr/>
          <p:nvPr/>
        </p:nvSpPr>
        <p:spPr>
          <a:xfrm>
            <a:off x="17905412" y="5711825"/>
            <a:ext cx="3149601" cy="6883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r" defTabSz="914400">
              <a:defRPr sz="3600">
                <a:solidFill>
                  <a:srgbClr val="53585F"/>
                </a:solidFill>
                <a:latin typeface="Microsoft YaHei"/>
                <a:ea typeface="Microsoft YaHei"/>
                <a:cs typeface="Microsoft YaHei"/>
                <a:sym typeface="Microsoft YaHei"/>
              </a:defRPr>
            </a:lvl1pPr>
          </a:lstStyle>
          <a:p>
            <a:pPr lvl="0">
              <a:defRPr sz="1800">
                <a:solidFill>
                  <a:srgbClr val="000000"/>
                </a:solidFill>
              </a:defRPr>
            </a:pPr>
            <a:r>
              <a:rPr sz="3600">
                <a:solidFill>
                  <a:srgbClr val="53585F"/>
                </a:solidFill>
              </a:rPr>
              <a:t>选题的意义</a:t>
            </a:r>
          </a:p>
        </p:txBody>
      </p:sp>
      <p:sp>
        <p:nvSpPr>
          <p:cNvPr id="51" name="Shape 51"/>
          <p:cNvSpPr/>
          <p:nvPr/>
        </p:nvSpPr>
        <p:spPr>
          <a:xfrm>
            <a:off x="18281650" y="6553200"/>
            <a:ext cx="2773363" cy="6883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r" defTabSz="914400">
              <a:defRPr sz="3600">
                <a:solidFill>
                  <a:srgbClr val="53585F"/>
                </a:solidFill>
                <a:latin typeface="Microsoft YaHei"/>
                <a:ea typeface="Microsoft YaHei"/>
                <a:cs typeface="Microsoft YaHei"/>
                <a:sym typeface="Microsoft YaHei"/>
              </a:defRPr>
            </a:lvl1pPr>
          </a:lstStyle>
          <a:p>
            <a:pPr lvl="0">
              <a:defRPr sz="1800">
                <a:solidFill>
                  <a:srgbClr val="000000"/>
                </a:solidFill>
              </a:defRPr>
            </a:pPr>
            <a:r>
              <a:rPr sz="3600">
                <a:solidFill>
                  <a:srgbClr val="53585F"/>
                </a:solidFill>
              </a:rPr>
              <a:t>选题的目的</a:t>
            </a:r>
          </a:p>
        </p:txBody>
      </p:sp>
      <p:sp>
        <p:nvSpPr>
          <p:cNvPr id="52" name="Shape 52"/>
          <p:cNvSpPr/>
          <p:nvPr/>
        </p:nvSpPr>
        <p:spPr>
          <a:xfrm>
            <a:off x="10053618" y="3889355"/>
            <a:ext cx="1539836" cy="1539837"/>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59595B"/>
          </a:solidFill>
          <a:ln w="12700">
            <a:miter lim="400000"/>
          </a:ln>
        </p:spPr>
        <p:txBody>
          <a:bodyPr lIns="0" tIns="0" rIns="0" bIns="0" anchor="ctr"/>
          <a:lstStyle/>
          <a:p>
            <a:pPr lvl="0" defTabSz="914400">
              <a:defRPr sz="5400">
                <a:solidFill>
                  <a:srgbClr val="FFFFFF"/>
                </a:solidFill>
                <a:latin typeface="Arial Black"/>
                <a:ea typeface="Arial Black"/>
                <a:cs typeface="Arial Black"/>
                <a:sym typeface="Arial Black"/>
              </a:defRPr>
            </a:pPr>
            <a:endParaRPr/>
          </a:p>
        </p:txBody>
      </p:sp>
      <p:sp>
        <p:nvSpPr>
          <p:cNvPr id="53" name="Shape 53"/>
          <p:cNvSpPr/>
          <p:nvPr/>
        </p:nvSpPr>
        <p:spPr>
          <a:xfrm>
            <a:off x="0" y="3829050"/>
            <a:ext cx="7440613" cy="1539875"/>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21600"/>
                </a:lnTo>
                <a:lnTo>
                  <a:pt x="21600" y="8607"/>
                </a:lnTo>
                <a:lnTo>
                  <a:pt x="19896" y="0"/>
                </a:lnTo>
                <a:lnTo>
                  <a:pt x="0" y="0"/>
                </a:lnTo>
                <a:close/>
              </a:path>
            </a:pathLst>
          </a:custGeom>
          <a:solidFill>
            <a:srgbClr val="0250DE"/>
          </a:solidFill>
          <a:ln w="12700">
            <a:miter lim="400000"/>
          </a:ln>
        </p:spPr>
        <p:txBody>
          <a:bodyPr lIns="0" tIns="0" rIns="0" bIns="0" anchor="ctr"/>
          <a:lstStyle/>
          <a:p>
            <a:pPr lvl="0" defTabSz="914400">
              <a:defRPr sz="1800">
                <a:solidFill>
                  <a:srgbClr val="FFFFFF"/>
                </a:solidFill>
              </a:defRPr>
            </a:pPr>
            <a:endParaRPr/>
          </a:p>
        </p:txBody>
      </p:sp>
    </p:spTree>
  </p:cSld>
  <p:clrMapOvr>
    <a:masterClrMapping/>
  </p:clrMapOvr>
  <p:transition spd="med"/>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Shape 55"/>
          <p:cNvSpPr/>
          <p:nvPr/>
        </p:nvSpPr>
        <p:spPr>
          <a:xfrm>
            <a:off x="0" y="12890500"/>
            <a:ext cx="24382413" cy="838200"/>
          </a:xfrm>
          <a:prstGeom prst="rect">
            <a:avLst/>
          </a:prstGeom>
          <a:solidFill>
            <a:srgbClr val="DCDEE0"/>
          </a:solidFill>
          <a:ln w="12700">
            <a:miter lim="400000"/>
          </a:ln>
        </p:spPr>
        <p:txBody>
          <a:bodyPr lIns="0" tIns="0" rIns="0" bIns="0" anchor="ctr"/>
          <a:lstStyle/>
          <a:p>
            <a:pPr lvl="0" defTabSz="914400">
              <a:defRPr sz="3600">
                <a:solidFill>
                  <a:srgbClr val="FFFFFF"/>
                </a:solidFill>
              </a:defRPr>
            </a:pPr>
            <a:endParaRPr/>
          </a:p>
        </p:txBody>
      </p:sp>
      <p:sp>
        <p:nvSpPr>
          <p:cNvPr id="56" name="Shape 56"/>
          <p:cNvSpPr/>
          <p:nvPr/>
        </p:nvSpPr>
        <p:spPr>
          <a:xfrm>
            <a:off x="0" y="12890500"/>
            <a:ext cx="2124075" cy="838200"/>
          </a:xfrm>
          <a:prstGeom prst="rect">
            <a:avLst/>
          </a:prstGeom>
          <a:solidFill>
            <a:srgbClr val="0250DE"/>
          </a:solidFill>
          <a:ln w="12700">
            <a:miter lim="400000"/>
          </a:ln>
        </p:spPr>
        <p:txBody>
          <a:bodyPr lIns="0" tIns="0" rIns="0" bIns="0" anchor="ctr"/>
          <a:lstStyle/>
          <a:p>
            <a:pPr lvl="0" defTabSz="914400">
              <a:defRPr sz="3600">
                <a:solidFill>
                  <a:srgbClr val="FFFFFF"/>
                </a:solidFill>
              </a:defRPr>
            </a:pPr>
            <a:endParaRPr/>
          </a:p>
        </p:txBody>
      </p:sp>
      <p:sp>
        <p:nvSpPr>
          <p:cNvPr id="57" name="Shape 57"/>
          <p:cNvSpPr/>
          <p:nvPr/>
        </p:nvSpPr>
        <p:spPr>
          <a:xfrm>
            <a:off x="0" y="0"/>
            <a:ext cx="1270000" cy="1641475"/>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14047"/>
                </a:lnTo>
                <a:lnTo>
                  <a:pt x="21452" y="14047"/>
                </a:lnTo>
                <a:lnTo>
                  <a:pt x="21452" y="0"/>
                </a:lnTo>
                <a:lnTo>
                  <a:pt x="0" y="0"/>
                </a:lnTo>
                <a:close/>
              </a:path>
            </a:pathLst>
          </a:custGeom>
          <a:solidFill>
            <a:srgbClr val="59595B"/>
          </a:solidFill>
          <a:ln w="12700">
            <a:miter lim="400000"/>
          </a:ln>
        </p:spPr>
        <p:txBody>
          <a:bodyPr lIns="0" tIns="0" rIns="0" bIns="0" anchor="ctr"/>
          <a:lstStyle/>
          <a:p>
            <a:pPr lvl="0" defTabSz="914400">
              <a:defRPr sz="3600">
                <a:solidFill>
                  <a:srgbClr val="FFFFFF"/>
                </a:solidFill>
              </a:defRPr>
            </a:pPr>
            <a:endParaRPr/>
          </a:p>
        </p:txBody>
      </p:sp>
      <p:sp>
        <p:nvSpPr>
          <p:cNvPr id="58" name="Shape 58"/>
          <p:cNvSpPr/>
          <p:nvPr/>
        </p:nvSpPr>
        <p:spPr>
          <a:xfrm>
            <a:off x="1647825" y="0"/>
            <a:ext cx="476250" cy="1063625"/>
          </a:xfrm>
          <a:prstGeom prst="rect">
            <a:avLst/>
          </a:prstGeom>
          <a:solidFill>
            <a:srgbClr val="0250DE"/>
          </a:solidFill>
          <a:ln w="12700">
            <a:miter lim="400000"/>
          </a:ln>
        </p:spPr>
        <p:txBody>
          <a:bodyPr lIns="0" tIns="0" rIns="0" bIns="0" anchor="ctr"/>
          <a:lstStyle/>
          <a:p>
            <a:pPr lvl="0" defTabSz="914400">
              <a:defRPr sz="3600">
                <a:solidFill>
                  <a:srgbClr val="FFFFFF"/>
                </a:solidFill>
              </a:defRPr>
            </a:pPr>
            <a:endParaRPr/>
          </a:p>
        </p:txBody>
      </p:sp>
      <p:grpSp>
        <p:nvGrpSpPr>
          <p:cNvPr id="93" name="Group 93"/>
          <p:cNvGrpSpPr/>
          <p:nvPr/>
        </p:nvGrpSpPr>
        <p:grpSpPr>
          <a:xfrm>
            <a:off x="12190412" y="3184525"/>
            <a:ext cx="9774238" cy="7862888"/>
            <a:chOff x="0" y="0"/>
            <a:chExt cx="9774237" cy="7862886"/>
          </a:xfrm>
        </p:grpSpPr>
        <p:grpSp>
          <p:nvGrpSpPr>
            <p:cNvPr id="61" name="Group 61"/>
            <p:cNvGrpSpPr/>
            <p:nvPr/>
          </p:nvGrpSpPr>
          <p:grpSpPr>
            <a:xfrm>
              <a:off x="0" y="5759307"/>
              <a:ext cx="1739060" cy="2103581"/>
              <a:chOff x="0" y="0"/>
              <a:chExt cx="1739058" cy="2103579"/>
            </a:xfrm>
          </p:grpSpPr>
          <p:sp>
            <p:nvSpPr>
              <p:cNvPr id="59" name="Shape 59"/>
              <p:cNvSpPr/>
              <p:nvPr/>
            </p:nvSpPr>
            <p:spPr>
              <a:xfrm rot="16200000">
                <a:off x="-182261" y="182260"/>
                <a:ext cx="2103581" cy="1739060"/>
              </a:xfrm>
              <a:prstGeom prst="rect">
                <a:avLst/>
              </a:prstGeom>
              <a:solidFill>
                <a:srgbClr val="0250DE"/>
              </a:solidFill>
              <a:ln w="12700" cap="flat">
                <a:noFill/>
                <a:miter lim="400000"/>
              </a:ln>
              <a:effectLst/>
            </p:spPr>
            <p:txBody>
              <a:bodyPr wrap="square" lIns="0" tIns="0" rIns="0" bIns="0" numCol="1" anchor="ctr">
                <a:noAutofit/>
              </a:bodyPr>
              <a:lstStyle/>
              <a:p>
                <a:pPr lvl="0" defTabSz="914400">
                  <a:defRPr sz="1800"/>
                </a:pPr>
                <a:endParaRPr/>
              </a:p>
            </p:txBody>
          </p:sp>
          <p:sp>
            <p:nvSpPr>
              <p:cNvPr id="60" name="Shape 60"/>
              <p:cNvSpPr/>
              <p:nvPr/>
            </p:nvSpPr>
            <p:spPr>
              <a:xfrm rot="16200000">
                <a:off x="-182261" y="866369"/>
                <a:ext cx="2103581" cy="3708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defTabSz="914400">
                  <a:defRPr sz="1800">
                    <a:solidFill>
                      <a:srgbClr val="FFFFFF"/>
                    </a:solidFill>
                  </a:defRPr>
                </a:lvl1pPr>
              </a:lstStyle>
              <a:p>
                <a:pPr lvl="0">
                  <a:defRPr>
                    <a:solidFill>
                      <a:srgbClr val="000000"/>
                    </a:solidFill>
                  </a:defRPr>
                </a:pPr>
                <a:r>
                  <a:rPr>
                    <a:solidFill>
                      <a:srgbClr val="FFFFFF"/>
                    </a:solidFill>
                  </a:rPr>
                  <a:t>     </a:t>
                </a:r>
              </a:p>
            </p:txBody>
          </p:sp>
        </p:grpSp>
        <p:grpSp>
          <p:nvGrpSpPr>
            <p:cNvPr id="64" name="Group 64"/>
            <p:cNvGrpSpPr/>
            <p:nvPr/>
          </p:nvGrpSpPr>
          <p:grpSpPr>
            <a:xfrm>
              <a:off x="3904860" y="5759308"/>
              <a:ext cx="5869378" cy="1778501"/>
              <a:chOff x="0" y="0"/>
              <a:chExt cx="5869376" cy="1778500"/>
            </a:xfrm>
          </p:grpSpPr>
          <p:sp>
            <p:nvSpPr>
              <p:cNvPr id="62" name="Shape 62"/>
              <p:cNvSpPr/>
              <p:nvPr/>
            </p:nvSpPr>
            <p:spPr>
              <a:xfrm rot="16200000">
                <a:off x="2045438" y="-2045439"/>
                <a:ext cx="1778501" cy="586937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0"/>
                    </a:lnTo>
                    <a:lnTo>
                      <a:pt x="21600" y="18901"/>
                    </a:lnTo>
                    <a:lnTo>
                      <a:pt x="21599" y="18901"/>
                    </a:lnTo>
                    <a:lnTo>
                      <a:pt x="10801" y="21600"/>
                    </a:lnTo>
                    <a:lnTo>
                      <a:pt x="4" y="18901"/>
                    </a:lnTo>
                    <a:lnTo>
                      <a:pt x="0" y="18901"/>
                    </a:lnTo>
                    <a:close/>
                  </a:path>
                </a:pathLst>
              </a:custGeom>
              <a:solidFill>
                <a:srgbClr val="0250DE"/>
              </a:solidFill>
              <a:ln w="12700" cap="flat">
                <a:noFill/>
                <a:miter lim="400000"/>
              </a:ln>
              <a:effectLst/>
            </p:spPr>
            <p:txBody>
              <a:bodyPr wrap="square" lIns="0" tIns="0" rIns="0" bIns="0" numCol="1" anchor="ctr">
                <a:noAutofit/>
              </a:bodyPr>
              <a:lstStyle/>
              <a:p>
                <a:pPr lvl="0" defTabSz="914400">
                  <a:defRPr sz="1800"/>
                </a:pPr>
                <a:endParaRPr/>
              </a:p>
            </p:txBody>
          </p:sp>
          <p:sp>
            <p:nvSpPr>
              <p:cNvPr id="63" name="Shape 63"/>
              <p:cNvSpPr/>
              <p:nvPr/>
            </p:nvSpPr>
            <p:spPr>
              <a:xfrm rot="16200000">
                <a:off x="2045438" y="703830"/>
                <a:ext cx="1778501" cy="3708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defTabSz="914400">
                  <a:defRPr sz="1800">
                    <a:solidFill>
                      <a:srgbClr val="FFFFFF"/>
                    </a:solidFill>
                  </a:defRPr>
                </a:lvl1pPr>
              </a:lstStyle>
              <a:p>
                <a:pPr lvl="0">
                  <a:defRPr>
                    <a:solidFill>
                      <a:srgbClr val="000000"/>
                    </a:solidFill>
                  </a:defRPr>
                </a:pPr>
                <a:r>
                  <a:rPr>
                    <a:solidFill>
                      <a:srgbClr val="FFFFFF"/>
                    </a:solidFill>
                  </a:rPr>
                  <a:t>   </a:t>
                </a:r>
              </a:p>
            </p:txBody>
          </p:sp>
        </p:grpSp>
        <p:grpSp>
          <p:nvGrpSpPr>
            <p:cNvPr id="67" name="Group 67"/>
            <p:cNvGrpSpPr/>
            <p:nvPr/>
          </p:nvGrpSpPr>
          <p:grpSpPr>
            <a:xfrm>
              <a:off x="1693627" y="5759307"/>
              <a:ext cx="2215822" cy="2103581"/>
              <a:chOff x="0" y="0"/>
              <a:chExt cx="2215820" cy="2103579"/>
            </a:xfrm>
          </p:grpSpPr>
          <p:sp>
            <p:nvSpPr>
              <p:cNvPr id="65" name="Shape 65"/>
              <p:cNvSpPr/>
              <p:nvPr/>
            </p:nvSpPr>
            <p:spPr>
              <a:xfrm rot="16200000">
                <a:off x="56120" y="-56121"/>
                <a:ext cx="2103581" cy="2215822"/>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0"/>
                    </a:lnTo>
                    <a:lnTo>
                      <a:pt x="21600" y="21555"/>
                    </a:lnTo>
                    <a:lnTo>
                      <a:pt x="3352" y="21600"/>
                    </a:lnTo>
                    <a:lnTo>
                      <a:pt x="0" y="0"/>
                    </a:lnTo>
                    <a:close/>
                  </a:path>
                </a:pathLst>
              </a:custGeom>
              <a:solidFill>
                <a:srgbClr val="015AFA"/>
              </a:solidFill>
              <a:ln w="12700" cap="flat">
                <a:noFill/>
                <a:miter lim="400000"/>
              </a:ln>
              <a:effectLst/>
            </p:spPr>
            <p:txBody>
              <a:bodyPr wrap="square" lIns="0" tIns="0" rIns="0" bIns="0" numCol="1" anchor="ctr">
                <a:noAutofit/>
              </a:bodyPr>
              <a:lstStyle/>
              <a:p>
                <a:pPr lvl="0" defTabSz="914400">
                  <a:defRPr sz="1800"/>
                </a:pPr>
                <a:endParaRPr/>
              </a:p>
            </p:txBody>
          </p:sp>
          <p:sp>
            <p:nvSpPr>
              <p:cNvPr id="66" name="Shape 66"/>
              <p:cNvSpPr/>
              <p:nvPr/>
            </p:nvSpPr>
            <p:spPr>
              <a:xfrm rot="16200000">
                <a:off x="56120" y="866369"/>
                <a:ext cx="2103581" cy="3708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defTabSz="914400">
                  <a:defRPr sz="1800">
                    <a:solidFill>
                      <a:srgbClr val="FFFFFF"/>
                    </a:solidFill>
                  </a:defRPr>
                </a:lvl1pPr>
              </a:lstStyle>
              <a:p>
                <a:pPr lvl="0">
                  <a:defRPr>
                    <a:solidFill>
                      <a:srgbClr val="000000"/>
                    </a:solidFill>
                  </a:defRPr>
                </a:pPr>
                <a:r>
                  <a:rPr>
                    <a:solidFill>
                      <a:srgbClr val="FFFFFF"/>
                    </a:solidFill>
                  </a:rPr>
                  <a:t>     </a:t>
                </a:r>
              </a:p>
            </p:txBody>
          </p:sp>
        </p:grpSp>
        <p:grpSp>
          <p:nvGrpSpPr>
            <p:cNvPr id="70" name="Group 70"/>
            <p:cNvGrpSpPr/>
            <p:nvPr/>
          </p:nvGrpSpPr>
          <p:grpSpPr>
            <a:xfrm>
              <a:off x="0" y="3839537"/>
              <a:ext cx="1739060" cy="1919771"/>
              <a:chOff x="0" y="0"/>
              <a:chExt cx="1739058" cy="1919769"/>
            </a:xfrm>
          </p:grpSpPr>
          <p:sp>
            <p:nvSpPr>
              <p:cNvPr id="68" name="Shape 68"/>
              <p:cNvSpPr/>
              <p:nvPr/>
            </p:nvSpPr>
            <p:spPr>
              <a:xfrm rot="16200000">
                <a:off x="-90356" y="90355"/>
                <a:ext cx="1919771" cy="1739060"/>
              </a:xfrm>
              <a:prstGeom prst="rect">
                <a:avLst/>
              </a:prstGeom>
              <a:solidFill>
                <a:srgbClr val="035FF2"/>
              </a:solidFill>
              <a:ln w="12700" cap="flat">
                <a:noFill/>
                <a:miter lim="400000"/>
              </a:ln>
              <a:effectLst/>
            </p:spPr>
            <p:txBody>
              <a:bodyPr wrap="square" lIns="0" tIns="0" rIns="0" bIns="0" numCol="1" anchor="ctr">
                <a:noAutofit/>
              </a:bodyPr>
              <a:lstStyle/>
              <a:p>
                <a:pPr lvl="0" defTabSz="914400">
                  <a:defRPr sz="1800"/>
                </a:pPr>
                <a:endParaRPr/>
              </a:p>
            </p:txBody>
          </p:sp>
          <p:sp>
            <p:nvSpPr>
              <p:cNvPr id="69" name="Shape 69"/>
              <p:cNvSpPr/>
              <p:nvPr/>
            </p:nvSpPr>
            <p:spPr>
              <a:xfrm rot="16200000">
                <a:off x="-90356" y="774464"/>
                <a:ext cx="1919771" cy="3708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defTabSz="914400">
                  <a:defRPr sz="1800">
                    <a:solidFill>
                      <a:srgbClr val="FFFFFF"/>
                    </a:solidFill>
                  </a:defRPr>
                </a:lvl1pPr>
              </a:lstStyle>
              <a:p>
                <a:pPr lvl="0">
                  <a:defRPr>
                    <a:solidFill>
                      <a:srgbClr val="000000"/>
                    </a:solidFill>
                  </a:defRPr>
                </a:pPr>
                <a:r>
                  <a:rPr>
                    <a:solidFill>
                      <a:srgbClr val="FFFFFF"/>
                    </a:solidFill>
                  </a:rPr>
                  <a:t>     </a:t>
                </a:r>
              </a:p>
            </p:txBody>
          </p:sp>
        </p:grpSp>
        <p:grpSp>
          <p:nvGrpSpPr>
            <p:cNvPr id="73" name="Group 73"/>
            <p:cNvGrpSpPr/>
            <p:nvPr/>
          </p:nvGrpSpPr>
          <p:grpSpPr>
            <a:xfrm>
              <a:off x="3904860" y="3980807"/>
              <a:ext cx="5869378" cy="1778501"/>
              <a:chOff x="0" y="0"/>
              <a:chExt cx="5869376" cy="1778500"/>
            </a:xfrm>
          </p:grpSpPr>
          <p:sp>
            <p:nvSpPr>
              <p:cNvPr id="71" name="Shape 71"/>
              <p:cNvSpPr/>
              <p:nvPr/>
            </p:nvSpPr>
            <p:spPr>
              <a:xfrm rot="16200000">
                <a:off x="2045438" y="-2045439"/>
                <a:ext cx="1778501" cy="586937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0"/>
                    </a:lnTo>
                    <a:lnTo>
                      <a:pt x="21600" y="18901"/>
                    </a:lnTo>
                    <a:lnTo>
                      <a:pt x="21599" y="18901"/>
                    </a:lnTo>
                    <a:lnTo>
                      <a:pt x="10801" y="21600"/>
                    </a:lnTo>
                    <a:lnTo>
                      <a:pt x="4" y="18901"/>
                    </a:lnTo>
                    <a:lnTo>
                      <a:pt x="0" y="18901"/>
                    </a:lnTo>
                    <a:close/>
                  </a:path>
                </a:pathLst>
              </a:custGeom>
              <a:solidFill>
                <a:srgbClr val="035FF2"/>
              </a:solidFill>
              <a:ln w="12700" cap="flat">
                <a:noFill/>
                <a:miter lim="400000"/>
              </a:ln>
              <a:effectLst/>
            </p:spPr>
            <p:txBody>
              <a:bodyPr wrap="square" lIns="0" tIns="0" rIns="0" bIns="0" numCol="1" anchor="ctr">
                <a:noAutofit/>
              </a:bodyPr>
              <a:lstStyle/>
              <a:p>
                <a:pPr lvl="0" defTabSz="914400">
                  <a:defRPr sz="1800"/>
                </a:pPr>
                <a:endParaRPr/>
              </a:p>
            </p:txBody>
          </p:sp>
          <p:sp>
            <p:nvSpPr>
              <p:cNvPr id="72" name="Shape 72"/>
              <p:cNvSpPr/>
              <p:nvPr/>
            </p:nvSpPr>
            <p:spPr>
              <a:xfrm rot="16200000">
                <a:off x="2045438" y="703830"/>
                <a:ext cx="1778501" cy="3708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defTabSz="914400">
                  <a:defRPr sz="1800">
                    <a:solidFill>
                      <a:srgbClr val="FFFFFF"/>
                    </a:solidFill>
                  </a:defRPr>
                </a:lvl1pPr>
              </a:lstStyle>
              <a:p>
                <a:pPr lvl="0">
                  <a:defRPr>
                    <a:solidFill>
                      <a:srgbClr val="000000"/>
                    </a:solidFill>
                  </a:defRPr>
                </a:pPr>
                <a:r>
                  <a:rPr>
                    <a:solidFill>
                      <a:srgbClr val="FFFFFF"/>
                    </a:solidFill>
                  </a:rPr>
                  <a:t>   </a:t>
                </a:r>
              </a:p>
            </p:txBody>
          </p:sp>
        </p:grpSp>
        <p:grpSp>
          <p:nvGrpSpPr>
            <p:cNvPr id="76" name="Group 76"/>
            <p:cNvGrpSpPr/>
            <p:nvPr/>
          </p:nvGrpSpPr>
          <p:grpSpPr>
            <a:xfrm>
              <a:off x="1693627" y="3837535"/>
              <a:ext cx="2215822" cy="1921774"/>
              <a:chOff x="0" y="0"/>
              <a:chExt cx="2215820" cy="1921773"/>
            </a:xfrm>
          </p:grpSpPr>
          <p:sp>
            <p:nvSpPr>
              <p:cNvPr id="74" name="Shape 74"/>
              <p:cNvSpPr/>
              <p:nvPr/>
            </p:nvSpPr>
            <p:spPr>
              <a:xfrm rot="16200000" flipH="1">
                <a:off x="147023" y="-147024"/>
                <a:ext cx="1921775" cy="2215822"/>
              </a:xfrm>
              <a:custGeom>
                <a:avLst/>
                <a:gdLst/>
                <a:ahLst/>
                <a:cxnLst>
                  <a:cxn ang="0">
                    <a:pos x="wd2" y="hd2"/>
                  </a:cxn>
                  <a:cxn ang="5400000">
                    <a:pos x="wd2" y="hd2"/>
                  </a:cxn>
                  <a:cxn ang="10800000">
                    <a:pos x="wd2" y="hd2"/>
                  </a:cxn>
                  <a:cxn ang="16200000">
                    <a:pos x="wd2" y="hd2"/>
                  </a:cxn>
                </a:cxnLst>
                <a:rect l="0" t="0" r="r" b="b"/>
                <a:pathLst>
                  <a:path w="21600" h="21600" extrusionOk="0">
                    <a:moveTo>
                      <a:pt x="0" y="106"/>
                    </a:moveTo>
                    <a:lnTo>
                      <a:pt x="21600" y="0"/>
                    </a:lnTo>
                    <a:lnTo>
                      <a:pt x="21600" y="21555"/>
                    </a:lnTo>
                    <a:lnTo>
                      <a:pt x="1625" y="21600"/>
                    </a:lnTo>
                    <a:lnTo>
                      <a:pt x="0" y="106"/>
                    </a:lnTo>
                    <a:close/>
                  </a:path>
                </a:pathLst>
              </a:custGeom>
              <a:solidFill>
                <a:srgbClr val="0265FF"/>
              </a:solidFill>
              <a:ln w="12700" cap="flat">
                <a:noFill/>
                <a:miter lim="400000"/>
              </a:ln>
              <a:effectLst/>
            </p:spPr>
            <p:txBody>
              <a:bodyPr wrap="square" lIns="0" tIns="0" rIns="0" bIns="0" numCol="1" anchor="ctr">
                <a:noAutofit/>
              </a:bodyPr>
              <a:lstStyle/>
              <a:p>
                <a:pPr lvl="0" defTabSz="914400">
                  <a:defRPr sz="1800"/>
                </a:pPr>
                <a:endParaRPr/>
              </a:p>
            </p:txBody>
          </p:sp>
          <p:sp>
            <p:nvSpPr>
              <p:cNvPr id="75" name="Shape 75"/>
              <p:cNvSpPr/>
              <p:nvPr/>
            </p:nvSpPr>
            <p:spPr>
              <a:xfrm rot="16200000">
                <a:off x="147023" y="775466"/>
                <a:ext cx="1921775" cy="3708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defTabSz="914400">
                  <a:defRPr sz="1800">
                    <a:solidFill>
                      <a:srgbClr val="FFFFFF"/>
                    </a:solidFill>
                  </a:defRPr>
                </a:lvl1pPr>
              </a:lstStyle>
              <a:p>
                <a:pPr lvl="0">
                  <a:defRPr>
                    <a:solidFill>
                      <a:srgbClr val="000000"/>
                    </a:solidFill>
                  </a:defRPr>
                </a:pPr>
                <a:r>
                  <a:rPr>
                    <a:solidFill>
                      <a:srgbClr val="FFFFFF"/>
                    </a:solidFill>
                  </a:rPr>
                  <a:t>     </a:t>
                </a:r>
              </a:p>
            </p:txBody>
          </p:sp>
        </p:grpSp>
        <p:grpSp>
          <p:nvGrpSpPr>
            <p:cNvPr id="79" name="Group 79"/>
            <p:cNvGrpSpPr/>
            <p:nvPr/>
          </p:nvGrpSpPr>
          <p:grpSpPr>
            <a:xfrm>
              <a:off x="-1" y="1919769"/>
              <a:ext cx="1693630" cy="1919771"/>
              <a:chOff x="0" y="0"/>
              <a:chExt cx="1693628" cy="1919769"/>
            </a:xfrm>
          </p:grpSpPr>
          <p:sp>
            <p:nvSpPr>
              <p:cNvPr id="77" name="Shape 77"/>
              <p:cNvSpPr/>
              <p:nvPr/>
            </p:nvSpPr>
            <p:spPr>
              <a:xfrm rot="16200000">
                <a:off x="-113071" y="113070"/>
                <a:ext cx="1919771" cy="1693630"/>
              </a:xfrm>
              <a:prstGeom prst="rect">
                <a:avLst/>
              </a:prstGeom>
              <a:solidFill>
                <a:srgbClr val="347DED"/>
              </a:solidFill>
              <a:ln w="12700" cap="flat">
                <a:noFill/>
                <a:miter lim="400000"/>
              </a:ln>
              <a:effectLst/>
            </p:spPr>
            <p:txBody>
              <a:bodyPr wrap="square" lIns="0" tIns="0" rIns="0" bIns="0" numCol="1" anchor="ctr">
                <a:noAutofit/>
              </a:bodyPr>
              <a:lstStyle/>
              <a:p>
                <a:pPr lvl="0" defTabSz="914400">
                  <a:defRPr sz="1800"/>
                </a:pPr>
                <a:endParaRPr/>
              </a:p>
            </p:txBody>
          </p:sp>
          <p:sp>
            <p:nvSpPr>
              <p:cNvPr id="78" name="Shape 78"/>
              <p:cNvSpPr/>
              <p:nvPr/>
            </p:nvSpPr>
            <p:spPr>
              <a:xfrm rot="16200000">
                <a:off x="-113071" y="774464"/>
                <a:ext cx="1919771" cy="3708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defTabSz="914400">
                  <a:defRPr sz="1800">
                    <a:solidFill>
                      <a:srgbClr val="FFFFFF"/>
                    </a:solidFill>
                  </a:defRPr>
                </a:lvl1pPr>
              </a:lstStyle>
              <a:p>
                <a:pPr lvl="0">
                  <a:defRPr>
                    <a:solidFill>
                      <a:srgbClr val="000000"/>
                    </a:solidFill>
                  </a:defRPr>
                </a:pPr>
                <a:r>
                  <a:rPr>
                    <a:solidFill>
                      <a:srgbClr val="FFFFFF"/>
                    </a:solidFill>
                  </a:rPr>
                  <a:t>     </a:t>
                </a:r>
              </a:p>
            </p:txBody>
          </p:sp>
        </p:grpSp>
        <p:grpSp>
          <p:nvGrpSpPr>
            <p:cNvPr id="82" name="Group 82"/>
            <p:cNvGrpSpPr/>
            <p:nvPr/>
          </p:nvGrpSpPr>
          <p:grpSpPr>
            <a:xfrm>
              <a:off x="3904860" y="2202308"/>
              <a:ext cx="5869378" cy="1778501"/>
              <a:chOff x="0" y="0"/>
              <a:chExt cx="5869376" cy="1778500"/>
            </a:xfrm>
          </p:grpSpPr>
          <p:sp>
            <p:nvSpPr>
              <p:cNvPr id="80" name="Shape 80"/>
              <p:cNvSpPr/>
              <p:nvPr/>
            </p:nvSpPr>
            <p:spPr>
              <a:xfrm rot="16200000">
                <a:off x="2045438" y="-2045439"/>
                <a:ext cx="1778501" cy="586937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0"/>
                    </a:lnTo>
                    <a:lnTo>
                      <a:pt x="21600" y="18901"/>
                    </a:lnTo>
                    <a:lnTo>
                      <a:pt x="21599" y="18901"/>
                    </a:lnTo>
                    <a:lnTo>
                      <a:pt x="10801" y="21600"/>
                    </a:lnTo>
                    <a:lnTo>
                      <a:pt x="4" y="18901"/>
                    </a:lnTo>
                    <a:lnTo>
                      <a:pt x="0" y="18901"/>
                    </a:lnTo>
                    <a:close/>
                  </a:path>
                </a:pathLst>
              </a:custGeom>
              <a:solidFill>
                <a:srgbClr val="347DED"/>
              </a:solidFill>
              <a:ln w="12700" cap="flat">
                <a:noFill/>
                <a:miter lim="400000"/>
              </a:ln>
              <a:effectLst/>
            </p:spPr>
            <p:txBody>
              <a:bodyPr wrap="square" lIns="0" tIns="0" rIns="0" bIns="0" numCol="1" anchor="ctr">
                <a:noAutofit/>
              </a:bodyPr>
              <a:lstStyle/>
              <a:p>
                <a:pPr lvl="0" defTabSz="914400">
                  <a:defRPr sz="1800"/>
                </a:pPr>
                <a:endParaRPr/>
              </a:p>
            </p:txBody>
          </p:sp>
          <p:sp>
            <p:nvSpPr>
              <p:cNvPr id="81" name="Shape 81"/>
              <p:cNvSpPr/>
              <p:nvPr/>
            </p:nvSpPr>
            <p:spPr>
              <a:xfrm rot="16200000">
                <a:off x="2045438" y="703830"/>
                <a:ext cx="1778501" cy="3708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defTabSz="914400">
                  <a:defRPr sz="1800">
                    <a:solidFill>
                      <a:srgbClr val="FFFFFF"/>
                    </a:solidFill>
                  </a:defRPr>
                </a:lvl1pPr>
              </a:lstStyle>
              <a:p>
                <a:pPr lvl="0">
                  <a:defRPr>
                    <a:solidFill>
                      <a:srgbClr val="000000"/>
                    </a:solidFill>
                  </a:defRPr>
                </a:pPr>
                <a:r>
                  <a:rPr>
                    <a:solidFill>
                      <a:srgbClr val="FFFFFF"/>
                    </a:solidFill>
                  </a:rPr>
                  <a:t>   </a:t>
                </a:r>
              </a:p>
            </p:txBody>
          </p:sp>
        </p:grpSp>
        <p:grpSp>
          <p:nvGrpSpPr>
            <p:cNvPr id="85" name="Group 85"/>
            <p:cNvGrpSpPr/>
            <p:nvPr/>
          </p:nvGrpSpPr>
          <p:grpSpPr>
            <a:xfrm>
              <a:off x="1693627" y="1919769"/>
              <a:ext cx="2211235" cy="2074354"/>
              <a:chOff x="0" y="0"/>
              <a:chExt cx="2211234" cy="2074352"/>
            </a:xfrm>
          </p:grpSpPr>
          <p:sp>
            <p:nvSpPr>
              <p:cNvPr id="83" name="Shape 83"/>
              <p:cNvSpPr/>
              <p:nvPr/>
            </p:nvSpPr>
            <p:spPr>
              <a:xfrm rot="5400000" flipH="1">
                <a:off x="68440" y="-68441"/>
                <a:ext cx="2074354" cy="2211235"/>
              </a:xfrm>
              <a:custGeom>
                <a:avLst/>
                <a:gdLst/>
                <a:ahLst/>
                <a:cxnLst>
                  <a:cxn ang="0">
                    <a:pos x="wd2" y="hd2"/>
                  </a:cxn>
                  <a:cxn ang="5400000">
                    <a:pos x="wd2" y="hd2"/>
                  </a:cxn>
                  <a:cxn ang="10800000">
                    <a:pos x="wd2" y="hd2"/>
                  </a:cxn>
                  <a:cxn ang="16200000">
                    <a:pos x="wd2" y="hd2"/>
                  </a:cxn>
                </a:cxnLst>
                <a:rect l="0" t="0" r="r" b="b"/>
                <a:pathLst>
                  <a:path w="21600" h="21600" extrusionOk="0">
                    <a:moveTo>
                      <a:pt x="0" y="20"/>
                    </a:moveTo>
                    <a:lnTo>
                      <a:pt x="18730" y="0"/>
                    </a:lnTo>
                    <a:lnTo>
                      <a:pt x="21600" y="21600"/>
                    </a:lnTo>
                    <a:lnTo>
                      <a:pt x="1506" y="21595"/>
                    </a:lnTo>
                    <a:lnTo>
                      <a:pt x="0" y="20"/>
                    </a:lnTo>
                    <a:close/>
                  </a:path>
                </a:pathLst>
              </a:custGeom>
              <a:solidFill>
                <a:srgbClr val="3887FF"/>
              </a:solidFill>
              <a:ln w="12700" cap="flat">
                <a:noFill/>
                <a:miter lim="400000"/>
              </a:ln>
              <a:effectLst/>
            </p:spPr>
            <p:txBody>
              <a:bodyPr wrap="square" lIns="0" tIns="0" rIns="0" bIns="0" numCol="1" anchor="ctr">
                <a:noAutofit/>
              </a:bodyPr>
              <a:lstStyle/>
              <a:p>
                <a:pPr lvl="0" defTabSz="914400">
                  <a:defRPr sz="1800"/>
                </a:pPr>
                <a:endParaRPr/>
              </a:p>
            </p:txBody>
          </p:sp>
          <p:sp>
            <p:nvSpPr>
              <p:cNvPr id="84" name="Shape 84"/>
              <p:cNvSpPr/>
              <p:nvPr/>
            </p:nvSpPr>
            <p:spPr>
              <a:xfrm rot="5400000">
                <a:off x="68440" y="851756"/>
                <a:ext cx="2074354" cy="3708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defTabSz="914400">
                  <a:defRPr sz="1800">
                    <a:solidFill>
                      <a:srgbClr val="FFFFFF"/>
                    </a:solidFill>
                  </a:defRPr>
                </a:lvl1pPr>
              </a:lstStyle>
              <a:p>
                <a:pPr lvl="0">
                  <a:defRPr>
                    <a:solidFill>
                      <a:srgbClr val="000000"/>
                    </a:solidFill>
                  </a:defRPr>
                </a:pPr>
                <a:r>
                  <a:rPr>
                    <a:solidFill>
                      <a:srgbClr val="FFFFFF"/>
                    </a:solidFill>
                  </a:rPr>
                  <a:t>     </a:t>
                </a:r>
              </a:p>
            </p:txBody>
          </p:sp>
        </p:grpSp>
        <p:grpSp>
          <p:nvGrpSpPr>
            <p:cNvPr id="88" name="Group 88"/>
            <p:cNvGrpSpPr/>
            <p:nvPr/>
          </p:nvGrpSpPr>
          <p:grpSpPr>
            <a:xfrm>
              <a:off x="0" y="0"/>
              <a:ext cx="1693628" cy="1919770"/>
              <a:chOff x="0" y="0"/>
              <a:chExt cx="1693626" cy="1919768"/>
            </a:xfrm>
          </p:grpSpPr>
          <p:sp>
            <p:nvSpPr>
              <p:cNvPr id="86" name="Shape 86"/>
              <p:cNvSpPr/>
              <p:nvPr/>
            </p:nvSpPr>
            <p:spPr>
              <a:xfrm rot="16200000">
                <a:off x="-113072" y="113071"/>
                <a:ext cx="1919770" cy="1693627"/>
              </a:xfrm>
              <a:prstGeom prst="rect">
                <a:avLst/>
              </a:prstGeom>
              <a:solidFill>
                <a:srgbClr val="6CA0EE"/>
              </a:solidFill>
              <a:ln w="12700" cap="flat">
                <a:noFill/>
                <a:miter lim="400000"/>
              </a:ln>
              <a:effectLst/>
            </p:spPr>
            <p:txBody>
              <a:bodyPr wrap="square" lIns="0" tIns="0" rIns="0" bIns="0" numCol="1" anchor="ctr">
                <a:noAutofit/>
              </a:bodyPr>
              <a:lstStyle/>
              <a:p>
                <a:pPr lvl="0" defTabSz="914400">
                  <a:defRPr sz="1800"/>
                </a:pPr>
                <a:endParaRPr/>
              </a:p>
            </p:txBody>
          </p:sp>
          <p:sp>
            <p:nvSpPr>
              <p:cNvPr id="87" name="Shape 87"/>
              <p:cNvSpPr/>
              <p:nvPr/>
            </p:nvSpPr>
            <p:spPr>
              <a:xfrm rot="16200000">
                <a:off x="-113072" y="774464"/>
                <a:ext cx="1919770" cy="3708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defTabSz="914400">
                  <a:defRPr sz="1800">
                    <a:solidFill>
                      <a:srgbClr val="FFFFFF"/>
                    </a:solidFill>
                  </a:defRPr>
                </a:lvl1pPr>
              </a:lstStyle>
              <a:p>
                <a:pPr lvl="0">
                  <a:defRPr>
                    <a:solidFill>
                      <a:srgbClr val="000000"/>
                    </a:solidFill>
                  </a:defRPr>
                </a:pPr>
                <a:r>
                  <a:rPr>
                    <a:solidFill>
                      <a:srgbClr val="FFFFFF"/>
                    </a:solidFill>
                  </a:rPr>
                  <a:t>     </a:t>
                </a:r>
              </a:p>
            </p:txBody>
          </p:sp>
        </p:grpSp>
        <p:grpSp>
          <p:nvGrpSpPr>
            <p:cNvPr id="91" name="Group 91"/>
            <p:cNvGrpSpPr/>
            <p:nvPr/>
          </p:nvGrpSpPr>
          <p:grpSpPr>
            <a:xfrm>
              <a:off x="3904860" y="423807"/>
              <a:ext cx="5869378" cy="1778502"/>
              <a:chOff x="0" y="0"/>
              <a:chExt cx="5869376" cy="1778500"/>
            </a:xfrm>
          </p:grpSpPr>
          <p:sp>
            <p:nvSpPr>
              <p:cNvPr id="89" name="Shape 89"/>
              <p:cNvSpPr/>
              <p:nvPr/>
            </p:nvSpPr>
            <p:spPr>
              <a:xfrm rot="16200000">
                <a:off x="2045438" y="-2045439"/>
                <a:ext cx="1778501" cy="586937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0"/>
                    </a:lnTo>
                    <a:lnTo>
                      <a:pt x="21600" y="18901"/>
                    </a:lnTo>
                    <a:lnTo>
                      <a:pt x="21599" y="18901"/>
                    </a:lnTo>
                    <a:lnTo>
                      <a:pt x="10801" y="21600"/>
                    </a:lnTo>
                    <a:lnTo>
                      <a:pt x="4" y="18901"/>
                    </a:lnTo>
                    <a:lnTo>
                      <a:pt x="0" y="18901"/>
                    </a:lnTo>
                    <a:close/>
                  </a:path>
                </a:pathLst>
              </a:custGeom>
              <a:solidFill>
                <a:srgbClr val="6CA0EE"/>
              </a:solidFill>
              <a:ln w="12700" cap="flat">
                <a:noFill/>
                <a:miter lim="400000"/>
              </a:ln>
              <a:effectLst/>
            </p:spPr>
            <p:txBody>
              <a:bodyPr wrap="square" lIns="0" tIns="0" rIns="0" bIns="0" numCol="1" anchor="ctr">
                <a:noAutofit/>
              </a:bodyPr>
              <a:lstStyle/>
              <a:p>
                <a:pPr lvl="0" defTabSz="914400">
                  <a:defRPr sz="1800"/>
                </a:pPr>
                <a:endParaRPr/>
              </a:p>
            </p:txBody>
          </p:sp>
          <p:sp>
            <p:nvSpPr>
              <p:cNvPr id="90" name="Shape 90"/>
              <p:cNvSpPr/>
              <p:nvPr/>
            </p:nvSpPr>
            <p:spPr>
              <a:xfrm rot="16200000">
                <a:off x="2045438" y="703830"/>
                <a:ext cx="1778501" cy="3708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defTabSz="914400">
                  <a:defRPr sz="1800">
                    <a:solidFill>
                      <a:srgbClr val="FFFFFF"/>
                    </a:solidFill>
                  </a:defRPr>
                </a:lvl1pPr>
              </a:lstStyle>
              <a:p>
                <a:pPr lvl="0">
                  <a:defRPr>
                    <a:solidFill>
                      <a:srgbClr val="000000"/>
                    </a:solidFill>
                  </a:defRPr>
                </a:pPr>
                <a:r>
                  <a:rPr>
                    <a:solidFill>
                      <a:srgbClr val="FFFFFF"/>
                    </a:solidFill>
                  </a:rPr>
                  <a:t>   </a:t>
                </a:r>
              </a:p>
            </p:txBody>
          </p:sp>
        </p:grpSp>
        <p:sp>
          <p:nvSpPr>
            <p:cNvPr id="92" name="Shape 92"/>
            <p:cNvSpPr/>
            <p:nvPr/>
          </p:nvSpPr>
          <p:spPr>
            <a:xfrm>
              <a:off x="1691527" y="9319"/>
              <a:ext cx="2215436" cy="2198375"/>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4149"/>
                  </a:lnTo>
                  <a:lnTo>
                    <a:pt x="21583" y="21600"/>
                  </a:lnTo>
                  <a:lnTo>
                    <a:pt x="30" y="18802"/>
                  </a:lnTo>
                  <a:lnTo>
                    <a:pt x="0" y="0"/>
                  </a:lnTo>
                  <a:close/>
                </a:path>
              </a:pathLst>
            </a:custGeom>
            <a:solidFill>
              <a:srgbClr val="74ACFF"/>
            </a:solidFill>
            <a:ln w="12700" cap="flat">
              <a:noFill/>
              <a:miter lim="400000"/>
            </a:ln>
            <a:effectLst/>
          </p:spPr>
          <p:txBody>
            <a:bodyPr wrap="square" lIns="0" tIns="0" rIns="0" bIns="0" numCol="1" anchor="ctr">
              <a:noAutofit/>
            </a:bodyPr>
            <a:lstStyle/>
            <a:p>
              <a:pPr lvl="0">
                <a:defRPr sz="3200">
                  <a:latin typeface="Helvetica Light"/>
                  <a:ea typeface="Helvetica Light"/>
                  <a:cs typeface="Helvetica Light"/>
                  <a:sym typeface="Helvetica Light"/>
                </a:defRPr>
              </a:pPr>
              <a:endParaRPr/>
            </a:p>
          </p:txBody>
        </p:sp>
      </p:grpSp>
      <p:sp>
        <p:nvSpPr>
          <p:cNvPr id="94" name="Shape 94"/>
          <p:cNvSpPr/>
          <p:nvPr/>
        </p:nvSpPr>
        <p:spPr>
          <a:xfrm>
            <a:off x="2501899" y="296862"/>
            <a:ext cx="5041902" cy="995681"/>
          </a:xfrm>
          <a:prstGeom prst="rect">
            <a:avLst/>
          </a:prstGeom>
          <a:ln w="12700">
            <a:miter lim="400000"/>
          </a:ln>
          <a:extLst>
            <a:ext uri="{C572A759-6A51-4108-AA02-DFA0A04FC94B}">
              <ma14:wrappingTextBoxFlag xmlns:ma14="http://schemas.microsoft.com/office/mac/drawingml/2011/main" val="1"/>
            </a:ext>
          </a:extLst>
        </p:spPr>
        <p:txBody>
          <a:bodyPr tIns="91439" bIns="91439">
            <a:spAutoFit/>
          </a:bodyPr>
          <a:lstStyle>
            <a:lvl1pPr algn="l" defTabSz="914400">
              <a:defRPr>
                <a:solidFill>
                  <a:srgbClr val="0250DE"/>
                </a:solidFill>
                <a:latin typeface="Microsoft YaHei"/>
                <a:ea typeface="Microsoft YaHei"/>
                <a:cs typeface="Microsoft YaHei"/>
                <a:sym typeface="Microsoft YaHei"/>
              </a:defRPr>
            </a:lvl1pPr>
          </a:lstStyle>
          <a:p>
            <a:pPr lvl="0">
              <a:defRPr sz="1800">
                <a:solidFill>
                  <a:srgbClr val="000000"/>
                </a:solidFill>
              </a:defRPr>
            </a:pPr>
            <a:r>
              <a:rPr sz="4800">
                <a:solidFill>
                  <a:srgbClr val="0250DE"/>
                </a:solidFill>
              </a:rPr>
              <a:t>1.选题意义及目的</a:t>
            </a:r>
          </a:p>
        </p:txBody>
      </p:sp>
      <p:sp>
        <p:nvSpPr>
          <p:cNvPr id="95" name="Shape 95"/>
          <p:cNvSpPr/>
          <p:nvPr/>
        </p:nvSpPr>
        <p:spPr>
          <a:xfrm>
            <a:off x="16254412" y="4049712"/>
            <a:ext cx="5040313" cy="995681"/>
          </a:xfrm>
          <a:prstGeom prst="rect">
            <a:avLst/>
          </a:prstGeom>
          <a:ln w="12700">
            <a:miter lim="400000"/>
          </a:ln>
          <a:extLst>
            <a:ext uri="{C572A759-6A51-4108-AA02-DFA0A04FC94B}">
              <ma14:wrappingTextBoxFlag xmlns:ma14="http://schemas.microsoft.com/office/mac/drawingml/2011/main" val="1"/>
            </a:ext>
          </a:extLst>
        </p:spPr>
        <p:txBody>
          <a:bodyPr tIns="91439" bIns="91439">
            <a:spAutoFit/>
          </a:bodyPr>
          <a:lstStyle>
            <a:lvl1pPr algn="l" defTabSz="914400">
              <a:defRPr>
                <a:solidFill>
                  <a:srgbClr val="FFFFFF"/>
                </a:solidFill>
                <a:latin typeface="Microsoft YaHei"/>
                <a:ea typeface="Microsoft YaHei"/>
                <a:cs typeface="Microsoft YaHei"/>
                <a:sym typeface="Microsoft YaHei"/>
              </a:defRPr>
            </a:lvl1pPr>
          </a:lstStyle>
          <a:p>
            <a:pPr lvl="0">
              <a:defRPr sz="1800">
                <a:solidFill>
                  <a:srgbClr val="000000"/>
                </a:solidFill>
              </a:defRPr>
            </a:pPr>
            <a:r>
              <a:rPr sz="4800">
                <a:solidFill>
                  <a:srgbClr val="FFFFFF"/>
                </a:solidFill>
              </a:rPr>
              <a:t>1.选题意义及目的</a:t>
            </a:r>
          </a:p>
        </p:txBody>
      </p:sp>
      <p:sp>
        <p:nvSpPr>
          <p:cNvPr id="96" name="Shape 96"/>
          <p:cNvSpPr/>
          <p:nvPr/>
        </p:nvSpPr>
        <p:spPr>
          <a:xfrm>
            <a:off x="16254412" y="5861050"/>
            <a:ext cx="5040313" cy="995680"/>
          </a:xfrm>
          <a:prstGeom prst="rect">
            <a:avLst/>
          </a:prstGeom>
          <a:ln w="12700">
            <a:miter lim="400000"/>
          </a:ln>
          <a:extLst>
            <a:ext uri="{C572A759-6A51-4108-AA02-DFA0A04FC94B}">
              <ma14:wrappingTextBoxFlag xmlns:ma14="http://schemas.microsoft.com/office/mac/drawingml/2011/main" val="1"/>
            </a:ext>
          </a:extLst>
        </p:spPr>
        <p:txBody>
          <a:bodyPr tIns="91439" bIns="91439">
            <a:spAutoFit/>
          </a:bodyPr>
          <a:lstStyle>
            <a:lvl1pPr algn="l" defTabSz="914400">
              <a:defRPr>
                <a:solidFill>
                  <a:srgbClr val="FFFFFF"/>
                </a:solidFill>
                <a:latin typeface="Microsoft YaHei"/>
                <a:ea typeface="Microsoft YaHei"/>
                <a:cs typeface="Microsoft YaHei"/>
                <a:sym typeface="Microsoft YaHei"/>
              </a:defRPr>
            </a:lvl1pPr>
          </a:lstStyle>
          <a:p>
            <a:pPr lvl="0">
              <a:defRPr sz="1800">
                <a:solidFill>
                  <a:srgbClr val="000000"/>
                </a:solidFill>
              </a:defRPr>
            </a:pPr>
            <a:r>
              <a:rPr sz="4800">
                <a:solidFill>
                  <a:srgbClr val="FFFFFF"/>
                </a:solidFill>
              </a:rPr>
              <a:t>1.选题意义及目的</a:t>
            </a:r>
          </a:p>
        </p:txBody>
      </p:sp>
      <p:sp>
        <p:nvSpPr>
          <p:cNvPr id="97" name="Shape 97"/>
          <p:cNvSpPr/>
          <p:nvPr/>
        </p:nvSpPr>
        <p:spPr>
          <a:xfrm>
            <a:off x="16254412" y="7673975"/>
            <a:ext cx="5040313" cy="995680"/>
          </a:xfrm>
          <a:prstGeom prst="rect">
            <a:avLst/>
          </a:prstGeom>
          <a:ln w="12700">
            <a:miter lim="400000"/>
          </a:ln>
          <a:extLst>
            <a:ext uri="{C572A759-6A51-4108-AA02-DFA0A04FC94B}">
              <ma14:wrappingTextBoxFlag xmlns:ma14="http://schemas.microsoft.com/office/mac/drawingml/2011/main" val="1"/>
            </a:ext>
          </a:extLst>
        </p:spPr>
        <p:txBody>
          <a:bodyPr tIns="91439" bIns="91439">
            <a:spAutoFit/>
          </a:bodyPr>
          <a:lstStyle>
            <a:lvl1pPr algn="l" defTabSz="914400">
              <a:defRPr>
                <a:solidFill>
                  <a:srgbClr val="FFFFFF"/>
                </a:solidFill>
                <a:latin typeface="Microsoft YaHei"/>
                <a:ea typeface="Microsoft YaHei"/>
                <a:cs typeface="Microsoft YaHei"/>
                <a:sym typeface="Microsoft YaHei"/>
              </a:defRPr>
            </a:lvl1pPr>
          </a:lstStyle>
          <a:p>
            <a:pPr lvl="0">
              <a:defRPr sz="1800">
                <a:solidFill>
                  <a:srgbClr val="000000"/>
                </a:solidFill>
              </a:defRPr>
            </a:pPr>
            <a:r>
              <a:rPr sz="4800">
                <a:solidFill>
                  <a:srgbClr val="FFFFFF"/>
                </a:solidFill>
              </a:rPr>
              <a:t>1.选题意义及目的</a:t>
            </a:r>
          </a:p>
        </p:txBody>
      </p:sp>
      <p:sp>
        <p:nvSpPr>
          <p:cNvPr id="98" name="Shape 98"/>
          <p:cNvSpPr/>
          <p:nvPr/>
        </p:nvSpPr>
        <p:spPr>
          <a:xfrm>
            <a:off x="16254412" y="9375775"/>
            <a:ext cx="5040313" cy="995680"/>
          </a:xfrm>
          <a:prstGeom prst="rect">
            <a:avLst/>
          </a:prstGeom>
          <a:ln w="12700">
            <a:miter lim="400000"/>
          </a:ln>
          <a:extLst>
            <a:ext uri="{C572A759-6A51-4108-AA02-DFA0A04FC94B}">
              <ma14:wrappingTextBoxFlag xmlns:ma14="http://schemas.microsoft.com/office/mac/drawingml/2011/main" val="1"/>
            </a:ext>
          </a:extLst>
        </p:spPr>
        <p:txBody>
          <a:bodyPr tIns="91439" bIns="91439">
            <a:spAutoFit/>
          </a:bodyPr>
          <a:lstStyle>
            <a:lvl1pPr algn="l" defTabSz="914400">
              <a:defRPr>
                <a:solidFill>
                  <a:srgbClr val="FFFFFF"/>
                </a:solidFill>
                <a:latin typeface="Microsoft YaHei"/>
                <a:ea typeface="Microsoft YaHei"/>
                <a:cs typeface="Microsoft YaHei"/>
                <a:sym typeface="Microsoft YaHei"/>
              </a:defRPr>
            </a:lvl1pPr>
          </a:lstStyle>
          <a:p>
            <a:pPr lvl="0">
              <a:defRPr sz="1800">
                <a:solidFill>
                  <a:srgbClr val="000000"/>
                </a:solidFill>
              </a:defRPr>
            </a:pPr>
            <a:r>
              <a:rPr sz="4800">
                <a:solidFill>
                  <a:srgbClr val="FFFFFF"/>
                </a:solidFill>
              </a:rPr>
              <a:t>1.选题意义及目的</a:t>
            </a:r>
          </a:p>
        </p:txBody>
      </p:sp>
      <p:sp>
        <p:nvSpPr>
          <p:cNvPr id="99" name="Shape 99"/>
          <p:cNvSpPr/>
          <p:nvPr/>
        </p:nvSpPr>
        <p:spPr>
          <a:xfrm>
            <a:off x="2124075" y="7883525"/>
            <a:ext cx="8926513" cy="3163888"/>
          </a:xfrm>
          <a:prstGeom prst="rect">
            <a:avLst/>
          </a:prstGeom>
          <a:solidFill>
            <a:srgbClr val="DDDEE0"/>
          </a:solidFill>
          <a:ln w="12700">
            <a:miter lim="400000"/>
          </a:ln>
        </p:spPr>
        <p:txBody>
          <a:bodyPr lIns="0" tIns="0" rIns="0" bIns="0" anchor="ctr"/>
          <a:lstStyle/>
          <a:p>
            <a:pPr lvl="0">
              <a:defRPr sz="3200">
                <a:solidFill>
                  <a:srgbClr val="FFFFFF"/>
                </a:solidFill>
                <a:latin typeface="Helvetica Light"/>
                <a:ea typeface="Helvetica Light"/>
                <a:cs typeface="Helvetica Light"/>
                <a:sym typeface="Helvetica Light"/>
              </a:defRPr>
            </a:pPr>
            <a:endParaRPr/>
          </a:p>
        </p:txBody>
      </p:sp>
      <p:sp>
        <p:nvSpPr>
          <p:cNvPr id="100" name="Shape 100"/>
          <p:cNvSpPr/>
          <p:nvPr/>
        </p:nvSpPr>
        <p:spPr>
          <a:xfrm>
            <a:off x="6261100" y="9466262"/>
            <a:ext cx="4333875" cy="1008381"/>
          </a:xfrm>
          <a:prstGeom prst="rect">
            <a:avLst/>
          </a:prstGeom>
          <a:ln w="12700">
            <a:miter lim="400000"/>
          </a:ln>
          <a:extLst>
            <a:ext uri="{C572A759-6A51-4108-AA02-DFA0A04FC94B}">
              <ma14:wrappingTextBoxFlag xmlns:ma14="http://schemas.microsoft.com/office/mac/drawingml/2011/main" val="1"/>
            </a:ext>
          </a:extLst>
        </p:spPr>
        <p:txBody>
          <a:bodyPr tIns="91439" bIns="91439">
            <a:spAutoFit/>
          </a:bodyPr>
          <a:lstStyle>
            <a:lvl1pPr algn="l" defTabSz="914400">
              <a:lnSpc>
                <a:spcPct val="150000"/>
              </a:lnSpc>
              <a:defRPr sz="2000">
                <a:solidFill>
                  <a:srgbClr val="53585F"/>
                </a:solidFill>
                <a:latin typeface="Microsoft YaHei"/>
                <a:ea typeface="Microsoft YaHei"/>
                <a:cs typeface="Microsoft YaHei"/>
                <a:sym typeface="Microsoft YaHei"/>
              </a:defRPr>
            </a:lvl1pPr>
          </a:lstStyle>
          <a:p>
            <a:pPr lvl="0">
              <a:defRPr sz="1800">
                <a:solidFill>
                  <a:srgbClr val="000000"/>
                </a:solidFill>
              </a:defRPr>
            </a:pPr>
            <a:r>
              <a:rPr sz="2000">
                <a:solidFill>
                  <a:srgbClr val="53585F"/>
                </a:solidFill>
              </a:rPr>
              <a:t>选题意义及目的选题意义及目的选题意义及目的选题意义及目的</a:t>
            </a:r>
          </a:p>
        </p:txBody>
      </p:sp>
      <p:grpSp>
        <p:nvGrpSpPr>
          <p:cNvPr id="110" name="Group 110"/>
          <p:cNvGrpSpPr/>
          <p:nvPr/>
        </p:nvGrpSpPr>
        <p:grpSpPr>
          <a:xfrm>
            <a:off x="2124075" y="7820024"/>
            <a:ext cx="4137025" cy="1833564"/>
            <a:chOff x="0" y="0"/>
            <a:chExt cx="4137024" cy="1833562"/>
          </a:xfrm>
        </p:grpSpPr>
        <p:sp>
          <p:nvSpPr>
            <p:cNvPr id="101" name="Shape 101"/>
            <p:cNvSpPr/>
            <p:nvPr/>
          </p:nvSpPr>
          <p:spPr>
            <a:xfrm>
              <a:off x="1613561" y="360414"/>
              <a:ext cx="2523464" cy="1473149"/>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7771"/>
                  </a:lnTo>
                  <a:lnTo>
                    <a:pt x="12496" y="0"/>
                  </a:lnTo>
                  <a:lnTo>
                    <a:pt x="0" y="21600"/>
                  </a:lnTo>
                  <a:close/>
                </a:path>
              </a:pathLst>
            </a:custGeom>
            <a:solidFill>
              <a:srgbClr val="FFFFFF"/>
            </a:solidFill>
            <a:ln w="12700" cap="flat">
              <a:noFill/>
              <a:miter lim="400000"/>
            </a:ln>
            <a:effectLst>
              <a:outerShdw blurRad="1054100" dist="67059" dir="86287" rotWithShape="0">
                <a:srgbClr val="000000">
                  <a:alpha val="46105"/>
                </a:srgbClr>
              </a:outerShdw>
            </a:effectLst>
          </p:spPr>
          <p:txBody>
            <a:bodyPr wrap="square" lIns="0" tIns="0" rIns="0" bIns="0" numCol="1" anchor="ctr">
              <a:noAutofit/>
            </a:bodyPr>
            <a:lstStyle/>
            <a:p>
              <a:pPr lvl="0">
                <a:defRPr sz="3200">
                  <a:latin typeface="Helvetica Light"/>
                  <a:ea typeface="Helvetica Light"/>
                  <a:cs typeface="Helvetica Light"/>
                  <a:sym typeface="Helvetica Light"/>
                </a:defRPr>
              </a:pPr>
              <a:endParaRPr/>
            </a:p>
          </p:txBody>
        </p:sp>
        <p:grpSp>
          <p:nvGrpSpPr>
            <p:cNvPr id="104" name="Group 104"/>
            <p:cNvGrpSpPr/>
            <p:nvPr/>
          </p:nvGrpSpPr>
          <p:grpSpPr>
            <a:xfrm>
              <a:off x="2945192" y="796307"/>
              <a:ext cx="430281" cy="237929"/>
              <a:chOff x="0" y="1"/>
              <a:chExt cx="430280" cy="237928"/>
            </a:xfrm>
          </p:grpSpPr>
          <p:sp>
            <p:nvSpPr>
              <p:cNvPr id="102" name="Shape 102"/>
              <p:cNvSpPr/>
              <p:nvPr/>
            </p:nvSpPr>
            <p:spPr>
              <a:xfrm>
                <a:off x="-1" y="81802"/>
                <a:ext cx="184047" cy="154897"/>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20760" y="4460"/>
                    </a:lnTo>
                    <a:lnTo>
                      <a:pt x="3000" y="0"/>
                    </a:lnTo>
                    <a:lnTo>
                      <a:pt x="0" y="10841"/>
                    </a:lnTo>
                    <a:cubicBezTo>
                      <a:pt x="3355" y="13252"/>
                      <a:pt x="7200" y="16031"/>
                      <a:pt x="10800" y="17655"/>
                    </a:cubicBezTo>
                    <a:cubicBezTo>
                      <a:pt x="14400" y="19280"/>
                      <a:pt x="17915" y="20715"/>
                      <a:pt x="21600" y="21600"/>
                    </a:cubicBezTo>
                    <a:close/>
                  </a:path>
                </a:pathLst>
              </a:custGeom>
              <a:solidFill>
                <a:srgbClr val="59595B"/>
              </a:solidFill>
              <a:ln w="12700" cap="flat">
                <a:noFill/>
                <a:miter lim="400000"/>
              </a:ln>
              <a:effectLst/>
            </p:spPr>
            <p:txBody>
              <a:bodyPr wrap="square" lIns="0" tIns="0" rIns="0" bIns="0" numCol="1" anchor="ctr">
                <a:noAutofit/>
              </a:bodyPr>
              <a:lstStyle/>
              <a:p>
                <a:pPr lvl="0">
                  <a:defRPr sz="3200">
                    <a:latin typeface="Helvetica Light"/>
                    <a:ea typeface="Helvetica Light"/>
                    <a:cs typeface="Helvetica Light"/>
                    <a:sym typeface="Helvetica Light"/>
                  </a:defRPr>
                </a:pPr>
                <a:endParaRPr/>
              </a:p>
            </p:txBody>
          </p:sp>
          <p:sp>
            <p:nvSpPr>
              <p:cNvPr id="103" name="Shape 103"/>
              <p:cNvSpPr/>
              <p:nvPr/>
            </p:nvSpPr>
            <p:spPr>
              <a:xfrm>
                <a:off x="105573" y="1"/>
                <a:ext cx="324708" cy="237929"/>
              </a:xfrm>
              <a:custGeom>
                <a:avLst/>
                <a:gdLst/>
                <a:ahLst/>
                <a:cxnLst>
                  <a:cxn ang="0">
                    <a:pos x="wd2" y="hd2"/>
                  </a:cxn>
                  <a:cxn ang="5400000">
                    <a:pos x="wd2" y="hd2"/>
                  </a:cxn>
                  <a:cxn ang="10800000">
                    <a:pos x="wd2" y="hd2"/>
                  </a:cxn>
                  <a:cxn ang="16200000">
                    <a:pos x="wd2" y="hd2"/>
                  </a:cxn>
                </a:cxnLst>
                <a:rect l="0" t="0" r="r" b="b"/>
                <a:pathLst>
                  <a:path w="21600" h="21471" extrusionOk="0">
                    <a:moveTo>
                      <a:pt x="6091" y="20765"/>
                    </a:moveTo>
                    <a:cubicBezTo>
                      <a:pt x="7456" y="21170"/>
                      <a:pt x="8835" y="21271"/>
                      <a:pt x="10201" y="21357"/>
                    </a:cubicBezTo>
                    <a:cubicBezTo>
                      <a:pt x="11566" y="21442"/>
                      <a:pt x="12926" y="21600"/>
                      <a:pt x="14283" y="21275"/>
                    </a:cubicBezTo>
                    <a:cubicBezTo>
                      <a:pt x="15627" y="21066"/>
                      <a:pt x="16565" y="20288"/>
                      <a:pt x="17668" y="19616"/>
                    </a:cubicBezTo>
                    <a:cubicBezTo>
                      <a:pt x="18770" y="18945"/>
                      <a:pt x="19766" y="17897"/>
                      <a:pt x="20637" y="16805"/>
                    </a:cubicBezTo>
                    <a:cubicBezTo>
                      <a:pt x="20717" y="16378"/>
                      <a:pt x="21019" y="16053"/>
                      <a:pt x="21178" y="15658"/>
                    </a:cubicBezTo>
                    <a:cubicBezTo>
                      <a:pt x="21336" y="15262"/>
                      <a:pt x="21351" y="14795"/>
                      <a:pt x="21431" y="14369"/>
                    </a:cubicBezTo>
                    <a:cubicBezTo>
                      <a:pt x="21511" y="13942"/>
                      <a:pt x="21513" y="13555"/>
                      <a:pt x="21515" y="13098"/>
                    </a:cubicBezTo>
                    <a:cubicBezTo>
                      <a:pt x="21518" y="12640"/>
                      <a:pt x="21520" y="12112"/>
                      <a:pt x="21600" y="11685"/>
                    </a:cubicBezTo>
                    <a:cubicBezTo>
                      <a:pt x="20709" y="8574"/>
                      <a:pt x="18179" y="6200"/>
                      <a:pt x="15929" y="4253"/>
                    </a:cubicBezTo>
                    <a:cubicBezTo>
                      <a:pt x="13679" y="2305"/>
                      <a:pt x="10975" y="1014"/>
                      <a:pt x="8099" y="0"/>
                    </a:cubicBezTo>
                    <a:lnTo>
                      <a:pt x="0" y="7426"/>
                    </a:lnTo>
                    <a:lnTo>
                      <a:pt x="5389" y="9171"/>
                    </a:lnTo>
                    <a:lnTo>
                      <a:pt x="6091" y="20765"/>
                    </a:lnTo>
                    <a:close/>
                  </a:path>
                </a:pathLst>
              </a:custGeom>
              <a:solidFill>
                <a:srgbClr val="0250DE"/>
              </a:solidFill>
              <a:ln w="12700" cap="flat">
                <a:noFill/>
                <a:miter lim="400000"/>
              </a:ln>
              <a:effectLst/>
            </p:spPr>
            <p:txBody>
              <a:bodyPr wrap="square" lIns="0" tIns="0" rIns="0" bIns="0" numCol="1" anchor="ctr">
                <a:noAutofit/>
              </a:bodyPr>
              <a:lstStyle/>
              <a:p>
                <a:pPr lvl="0">
                  <a:defRPr sz="3200">
                    <a:latin typeface="Helvetica Light"/>
                    <a:ea typeface="Helvetica Light"/>
                    <a:cs typeface="Helvetica Light"/>
                    <a:sym typeface="Helvetica Light"/>
                  </a:defRPr>
                </a:pPr>
                <a:endParaRPr/>
              </a:p>
            </p:txBody>
          </p:sp>
        </p:grpSp>
        <p:sp>
          <p:nvSpPr>
            <p:cNvPr id="105" name="Shape 105"/>
            <p:cNvSpPr/>
            <p:nvPr/>
          </p:nvSpPr>
          <p:spPr>
            <a:xfrm>
              <a:off x="1613561" y="-1"/>
              <a:ext cx="2240748" cy="1830543"/>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4161"/>
                  </a:lnTo>
                  <a:lnTo>
                    <a:pt x="13524" y="0"/>
                  </a:lnTo>
                  <a:lnTo>
                    <a:pt x="0" y="21600"/>
                  </a:lnTo>
                  <a:close/>
                </a:path>
              </a:pathLst>
            </a:custGeom>
            <a:solidFill>
              <a:srgbClr val="FFFFFF"/>
            </a:solidFill>
            <a:ln w="12700" cap="flat">
              <a:noFill/>
              <a:miter lim="400000"/>
            </a:ln>
            <a:effectLst>
              <a:outerShdw blurRad="1054100" dist="67059" dir="86287" rotWithShape="0">
                <a:srgbClr val="000000">
                  <a:alpha val="46105"/>
                </a:srgbClr>
              </a:outerShdw>
            </a:effectLst>
          </p:spPr>
          <p:txBody>
            <a:bodyPr wrap="square" lIns="0" tIns="0" rIns="0" bIns="0" numCol="1" anchor="ctr">
              <a:noAutofit/>
            </a:bodyPr>
            <a:lstStyle/>
            <a:p>
              <a:pPr lvl="0">
                <a:defRPr sz="3200">
                  <a:latin typeface="Helvetica Light"/>
                  <a:ea typeface="Helvetica Light"/>
                  <a:cs typeface="Helvetica Light"/>
                  <a:sym typeface="Helvetica Light"/>
                </a:defRPr>
              </a:pPr>
              <a:endParaRPr/>
            </a:p>
          </p:txBody>
        </p:sp>
        <p:sp>
          <p:nvSpPr>
            <p:cNvPr id="106" name="Shape 106"/>
            <p:cNvSpPr/>
            <p:nvPr/>
          </p:nvSpPr>
          <p:spPr>
            <a:xfrm>
              <a:off x="859981" y="35547"/>
              <a:ext cx="2353629" cy="1798016"/>
            </a:xfrm>
            <a:custGeom>
              <a:avLst/>
              <a:gdLst/>
              <a:ahLst/>
              <a:cxnLst>
                <a:cxn ang="0">
                  <a:pos x="wd2" y="hd2"/>
                </a:cxn>
                <a:cxn ang="5400000">
                  <a:pos x="wd2" y="hd2"/>
                </a:cxn>
                <a:cxn ang="10800000">
                  <a:pos x="wd2" y="hd2"/>
                </a:cxn>
                <a:cxn ang="16200000">
                  <a:pos x="wd2" y="hd2"/>
                </a:cxn>
              </a:cxnLst>
              <a:rect l="0" t="0" r="r" b="b"/>
              <a:pathLst>
                <a:path w="21600" h="21600" extrusionOk="0">
                  <a:moveTo>
                    <a:pt x="6864" y="21600"/>
                  </a:moveTo>
                  <a:lnTo>
                    <a:pt x="21600" y="0"/>
                  </a:lnTo>
                  <a:lnTo>
                    <a:pt x="0" y="89"/>
                  </a:lnTo>
                  <a:lnTo>
                    <a:pt x="6864" y="21600"/>
                  </a:lnTo>
                  <a:close/>
                </a:path>
              </a:pathLst>
            </a:custGeom>
            <a:solidFill>
              <a:srgbClr val="FFFFFF"/>
            </a:solidFill>
            <a:ln w="12700" cap="flat">
              <a:noFill/>
              <a:miter lim="400000"/>
            </a:ln>
            <a:effectLst>
              <a:outerShdw blurRad="1054100" dist="67059" dir="86287" rotWithShape="0">
                <a:srgbClr val="000000">
                  <a:alpha val="46105"/>
                </a:srgbClr>
              </a:outerShdw>
            </a:effectLst>
          </p:spPr>
          <p:txBody>
            <a:bodyPr wrap="square" lIns="0" tIns="0" rIns="0" bIns="0" numCol="1" anchor="ctr">
              <a:noAutofit/>
            </a:bodyPr>
            <a:lstStyle/>
            <a:p>
              <a:pPr lvl="0">
                <a:defRPr sz="3200">
                  <a:latin typeface="Helvetica Light"/>
                  <a:ea typeface="Helvetica Light"/>
                  <a:cs typeface="Helvetica Light"/>
                  <a:sym typeface="Helvetica Light"/>
                </a:defRPr>
              </a:pPr>
              <a:endParaRPr/>
            </a:p>
          </p:txBody>
        </p:sp>
        <p:sp>
          <p:nvSpPr>
            <p:cNvPr id="107" name="Shape 107"/>
            <p:cNvSpPr/>
            <p:nvPr/>
          </p:nvSpPr>
          <p:spPr>
            <a:xfrm>
              <a:off x="0" y="35547"/>
              <a:ext cx="2635994" cy="1794995"/>
            </a:xfrm>
            <a:custGeom>
              <a:avLst/>
              <a:gdLst/>
              <a:ahLst/>
              <a:cxnLst>
                <a:cxn ang="0">
                  <a:pos x="wd2" y="hd2"/>
                </a:cxn>
                <a:cxn ang="5400000">
                  <a:pos x="wd2" y="hd2"/>
                </a:cxn>
                <a:cxn ang="10800000">
                  <a:pos x="wd2" y="hd2"/>
                </a:cxn>
                <a:cxn ang="16200000">
                  <a:pos x="wd2" y="hd2"/>
                </a:cxn>
              </a:cxnLst>
              <a:rect l="0" t="0" r="r" b="b"/>
              <a:pathLst>
                <a:path w="21600" h="21600" extrusionOk="0">
                  <a:moveTo>
                    <a:pt x="0" y="1378"/>
                  </a:moveTo>
                  <a:lnTo>
                    <a:pt x="13216" y="21600"/>
                  </a:lnTo>
                  <a:lnTo>
                    <a:pt x="21600" y="3"/>
                  </a:lnTo>
                  <a:lnTo>
                    <a:pt x="416" y="0"/>
                  </a:lnTo>
                  <a:lnTo>
                    <a:pt x="0" y="1378"/>
                  </a:lnTo>
                  <a:close/>
                </a:path>
              </a:pathLst>
            </a:custGeom>
            <a:solidFill>
              <a:srgbClr val="FFFFFF"/>
            </a:solidFill>
            <a:ln w="12700" cap="flat">
              <a:noFill/>
              <a:miter lim="400000"/>
            </a:ln>
            <a:effectLst>
              <a:outerShdw blurRad="1054100" dist="67059" dir="86287" rotWithShape="0">
                <a:srgbClr val="000000">
                  <a:alpha val="46105"/>
                </a:srgbClr>
              </a:outerShdw>
            </a:effectLst>
          </p:spPr>
          <p:txBody>
            <a:bodyPr wrap="square" lIns="0" tIns="0" rIns="0" bIns="0" numCol="1" anchor="ctr">
              <a:noAutofit/>
            </a:bodyPr>
            <a:lstStyle/>
            <a:p>
              <a:pPr lvl="0">
                <a:defRPr sz="3200">
                  <a:latin typeface="Helvetica Light"/>
                  <a:ea typeface="Helvetica Light"/>
                  <a:cs typeface="Helvetica Light"/>
                  <a:sym typeface="Helvetica Light"/>
                </a:defRPr>
              </a:pPr>
              <a:endParaRPr/>
            </a:p>
          </p:txBody>
        </p:sp>
        <p:sp>
          <p:nvSpPr>
            <p:cNvPr id="108" name="Shape 108"/>
            <p:cNvSpPr/>
            <p:nvPr/>
          </p:nvSpPr>
          <p:spPr>
            <a:xfrm rot="151893">
              <a:off x="181324" y="36875"/>
              <a:ext cx="1474785" cy="1225906"/>
            </a:xfrm>
            <a:custGeom>
              <a:avLst/>
              <a:gdLst/>
              <a:ahLst/>
              <a:cxnLst>
                <a:cxn ang="0">
                  <a:pos x="wd2" y="hd2"/>
                </a:cxn>
                <a:cxn ang="5400000">
                  <a:pos x="wd2" y="hd2"/>
                </a:cxn>
                <a:cxn ang="10800000">
                  <a:pos x="wd2" y="hd2"/>
                </a:cxn>
                <a:cxn ang="16200000">
                  <a:pos x="wd2" y="hd2"/>
                </a:cxn>
              </a:cxnLst>
              <a:rect l="0" t="0" r="r" b="b"/>
              <a:pathLst>
                <a:path w="21600" h="21600" extrusionOk="0">
                  <a:moveTo>
                    <a:pt x="19389" y="21600"/>
                  </a:moveTo>
                  <a:lnTo>
                    <a:pt x="21600" y="17076"/>
                  </a:lnTo>
                  <a:lnTo>
                    <a:pt x="5047" y="0"/>
                  </a:lnTo>
                  <a:lnTo>
                    <a:pt x="0" y="101"/>
                  </a:lnTo>
                  <a:lnTo>
                    <a:pt x="19389" y="21600"/>
                  </a:lnTo>
                  <a:close/>
                </a:path>
              </a:pathLst>
            </a:custGeom>
            <a:solidFill>
              <a:srgbClr val="DCDEE0"/>
            </a:solidFill>
            <a:ln w="12700" cap="flat">
              <a:noFill/>
              <a:miter lim="400000"/>
            </a:ln>
            <a:effectLst/>
          </p:spPr>
          <p:txBody>
            <a:bodyPr wrap="square" lIns="0" tIns="0" rIns="0" bIns="0" numCol="1" anchor="ctr">
              <a:noAutofit/>
            </a:bodyPr>
            <a:lstStyle/>
            <a:p>
              <a:pPr lvl="0">
                <a:defRPr sz="3200">
                  <a:latin typeface="Helvetica Light"/>
                  <a:ea typeface="Helvetica Light"/>
                  <a:cs typeface="Helvetica Light"/>
                  <a:sym typeface="Helvetica Light"/>
                </a:defRPr>
              </a:pPr>
              <a:endParaRPr/>
            </a:p>
          </p:txBody>
        </p:sp>
        <p:sp>
          <p:nvSpPr>
            <p:cNvPr id="109" name="Shape 109"/>
            <p:cNvSpPr/>
            <p:nvPr/>
          </p:nvSpPr>
          <p:spPr>
            <a:xfrm rot="182596">
              <a:off x="834007" y="439726"/>
              <a:ext cx="480331" cy="512963"/>
            </a:xfrm>
            <a:custGeom>
              <a:avLst/>
              <a:gdLst/>
              <a:ahLst/>
              <a:cxnLst>
                <a:cxn ang="0">
                  <a:pos x="wd2" y="hd2"/>
                </a:cxn>
                <a:cxn ang="5400000">
                  <a:pos x="wd2" y="hd2"/>
                </a:cxn>
                <a:cxn ang="10800000">
                  <a:pos x="wd2" y="hd2"/>
                </a:cxn>
                <a:cxn ang="16200000">
                  <a:pos x="wd2" y="hd2"/>
                </a:cxn>
              </a:cxnLst>
              <a:rect l="0" t="0" r="r" b="b"/>
              <a:pathLst>
                <a:path w="21600" h="21600" extrusionOk="0">
                  <a:moveTo>
                    <a:pt x="0" y="9369"/>
                  </a:moveTo>
                  <a:lnTo>
                    <a:pt x="7072" y="0"/>
                  </a:lnTo>
                  <a:lnTo>
                    <a:pt x="21600" y="11767"/>
                  </a:lnTo>
                  <a:lnTo>
                    <a:pt x="14483" y="21600"/>
                  </a:lnTo>
                  <a:lnTo>
                    <a:pt x="0" y="9369"/>
                  </a:lnTo>
                  <a:close/>
                </a:path>
              </a:pathLst>
            </a:custGeom>
            <a:solidFill>
              <a:srgbClr val="0250DE"/>
            </a:solidFill>
            <a:ln w="12700" cap="flat">
              <a:noFill/>
              <a:miter lim="400000"/>
            </a:ln>
            <a:effectLst/>
          </p:spPr>
          <p:txBody>
            <a:bodyPr wrap="square" lIns="0" tIns="0" rIns="0" bIns="0" numCol="1" anchor="ctr">
              <a:noAutofit/>
            </a:bodyPr>
            <a:lstStyle/>
            <a:p>
              <a:pPr lvl="0">
                <a:defRPr sz="3200">
                  <a:latin typeface="Helvetica Light"/>
                  <a:ea typeface="Helvetica Light"/>
                  <a:cs typeface="Helvetica Light"/>
                  <a:sym typeface="Helvetica Light"/>
                </a:defRPr>
              </a:pPr>
              <a:endParaRPr/>
            </a:p>
          </p:txBody>
        </p:sp>
      </p:grpSp>
      <p:pic>
        <p:nvPicPr>
          <p:cNvPr id="111" name="photo-1429000263672-1b8b4008d2f7.jpeg"/>
          <p:cNvPicPr/>
          <p:nvPr/>
        </p:nvPicPr>
        <p:blipFill>
          <a:blip r:embed="rId2">
            <a:extLst/>
          </a:blip>
          <a:srcRect t="40240" r="24591"/>
          <a:stretch>
            <a:fillRect/>
          </a:stretch>
        </p:blipFill>
        <p:spPr>
          <a:xfrm>
            <a:off x="2124075" y="3184524"/>
            <a:ext cx="8926513" cy="4699001"/>
          </a:xfrm>
          <a:prstGeom prst="rect">
            <a:avLst/>
          </a:prstGeom>
          <a:ln w="12700">
            <a:miter lim="400000"/>
          </a:ln>
        </p:spPr>
      </p:pic>
    </p:spTree>
  </p:cSld>
  <p:clrMapOvr>
    <a:masterClrMapping/>
  </p:clrMapOvr>
  <p:transition spd="med"/>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 name="Shape 113"/>
          <p:cNvSpPr/>
          <p:nvPr/>
        </p:nvSpPr>
        <p:spPr>
          <a:xfrm>
            <a:off x="0" y="12890500"/>
            <a:ext cx="24382413" cy="838200"/>
          </a:xfrm>
          <a:prstGeom prst="rect">
            <a:avLst/>
          </a:prstGeom>
          <a:solidFill>
            <a:srgbClr val="DCDEE0"/>
          </a:solidFill>
          <a:ln w="12700">
            <a:miter lim="400000"/>
          </a:ln>
        </p:spPr>
        <p:txBody>
          <a:bodyPr lIns="0" tIns="0" rIns="0" bIns="0" anchor="ctr"/>
          <a:lstStyle/>
          <a:p>
            <a:pPr lvl="0" defTabSz="914400">
              <a:defRPr sz="3600">
                <a:solidFill>
                  <a:srgbClr val="FFFFFF"/>
                </a:solidFill>
              </a:defRPr>
            </a:pPr>
            <a:endParaRPr/>
          </a:p>
        </p:txBody>
      </p:sp>
      <p:sp>
        <p:nvSpPr>
          <p:cNvPr id="114" name="Shape 114"/>
          <p:cNvSpPr/>
          <p:nvPr/>
        </p:nvSpPr>
        <p:spPr>
          <a:xfrm>
            <a:off x="0" y="12890500"/>
            <a:ext cx="2124075" cy="838200"/>
          </a:xfrm>
          <a:prstGeom prst="rect">
            <a:avLst/>
          </a:prstGeom>
          <a:solidFill>
            <a:srgbClr val="0250DE"/>
          </a:solidFill>
          <a:ln w="12700">
            <a:miter lim="400000"/>
          </a:ln>
        </p:spPr>
        <p:txBody>
          <a:bodyPr lIns="0" tIns="0" rIns="0" bIns="0" anchor="ctr"/>
          <a:lstStyle/>
          <a:p>
            <a:pPr lvl="0" defTabSz="914400">
              <a:defRPr sz="3600">
                <a:solidFill>
                  <a:srgbClr val="FFFFFF"/>
                </a:solidFill>
              </a:defRPr>
            </a:pPr>
            <a:endParaRPr/>
          </a:p>
        </p:txBody>
      </p:sp>
      <p:sp>
        <p:nvSpPr>
          <p:cNvPr id="115" name="Shape 115"/>
          <p:cNvSpPr/>
          <p:nvPr/>
        </p:nvSpPr>
        <p:spPr>
          <a:xfrm>
            <a:off x="0" y="0"/>
            <a:ext cx="1270000" cy="1641475"/>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14047"/>
                </a:lnTo>
                <a:lnTo>
                  <a:pt x="21452" y="14047"/>
                </a:lnTo>
                <a:lnTo>
                  <a:pt x="21452" y="0"/>
                </a:lnTo>
                <a:lnTo>
                  <a:pt x="0" y="0"/>
                </a:lnTo>
                <a:close/>
              </a:path>
            </a:pathLst>
          </a:custGeom>
          <a:solidFill>
            <a:srgbClr val="585858"/>
          </a:solidFill>
          <a:ln w="12700">
            <a:miter lim="400000"/>
          </a:ln>
        </p:spPr>
        <p:txBody>
          <a:bodyPr lIns="0" tIns="0" rIns="0" bIns="0" anchor="ctr"/>
          <a:lstStyle/>
          <a:p>
            <a:pPr lvl="0" defTabSz="914400">
              <a:defRPr sz="3600">
                <a:solidFill>
                  <a:srgbClr val="FFFFFF"/>
                </a:solidFill>
              </a:defRPr>
            </a:pPr>
            <a:endParaRPr/>
          </a:p>
        </p:txBody>
      </p:sp>
      <p:sp>
        <p:nvSpPr>
          <p:cNvPr id="116" name="Shape 116"/>
          <p:cNvSpPr/>
          <p:nvPr/>
        </p:nvSpPr>
        <p:spPr>
          <a:xfrm>
            <a:off x="1647825" y="0"/>
            <a:ext cx="476250" cy="1063625"/>
          </a:xfrm>
          <a:prstGeom prst="rect">
            <a:avLst/>
          </a:prstGeom>
          <a:solidFill>
            <a:srgbClr val="0553DD"/>
          </a:solidFill>
          <a:ln w="12700">
            <a:miter lim="400000"/>
          </a:ln>
        </p:spPr>
        <p:txBody>
          <a:bodyPr lIns="0" tIns="0" rIns="0" bIns="0" anchor="ctr"/>
          <a:lstStyle/>
          <a:p>
            <a:pPr lvl="0" defTabSz="914400">
              <a:defRPr sz="3600">
                <a:solidFill>
                  <a:srgbClr val="FFFFFF"/>
                </a:solidFill>
              </a:defRPr>
            </a:pPr>
            <a:endParaRPr/>
          </a:p>
        </p:txBody>
      </p:sp>
      <p:sp>
        <p:nvSpPr>
          <p:cNvPr id="117" name="Shape 117"/>
          <p:cNvSpPr/>
          <p:nvPr/>
        </p:nvSpPr>
        <p:spPr>
          <a:xfrm>
            <a:off x="3990975" y="2562225"/>
            <a:ext cx="17748250" cy="2925763"/>
          </a:xfrm>
          <a:prstGeom prst="rect">
            <a:avLst/>
          </a:prstGeom>
          <a:solidFill>
            <a:srgbClr val="D9D9D9"/>
          </a:solidFill>
          <a:ln w="12700">
            <a:miter lim="400000"/>
          </a:ln>
        </p:spPr>
        <p:txBody>
          <a:bodyPr lIns="0" tIns="0" rIns="0" bIns="0" anchor="ctr"/>
          <a:lstStyle/>
          <a:p>
            <a:pPr lvl="0" defTabSz="914400">
              <a:defRPr sz="3600">
                <a:solidFill>
                  <a:srgbClr val="FFFFFF"/>
                </a:solidFill>
              </a:defRPr>
            </a:pPr>
            <a:endParaRPr/>
          </a:p>
        </p:txBody>
      </p:sp>
      <p:sp>
        <p:nvSpPr>
          <p:cNvPr id="118" name="Shape 118"/>
          <p:cNvSpPr/>
          <p:nvPr/>
        </p:nvSpPr>
        <p:spPr>
          <a:xfrm>
            <a:off x="3730625" y="4311650"/>
            <a:ext cx="4806951" cy="873125"/>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21600"/>
                </a:lnTo>
                <a:lnTo>
                  <a:pt x="20193" y="0"/>
                </a:lnTo>
                <a:lnTo>
                  <a:pt x="0" y="0"/>
                </a:lnTo>
                <a:close/>
              </a:path>
            </a:pathLst>
          </a:custGeom>
          <a:solidFill>
            <a:srgbClr val="0250DE"/>
          </a:solidFill>
          <a:ln w="12700">
            <a:miter lim="400000"/>
          </a:ln>
        </p:spPr>
        <p:txBody>
          <a:bodyPr lIns="0" tIns="0" rIns="0" bIns="0" anchor="ctr"/>
          <a:lstStyle/>
          <a:p>
            <a:pPr lvl="0" defTabSz="914400">
              <a:defRPr sz="3600">
                <a:solidFill>
                  <a:srgbClr val="FFFFFF"/>
                </a:solidFill>
              </a:defRPr>
            </a:pPr>
            <a:endParaRPr/>
          </a:p>
        </p:txBody>
      </p:sp>
      <p:sp>
        <p:nvSpPr>
          <p:cNvPr id="119" name="Shape 119"/>
          <p:cNvSpPr/>
          <p:nvPr/>
        </p:nvSpPr>
        <p:spPr>
          <a:xfrm flipH="1">
            <a:off x="3730625" y="4130675"/>
            <a:ext cx="260350" cy="180975"/>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0" y="0"/>
                </a:lnTo>
                <a:close/>
              </a:path>
            </a:pathLst>
          </a:custGeom>
          <a:solidFill>
            <a:srgbClr val="0070C0"/>
          </a:solidFill>
          <a:ln w="12700">
            <a:miter lim="400000"/>
          </a:ln>
        </p:spPr>
        <p:txBody>
          <a:bodyPr lIns="0" tIns="0" rIns="0" bIns="0" anchor="ctr"/>
          <a:lstStyle/>
          <a:p>
            <a:pPr lvl="0" defTabSz="914400">
              <a:defRPr sz="3600">
                <a:solidFill>
                  <a:srgbClr val="FFFFFF"/>
                </a:solidFill>
              </a:defRPr>
            </a:pPr>
            <a:endParaRPr/>
          </a:p>
        </p:txBody>
      </p:sp>
      <p:sp>
        <p:nvSpPr>
          <p:cNvPr id="120" name="Shape 120"/>
          <p:cNvSpPr/>
          <p:nvPr/>
        </p:nvSpPr>
        <p:spPr>
          <a:xfrm>
            <a:off x="17376775" y="2562225"/>
            <a:ext cx="0" cy="2925763"/>
          </a:xfrm>
          <a:prstGeom prst="line">
            <a:avLst/>
          </a:prstGeom>
          <a:ln w="25400">
            <a:solidFill>
              <a:srgbClr val="FCF8ED"/>
            </a:solidFill>
            <a:prstDash val="dash"/>
            <a:round/>
          </a:ln>
        </p:spPr>
        <p:txBody>
          <a:bodyPr lIns="0" tIns="0" rIns="0" bIns="0"/>
          <a:lstStyle/>
          <a:p>
            <a:pPr lvl="0" algn="l" defTabSz="457200">
              <a:defRPr sz="1200">
                <a:latin typeface="+mn-lt"/>
                <a:ea typeface="+mn-ea"/>
                <a:cs typeface="+mn-cs"/>
                <a:sym typeface="Helvetica"/>
              </a:defRPr>
            </a:pPr>
            <a:endParaRPr/>
          </a:p>
        </p:txBody>
      </p:sp>
      <p:sp>
        <p:nvSpPr>
          <p:cNvPr id="121" name="Shape 121"/>
          <p:cNvSpPr/>
          <p:nvPr/>
        </p:nvSpPr>
        <p:spPr>
          <a:xfrm>
            <a:off x="4460875" y="4341812"/>
            <a:ext cx="2706688" cy="843281"/>
          </a:xfrm>
          <a:prstGeom prst="rect">
            <a:avLst/>
          </a:prstGeom>
          <a:ln w="12700">
            <a:miter lim="400000"/>
          </a:ln>
          <a:extLst>
            <a:ext uri="{C572A759-6A51-4108-AA02-DFA0A04FC94B}">
              <ma14:wrappingTextBoxFlag xmlns:ma14="http://schemas.microsoft.com/office/mac/drawingml/2011/main" val="1"/>
            </a:ext>
          </a:extLst>
        </p:spPr>
        <p:txBody>
          <a:bodyPr tIns="91439" bIns="91439">
            <a:spAutoFit/>
          </a:bodyPr>
          <a:lstStyle>
            <a:lvl1pPr algn="l" defTabSz="914400">
              <a:defRPr sz="4000">
                <a:solidFill>
                  <a:srgbClr val="FFFFFF"/>
                </a:solidFill>
                <a:latin typeface="Microsoft YaHei"/>
                <a:ea typeface="Microsoft YaHei"/>
                <a:cs typeface="Microsoft YaHei"/>
                <a:sym typeface="Microsoft YaHei"/>
              </a:defRPr>
            </a:lvl1pPr>
          </a:lstStyle>
          <a:p>
            <a:pPr lvl="0">
              <a:defRPr sz="1800">
                <a:solidFill>
                  <a:srgbClr val="000000"/>
                </a:solidFill>
              </a:defRPr>
            </a:pPr>
            <a:r>
              <a:rPr sz="4000">
                <a:solidFill>
                  <a:srgbClr val="FFFFFF"/>
                </a:solidFill>
              </a:rPr>
              <a:t>输入文字</a:t>
            </a:r>
          </a:p>
        </p:txBody>
      </p:sp>
      <p:sp>
        <p:nvSpPr>
          <p:cNvPr id="122" name="Shape 122"/>
          <p:cNvSpPr/>
          <p:nvPr/>
        </p:nvSpPr>
        <p:spPr>
          <a:xfrm>
            <a:off x="18111787" y="3675062"/>
            <a:ext cx="2892426" cy="914401"/>
          </a:xfrm>
          <a:prstGeom prst="roundRect">
            <a:avLst>
              <a:gd name="adj" fmla="val 25000"/>
            </a:avLst>
          </a:prstGeom>
          <a:solidFill>
            <a:srgbClr val="0250DE"/>
          </a:solidFill>
          <a:ln w="12700">
            <a:miter lim="400000"/>
          </a:ln>
        </p:spPr>
        <p:txBody>
          <a:bodyPr lIns="0" tIns="0" rIns="0" bIns="0" anchor="ctr"/>
          <a:lstStyle/>
          <a:p>
            <a:pPr lvl="0" defTabSz="914400">
              <a:defRPr sz="3600">
                <a:solidFill>
                  <a:srgbClr val="FFFFFF"/>
                </a:solidFill>
                <a:latin typeface="Microsoft YaHei"/>
                <a:ea typeface="Microsoft YaHei"/>
                <a:cs typeface="Microsoft YaHei"/>
                <a:sym typeface="Microsoft YaHei"/>
              </a:defRPr>
            </a:pPr>
            <a:endParaRPr/>
          </a:p>
        </p:txBody>
      </p:sp>
      <p:sp>
        <p:nvSpPr>
          <p:cNvPr id="123" name="Shape 123"/>
          <p:cNvSpPr/>
          <p:nvPr/>
        </p:nvSpPr>
        <p:spPr>
          <a:xfrm>
            <a:off x="18461037" y="3674903"/>
            <a:ext cx="2193926" cy="779781"/>
          </a:xfrm>
          <a:prstGeom prst="rect">
            <a:avLst/>
          </a:prstGeom>
          <a:ln w="12700">
            <a:miter lim="400000"/>
          </a:ln>
          <a:extLst>
            <a:ext uri="{C572A759-6A51-4108-AA02-DFA0A04FC94B}">
              <ma14:wrappingTextBoxFlag xmlns:ma14="http://schemas.microsoft.com/office/mac/drawingml/2011/main" val="1"/>
            </a:ext>
          </a:extLst>
        </p:spPr>
        <p:txBody>
          <a:bodyPr tIns="91439" bIns="91439" anchor="ctr">
            <a:spAutoFit/>
          </a:bodyPr>
          <a:lstStyle>
            <a:lvl1pPr defTabSz="914400">
              <a:defRPr sz="3600">
                <a:solidFill>
                  <a:srgbClr val="FFFFFF"/>
                </a:solidFill>
                <a:latin typeface="Microsoft YaHei"/>
                <a:ea typeface="Microsoft YaHei"/>
                <a:cs typeface="Microsoft YaHei"/>
                <a:sym typeface="Microsoft YaHei"/>
              </a:defRPr>
            </a:lvl1pPr>
          </a:lstStyle>
          <a:p>
            <a:pPr lvl="0">
              <a:defRPr sz="1800">
                <a:solidFill>
                  <a:srgbClr val="000000"/>
                </a:solidFill>
              </a:defRPr>
            </a:pPr>
            <a:r>
              <a:rPr sz="3600">
                <a:solidFill>
                  <a:srgbClr val="FFFFFF"/>
                </a:solidFill>
              </a:rPr>
              <a:t>输入文字</a:t>
            </a:r>
          </a:p>
        </p:txBody>
      </p:sp>
      <p:sp>
        <p:nvSpPr>
          <p:cNvPr id="124" name="Shape 124"/>
          <p:cNvSpPr/>
          <p:nvPr/>
        </p:nvSpPr>
        <p:spPr>
          <a:xfrm>
            <a:off x="8864600" y="3175000"/>
            <a:ext cx="8001000" cy="1910081"/>
          </a:xfrm>
          <a:prstGeom prst="rect">
            <a:avLst/>
          </a:prstGeom>
          <a:ln w="12700">
            <a:miter lim="400000"/>
          </a:ln>
          <a:extLst>
            <a:ext uri="{C572A759-6A51-4108-AA02-DFA0A04FC94B}">
              <ma14:wrappingTextBoxFlag xmlns:ma14="http://schemas.microsoft.com/office/mac/drawingml/2011/main" val="1"/>
            </a:ext>
          </a:extLst>
        </p:spPr>
        <p:txBody>
          <a:bodyPr tIns="91439" bIns="91439">
            <a:spAutoFit/>
          </a:bodyPr>
          <a:lstStyle>
            <a:lvl1pPr algn="l" defTabSz="2566987">
              <a:lnSpc>
                <a:spcPct val="120000"/>
              </a:lnSpc>
              <a:defRPr sz="3000">
                <a:solidFill>
                  <a:srgbClr val="7B828C"/>
                </a:solidFill>
                <a:latin typeface="Microsoft YaHei"/>
                <a:ea typeface="Microsoft YaHei"/>
                <a:cs typeface="Microsoft YaHei"/>
                <a:sym typeface="Microsoft YaHei"/>
              </a:defRPr>
            </a:lvl1pPr>
          </a:lstStyle>
          <a:p>
            <a:pPr lvl="0">
              <a:defRPr sz="1800">
                <a:solidFill>
                  <a:srgbClr val="000000"/>
                </a:solidFill>
              </a:defRPr>
            </a:pPr>
            <a:r>
              <a:rPr sz="3000">
                <a:solidFill>
                  <a:srgbClr val="7B828C"/>
                </a:solidFill>
              </a:rPr>
              <a:t>选题意义及目的选题意义及目的选题意义及目的选题意义及目的选题意义及目的选题意义及目的选题意义及目的选题意义及目的</a:t>
            </a:r>
          </a:p>
        </p:txBody>
      </p:sp>
      <p:sp>
        <p:nvSpPr>
          <p:cNvPr id="125" name="Shape 125"/>
          <p:cNvSpPr/>
          <p:nvPr/>
        </p:nvSpPr>
        <p:spPr>
          <a:xfrm>
            <a:off x="3990975" y="5880100"/>
            <a:ext cx="17748250" cy="2927350"/>
          </a:xfrm>
          <a:prstGeom prst="rect">
            <a:avLst/>
          </a:prstGeom>
          <a:solidFill>
            <a:srgbClr val="D9D9D9"/>
          </a:solidFill>
          <a:ln w="12700">
            <a:miter lim="400000"/>
          </a:ln>
        </p:spPr>
        <p:txBody>
          <a:bodyPr lIns="0" tIns="0" rIns="0" bIns="0" anchor="ctr"/>
          <a:lstStyle/>
          <a:p>
            <a:pPr lvl="0" defTabSz="914400">
              <a:defRPr sz="3600">
                <a:solidFill>
                  <a:srgbClr val="FFFFFF"/>
                </a:solidFill>
              </a:defRPr>
            </a:pPr>
            <a:endParaRPr/>
          </a:p>
        </p:txBody>
      </p:sp>
      <p:sp>
        <p:nvSpPr>
          <p:cNvPr id="126" name="Shape 126"/>
          <p:cNvSpPr/>
          <p:nvPr/>
        </p:nvSpPr>
        <p:spPr>
          <a:xfrm>
            <a:off x="3730625" y="7631112"/>
            <a:ext cx="4806951" cy="87312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21600"/>
                </a:lnTo>
                <a:lnTo>
                  <a:pt x="20193" y="0"/>
                </a:lnTo>
                <a:lnTo>
                  <a:pt x="0" y="0"/>
                </a:lnTo>
                <a:close/>
              </a:path>
            </a:pathLst>
          </a:custGeom>
          <a:solidFill>
            <a:srgbClr val="0250DE"/>
          </a:solidFill>
          <a:ln w="12700">
            <a:miter lim="400000"/>
          </a:ln>
        </p:spPr>
        <p:txBody>
          <a:bodyPr lIns="0" tIns="0" rIns="0" bIns="0" anchor="ctr"/>
          <a:lstStyle/>
          <a:p>
            <a:pPr lvl="0" defTabSz="914400">
              <a:defRPr sz="3600">
                <a:solidFill>
                  <a:srgbClr val="FFFFFF"/>
                </a:solidFill>
              </a:defRPr>
            </a:pPr>
            <a:endParaRPr/>
          </a:p>
        </p:txBody>
      </p:sp>
      <p:sp>
        <p:nvSpPr>
          <p:cNvPr id="127" name="Shape 127"/>
          <p:cNvSpPr/>
          <p:nvPr/>
        </p:nvSpPr>
        <p:spPr>
          <a:xfrm flipH="1">
            <a:off x="3730625" y="7448550"/>
            <a:ext cx="260350" cy="182563"/>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0" y="0"/>
                </a:lnTo>
                <a:close/>
              </a:path>
            </a:pathLst>
          </a:custGeom>
          <a:solidFill>
            <a:srgbClr val="0070C0"/>
          </a:solidFill>
          <a:ln w="12700">
            <a:miter lim="400000"/>
          </a:ln>
        </p:spPr>
        <p:txBody>
          <a:bodyPr lIns="0" tIns="0" rIns="0" bIns="0" anchor="ctr"/>
          <a:lstStyle/>
          <a:p>
            <a:pPr lvl="0" defTabSz="914400">
              <a:defRPr sz="3600">
                <a:solidFill>
                  <a:srgbClr val="FFFFFF"/>
                </a:solidFill>
              </a:defRPr>
            </a:pPr>
            <a:endParaRPr/>
          </a:p>
        </p:txBody>
      </p:sp>
      <p:sp>
        <p:nvSpPr>
          <p:cNvPr id="128" name="Shape 128"/>
          <p:cNvSpPr/>
          <p:nvPr/>
        </p:nvSpPr>
        <p:spPr>
          <a:xfrm>
            <a:off x="17376775" y="5880100"/>
            <a:ext cx="0" cy="2927350"/>
          </a:xfrm>
          <a:prstGeom prst="line">
            <a:avLst/>
          </a:prstGeom>
          <a:ln w="25400">
            <a:solidFill>
              <a:srgbClr val="FCF8ED"/>
            </a:solidFill>
            <a:prstDash val="dash"/>
            <a:round/>
          </a:ln>
        </p:spPr>
        <p:txBody>
          <a:bodyPr lIns="0" tIns="0" rIns="0" bIns="0"/>
          <a:lstStyle/>
          <a:p>
            <a:pPr lvl="0" algn="l" defTabSz="457200">
              <a:defRPr sz="1200">
                <a:latin typeface="+mn-lt"/>
                <a:ea typeface="+mn-ea"/>
                <a:cs typeface="+mn-cs"/>
                <a:sym typeface="Helvetica"/>
              </a:defRPr>
            </a:pPr>
            <a:endParaRPr/>
          </a:p>
        </p:txBody>
      </p:sp>
      <p:sp>
        <p:nvSpPr>
          <p:cNvPr id="129" name="Shape 129"/>
          <p:cNvSpPr/>
          <p:nvPr/>
        </p:nvSpPr>
        <p:spPr>
          <a:xfrm>
            <a:off x="4460875" y="7661275"/>
            <a:ext cx="2706688" cy="843280"/>
          </a:xfrm>
          <a:prstGeom prst="rect">
            <a:avLst/>
          </a:prstGeom>
          <a:ln w="12700">
            <a:miter lim="400000"/>
          </a:ln>
          <a:extLst>
            <a:ext uri="{C572A759-6A51-4108-AA02-DFA0A04FC94B}">
              <ma14:wrappingTextBoxFlag xmlns:ma14="http://schemas.microsoft.com/office/mac/drawingml/2011/main" val="1"/>
            </a:ext>
          </a:extLst>
        </p:spPr>
        <p:txBody>
          <a:bodyPr tIns="91439" bIns="91439">
            <a:spAutoFit/>
          </a:bodyPr>
          <a:lstStyle>
            <a:lvl1pPr algn="l" defTabSz="914400">
              <a:defRPr sz="4000">
                <a:solidFill>
                  <a:srgbClr val="FFFFFF"/>
                </a:solidFill>
                <a:latin typeface="Microsoft YaHei"/>
                <a:ea typeface="Microsoft YaHei"/>
                <a:cs typeface="Microsoft YaHei"/>
                <a:sym typeface="Microsoft YaHei"/>
              </a:defRPr>
            </a:lvl1pPr>
          </a:lstStyle>
          <a:p>
            <a:pPr lvl="0">
              <a:defRPr sz="1800">
                <a:solidFill>
                  <a:srgbClr val="000000"/>
                </a:solidFill>
              </a:defRPr>
            </a:pPr>
            <a:r>
              <a:rPr sz="4000">
                <a:solidFill>
                  <a:srgbClr val="FFFFFF"/>
                </a:solidFill>
              </a:rPr>
              <a:t>输入文字</a:t>
            </a:r>
          </a:p>
        </p:txBody>
      </p:sp>
      <p:sp>
        <p:nvSpPr>
          <p:cNvPr id="130" name="Shape 130"/>
          <p:cNvSpPr/>
          <p:nvPr/>
        </p:nvSpPr>
        <p:spPr>
          <a:xfrm>
            <a:off x="18111787" y="6992937"/>
            <a:ext cx="2892426" cy="914401"/>
          </a:xfrm>
          <a:prstGeom prst="roundRect">
            <a:avLst>
              <a:gd name="adj" fmla="val 25000"/>
            </a:avLst>
          </a:prstGeom>
          <a:solidFill>
            <a:srgbClr val="0250DE"/>
          </a:solidFill>
          <a:ln w="12700">
            <a:miter lim="400000"/>
          </a:ln>
        </p:spPr>
        <p:txBody>
          <a:bodyPr lIns="0" tIns="0" rIns="0" bIns="0" anchor="ctr"/>
          <a:lstStyle/>
          <a:p>
            <a:pPr lvl="0" defTabSz="914400">
              <a:defRPr sz="3600">
                <a:solidFill>
                  <a:srgbClr val="FFFFFF"/>
                </a:solidFill>
                <a:latin typeface="Microsoft YaHei"/>
                <a:ea typeface="Microsoft YaHei"/>
                <a:cs typeface="Microsoft YaHei"/>
                <a:sym typeface="Microsoft YaHei"/>
              </a:defRPr>
            </a:pPr>
            <a:endParaRPr/>
          </a:p>
        </p:txBody>
      </p:sp>
      <p:sp>
        <p:nvSpPr>
          <p:cNvPr id="131" name="Shape 131"/>
          <p:cNvSpPr/>
          <p:nvPr/>
        </p:nvSpPr>
        <p:spPr>
          <a:xfrm>
            <a:off x="18461037" y="6992778"/>
            <a:ext cx="2193926" cy="779781"/>
          </a:xfrm>
          <a:prstGeom prst="rect">
            <a:avLst/>
          </a:prstGeom>
          <a:ln w="12700">
            <a:miter lim="400000"/>
          </a:ln>
          <a:extLst>
            <a:ext uri="{C572A759-6A51-4108-AA02-DFA0A04FC94B}">
              <ma14:wrappingTextBoxFlag xmlns:ma14="http://schemas.microsoft.com/office/mac/drawingml/2011/main" val="1"/>
            </a:ext>
          </a:extLst>
        </p:spPr>
        <p:txBody>
          <a:bodyPr tIns="91439" bIns="91439" anchor="ctr">
            <a:spAutoFit/>
          </a:bodyPr>
          <a:lstStyle>
            <a:lvl1pPr defTabSz="914400">
              <a:defRPr sz="3600">
                <a:solidFill>
                  <a:srgbClr val="FFFFFF"/>
                </a:solidFill>
                <a:latin typeface="Microsoft YaHei"/>
                <a:ea typeface="Microsoft YaHei"/>
                <a:cs typeface="Microsoft YaHei"/>
                <a:sym typeface="Microsoft YaHei"/>
              </a:defRPr>
            </a:lvl1pPr>
          </a:lstStyle>
          <a:p>
            <a:pPr lvl="0">
              <a:defRPr sz="1800">
                <a:solidFill>
                  <a:srgbClr val="000000"/>
                </a:solidFill>
              </a:defRPr>
            </a:pPr>
            <a:r>
              <a:rPr sz="3600">
                <a:solidFill>
                  <a:srgbClr val="FFFFFF"/>
                </a:solidFill>
              </a:rPr>
              <a:t>输入文字</a:t>
            </a:r>
          </a:p>
        </p:txBody>
      </p:sp>
      <p:sp>
        <p:nvSpPr>
          <p:cNvPr id="132" name="Shape 132"/>
          <p:cNvSpPr/>
          <p:nvPr/>
        </p:nvSpPr>
        <p:spPr>
          <a:xfrm>
            <a:off x="8864600" y="6492875"/>
            <a:ext cx="8001000" cy="1910081"/>
          </a:xfrm>
          <a:prstGeom prst="rect">
            <a:avLst/>
          </a:prstGeom>
          <a:ln w="12700">
            <a:miter lim="400000"/>
          </a:ln>
          <a:extLst>
            <a:ext uri="{C572A759-6A51-4108-AA02-DFA0A04FC94B}">
              <ma14:wrappingTextBoxFlag xmlns:ma14="http://schemas.microsoft.com/office/mac/drawingml/2011/main" val="1"/>
            </a:ext>
          </a:extLst>
        </p:spPr>
        <p:txBody>
          <a:bodyPr tIns="91439" bIns="91439">
            <a:spAutoFit/>
          </a:bodyPr>
          <a:lstStyle>
            <a:lvl1pPr algn="l" defTabSz="2566987">
              <a:lnSpc>
                <a:spcPct val="120000"/>
              </a:lnSpc>
              <a:defRPr sz="3000">
                <a:solidFill>
                  <a:srgbClr val="7B828C"/>
                </a:solidFill>
                <a:latin typeface="Microsoft YaHei"/>
                <a:ea typeface="Microsoft YaHei"/>
                <a:cs typeface="Microsoft YaHei"/>
                <a:sym typeface="Microsoft YaHei"/>
              </a:defRPr>
            </a:lvl1pPr>
          </a:lstStyle>
          <a:p>
            <a:pPr lvl="0">
              <a:defRPr sz="1800">
                <a:solidFill>
                  <a:srgbClr val="000000"/>
                </a:solidFill>
              </a:defRPr>
            </a:pPr>
            <a:r>
              <a:rPr sz="3000">
                <a:solidFill>
                  <a:srgbClr val="7B828C"/>
                </a:solidFill>
              </a:rPr>
              <a:t>选题意义及目的选题意义及目的选题意义及目的选题意义及目的选题意义及目的选题意义及目的选题意义及目的选题意义及目的</a:t>
            </a:r>
          </a:p>
        </p:txBody>
      </p:sp>
      <p:sp>
        <p:nvSpPr>
          <p:cNvPr id="133" name="Shape 133"/>
          <p:cNvSpPr/>
          <p:nvPr/>
        </p:nvSpPr>
        <p:spPr>
          <a:xfrm>
            <a:off x="3990975" y="9190037"/>
            <a:ext cx="17748250" cy="2925763"/>
          </a:xfrm>
          <a:prstGeom prst="rect">
            <a:avLst/>
          </a:prstGeom>
          <a:solidFill>
            <a:srgbClr val="D9D9D9"/>
          </a:solidFill>
          <a:ln w="12700">
            <a:miter lim="400000"/>
          </a:ln>
        </p:spPr>
        <p:txBody>
          <a:bodyPr lIns="0" tIns="0" rIns="0" bIns="0" anchor="ctr"/>
          <a:lstStyle/>
          <a:p>
            <a:pPr lvl="0" defTabSz="914400">
              <a:defRPr sz="3600">
                <a:solidFill>
                  <a:srgbClr val="FFFFFF"/>
                </a:solidFill>
              </a:defRPr>
            </a:pPr>
            <a:endParaRPr/>
          </a:p>
        </p:txBody>
      </p:sp>
      <p:sp>
        <p:nvSpPr>
          <p:cNvPr id="134" name="Shape 134"/>
          <p:cNvSpPr/>
          <p:nvPr/>
        </p:nvSpPr>
        <p:spPr>
          <a:xfrm>
            <a:off x="3730625" y="10939462"/>
            <a:ext cx="4806951" cy="87312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21600"/>
                </a:lnTo>
                <a:lnTo>
                  <a:pt x="20193" y="0"/>
                </a:lnTo>
                <a:lnTo>
                  <a:pt x="0" y="0"/>
                </a:lnTo>
                <a:close/>
              </a:path>
            </a:pathLst>
          </a:custGeom>
          <a:solidFill>
            <a:srgbClr val="0250DE"/>
          </a:solidFill>
          <a:ln w="12700">
            <a:miter lim="400000"/>
          </a:ln>
        </p:spPr>
        <p:txBody>
          <a:bodyPr lIns="0" tIns="0" rIns="0" bIns="0" anchor="ctr"/>
          <a:lstStyle/>
          <a:p>
            <a:pPr lvl="0" defTabSz="914400">
              <a:defRPr sz="3600">
                <a:solidFill>
                  <a:srgbClr val="FFFFFF"/>
                </a:solidFill>
              </a:defRPr>
            </a:pPr>
            <a:endParaRPr/>
          </a:p>
        </p:txBody>
      </p:sp>
      <p:sp>
        <p:nvSpPr>
          <p:cNvPr id="135" name="Shape 135"/>
          <p:cNvSpPr/>
          <p:nvPr/>
        </p:nvSpPr>
        <p:spPr>
          <a:xfrm flipH="1">
            <a:off x="3730625" y="10756900"/>
            <a:ext cx="260350" cy="182563"/>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0" y="0"/>
                </a:lnTo>
                <a:close/>
              </a:path>
            </a:pathLst>
          </a:custGeom>
          <a:solidFill>
            <a:srgbClr val="0070C0"/>
          </a:solidFill>
          <a:ln w="12700">
            <a:miter lim="400000"/>
          </a:ln>
        </p:spPr>
        <p:txBody>
          <a:bodyPr lIns="0" tIns="0" rIns="0" bIns="0" anchor="ctr"/>
          <a:lstStyle/>
          <a:p>
            <a:pPr lvl="0" defTabSz="914400">
              <a:defRPr sz="3600">
                <a:solidFill>
                  <a:srgbClr val="FFFFFF"/>
                </a:solidFill>
              </a:defRPr>
            </a:pPr>
            <a:endParaRPr/>
          </a:p>
        </p:txBody>
      </p:sp>
      <p:sp>
        <p:nvSpPr>
          <p:cNvPr id="136" name="Shape 136"/>
          <p:cNvSpPr/>
          <p:nvPr/>
        </p:nvSpPr>
        <p:spPr>
          <a:xfrm>
            <a:off x="17376775" y="9190037"/>
            <a:ext cx="0" cy="2925763"/>
          </a:xfrm>
          <a:prstGeom prst="line">
            <a:avLst/>
          </a:prstGeom>
          <a:ln w="25400">
            <a:solidFill>
              <a:srgbClr val="FCF8ED"/>
            </a:solidFill>
            <a:prstDash val="dash"/>
            <a:round/>
          </a:ln>
        </p:spPr>
        <p:txBody>
          <a:bodyPr lIns="0" tIns="0" rIns="0" bIns="0"/>
          <a:lstStyle/>
          <a:p>
            <a:pPr lvl="0" algn="l" defTabSz="457200">
              <a:defRPr sz="1200">
                <a:latin typeface="+mn-lt"/>
                <a:ea typeface="+mn-ea"/>
                <a:cs typeface="+mn-cs"/>
                <a:sym typeface="Helvetica"/>
              </a:defRPr>
            </a:pPr>
            <a:endParaRPr/>
          </a:p>
        </p:txBody>
      </p:sp>
      <p:sp>
        <p:nvSpPr>
          <p:cNvPr id="137" name="Shape 137"/>
          <p:cNvSpPr/>
          <p:nvPr/>
        </p:nvSpPr>
        <p:spPr>
          <a:xfrm>
            <a:off x="4460875" y="10969625"/>
            <a:ext cx="2706688" cy="843280"/>
          </a:xfrm>
          <a:prstGeom prst="rect">
            <a:avLst/>
          </a:prstGeom>
          <a:ln w="12700">
            <a:miter lim="400000"/>
          </a:ln>
          <a:extLst>
            <a:ext uri="{C572A759-6A51-4108-AA02-DFA0A04FC94B}">
              <ma14:wrappingTextBoxFlag xmlns:ma14="http://schemas.microsoft.com/office/mac/drawingml/2011/main" val="1"/>
            </a:ext>
          </a:extLst>
        </p:spPr>
        <p:txBody>
          <a:bodyPr tIns="91439" bIns="91439">
            <a:spAutoFit/>
          </a:bodyPr>
          <a:lstStyle>
            <a:lvl1pPr algn="l" defTabSz="914400">
              <a:defRPr sz="4000">
                <a:solidFill>
                  <a:srgbClr val="FFFFFF"/>
                </a:solidFill>
                <a:latin typeface="Microsoft YaHei"/>
                <a:ea typeface="Microsoft YaHei"/>
                <a:cs typeface="Microsoft YaHei"/>
                <a:sym typeface="Microsoft YaHei"/>
              </a:defRPr>
            </a:lvl1pPr>
          </a:lstStyle>
          <a:p>
            <a:pPr lvl="0">
              <a:defRPr sz="1800">
                <a:solidFill>
                  <a:srgbClr val="000000"/>
                </a:solidFill>
              </a:defRPr>
            </a:pPr>
            <a:r>
              <a:rPr sz="4000">
                <a:solidFill>
                  <a:srgbClr val="FFFFFF"/>
                </a:solidFill>
              </a:rPr>
              <a:t>输入文字</a:t>
            </a:r>
          </a:p>
        </p:txBody>
      </p:sp>
      <p:sp>
        <p:nvSpPr>
          <p:cNvPr id="138" name="Shape 138"/>
          <p:cNvSpPr/>
          <p:nvPr/>
        </p:nvSpPr>
        <p:spPr>
          <a:xfrm>
            <a:off x="18111787" y="10301287"/>
            <a:ext cx="2892426" cy="914401"/>
          </a:xfrm>
          <a:prstGeom prst="roundRect">
            <a:avLst>
              <a:gd name="adj" fmla="val 25000"/>
            </a:avLst>
          </a:prstGeom>
          <a:solidFill>
            <a:srgbClr val="0250DE"/>
          </a:solidFill>
          <a:ln w="12700">
            <a:miter lim="400000"/>
          </a:ln>
        </p:spPr>
        <p:txBody>
          <a:bodyPr lIns="0" tIns="0" rIns="0" bIns="0" anchor="ctr"/>
          <a:lstStyle/>
          <a:p>
            <a:pPr lvl="0" defTabSz="914400">
              <a:defRPr sz="3600">
                <a:solidFill>
                  <a:srgbClr val="FFFFFF"/>
                </a:solidFill>
                <a:latin typeface="Microsoft YaHei"/>
                <a:ea typeface="Microsoft YaHei"/>
                <a:cs typeface="Microsoft YaHei"/>
                <a:sym typeface="Microsoft YaHei"/>
              </a:defRPr>
            </a:pPr>
            <a:endParaRPr/>
          </a:p>
        </p:txBody>
      </p:sp>
      <p:sp>
        <p:nvSpPr>
          <p:cNvPr id="139" name="Shape 139"/>
          <p:cNvSpPr/>
          <p:nvPr/>
        </p:nvSpPr>
        <p:spPr>
          <a:xfrm>
            <a:off x="18461037" y="10301128"/>
            <a:ext cx="2193926" cy="779781"/>
          </a:xfrm>
          <a:prstGeom prst="rect">
            <a:avLst/>
          </a:prstGeom>
          <a:ln w="12700">
            <a:miter lim="400000"/>
          </a:ln>
          <a:extLst>
            <a:ext uri="{C572A759-6A51-4108-AA02-DFA0A04FC94B}">
              <ma14:wrappingTextBoxFlag xmlns:ma14="http://schemas.microsoft.com/office/mac/drawingml/2011/main" val="1"/>
            </a:ext>
          </a:extLst>
        </p:spPr>
        <p:txBody>
          <a:bodyPr tIns="91439" bIns="91439" anchor="ctr">
            <a:spAutoFit/>
          </a:bodyPr>
          <a:lstStyle>
            <a:lvl1pPr defTabSz="914400">
              <a:defRPr sz="3600">
                <a:solidFill>
                  <a:srgbClr val="FFFFFF"/>
                </a:solidFill>
                <a:latin typeface="Microsoft YaHei"/>
                <a:ea typeface="Microsoft YaHei"/>
                <a:cs typeface="Microsoft YaHei"/>
                <a:sym typeface="Microsoft YaHei"/>
              </a:defRPr>
            </a:lvl1pPr>
          </a:lstStyle>
          <a:p>
            <a:pPr lvl="0">
              <a:defRPr sz="1800">
                <a:solidFill>
                  <a:srgbClr val="000000"/>
                </a:solidFill>
              </a:defRPr>
            </a:pPr>
            <a:r>
              <a:rPr sz="3600">
                <a:solidFill>
                  <a:srgbClr val="FFFFFF"/>
                </a:solidFill>
              </a:rPr>
              <a:t>输入文字</a:t>
            </a:r>
          </a:p>
        </p:txBody>
      </p:sp>
      <p:sp>
        <p:nvSpPr>
          <p:cNvPr id="140" name="Shape 140"/>
          <p:cNvSpPr/>
          <p:nvPr/>
        </p:nvSpPr>
        <p:spPr>
          <a:xfrm>
            <a:off x="8864600" y="9801225"/>
            <a:ext cx="8001000" cy="1910081"/>
          </a:xfrm>
          <a:prstGeom prst="rect">
            <a:avLst/>
          </a:prstGeom>
          <a:ln w="12700">
            <a:miter lim="400000"/>
          </a:ln>
          <a:extLst>
            <a:ext uri="{C572A759-6A51-4108-AA02-DFA0A04FC94B}">
              <ma14:wrappingTextBoxFlag xmlns:ma14="http://schemas.microsoft.com/office/mac/drawingml/2011/main" val="1"/>
            </a:ext>
          </a:extLst>
        </p:spPr>
        <p:txBody>
          <a:bodyPr tIns="91439" bIns="91439">
            <a:spAutoFit/>
          </a:bodyPr>
          <a:lstStyle>
            <a:lvl1pPr algn="l" defTabSz="2566987">
              <a:lnSpc>
                <a:spcPct val="120000"/>
              </a:lnSpc>
              <a:defRPr sz="3000">
                <a:solidFill>
                  <a:srgbClr val="7B828C"/>
                </a:solidFill>
                <a:latin typeface="Microsoft YaHei"/>
                <a:ea typeface="Microsoft YaHei"/>
                <a:cs typeface="Microsoft YaHei"/>
                <a:sym typeface="Microsoft YaHei"/>
              </a:defRPr>
            </a:lvl1pPr>
          </a:lstStyle>
          <a:p>
            <a:pPr lvl="0">
              <a:defRPr sz="1800">
                <a:solidFill>
                  <a:srgbClr val="000000"/>
                </a:solidFill>
              </a:defRPr>
            </a:pPr>
            <a:r>
              <a:rPr sz="3000">
                <a:solidFill>
                  <a:srgbClr val="7B828C"/>
                </a:solidFill>
              </a:rPr>
              <a:t>选题意义及目的选题意义及目的选题意义及目的选题意义及目的选题意义及目的选题意义及目的选题意义及目的选题意义及目的</a:t>
            </a:r>
          </a:p>
        </p:txBody>
      </p:sp>
      <p:sp>
        <p:nvSpPr>
          <p:cNvPr id="141" name="Shape 141"/>
          <p:cNvSpPr/>
          <p:nvPr/>
        </p:nvSpPr>
        <p:spPr>
          <a:xfrm>
            <a:off x="2501899" y="296862"/>
            <a:ext cx="5041902" cy="995681"/>
          </a:xfrm>
          <a:prstGeom prst="rect">
            <a:avLst/>
          </a:prstGeom>
          <a:ln w="12700">
            <a:miter lim="400000"/>
          </a:ln>
          <a:extLst>
            <a:ext uri="{C572A759-6A51-4108-AA02-DFA0A04FC94B}">
              <ma14:wrappingTextBoxFlag xmlns:ma14="http://schemas.microsoft.com/office/mac/drawingml/2011/main" val="1"/>
            </a:ext>
          </a:extLst>
        </p:spPr>
        <p:txBody>
          <a:bodyPr tIns="91439" bIns="91439">
            <a:spAutoFit/>
          </a:bodyPr>
          <a:lstStyle>
            <a:lvl1pPr algn="l" defTabSz="914400">
              <a:defRPr>
                <a:solidFill>
                  <a:srgbClr val="0250DE"/>
                </a:solidFill>
                <a:latin typeface="Microsoft YaHei"/>
                <a:ea typeface="Microsoft YaHei"/>
                <a:cs typeface="Microsoft YaHei"/>
                <a:sym typeface="Microsoft YaHei"/>
              </a:defRPr>
            </a:lvl1pPr>
          </a:lstStyle>
          <a:p>
            <a:pPr lvl="0">
              <a:defRPr sz="1800">
                <a:solidFill>
                  <a:srgbClr val="000000"/>
                </a:solidFill>
              </a:defRPr>
            </a:pPr>
            <a:r>
              <a:rPr sz="4800">
                <a:solidFill>
                  <a:srgbClr val="0250DE"/>
                </a:solidFill>
              </a:rPr>
              <a:t>1.选题意义及目的</a:t>
            </a:r>
          </a:p>
        </p:txBody>
      </p:sp>
    </p:spTree>
  </p:cSld>
  <p:clrMapOvr>
    <a:masterClrMapping/>
  </p:clrMapOvr>
  <p:transition spd="med"/>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 name="Shape 143"/>
          <p:cNvSpPr/>
          <p:nvPr/>
        </p:nvSpPr>
        <p:spPr>
          <a:xfrm>
            <a:off x="0" y="12890500"/>
            <a:ext cx="24382413" cy="838200"/>
          </a:xfrm>
          <a:prstGeom prst="rect">
            <a:avLst/>
          </a:prstGeom>
          <a:solidFill>
            <a:srgbClr val="DCDEE0"/>
          </a:solidFill>
          <a:ln w="12700">
            <a:miter lim="400000"/>
          </a:ln>
        </p:spPr>
        <p:txBody>
          <a:bodyPr lIns="0" tIns="0" rIns="0" bIns="0" anchor="ctr"/>
          <a:lstStyle/>
          <a:p>
            <a:pPr lvl="0" defTabSz="914400">
              <a:defRPr sz="3600">
                <a:solidFill>
                  <a:srgbClr val="FFFFFF"/>
                </a:solidFill>
              </a:defRPr>
            </a:pPr>
            <a:endParaRPr/>
          </a:p>
        </p:txBody>
      </p:sp>
      <p:sp>
        <p:nvSpPr>
          <p:cNvPr id="144" name="Shape 144"/>
          <p:cNvSpPr/>
          <p:nvPr/>
        </p:nvSpPr>
        <p:spPr>
          <a:xfrm>
            <a:off x="0" y="12890500"/>
            <a:ext cx="2124075" cy="838200"/>
          </a:xfrm>
          <a:prstGeom prst="rect">
            <a:avLst/>
          </a:prstGeom>
          <a:solidFill>
            <a:srgbClr val="0250DE"/>
          </a:solidFill>
          <a:ln w="12700">
            <a:miter lim="400000"/>
          </a:ln>
        </p:spPr>
        <p:txBody>
          <a:bodyPr lIns="0" tIns="0" rIns="0" bIns="0" anchor="ctr"/>
          <a:lstStyle/>
          <a:p>
            <a:pPr lvl="0" defTabSz="914400">
              <a:defRPr sz="3600">
                <a:solidFill>
                  <a:srgbClr val="FFFFFF"/>
                </a:solidFill>
              </a:defRPr>
            </a:pPr>
            <a:endParaRPr/>
          </a:p>
        </p:txBody>
      </p:sp>
      <p:sp>
        <p:nvSpPr>
          <p:cNvPr id="145" name="Shape 145"/>
          <p:cNvSpPr/>
          <p:nvPr/>
        </p:nvSpPr>
        <p:spPr>
          <a:xfrm>
            <a:off x="12690475" y="5497512"/>
            <a:ext cx="8364538" cy="1"/>
          </a:xfrm>
          <a:prstGeom prst="line">
            <a:avLst/>
          </a:prstGeom>
          <a:ln w="6350">
            <a:solidFill>
              <a:srgbClr val="002060"/>
            </a:solidFill>
            <a:round/>
          </a:ln>
        </p:spPr>
        <p:txBody>
          <a:bodyPr lIns="0" tIns="0" rIns="0" bIns="0"/>
          <a:lstStyle/>
          <a:p>
            <a:pPr lvl="0" algn="l" defTabSz="457200">
              <a:defRPr sz="1200">
                <a:latin typeface="+mn-lt"/>
                <a:ea typeface="+mn-ea"/>
                <a:cs typeface="+mn-cs"/>
                <a:sym typeface="Helvetica"/>
              </a:defRPr>
            </a:pPr>
            <a:endParaRPr/>
          </a:p>
        </p:txBody>
      </p:sp>
      <p:sp>
        <p:nvSpPr>
          <p:cNvPr id="146" name="Shape 146"/>
          <p:cNvSpPr/>
          <p:nvPr/>
        </p:nvSpPr>
        <p:spPr>
          <a:xfrm>
            <a:off x="12307887" y="3905250"/>
            <a:ext cx="8747126" cy="14884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r" defTabSz="914400">
              <a:defRPr sz="8300">
                <a:solidFill>
                  <a:srgbClr val="0250DE"/>
                </a:solidFill>
                <a:latin typeface="Microsoft YaHei"/>
                <a:ea typeface="Microsoft YaHei"/>
                <a:cs typeface="Microsoft YaHei"/>
                <a:sym typeface="Microsoft YaHei"/>
              </a:defRPr>
            </a:lvl1pPr>
          </a:lstStyle>
          <a:p>
            <a:pPr lvl="0">
              <a:defRPr sz="1800">
                <a:solidFill>
                  <a:srgbClr val="000000"/>
                </a:solidFill>
              </a:defRPr>
            </a:pPr>
            <a:r>
              <a:rPr sz="8300">
                <a:solidFill>
                  <a:srgbClr val="0250DE"/>
                </a:solidFill>
              </a:rPr>
              <a:t>2.国内外研究现状</a:t>
            </a:r>
          </a:p>
        </p:txBody>
      </p:sp>
      <p:sp>
        <p:nvSpPr>
          <p:cNvPr id="147" name="Shape 147"/>
          <p:cNvSpPr/>
          <p:nvPr/>
        </p:nvSpPr>
        <p:spPr>
          <a:xfrm>
            <a:off x="17905412" y="5711825"/>
            <a:ext cx="3149601" cy="6883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r" defTabSz="914400">
              <a:defRPr sz="3600">
                <a:solidFill>
                  <a:srgbClr val="53585F"/>
                </a:solidFill>
                <a:latin typeface="Microsoft YaHei"/>
                <a:ea typeface="Microsoft YaHei"/>
                <a:cs typeface="Microsoft YaHei"/>
                <a:sym typeface="Microsoft YaHei"/>
              </a:defRPr>
            </a:lvl1pPr>
          </a:lstStyle>
          <a:p>
            <a:pPr lvl="0">
              <a:defRPr sz="1800">
                <a:solidFill>
                  <a:srgbClr val="000000"/>
                </a:solidFill>
              </a:defRPr>
            </a:pPr>
            <a:r>
              <a:rPr sz="3600">
                <a:solidFill>
                  <a:srgbClr val="53585F"/>
                </a:solidFill>
              </a:rPr>
              <a:t>国内研究现状</a:t>
            </a:r>
          </a:p>
        </p:txBody>
      </p:sp>
      <p:sp>
        <p:nvSpPr>
          <p:cNvPr id="148" name="Shape 148"/>
          <p:cNvSpPr/>
          <p:nvPr/>
        </p:nvSpPr>
        <p:spPr>
          <a:xfrm>
            <a:off x="17905412" y="6553200"/>
            <a:ext cx="3149601" cy="6883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r" defTabSz="914400">
              <a:defRPr sz="3600">
                <a:solidFill>
                  <a:srgbClr val="53585F"/>
                </a:solidFill>
                <a:latin typeface="Microsoft YaHei"/>
                <a:ea typeface="Microsoft YaHei"/>
                <a:cs typeface="Microsoft YaHei"/>
                <a:sym typeface="Microsoft YaHei"/>
              </a:defRPr>
            </a:lvl1pPr>
          </a:lstStyle>
          <a:p>
            <a:pPr lvl="0">
              <a:defRPr sz="1800">
                <a:solidFill>
                  <a:srgbClr val="000000"/>
                </a:solidFill>
              </a:defRPr>
            </a:pPr>
            <a:r>
              <a:rPr sz="3600">
                <a:solidFill>
                  <a:srgbClr val="53585F"/>
                </a:solidFill>
              </a:rPr>
              <a:t>国外研究现状</a:t>
            </a:r>
          </a:p>
        </p:txBody>
      </p:sp>
      <p:sp>
        <p:nvSpPr>
          <p:cNvPr id="149" name="Shape 149"/>
          <p:cNvSpPr/>
          <p:nvPr/>
        </p:nvSpPr>
        <p:spPr>
          <a:xfrm>
            <a:off x="10053618" y="3889355"/>
            <a:ext cx="1539836" cy="1539837"/>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59595B"/>
          </a:solidFill>
          <a:ln w="12700">
            <a:miter lim="400000"/>
          </a:ln>
        </p:spPr>
        <p:txBody>
          <a:bodyPr lIns="0" tIns="0" rIns="0" bIns="0" anchor="ctr"/>
          <a:lstStyle/>
          <a:p>
            <a:pPr lvl="0" defTabSz="914400">
              <a:defRPr sz="5400">
                <a:solidFill>
                  <a:srgbClr val="FFFFFF"/>
                </a:solidFill>
                <a:latin typeface="Arial Black"/>
                <a:ea typeface="Arial Black"/>
                <a:cs typeface="Arial Black"/>
                <a:sym typeface="Arial Black"/>
              </a:defRPr>
            </a:pPr>
            <a:endParaRPr/>
          </a:p>
        </p:txBody>
      </p:sp>
      <p:sp>
        <p:nvSpPr>
          <p:cNvPr id="150" name="Shape 150"/>
          <p:cNvSpPr/>
          <p:nvPr/>
        </p:nvSpPr>
        <p:spPr>
          <a:xfrm>
            <a:off x="0" y="3829050"/>
            <a:ext cx="7440613" cy="1539875"/>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21600"/>
                </a:lnTo>
                <a:lnTo>
                  <a:pt x="21600" y="8607"/>
                </a:lnTo>
                <a:lnTo>
                  <a:pt x="19896" y="0"/>
                </a:lnTo>
                <a:lnTo>
                  <a:pt x="0" y="0"/>
                </a:lnTo>
                <a:close/>
              </a:path>
            </a:pathLst>
          </a:custGeom>
          <a:solidFill>
            <a:srgbClr val="0250DE"/>
          </a:solidFill>
          <a:ln w="12700">
            <a:miter lim="400000"/>
          </a:ln>
        </p:spPr>
        <p:txBody>
          <a:bodyPr lIns="0" tIns="0" rIns="0" bIns="0" anchor="ctr"/>
          <a:lstStyle/>
          <a:p>
            <a:pPr lvl="0" defTabSz="914400">
              <a:defRPr sz="1800">
                <a:solidFill>
                  <a:srgbClr val="FFFFFF"/>
                </a:solidFill>
              </a:defRPr>
            </a:pPr>
            <a:endParaRPr/>
          </a:p>
        </p:txBody>
      </p:sp>
    </p:spTree>
  </p:cSld>
  <p:clrMapOvr>
    <a:masterClrMapping/>
  </p:clrMapOvr>
  <p:transition spd="med"/>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Shape 152"/>
          <p:cNvSpPr/>
          <p:nvPr/>
        </p:nvSpPr>
        <p:spPr>
          <a:xfrm>
            <a:off x="0" y="12890500"/>
            <a:ext cx="24382413" cy="838200"/>
          </a:xfrm>
          <a:prstGeom prst="rect">
            <a:avLst/>
          </a:prstGeom>
          <a:solidFill>
            <a:srgbClr val="DCDEE0"/>
          </a:solidFill>
          <a:ln w="12700">
            <a:miter lim="400000"/>
          </a:ln>
        </p:spPr>
        <p:txBody>
          <a:bodyPr lIns="0" tIns="0" rIns="0" bIns="0" anchor="ctr"/>
          <a:lstStyle/>
          <a:p>
            <a:pPr lvl="0" defTabSz="914400">
              <a:defRPr sz="3600">
                <a:solidFill>
                  <a:srgbClr val="FFFFFF"/>
                </a:solidFill>
              </a:defRPr>
            </a:pPr>
            <a:endParaRPr/>
          </a:p>
        </p:txBody>
      </p:sp>
      <p:sp>
        <p:nvSpPr>
          <p:cNvPr id="153" name="Shape 153"/>
          <p:cNvSpPr/>
          <p:nvPr/>
        </p:nvSpPr>
        <p:spPr>
          <a:xfrm>
            <a:off x="0" y="12890500"/>
            <a:ext cx="2124075" cy="838200"/>
          </a:xfrm>
          <a:prstGeom prst="rect">
            <a:avLst/>
          </a:prstGeom>
          <a:solidFill>
            <a:srgbClr val="0250DE"/>
          </a:solidFill>
          <a:ln w="12700">
            <a:miter lim="400000"/>
          </a:ln>
        </p:spPr>
        <p:txBody>
          <a:bodyPr lIns="0" tIns="0" rIns="0" bIns="0" anchor="ctr"/>
          <a:lstStyle/>
          <a:p>
            <a:pPr lvl="0" defTabSz="914400">
              <a:defRPr sz="3600">
                <a:solidFill>
                  <a:srgbClr val="FFFFFF"/>
                </a:solidFill>
              </a:defRPr>
            </a:pPr>
            <a:endParaRPr/>
          </a:p>
        </p:txBody>
      </p:sp>
      <p:sp>
        <p:nvSpPr>
          <p:cNvPr id="154" name="Shape 154"/>
          <p:cNvSpPr/>
          <p:nvPr/>
        </p:nvSpPr>
        <p:spPr>
          <a:xfrm>
            <a:off x="0" y="0"/>
            <a:ext cx="1270000" cy="1641475"/>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14047"/>
                </a:lnTo>
                <a:lnTo>
                  <a:pt x="21452" y="14047"/>
                </a:lnTo>
                <a:lnTo>
                  <a:pt x="21452" y="0"/>
                </a:lnTo>
                <a:lnTo>
                  <a:pt x="0" y="0"/>
                </a:lnTo>
                <a:close/>
              </a:path>
            </a:pathLst>
          </a:custGeom>
          <a:solidFill>
            <a:srgbClr val="59595B"/>
          </a:solidFill>
          <a:ln w="12700">
            <a:miter lim="400000"/>
          </a:ln>
        </p:spPr>
        <p:txBody>
          <a:bodyPr lIns="0" tIns="0" rIns="0" bIns="0" anchor="ctr"/>
          <a:lstStyle/>
          <a:p>
            <a:pPr lvl="0" defTabSz="914400">
              <a:defRPr sz="3600">
                <a:solidFill>
                  <a:srgbClr val="FFFFFF"/>
                </a:solidFill>
              </a:defRPr>
            </a:pPr>
            <a:endParaRPr/>
          </a:p>
        </p:txBody>
      </p:sp>
      <p:sp>
        <p:nvSpPr>
          <p:cNvPr id="155" name="Shape 155"/>
          <p:cNvSpPr/>
          <p:nvPr/>
        </p:nvSpPr>
        <p:spPr>
          <a:xfrm>
            <a:off x="1647825" y="0"/>
            <a:ext cx="476250" cy="1063625"/>
          </a:xfrm>
          <a:prstGeom prst="rect">
            <a:avLst/>
          </a:prstGeom>
          <a:solidFill>
            <a:srgbClr val="0250DE"/>
          </a:solidFill>
          <a:ln w="12700">
            <a:miter lim="400000"/>
          </a:ln>
        </p:spPr>
        <p:txBody>
          <a:bodyPr lIns="0" tIns="0" rIns="0" bIns="0" anchor="ctr"/>
          <a:lstStyle/>
          <a:p>
            <a:pPr lvl="0" defTabSz="914400">
              <a:defRPr sz="3600">
                <a:solidFill>
                  <a:srgbClr val="FFFFFF"/>
                </a:solidFill>
              </a:defRPr>
            </a:pPr>
            <a:endParaRPr/>
          </a:p>
        </p:txBody>
      </p:sp>
      <p:sp>
        <p:nvSpPr>
          <p:cNvPr id="156" name="Shape 156"/>
          <p:cNvSpPr/>
          <p:nvPr/>
        </p:nvSpPr>
        <p:spPr>
          <a:xfrm>
            <a:off x="9328150" y="5978525"/>
            <a:ext cx="2420938" cy="1763713"/>
          </a:xfrm>
          <a:custGeom>
            <a:avLst/>
            <a:gdLst/>
            <a:ahLst/>
            <a:cxnLst>
              <a:cxn ang="0">
                <a:pos x="wd2" y="hd2"/>
              </a:cxn>
              <a:cxn ang="5400000">
                <a:pos x="wd2" y="hd2"/>
              </a:cxn>
              <a:cxn ang="10800000">
                <a:pos x="wd2" y="hd2"/>
              </a:cxn>
              <a:cxn ang="16200000">
                <a:pos x="wd2" y="hd2"/>
              </a:cxn>
            </a:cxnLst>
            <a:rect l="0" t="0" r="r" b="b"/>
            <a:pathLst>
              <a:path w="21600" h="21600" extrusionOk="0">
                <a:moveTo>
                  <a:pt x="9647" y="21600"/>
                </a:moveTo>
                <a:lnTo>
                  <a:pt x="9122" y="20976"/>
                </a:lnTo>
                <a:lnTo>
                  <a:pt x="8913" y="20016"/>
                </a:lnTo>
                <a:lnTo>
                  <a:pt x="8633" y="19152"/>
                </a:lnTo>
                <a:lnTo>
                  <a:pt x="8353" y="18768"/>
                </a:lnTo>
                <a:lnTo>
                  <a:pt x="8039" y="18528"/>
                </a:lnTo>
                <a:lnTo>
                  <a:pt x="7759" y="18384"/>
                </a:lnTo>
                <a:lnTo>
                  <a:pt x="7515" y="18288"/>
                </a:lnTo>
                <a:lnTo>
                  <a:pt x="5627" y="18336"/>
                </a:lnTo>
                <a:lnTo>
                  <a:pt x="5417" y="18288"/>
                </a:lnTo>
                <a:lnTo>
                  <a:pt x="5208" y="18192"/>
                </a:lnTo>
                <a:lnTo>
                  <a:pt x="4858" y="17952"/>
                </a:lnTo>
                <a:lnTo>
                  <a:pt x="4579" y="17664"/>
                </a:lnTo>
                <a:lnTo>
                  <a:pt x="4334" y="17376"/>
                </a:lnTo>
                <a:lnTo>
                  <a:pt x="3845" y="17280"/>
                </a:lnTo>
                <a:lnTo>
                  <a:pt x="3076" y="16896"/>
                </a:lnTo>
                <a:lnTo>
                  <a:pt x="2761" y="16608"/>
                </a:lnTo>
                <a:lnTo>
                  <a:pt x="2691" y="16320"/>
                </a:lnTo>
                <a:lnTo>
                  <a:pt x="2586" y="16080"/>
                </a:lnTo>
                <a:lnTo>
                  <a:pt x="2412" y="15888"/>
                </a:lnTo>
                <a:lnTo>
                  <a:pt x="2062" y="15792"/>
                </a:lnTo>
                <a:lnTo>
                  <a:pt x="1748" y="15696"/>
                </a:lnTo>
                <a:lnTo>
                  <a:pt x="1468" y="15552"/>
                </a:lnTo>
                <a:lnTo>
                  <a:pt x="1223" y="15360"/>
                </a:lnTo>
                <a:lnTo>
                  <a:pt x="1083" y="15312"/>
                </a:lnTo>
                <a:lnTo>
                  <a:pt x="944" y="15216"/>
                </a:lnTo>
                <a:lnTo>
                  <a:pt x="734" y="14976"/>
                </a:lnTo>
                <a:lnTo>
                  <a:pt x="559" y="14640"/>
                </a:lnTo>
                <a:lnTo>
                  <a:pt x="419" y="14304"/>
                </a:lnTo>
                <a:lnTo>
                  <a:pt x="315" y="13920"/>
                </a:lnTo>
                <a:lnTo>
                  <a:pt x="210" y="13584"/>
                </a:lnTo>
                <a:lnTo>
                  <a:pt x="105" y="13008"/>
                </a:lnTo>
                <a:lnTo>
                  <a:pt x="0" y="9888"/>
                </a:lnTo>
                <a:lnTo>
                  <a:pt x="245" y="9312"/>
                </a:lnTo>
                <a:lnTo>
                  <a:pt x="315" y="9024"/>
                </a:lnTo>
                <a:lnTo>
                  <a:pt x="384" y="8784"/>
                </a:lnTo>
                <a:lnTo>
                  <a:pt x="350" y="8448"/>
                </a:lnTo>
                <a:lnTo>
                  <a:pt x="280" y="8160"/>
                </a:lnTo>
                <a:lnTo>
                  <a:pt x="175" y="7872"/>
                </a:lnTo>
                <a:lnTo>
                  <a:pt x="384" y="7824"/>
                </a:lnTo>
                <a:lnTo>
                  <a:pt x="454" y="7872"/>
                </a:lnTo>
                <a:lnTo>
                  <a:pt x="559" y="7920"/>
                </a:lnTo>
                <a:lnTo>
                  <a:pt x="734" y="7920"/>
                </a:lnTo>
                <a:lnTo>
                  <a:pt x="874" y="7680"/>
                </a:lnTo>
                <a:lnTo>
                  <a:pt x="909" y="7536"/>
                </a:lnTo>
                <a:lnTo>
                  <a:pt x="1049" y="7488"/>
                </a:lnTo>
                <a:lnTo>
                  <a:pt x="1153" y="7488"/>
                </a:lnTo>
                <a:lnTo>
                  <a:pt x="1363" y="7680"/>
                </a:lnTo>
                <a:lnTo>
                  <a:pt x="1573" y="7920"/>
                </a:lnTo>
                <a:lnTo>
                  <a:pt x="1713" y="8064"/>
                </a:lnTo>
                <a:lnTo>
                  <a:pt x="1887" y="8208"/>
                </a:lnTo>
                <a:lnTo>
                  <a:pt x="2237" y="8208"/>
                </a:lnTo>
                <a:lnTo>
                  <a:pt x="2447" y="8160"/>
                </a:lnTo>
                <a:lnTo>
                  <a:pt x="2621" y="8064"/>
                </a:lnTo>
                <a:lnTo>
                  <a:pt x="2761" y="7824"/>
                </a:lnTo>
                <a:lnTo>
                  <a:pt x="2761" y="7200"/>
                </a:lnTo>
                <a:lnTo>
                  <a:pt x="2586" y="6864"/>
                </a:lnTo>
                <a:lnTo>
                  <a:pt x="2412" y="6576"/>
                </a:lnTo>
                <a:lnTo>
                  <a:pt x="2377" y="6480"/>
                </a:lnTo>
                <a:lnTo>
                  <a:pt x="2377" y="6192"/>
                </a:lnTo>
                <a:lnTo>
                  <a:pt x="2447" y="6048"/>
                </a:lnTo>
                <a:lnTo>
                  <a:pt x="2936" y="5664"/>
                </a:lnTo>
                <a:lnTo>
                  <a:pt x="3146" y="5376"/>
                </a:lnTo>
                <a:lnTo>
                  <a:pt x="3285" y="4800"/>
                </a:lnTo>
                <a:lnTo>
                  <a:pt x="3216" y="4416"/>
                </a:lnTo>
                <a:lnTo>
                  <a:pt x="3111" y="4272"/>
                </a:lnTo>
                <a:lnTo>
                  <a:pt x="3006" y="4176"/>
                </a:lnTo>
                <a:lnTo>
                  <a:pt x="2796" y="3936"/>
                </a:lnTo>
                <a:lnTo>
                  <a:pt x="2656" y="3600"/>
                </a:lnTo>
                <a:lnTo>
                  <a:pt x="2482" y="3312"/>
                </a:lnTo>
                <a:lnTo>
                  <a:pt x="2307" y="3072"/>
                </a:lnTo>
                <a:lnTo>
                  <a:pt x="2202" y="3024"/>
                </a:lnTo>
                <a:lnTo>
                  <a:pt x="2132" y="3024"/>
                </a:lnTo>
                <a:lnTo>
                  <a:pt x="2097" y="2880"/>
                </a:lnTo>
                <a:lnTo>
                  <a:pt x="2027" y="2736"/>
                </a:lnTo>
                <a:lnTo>
                  <a:pt x="1992" y="2640"/>
                </a:lnTo>
                <a:lnTo>
                  <a:pt x="1992" y="2496"/>
                </a:lnTo>
                <a:lnTo>
                  <a:pt x="2062" y="2352"/>
                </a:lnTo>
                <a:lnTo>
                  <a:pt x="2062" y="2064"/>
                </a:lnTo>
                <a:lnTo>
                  <a:pt x="2027" y="1920"/>
                </a:lnTo>
                <a:lnTo>
                  <a:pt x="1922" y="1680"/>
                </a:lnTo>
                <a:lnTo>
                  <a:pt x="1817" y="1584"/>
                </a:lnTo>
                <a:lnTo>
                  <a:pt x="1817" y="1392"/>
                </a:lnTo>
                <a:lnTo>
                  <a:pt x="2097" y="1344"/>
                </a:lnTo>
                <a:lnTo>
                  <a:pt x="2412" y="1248"/>
                </a:lnTo>
                <a:lnTo>
                  <a:pt x="3076" y="1200"/>
                </a:lnTo>
                <a:lnTo>
                  <a:pt x="3740" y="1104"/>
                </a:lnTo>
                <a:lnTo>
                  <a:pt x="4089" y="1008"/>
                </a:lnTo>
                <a:lnTo>
                  <a:pt x="4404" y="912"/>
                </a:lnTo>
                <a:lnTo>
                  <a:pt x="4893" y="576"/>
                </a:lnTo>
                <a:lnTo>
                  <a:pt x="5417" y="288"/>
                </a:lnTo>
                <a:lnTo>
                  <a:pt x="5662" y="144"/>
                </a:lnTo>
                <a:lnTo>
                  <a:pt x="5942" y="96"/>
                </a:lnTo>
                <a:lnTo>
                  <a:pt x="6256" y="0"/>
                </a:lnTo>
                <a:lnTo>
                  <a:pt x="6606" y="0"/>
                </a:lnTo>
                <a:lnTo>
                  <a:pt x="6990" y="240"/>
                </a:lnTo>
                <a:lnTo>
                  <a:pt x="7515" y="192"/>
                </a:lnTo>
                <a:lnTo>
                  <a:pt x="8074" y="240"/>
                </a:lnTo>
                <a:lnTo>
                  <a:pt x="8353" y="240"/>
                </a:lnTo>
                <a:lnTo>
                  <a:pt x="8633" y="288"/>
                </a:lnTo>
                <a:lnTo>
                  <a:pt x="8913" y="384"/>
                </a:lnTo>
                <a:lnTo>
                  <a:pt x="9192" y="528"/>
                </a:lnTo>
                <a:lnTo>
                  <a:pt x="10555" y="1728"/>
                </a:lnTo>
                <a:lnTo>
                  <a:pt x="10695" y="2016"/>
                </a:lnTo>
                <a:lnTo>
                  <a:pt x="11150" y="2496"/>
                </a:lnTo>
                <a:lnTo>
                  <a:pt x="11429" y="2736"/>
                </a:lnTo>
                <a:lnTo>
                  <a:pt x="11814" y="2928"/>
                </a:lnTo>
                <a:lnTo>
                  <a:pt x="12338" y="2928"/>
                </a:lnTo>
                <a:lnTo>
                  <a:pt x="12583" y="2640"/>
                </a:lnTo>
                <a:lnTo>
                  <a:pt x="12617" y="2256"/>
                </a:lnTo>
                <a:lnTo>
                  <a:pt x="12583" y="1920"/>
                </a:lnTo>
                <a:lnTo>
                  <a:pt x="12548" y="1632"/>
                </a:lnTo>
                <a:lnTo>
                  <a:pt x="12513" y="1392"/>
                </a:lnTo>
                <a:lnTo>
                  <a:pt x="12652" y="1296"/>
                </a:lnTo>
                <a:lnTo>
                  <a:pt x="12862" y="1248"/>
                </a:lnTo>
                <a:lnTo>
                  <a:pt x="13317" y="1248"/>
                </a:lnTo>
                <a:lnTo>
                  <a:pt x="13841" y="1728"/>
                </a:lnTo>
                <a:lnTo>
                  <a:pt x="14365" y="1920"/>
                </a:lnTo>
                <a:lnTo>
                  <a:pt x="14994" y="2016"/>
                </a:lnTo>
                <a:lnTo>
                  <a:pt x="15693" y="2496"/>
                </a:lnTo>
                <a:lnTo>
                  <a:pt x="16252" y="3072"/>
                </a:lnTo>
                <a:lnTo>
                  <a:pt x="16252" y="3168"/>
                </a:lnTo>
                <a:lnTo>
                  <a:pt x="16427" y="3360"/>
                </a:lnTo>
                <a:lnTo>
                  <a:pt x="16637" y="3408"/>
                </a:lnTo>
                <a:lnTo>
                  <a:pt x="16847" y="3360"/>
                </a:lnTo>
                <a:lnTo>
                  <a:pt x="17336" y="3264"/>
                </a:lnTo>
                <a:lnTo>
                  <a:pt x="18035" y="4416"/>
                </a:lnTo>
                <a:lnTo>
                  <a:pt x="19014" y="5376"/>
                </a:lnTo>
                <a:lnTo>
                  <a:pt x="19503" y="5712"/>
                </a:lnTo>
                <a:lnTo>
                  <a:pt x="20377" y="5712"/>
                </a:lnTo>
                <a:lnTo>
                  <a:pt x="20517" y="6000"/>
                </a:lnTo>
                <a:lnTo>
                  <a:pt x="20656" y="6528"/>
                </a:lnTo>
                <a:lnTo>
                  <a:pt x="20866" y="7584"/>
                </a:lnTo>
                <a:lnTo>
                  <a:pt x="21250" y="8832"/>
                </a:lnTo>
                <a:lnTo>
                  <a:pt x="21320" y="9888"/>
                </a:lnTo>
                <a:lnTo>
                  <a:pt x="21460" y="10128"/>
                </a:lnTo>
                <a:lnTo>
                  <a:pt x="21565" y="10464"/>
                </a:lnTo>
                <a:lnTo>
                  <a:pt x="21600" y="10656"/>
                </a:lnTo>
                <a:lnTo>
                  <a:pt x="21600" y="10848"/>
                </a:lnTo>
                <a:lnTo>
                  <a:pt x="21530" y="10992"/>
                </a:lnTo>
                <a:lnTo>
                  <a:pt x="21425" y="11184"/>
                </a:lnTo>
                <a:lnTo>
                  <a:pt x="20971" y="11568"/>
                </a:lnTo>
                <a:lnTo>
                  <a:pt x="20831" y="11712"/>
                </a:lnTo>
                <a:lnTo>
                  <a:pt x="20691" y="11904"/>
                </a:lnTo>
                <a:lnTo>
                  <a:pt x="20482" y="12336"/>
                </a:lnTo>
                <a:lnTo>
                  <a:pt x="20202" y="13008"/>
                </a:lnTo>
                <a:lnTo>
                  <a:pt x="19573" y="13632"/>
                </a:lnTo>
                <a:lnTo>
                  <a:pt x="19573" y="14016"/>
                </a:lnTo>
                <a:lnTo>
                  <a:pt x="20167" y="14736"/>
                </a:lnTo>
                <a:lnTo>
                  <a:pt x="20132" y="14880"/>
                </a:lnTo>
                <a:lnTo>
                  <a:pt x="20062" y="14976"/>
                </a:lnTo>
                <a:lnTo>
                  <a:pt x="19992" y="15024"/>
                </a:lnTo>
                <a:lnTo>
                  <a:pt x="19887" y="15072"/>
                </a:lnTo>
                <a:lnTo>
                  <a:pt x="19573" y="15072"/>
                </a:lnTo>
                <a:lnTo>
                  <a:pt x="18979" y="14544"/>
                </a:lnTo>
                <a:lnTo>
                  <a:pt x="18384" y="14496"/>
                </a:lnTo>
                <a:lnTo>
                  <a:pt x="18140" y="14544"/>
                </a:lnTo>
                <a:lnTo>
                  <a:pt x="18000" y="14592"/>
                </a:lnTo>
                <a:lnTo>
                  <a:pt x="18000" y="15408"/>
                </a:lnTo>
                <a:lnTo>
                  <a:pt x="18035" y="15648"/>
                </a:lnTo>
                <a:lnTo>
                  <a:pt x="18105" y="15888"/>
                </a:lnTo>
                <a:lnTo>
                  <a:pt x="18210" y="16128"/>
                </a:lnTo>
                <a:lnTo>
                  <a:pt x="18594" y="16656"/>
                </a:lnTo>
                <a:lnTo>
                  <a:pt x="18594" y="17520"/>
                </a:lnTo>
                <a:lnTo>
                  <a:pt x="18874" y="18720"/>
                </a:lnTo>
                <a:lnTo>
                  <a:pt x="18839" y="18912"/>
                </a:lnTo>
                <a:lnTo>
                  <a:pt x="18769" y="19104"/>
                </a:lnTo>
                <a:lnTo>
                  <a:pt x="18664" y="19152"/>
                </a:lnTo>
                <a:lnTo>
                  <a:pt x="18489" y="19200"/>
                </a:lnTo>
                <a:lnTo>
                  <a:pt x="18280" y="19200"/>
                </a:lnTo>
                <a:lnTo>
                  <a:pt x="18070" y="19296"/>
                </a:lnTo>
                <a:lnTo>
                  <a:pt x="17965" y="19392"/>
                </a:lnTo>
                <a:lnTo>
                  <a:pt x="17720" y="19632"/>
                </a:lnTo>
                <a:lnTo>
                  <a:pt x="17546" y="19632"/>
                </a:lnTo>
                <a:lnTo>
                  <a:pt x="17406" y="19344"/>
                </a:lnTo>
                <a:lnTo>
                  <a:pt x="16917" y="19296"/>
                </a:lnTo>
                <a:lnTo>
                  <a:pt x="16917" y="19152"/>
                </a:lnTo>
                <a:lnTo>
                  <a:pt x="16847" y="19056"/>
                </a:lnTo>
                <a:lnTo>
                  <a:pt x="16707" y="18912"/>
                </a:lnTo>
                <a:lnTo>
                  <a:pt x="16357" y="18864"/>
                </a:lnTo>
                <a:lnTo>
                  <a:pt x="16322" y="19008"/>
                </a:lnTo>
                <a:lnTo>
                  <a:pt x="16183" y="19104"/>
                </a:lnTo>
                <a:lnTo>
                  <a:pt x="16078" y="19200"/>
                </a:lnTo>
                <a:lnTo>
                  <a:pt x="15973" y="19200"/>
                </a:lnTo>
                <a:lnTo>
                  <a:pt x="15868" y="18864"/>
                </a:lnTo>
                <a:lnTo>
                  <a:pt x="15344" y="18720"/>
                </a:lnTo>
                <a:lnTo>
                  <a:pt x="14610" y="17568"/>
                </a:lnTo>
                <a:lnTo>
                  <a:pt x="14505" y="17328"/>
                </a:lnTo>
                <a:lnTo>
                  <a:pt x="14505" y="17040"/>
                </a:lnTo>
                <a:lnTo>
                  <a:pt x="14470" y="16752"/>
                </a:lnTo>
                <a:lnTo>
                  <a:pt x="14330" y="16368"/>
                </a:lnTo>
                <a:lnTo>
                  <a:pt x="13911" y="15792"/>
                </a:lnTo>
                <a:lnTo>
                  <a:pt x="13596" y="15696"/>
                </a:lnTo>
                <a:lnTo>
                  <a:pt x="13247" y="15648"/>
                </a:lnTo>
                <a:lnTo>
                  <a:pt x="12652" y="15696"/>
                </a:lnTo>
                <a:lnTo>
                  <a:pt x="12338" y="15744"/>
                </a:lnTo>
                <a:lnTo>
                  <a:pt x="12233" y="15888"/>
                </a:lnTo>
                <a:lnTo>
                  <a:pt x="12198" y="16176"/>
                </a:lnTo>
                <a:lnTo>
                  <a:pt x="12198" y="16656"/>
                </a:lnTo>
                <a:lnTo>
                  <a:pt x="12617" y="17424"/>
                </a:lnTo>
                <a:lnTo>
                  <a:pt x="12617" y="17904"/>
                </a:lnTo>
                <a:lnTo>
                  <a:pt x="12443" y="18192"/>
                </a:lnTo>
                <a:lnTo>
                  <a:pt x="12233" y="18528"/>
                </a:lnTo>
                <a:lnTo>
                  <a:pt x="12163" y="18672"/>
                </a:lnTo>
                <a:lnTo>
                  <a:pt x="12128" y="18864"/>
                </a:lnTo>
                <a:lnTo>
                  <a:pt x="12128" y="19104"/>
                </a:lnTo>
                <a:lnTo>
                  <a:pt x="12198" y="19296"/>
                </a:lnTo>
                <a:lnTo>
                  <a:pt x="12198" y="19440"/>
                </a:lnTo>
                <a:lnTo>
                  <a:pt x="12128" y="19632"/>
                </a:lnTo>
                <a:lnTo>
                  <a:pt x="11953" y="20016"/>
                </a:lnTo>
                <a:lnTo>
                  <a:pt x="11604" y="20688"/>
                </a:lnTo>
                <a:lnTo>
                  <a:pt x="11394" y="21072"/>
                </a:lnTo>
                <a:lnTo>
                  <a:pt x="11254" y="21168"/>
                </a:lnTo>
                <a:lnTo>
                  <a:pt x="11080" y="21264"/>
                </a:lnTo>
                <a:lnTo>
                  <a:pt x="10905" y="21552"/>
                </a:lnTo>
                <a:lnTo>
                  <a:pt x="10800" y="21504"/>
                </a:lnTo>
                <a:lnTo>
                  <a:pt x="10695" y="21504"/>
                </a:lnTo>
                <a:lnTo>
                  <a:pt x="10555" y="21216"/>
                </a:lnTo>
                <a:lnTo>
                  <a:pt x="10555" y="21120"/>
                </a:lnTo>
                <a:lnTo>
                  <a:pt x="10450" y="21072"/>
                </a:lnTo>
                <a:lnTo>
                  <a:pt x="10381" y="21024"/>
                </a:lnTo>
                <a:lnTo>
                  <a:pt x="10171" y="21024"/>
                </a:lnTo>
                <a:lnTo>
                  <a:pt x="9926" y="21120"/>
                </a:lnTo>
                <a:lnTo>
                  <a:pt x="9786" y="21408"/>
                </a:lnTo>
                <a:lnTo>
                  <a:pt x="9647" y="21600"/>
                </a:lnTo>
                <a:close/>
              </a:path>
            </a:pathLst>
          </a:custGeom>
          <a:solidFill>
            <a:srgbClr val="59595B"/>
          </a:solidFill>
          <a:ln>
            <a:solidFill>
              <a:srgbClr val="FFFFFF"/>
            </a:solidFill>
            <a:round/>
          </a:ln>
        </p:spPr>
        <p:txBody>
          <a:bodyPr lIns="0" tIns="0" rIns="0" bIns="0"/>
          <a:lstStyle/>
          <a:p>
            <a:pPr lvl="0" algn="l" defTabSz="914400">
              <a:defRPr sz="1800">
                <a:latin typeface="Microsoft YaHei"/>
                <a:ea typeface="Microsoft YaHei"/>
                <a:cs typeface="Microsoft YaHei"/>
                <a:sym typeface="Microsoft YaHei"/>
              </a:defRPr>
            </a:pPr>
            <a:endParaRPr/>
          </a:p>
        </p:txBody>
      </p:sp>
      <p:grpSp>
        <p:nvGrpSpPr>
          <p:cNvPr id="222" name="Group 222"/>
          <p:cNvGrpSpPr/>
          <p:nvPr/>
        </p:nvGrpSpPr>
        <p:grpSpPr>
          <a:xfrm>
            <a:off x="6854825" y="2803526"/>
            <a:ext cx="9796463" cy="8107362"/>
            <a:chOff x="0" y="1"/>
            <a:chExt cx="9796461" cy="8107361"/>
          </a:xfrm>
        </p:grpSpPr>
        <p:sp>
          <p:nvSpPr>
            <p:cNvPr id="157" name="Shape 157"/>
            <p:cNvSpPr/>
            <p:nvPr/>
          </p:nvSpPr>
          <p:spPr>
            <a:xfrm>
              <a:off x="6087046" y="7672617"/>
              <a:ext cx="520965" cy="434746"/>
            </a:xfrm>
            <a:custGeom>
              <a:avLst/>
              <a:gdLst/>
              <a:ahLst/>
              <a:cxnLst>
                <a:cxn ang="0">
                  <a:pos x="wd2" y="hd2"/>
                </a:cxn>
                <a:cxn ang="5400000">
                  <a:pos x="wd2" y="hd2"/>
                </a:cxn>
                <a:cxn ang="10800000">
                  <a:pos x="wd2" y="hd2"/>
                </a:cxn>
                <a:cxn ang="16200000">
                  <a:pos x="wd2" y="hd2"/>
                </a:cxn>
              </a:cxnLst>
              <a:rect l="0" t="0" r="r" b="b"/>
              <a:pathLst>
                <a:path w="21600" h="21600" extrusionOk="0">
                  <a:moveTo>
                    <a:pt x="7146" y="21600"/>
                  </a:moveTo>
                  <a:lnTo>
                    <a:pt x="5035" y="20627"/>
                  </a:lnTo>
                  <a:lnTo>
                    <a:pt x="3248" y="20043"/>
                  </a:lnTo>
                  <a:lnTo>
                    <a:pt x="1624" y="19070"/>
                  </a:lnTo>
                  <a:lnTo>
                    <a:pt x="974" y="18486"/>
                  </a:lnTo>
                  <a:lnTo>
                    <a:pt x="487" y="17903"/>
                  </a:lnTo>
                  <a:lnTo>
                    <a:pt x="162" y="15568"/>
                  </a:lnTo>
                  <a:lnTo>
                    <a:pt x="0" y="12843"/>
                  </a:lnTo>
                  <a:lnTo>
                    <a:pt x="162" y="10508"/>
                  </a:lnTo>
                  <a:lnTo>
                    <a:pt x="325" y="9535"/>
                  </a:lnTo>
                  <a:lnTo>
                    <a:pt x="650" y="8562"/>
                  </a:lnTo>
                  <a:lnTo>
                    <a:pt x="2111" y="7978"/>
                  </a:lnTo>
                  <a:lnTo>
                    <a:pt x="2923" y="7589"/>
                  </a:lnTo>
                  <a:lnTo>
                    <a:pt x="3573" y="7200"/>
                  </a:lnTo>
                  <a:lnTo>
                    <a:pt x="3735" y="3503"/>
                  </a:lnTo>
                  <a:lnTo>
                    <a:pt x="4223" y="3114"/>
                  </a:lnTo>
                  <a:lnTo>
                    <a:pt x="4547" y="2919"/>
                  </a:lnTo>
                  <a:lnTo>
                    <a:pt x="6171" y="3308"/>
                  </a:lnTo>
                  <a:lnTo>
                    <a:pt x="7308" y="3308"/>
                  </a:lnTo>
                  <a:lnTo>
                    <a:pt x="11531" y="584"/>
                  </a:lnTo>
                  <a:lnTo>
                    <a:pt x="19002" y="0"/>
                  </a:lnTo>
                  <a:lnTo>
                    <a:pt x="19651" y="389"/>
                  </a:lnTo>
                  <a:lnTo>
                    <a:pt x="20301" y="973"/>
                  </a:lnTo>
                  <a:lnTo>
                    <a:pt x="20950" y="1946"/>
                  </a:lnTo>
                  <a:lnTo>
                    <a:pt x="21600" y="3114"/>
                  </a:lnTo>
                  <a:lnTo>
                    <a:pt x="21600" y="5059"/>
                  </a:lnTo>
                  <a:lnTo>
                    <a:pt x="20950" y="6616"/>
                  </a:lnTo>
                  <a:lnTo>
                    <a:pt x="19164" y="9730"/>
                  </a:lnTo>
                  <a:lnTo>
                    <a:pt x="18352" y="11286"/>
                  </a:lnTo>
                  <a:lnTo>
                    <a:pt x="17702" y="13038"/>
                  </a:lnTo>
                  <a:lnTo>
                    <a:pt x="17215" y="14400"/>
                  </a:lnTo>
                  <a:lnTo>
                    <a:pt x="16890" y="15373"/>
                  </a:lnTo>
                  <a:lnTo>
                    <a:pt x="16403" y="16151"/>
                  </a:lnTo>
                  <a:lnTo>
                    <a:pt x="14454" y="17319"/>
                  </a:lnTo>
                  <a:lnTo>
                    <a:pt x="12668" y="18681"/>
                  </a:lnTo>
                  <a:lnTo>
                    <a:pt x="9420" y="21211"/>
                  </a:lnTo>
                  <a:lnTo>
                    <a:pt x="7146" y="21600"/>
                  </a:lnTo>
                  <a:close/>
                </a:path>
              </a:pathLst>
            </a:custGeom>
            <a:solidFill>
              <a:srgbClr val="DDDEE0"/>
            </a:solidFill>
            <a:ln w="9525" cap="flat">
              <a:solidFill>
                <a:srgbClr val="FFFFFF"/>
              </a:solidFill>
              <a:prstDash val="solid"/>
              <a:round/>
            </a:ln>
            <a:effectLst/>
          </p:spPr>
          <p:txBody>
            <a:bodyPr wrap="square" lIns="0" tIns="0" rIns="0" bIns="0" numCol="1" anchor="t">
              <a:noAutofit/>
            </a:bodyPr>
            <a:lstStyle/>
            <a:p>
              <a:pPr lvl="0" algn="l" defTabSz="914400">
                <a:defRPr sz="1800">
                  <a:latin typeface="Microsoft YaHei"/>
                  <a:ea typeface="Microsoft YaHei"/>
                  <a:cs typeface="Microsoft YaHei"/>
                  <a:sym typeface="Microsoft YaHei"/>
                </a:defRPr>
              </a:pPr>
              <a:endParaRPr/>
            </a:p>
          </p:txBody>
        </p:sp>
        <p:sp>
          <p:nvSpPr>
            <p:cNvPr id="158" name="Shape 158"/>
            <p:cNvSpPr/>
            <p:nvPr/>
          </p:nvSpPr>
          <p:spPr>
            <a:xfrm>
              <a:off x="6110548" y="7692202"/>
              <a:ext cx="477878" cy="395579"/>
            </a:xfrm>
            <a:custGeom>
              <a:avLst/>
              <a:gdLst/>
              <a:ahLst/>
              <a:cxnLst>
                <a:cxn ang="0">
                  <a:pos x="wd2" y="hd2"/>
                </a:cxn>
                <a:cxn ang="5400000">
                  <a:pos x="wd2" y="hd2"/>
                </a:cxn>
                <a:cxn ang="10800000">
                  <a:pos x="wd2" y="hd2"/>
                </a:cxn>
                <a:cxn ang="16200000">
                  <a:pos x="wd2" y="hd2"/>
                </a:cxn>
              </a:cxnLst>
              <a:rect l="0" t="0" r="r" b="b"/>
              <a:pathLst>
                <a:path w="21600" h="21600" extrusionOk="0">
                  <a:moveTo>
                    <a:pt x="7259" y="21600"/>
                  </a:moveTo>
                  <a:lnTo>
                    <a:pt x="1948" y="19461"/>
                  </a:lnTo>
                  <a:lnTo>
                    <a:pt x="1062" y="18606"/>
                  </a:lnTo>
                  <a:lnTo>
                    <a:pt x="0" y="16895"/>
                  </a:lnTo>
                  <a:lnTo>
                    <a:pt x="0" y="12190"/>
                  </a:lnTo>
                  <a:lnTo>
                    <a:pt x="177" y="10051"/>
                  </a:lnTo>
                  <a:lnTo>
                    <a:pt x="531" y="9196"/>
                  </a:lnTo>
                  <a:lnTo>
                    <a:pt x="708" y="8982"/>
                  </a:lnTo>
                  <a:lnTo>
                    <a:pt x="1239" y="8768"/>
                  </a:lnTo>
                  <a:lnTo>
                    <a:pt x="2656" y="8341"/>
                  </a:lnTo>
                  <a:lnTo>
                    <a:pt x="3718" y="7271"/>
                  </a:lnTo>
                  <a:lnTo>
                    <a:pt x="3895" y="3422"/>
                  </a:lnTo>
                  <a:lnTo>
                    <a:pt x="4249" y="3208"/>
                  </a:lnTo>
                  <a:lnTo>
                    <a:pt x="5666" y="3636"/>
                  </a:lnTo>
                  <a:lnTo>
                    <a:pt x="7436" y="3636"/>
                  </a:lnTo>
                  <a:lnTo>
                    <a:pt x="11862" y="642"/>
                  </a:lnTo>
                  <a:lnTo>
                    <a:pt x="19298" y="0"/>
                  </a:lnTo>
                  <a:lnTo>
                    <a:pt x="19830" y="428"/>
                  </a:lnTo>
                  <a:lnTo>
                    <a:pt x="20715" y="1283"/>
                  </a:lnTo>
                  <a:lnTo>
                    <a:pt x="21069" y="1711"/>
                  </a:lnTo>
                  <a:lnTo>
                    <a:pt x="21246" y="2352"/>
                  </a:lnTo>
                  <a:lnTo>
                    <a:pt x="21600" y="2994"/>
                  </a:lnTo>
                  <a:lnTo>
                    <a:pt x="21600" y="3850"/>
                  </a:lnTo>
                  <a:lnTo>
                    <a:pt x="20538" y="5988"/>
                  </a:lnTo>
                  <a:lnTo>
                    <a:pt x="19830" y="7057"/>
                  </a:lnTo>
                  <a:lnTo>
                    <a:pt x="19121" y="7913"/>
                  </a:lnTo>
                  <a:lnTo>
                    <a:pt x="18590" y="9624"/>
                  </a:lnTo>
                  <a:lnTo>
                    <a:pt x="17174" y="13046"/>
                  </a:lnTo>
                  <a:lnTo>
                    <a:pt x="16643" y="15184"/>
                  </a:lnTo>
                  <a:lnTo>
                    <a:pt x="8675" y="21172"/>
                  </a:lnTo>
                  <a:lnTo>
                    <a:pt x="7259" y="21600"/>
                  </a:lnTo>
                  <a:close/>
                </a:path>
              </a:pathLst>
            </a:custGeom>
            <a:solidFill>
              <a:srgbClr val="DDDEE0"/>
            </a:solidFill>
            <a:ln w="9525" cap="flat">
              <a:solidFill>
                <a:srgbClr val="FFFFFF"/>
              </a:solidFill>
              <a:prstDash val="solid"/>
              <a:round/>
            </a:ln>
            <a:effectLst/>
          </p:spPr>
          <p:txBody>
            <a:bodyPr wrap="square" lIns="0" tIns="0" rIns="0" bIns="0" numCol="1" anchor="t">
              <a:noAutofit/>
            </a:bodyPr>
            <a:lstStyle/>
            <a:p>
              <a:pPr lvl="0" algn="l" defTabSz="914400">
                <a:defRPr sz="1800">
                  <a:latin typeface="Microsoft YaHei"/>
                  <a:ea typeface="Microsoft YaHei"/>
                  <a:cs typeface="Microsoft YaHei"/>
                  <a:sym typeface="Microsoft YaHei"/>
                </a:defRPr>
              </a:pPr>
              <a:endParaRPr/>
            </a:p>
          </p:txBody>
        </p:sp>
        <p:sp>
          <p:nvSpPr>
            <p:cNvPr id="159" name="Shape 159"/>
            <p:cNvSpPr/>
            <p:nvPr/>
          </p:nvSpPr>
          <p:spPr>
            <a:xfrm>
              <a:off x="6298564" y="6446723"/>
              <a:ext cx="1535472" cy="1178897"/>
            </a:xfrm>
            <a:custGeom>
              <a:avLst/>
              <a:gdLst/>
              <a:ahLst/>
              <a:cxnLst>
                <a:cxn ang="0">
                  <a:pos x="wd2" y="hd2"/>
                </a:cxn>
                <a:cxn ang="5400000">
                  <a:pos x="wd2" y="hd2"/>
                </a:cxn>
                <a:cxn ang="10800000">
                  <a:pos x="wd2" y="hd2"/>
                </a:cxn>
                <a:cxn ang="16200000">
                  <a:pos x="wd2" y="hd2"/>
                </a:cxn>
              </a:cxnLst>
              <a:rect l="0" t="0" r="r" b="b"/>
              <a:pathLst>
                <a:path w="21600" h="21600" extrusionOk="0">
                  <a:moveTo>
                    <a:pt x="1488" y="21600"/>
                  </a:moveTo>
                  <a:lnTo>
                    <a:pt x="1267" y="21385"/>
                  </a:lnTo>
                  <a:lnTo>
                    <a:pt x="1102" y="21169"/>
                  </a:lnTo>
                  <a:lnTo>
                    <a:pt x="937" y="20811"/>
                  </a:lnTo>
                  <a:lnTo>
                    <a:pt x="771" y="20021"/>
                  </a:lnTo>
                  <a:lnTo>
                    <a:pt x="0" y="18658"/>
                  </a:lnTo>
                  <a:lnTo>
                    <a:pt x="0" y="18012"/>
                  </a:lnTo>
                  <a:lnTo>
                    <a:pt x="55" y="17653"/>
                  </a:lnTo>
                  <a:lnTo>
                    <a:pt x="220" y="17438"/>
                  </a:lnTo>
                  <a:lnTo>
                    <a:pt x="496" y="17151"/>
                  </a:lnTo>
                  <a:lnTo>
                    <a:pt x="606" y="16146"/>
                  </a:lnTo>
                  <a:lnTo>
                    <a:pt x="827" y="15429"/>
                  </a:lnTo>
                  <a:lnTo>
                    <a:pt x="992" y="15142"/>
                  </a:lnTo>
                  <a:lnTo>
                    <a:pt x="1212" y="14854"/>
                  </a:lnTo>
                  <a:lnTo>
                    <a:pt x="1818" y="14209"/>
                  </a:lnTo>
                  <a:lnTo>
                    <a:pt x="2590" y="13132"/>
                  </a:lnTo>
                  <a:lnTo>
                    <a:pt x="2976" y="12702"/>
                  </a:lnTo>
                  <a:lnTo>
                    <a:pt x="3416" y="12271"/>
                  </a:lnTo>
                  <a:lnTo>
                    <a:pt x="4243" y="10979"/>
                  </a:lnTo>
                  <a:lnTo>
                    <a:pt x="5069" y="9903"/>
                  </a:lnTo>
                  <a:lnTo>
                    <a:pt x="5400" y="9544"/>
                  </a:lnTo>
                  <a:lnTo>
                    <a:pt x="5620" y="9185"/>
                  </a:lnTo>
                  <a:lnTo>
                    <a:pt x="5786" y="8755"/>
                  </a:lnTo>
                  <a:lnTo>
                    <a:pt x="5896" y="8252"/>
                  </a:lnTo>
                  <a:lnTo>
                    <a:pt x="5896" y="7678"/>
                  </a:lnTo>
                  <a:lnTo>
                    <a:pt x="5951" y="7320"/>
                  </a:lnTo>
                  <a:lnTo>
                    <a:pt x="6006" y="7033"/>
                  </a:lnTo>
                  <a:lnTo>
                    <a:pt x="6116" y="6817"/>
                  </a:lnTo>
                  <a:lnTo>
                    <a:pt x="6392" y="6458"/>
                  </a:lnTo>
                  <a:lnTo>
                    <a:pt x="6612" y="6243"/>
                  </a:lnTo>
                  <a:lnTo>
                    <a:pt x="6833" y="5884"/>
                  </a:lnTo>
                  <a:lnTo>
                    <a:pt x="6722" y="3803"/>
                  </a:lnTo>
                  <a:lnTo>
                    <a:pt x="6998" y="3445"/>
                  </a:lnTo>
                  <a:lnTo>
                    <a:pt x="7163" y="3014"/>
                  </a:lnTo>
                  <a:lnTo>
                    <a:pt x="7273" y="2153"/>
                  </a:lnTo>
                  <a:lnTo>
                    <a:pt x="7659" y="1292"/>
                  </a:lnTo>
                  <a:lnTo>
                    <a:pt x="8210" y="1292"/>
                  </a:lnTo>
                  <a:lnTo>
                    <a:pt x="9147" y="2440"/>
                  </a:lnTo>
                  <a:lnTo>
                    <a:pt x="9698" y="2440"/>
                  </a:lnTo>
                  <a:lnTo>
                    <a:pt x="9808" y="2153"/>
                  </a:lnTo>
                  <a:lnTo>
                    <a:pt x="9863" y="1722"/>
                  </a:lnTo>
                  <a:lnTo>
                    <a:pt x="9918" y="1148"/>
                  </a:lnTo>
                  <a:lnTo>
                    <a:pt x="9367" y="359"/>
                  </a:lnTo>
                  <a:lnTo>
                    <a:pt x="9533" y="287"/>
                  </a:lnTo>
                  <a:lnTo>
                    <a:pt x="12178" y="287"/>
                  </a:lnTo>
                  <a:lnTo>
                    <a:pt x="12508" y="359"/>
                  </a:lnTo>
                  <a:lnTo>
                    <a:pt x="13004" y="359"/>
                  </a:lnTo>
                  <a:lnTo>
                    <a:pt x="13500" y="287"/>
                  </a:lnTo>
                  <a:lnTo>
                    <a:pt x="13776" y="144"/>
                  </a:lnTo>
                  <a:lnTo>
                    <a:pt x="13941" y="0"/>
                  </a:lnTo>
                  <a:lnTo>
                    <a:pt x="14271" y="0"/>
                  </a:lnTo>
                  <a:lnTo>
                    <a:pt x="14271" y="718"/>
                  </a:lnTo>
                  <a:lnTo>
                    <a:pt x="13114" y="2440"/>
                  </a:lnTo>
                  <a:lnTo>
                    <a:pt x="13169" y="2942"/>
                  </a:lnTo>
                  <a:lnTo>
                    <a:pt x="13280" y="3157"/>
                  </a:lnTo>
                  <a:lnTo>
                    <a:pt x="13390" y="3301"/>
                  </a:lnTo>
                  <a:lnTo>
                    <a:pt x="13555" y="3373"/>
                  </a:lnTo>
                  <a:lnTo>
                    <a:pt x="13776" y="3445"/>
                  </a:lnTo>
                  <a:lnTo>
                    <a:pt x="14437" y="3516"/>
                  </a:lnTo>
                  <a:lnTo>
                    <a:pt x="15980" y="2583"/>
                  </a:lnTo>
                  <a:lnTo>
                    <a:pt x="16531" y="2583"/>
                  </a:lnTo>
                  <a:lnTo>
                    <a:pt x="16861" y="3014"/>
                  </a:lnTo>
                  <a:lnTo>
                    <a:pt x="17192" y="2942"/>
                  </a:lnTo>
                  <a:lnTo>
                    <a:pt x="17467" y="2799"/>
                  </a:lnTo>
                  <a:lnTo>
                    <a:pt x="18073" y="2296"/>
                  </a:lnTo>
                  <a:lnTo>
                    <a:pt x="18404" y="2081"/>
                  </a:lnTo>
                  <a:lnTo>
                    <a:pt x="18735" y="1938"/>
                  </a:lnTo>
                  <a:lnTo>
                    <a:pt x="19120" y="1866"/>
                  </a:lnTo>
                  <a:lnTo>
                    <a:pt x="19561" y="2009"/>
                  </a:lnTo>
                  <a:lnTo>
                    <a:pt x="20388" y="3301"/>
                  </a:lnTo>
                  <a:lnTo>
                    <a:pt x="21600" y="5454"/>
                  </a:lnTo>
                  <a:lnTo>
                    <a:pt x="21600" y="6028"/>
                  </a:lnTo>
                  <a:lnTo>
                    <a:pt x="21049" y="6100"/>
                  </a:lnTo>
                  <a:lnTo>
                    <a:pt x="20718" y="6243"/>
                  </a:lnTo>
                  <a:lnTo>
                    <a:pt x="20388" y="6674"/>
                  </a:lnTo>
                  <a:lnTo>
                    <a:pt x="20057" y="7033"/>
                  </a:lnTo>
                  <a:lnTo>
                    <a:pt x="19947" y="7176"/>
                  </a:lnTo>
                  <a:lnTo>
                    <a:pt x="19892" y="7463"/>
                  </a:lnTo>
                  <a:lnTo>
                    <a:pt x="19892" y="7678"/>
                  </a:lnTo>
                  <a:lnTo>
                    <a:pt x="20057" y="8037"/>
                  </a:lnTo>
                  <a:lnTo>
                    <a:pt x="20057" y="8252"/>
                  </a:lnTo>
                  <a:lnTo>
                    <a:pt x="19396" y="8683"/>
                  </a:lnTo>
                  <a:lnTo>
                    <a:pt x="18073" y="9688"/>
                  </a:lnTo>
                  <a:lnTo>
                    <a:pt x="17467" y="10118"/>
                  </a:lnTo>
                  <a:lnTo>
                    <a:pt x="17027" y="10692"/>
                  </a:lnTo>
                  <a:lnTo>
                    <a:pt x="16861" y="10692"/>
                  </a:lnTo>
                  <a:lnTo>
                    <a:pt x="16696" y="10621"/>
                  </a:lnTo>
                  <a:lnTo>
                    <a:pt x="16586" y="10477"/>
                  </a:lnTo>
                  <a:lnTo>
                    <a:pt x="16531" y="10334"/>
                  </a:lnTo>
                  <a:lnTo>
                    <a:pt x="16035" y="10334"/>
                  </a:lnTo>
                  <a:lnTo>
                    <a:pt x="15704" y="10908"/>
                  </a:lnTo>
                  <a:lnTo>
                    <a:pt x="15318" y="10908"/>
                  </a:lnTo>
                  <a:lnTo>
                    <a:pt x="15208" y="10692"/>
                  </a:lnTo>
                  <a:lnTo>
                    <a:pt x="15098" y="10549"/>
                  </a:lnTo>
                  <a:lnTo>
                    <a:pt x="14988" y="10477"/>
                  </a:lnTo>
                  <a:lnTo>
                    <a:pt x="14712" y="10477"/>
                  </a:lnTo>
                  <a:lnTo>
                    <a:pt x="14492" y="10549"/>
                  </a:lnTo>
                  <a:lnTo>
                    <a:pt x="14492" y="11410"/>
                  </a:lnTo>
                  <a:lnTo>
                    <a:pt x="14327" y="11553"/>
                  </a:lnTo>
                  <a:lnTo>
                    <a:pt x="14216" y="11697"/>
                  </a:lnTo>
                  <a:lnTo>
                    <a:pt x="13996" y="11769"/>
                  </a:lnTo>
                  <a:lnTo>
                    <a:pt x="13886" y="11769"/>
                  </a:lnTo>
                  <a:lnTo>
                    <a:pt x="13776" y="11912"/>
                  </a:lnTo>
                  <a:lnTo>
                    <a:pt x="13720" y="12128"/>
                  </a:lnTo>
                  <a:lnTo>
                    <a:pt x="13610" y="12415"/>
                  </a:lnTo>
                  <a:lnTo>
                    <a:pt x="13280" y="12343"/>
                  </a:lnTo>
                  <a:lnTo>
                    <a:pt x="13169" y="12271"/>
                  </a:lnTo>
                  <a:lnTo>
                    <a:pt x="13114" y="12199"/>
                  </a:lnTo>
                  <a:lnTo>
                    <a:pt x="13004" y="11984"/>
                  </a:lnTo>
                  <a:lnTo>
                    <a:pt x="12894" y="11697"/>
                  </a:lnTo>
                  <a:lnTo>
                    <a:pt x="12729" y="11697"/>
                  </a:lnTo>
                  <a:lnTo>
                    <a:pt x="12012" y="10836"/>
                  </a:lnTo>
                  <a:lnTo>
                    <a:pt x="11571" y="10836"/>
                  </a:lnTo>
                  <a:lnTo>
                    <a:pt x="11406" y="11266"/>
                  </a:lnTo>
                  <a:lnTo>
                    <a:pt x="11241" y="11841"/>
                  </a:lnTo>
                  <a:lnTo>
                    <a:pt x="10690" y="12989"/>
                  </a:lnTo>
                  <a:lnTo>
                    <a:pt x="10304" y="13204"/>
                  </a:lnTo>
                  <a:lnTo>
                    <a:pt x="10084" y="13419"/>
                  </a:lnTo>
                  <a:lnTo>
                    <a:pt x="9863" y="13706"/>
                  </a:lnTo>
                  <a:lnTo>
                    <a:pt x="9643" y="14137"/>
                  </a:lnTo>
                  <a:lnTo>
                    <a:pt x="9312" y="14209"/>
                  </a:lnTo>
                  <a:lnTo>
                    <a:pt x="9037" y="14280"/>
                  </a:lnTo>
                  <a:lnTo>
                    <a:pt x="8431" y="14998"/>
                  </a:lnTo>
                  <a:lnTo>
                    <a:pt x="7990" y="14998"/>
                  </a:lnTo>
                  <a:lnTo>
                    <a:pt x="7659" y="15070"/>
                  </a:lnTo>
                  <a:lnTo>
                    <a:pt x="7439" y="15142"/>
                  </a:lnTo>
                  <a:lnTo>
                    <a:pt x="7218" y="15285"/>
                  </a:lnTo>
                  <a:lnTo>
                    <a:pt x="7053" y="15716"/>
                  </a:lnTo>
                  <a:lnTo>
                    <a:pt x="6722" y="15716"/>
                  </a:lnTo>
                  <a:lnTo>
                    <a:pt x="6282" y="15500"/>
                  </a:lnTo>
                  <a:lnTo>
                    <a:pt x="6006" y="15500"/>
                  </a:lnTo>
                  <a:lnTo>
                    <a:pt x="5786" y="15644"/>
                  </a:lnTo>
                  <a:lnTo>
                    <a:pt x="5455" y="15787"/>
                  </a:lnTo>
                  <a:lnTo>
                    <a:pt x="3857" y="16577"/>
                  </a:lnTo>
                  <a:lnTo>
                    <a:pt x="3306" y="16649"/>
                  </a:lnTo>
                  <a:lnTo>
                    <a:pt x="2865" y="16720"/>
                  </a:lnTo>
                  <a:lnTo>
                    <a:pt x="2535" y="17007"/>
                  </a:lnTo>
                  <a:lnTo>
                    <a:pt x="2149" y="17438"/>
                  </a:lnTo>
                  <a:lnTo>
                    <a:pt x="2094" y="18299"/>
                  </a:lnTo>
                  <a:lnTo>
                    <a:pt x="1763" y="18443"/>
                  </a:lnTo>
                  <a:lnTo>
                    <a:pt x="1543" y="18658"/>
                  </a:lnTo>
                  <a:lnTo>
                    <a:pt x="1433" y="18945"/>
                  </a:lnTo>
                  <a:lnTo>
                    <a:pt x="1433" y="19447"/>
                  </a:lnTo>
                  <a:lnTo>
                    <a:pt x="1653" y="19662"/>
                  </a:lnTo>
                  <a:lnTo>
                    <a:pt x="1984" y="20021"/>
                  </a:lnTo>
                  <a:lnTo>
                    <a:pt x="2149" y="20308"/>
                  </a:lnTo>
                  <a:lnTo>
                    <a:pt x="2259" y="20524"/>
                  </a:lnTo>
                  <a:lnTo>
                    <a:pt x="2369" y="20811"/>
                  </a:lnTo>
                  <a:lnTo>
                    <a:pt x="2369" y="21169"/>
                  </a:lnTo>
                  <a:lnTo>
                    <a:pt x="2149" y="21313"/>
                  </a:lnTo>
                  <a:lnTo>
                    <a:pt x="1873" y="21456"/>
                  </a:lnTo>
                  <a:lnTo>
                    <a:pt x="1488" y="21600"/>
                  </a:lnTo>
                  <a:close/>
                </a:path>
              </a:pathLst>
            </a:custGeom>
            <a:solidFill>
              <a:srgbClr val="DDDEE0"/>
            </a:solidFill>
            <a:ln w="9525" cap="flat">
              <a:solidFill>
                <a:srgbClr val="FFFFFF"/>
              </a:solidFill>
              <a:prstDash val="solid"/>
              <a:round/>
            </a:ln>
            <a:effectLst/>
          </p:spPr>
          <p:txBody>
            <a:bodyPr wrap="square" lIns="0" tIns="0" rIns="0" bIns="0" numCol="1" anchor="t">
              <a:noAutofit/>
            </a:bodyPr>
            <a:lstStyle/>
            <a:p>
              <a:pPr lvl="0" algn="l" defTabSz="914400">
                <a:defRPr sz="1800">
                  <a:latin typeface="Microsoft YaHei"/>
                  <a:ea typeface="Microsoft YaHei"/>
                  <a:cs typeface="Microsoft YaHei"/>
                  <a:sym typeface="Microsoft YaHei"/>
                </a:defRPr>
              </a:pPr>
              <a:endParaRPr/>
            </a:p>
          </p:txBody>
        </p:sp>
        <p:sp>
          <p:nvSpPr>
            <p:cNvPr id="160" name="Shape 160"/>
            <p:cNvSpPr/>
            <p:nvPr/>
          </p:nvSpPr>
          <p:spPr>
            <a:xfrm>
              <a:off x="3846510" y="5635986"/>
              <a:ext cx="1727407" cy="1825137"/>
            </a:xfrm>
            <a:custGeom>
              <a:avLst/>
              <a:gdLst/>
              <a:ahLst/>
              <a:cxnLst>
                <a:cxn ang="0">
                  <a:pos x="wd2" y="hd2"/>
                </a:cxn>
                <a:cxn ang="5400000">
                  <a:pos x="wd2" y="hd2"/>
                </a:cxn>
                <a:cxn ang="10800000">
                  <a:pos x="wd2" y="hd2"/>
                </a:cxn>
                <a:cxn ang="16200000">
                  <a:pos x="wd2" y="hd2"/>
                </a:cxn>
              </a:cxnLst>
              <a:rect l="0" t="0" r="r" b="b"/>
              <a:pathLst>
                <a:path w="21600" h="21600" extrusionOk="0">
                  <a:moveTo>
                    <a:pt x="9943" y="21600"/>
                  </a:moveTo>
                  <a:lnTo>
                    <a:pt x="9600" y="21322"/>
                  </a:lnTo>
                  <a:lnTo>
                    <a:pt x="9306" y="21090"/>
                  </a:lnTo>
                  <a:lnTo>
                    <a:pt x="8718" y="20812"/>
                  </a:lnTo>
                  <a:lnTo>
                    <a:pt x="8767" y="20395"/>
                  </a:lnTo>
                  <a:lnTo>
                    <a:pt x="8767" y="20070"/>
                  </a:lnTo>
                  <a:lnTo>
                    <a:pt x="8718" y="19792"/>
                  </a:lnTo>
                  <a:lnTo>
                    <a:pt x="8620" y="19561"/>
                  </a:lnTo>
                  <a:lnTo>
                    <a:pt x="8376" y="19375"/>
                  </a:lnTo>
                  <a:lnTo>
                    <a:pt x="8131" y="19375"/>
                  </a:lnTo>
                  <a:lnTo>
                    <a:pt x="7739" y="19468"/>
                  </a:lnTo>
                  <a:lnTo>
                    <a:pt x="7592" y="19561"/>
                  </a:lnTo>
                  <a:lnTo>
                    <a:pt x="7298" y="19792"/>
                  </a:lnTo>
                  <a:lnTo>
                    <a:pt x="7053" y="20070"/>
                  </a:lnTo>
                  <a:lnTo>
                    <a:pt x="6367" y="19931"/>
                  </a:lnTo>
                  <a:lnTo>
                    <a:pt x="6024" y="19468"/>
                  </a:lnTo>
                  <a:lnTo>
                    <a:pt x="5878" y="19282"/>
                  </a:lnTo>
                  <a:lnTo>
                    <a:pt x="5731" y="19190"/>
                  </a:lnTo>
                  <a:lnTo>
                    <a:pt x="5339" y="18726"/>
                  </a:lnTo>
                  <a:lnTo>
                    <a:pt x="5192" y="18587"/>
                  </a:lnTo>
                  <a:lnTo>
                    <a:pt x="5094" y="18541"/>
                  </a:lnTo>
                  <a:lnTo>
                    <a:pt x="4947" y="18494"/>
                  </a:lnTo>
                  <a:lnTo>
                    <a:pt x="4212" y="18494"/>
                  </a:lnTo>
                  <a:lnTo>
                    <a:pt x="4016" y="18124"/>
                  </a:lnTo>
                  <a:lnTo>
                    <a:pt x="3918" y="17753"/>
                  </a:lnTo>
                  <a:lnTo>
                    <a:pt x="3918" y="17150"/>
                  </a:lnTo>
                  <a:lnTo>
                    <a:pt x="4065" y="16779"/>
                  </a:lnTo>
                  <a:lnTo>
                    <a:pt x="4114" y="16409"/>
                  </a:lnTo>
                  <a:lnTo>
                    <a:pt x="4065" y="16084"/>
                  </a:lnTo>
                  <a:lnTo>
                    <a:pt x="3967" y="15806"/>
                  </a:lnTo>
                  <a:lnTo>
                    <a:pt x="3380" y="15667"/>
                  </a:lnTo>
                  <a:lnTo>
                    <a:pt x="3086" y="15528"/>
                  </a:lnTo>
                  <a:lnTo>
                    <a:pt x="3037" y="15482"/>
                  </a:lnTo>
                  <a:lnTo>
                    <a:pt x="3037" y="15064"/>
                  </a:lnTo>
                  <a:lnTo>
                    <a:pt x="2792" y="14276"/>
                  </a:lnTo>
                  <a:lnTo>
                    <a:pt x="2498" y="13859"/>
                  </a:lnTo>
                  <a:lnTo>
                    <a:pt x="2351" y="13349"/>
                  </a:lnTo>
                  <a:lnTo>
                    <a:pt x="2253" y="13164"/>
                  </a:lnTo>
                  <a:lnTo>
                    <a:pt x="2155" y="13071"/>
                  </a:lnTo>
                  <a:lnTo>
                    <a:pt x="2008" y="12979"/>
                  </a:lnTo>
                  <a:lnTo>
                    <a:pt x="1861" y="12932"/>
                  </a:lnTo>
                  <a:lnTo>
                    <a:pt x="1420" y="12886"/>
                  </a:lnTo>
                  <a:lnTo>
                    <a:pt x="735" y="13257"/>
                  </a:lnTo>
                  <a:lnTo>
                    <a:pt x="392" y="13396"/>
                  </a:lnTo>
                  <a:lnTo>
                    <a:pt x="98" y="13442"/>
                  </a:lnTo>
                  <a:lnTo>
                    <a:pt x="49" y="13349"/>
                  </a:lnTo>
                  <a:lnTo>
                    <a:pt x="0" y="11356"/>
                  </a:lnTo>
                  <a:lnTo>
                    <a:pt x="392" y="10522"/>
                  </a:lnTo>
                  <a:lnTo>
                    <a:pt x="784" y="10105"/>
                  </a:lnTo>
                  <a:lnTo>
                    <a:pt x="1127" y="9780"/>
                  </a:lnTo>
                  <a:lnTo>
                    <a:pt x="1518" y="9456"/>
                  </a:lnTo>
                  <a:lnTo>
                    <a:pt x="2057" y="9085"/>
                  </a:lnTo>
                  <a:lnTo>
                    <a:pt x="2645" y="8575"/>
                  </a:lnTo>
                  <a:lnTo>
                    <a:pt x="2694" y="7602"/>
                  </a:lnTo>
                  <a:lnTo>
                    <a:pt x="2939" y="7185"/>
                  </a:lnTo>
                  <a:lnTo>
                    <a:pt x="2939" y="6165"/>
                  </a:lnTo>
                  <a:lnTo>
                    <a:pt x="3037" y="5748"/>
                  </a:lnTo>
                  <a:lnTo>
                    <a:pt x="3086" y="5562"/>
                  </a:lnTo>
                  <a:lnTo>
                    <a:pt x="3184" y="5470"/>
                  </a:lnTo>
                  <a:lnTo>
                    <a:pt x="3233" y="5052"/>
                  </a:lnTo>
                  <a:lnTo>
                    <a:pt x="3282" y="4728"/>
                  </a:lnTo>
                  <a:lnTo>
                    <a:pt x="3233" y="4403"/>
                  </a:lnTo>
                  <a:lnTo>
                    <a:pt x="3086" y="4125"/>
                  </a:lnTo>
                  <a:lnTo>
                    <a:pt x="2057" y="3291"/>
                  </a:lnTo>
                  <a:lnTo>
                    <a:pt x="2057" y="2549"/>
                  </a:lnTo>
                  <a:lnTo>
                    <a:pt x="2302" y="2549"/>
                  </a:lnTo>
                  <a:lnTo>
                    <a:pt x="2547" y="2503"/>
                  </a:lnTo>
                  <a:lnTo>
                    <a:pt x="3086" y="2318"/>
                  </a:lnTo>
                  <a:lnTo>
                    <a:pt x="3135" y="2039"/>
                  </a:lnTo>
                  <a:lnTo>
                    <a:pt x="3135" y="1483"/>
                  </a:lnTo>
                  <a:lnTo>
                    <a:pt x="3086" y="1205"/>
                  </a:lnTo>
                  <a:lnTo>
                    <a:pt x="2939" y="742"/>
                  </a:lnTo>
                  <a:lnTo>
                    <a:pt x="2939" y="510"/>
                  </a:lnTo>
                  <a:lnTo>
                    <a:pt x="2890" y="278"/>
                  </a:lnTo>
                  <a:lnTo>
                    <a:pt x="3282" y="0"/>
                  </a:lnTo>
                  <a:lnTo>
                    <a:pt x="3478" y="0"/>
                  </a:lnTo>
                  <a:lnTo>
                    <a:pt x="3771" y="185"/>
                  </a:lnTo>
                  <a:lnTo>
                    <a:pt x="4163" y="1020"/>
                  </a:lnTo>
                  <a:lnTo>
                    <a:pt x="4359" y="1530"/>
                  </a:lnTo>
                  <a:lnTo>
                    <a:pt x="4506" y="2086"/>
                  </a:lnTo>
                  <a:lnTo>
                    <a:pt x="4604" y="2225"/>
                  </a:lnTo>
                  <a:lnTo>
                    <a:pt x="4702" y="2271"/>
                  </a:lnTo>
                  <a:lnTo>
                    <a:pt x="5094" y="2318"/>
                  </a:lnTo>
                  <a:lnTo>
                    <a:pt x="5192" y="2132"/>
                  </a:lnTo>
                  <a:lnTo>
                    <a:pt x="5290" y="1993"/>
                  </a:lnTo>
                  <a:lnTo>
                    <a:pt x="5339" y="1622"/>
                  </a:lnTo>
                  <a:lnTo>
                    <a:pt x="5339" y="1020"/>
                  </a:lnTo>
                  <a:lnTo>
                    <a:pt x="5633" y="788"/>
                  </a:lnTo>
                  <a:lnTo>
                    <a:pt x="5780" y="1020"/>
                  </a:lnTo>
                  <a:lnTo>
                    <a:pt x="5927" y="1298"/>
                  </a:lnTo>
                  <a:lnTo>
                    <a:pt x="6171" y="2039"/>
                  </a:lnTo>
                  <a:lnTo>
                    <a:pt x="6563" y="2596"/>
                  </a:lnTo>
                  <a:lnTo>
                    <a:pt x="6808" y="2920"/>
                  </a:lnTo>
                  <a:lnTo>
                    <a:pt x="7151" y="3291"/>
                  </a:lnTo>
                  <a:lnTo>
                    <a:pt x="8131" y="3430"/>
                  </a:lnTo>
                  <a:lnTo>
                    <a:pt x="9012" y="5006"/>
                  </a:lnTo>
                  <a:lnTo>
                    <a:pt x="9894" y="6118"/>
                  </a:lnTo>
                  <a:lnTo>
                    <a:pt x="9943" y="6489"/>
                  </a:lnTo>
                  <a:lnTo>
                    <a:pt x="9747" y="6721"/>
                  </a:lnTo>
                  <a:lnTo>
                    <a:pt x="9600" y="6906"/>
                  </a:lnTo>
                  <a:lnTo>
                    <a:pt x="9551" y="7092"/>
                  </a:lnTo>
                  <a:lnTo>
                    <a:pt x="9551" y="7509"/>
                  </a:lnTo>
                  <a:lnTo>
                    <a:pt x="9796" y="7787"/>
                  </a:lnTo>
                  <a:lnTo>
                    <a:pt x="9992" y="8019"/>
                  </a:lnTo>
                  <a:lnTo>
                    <a:pt x="10335" y="8251"/>
                  </a:lnTo>
                  <a:lnTo>
                    <a:pt x="10531" y="8297"/>
                  </a:lnTo>
                  <a:lnTo>
                    <a:pt x="10776" y="8390"/>
                  </a:lnTo>
                  <a:lnTo>
                    <a:pt x="11069" y="8575"/>
                  </a:lnTo>
                  <a:lnTo>
                    <a:pt x="11265" y="8714"/>
                  </a:lnTo>
                  <a:lnTo>
                    <a:pt x="11559" y="8807"/>
                  </a:lnTo>
                  <a:lnTo>
                    <a:pt x="12245" y="8761"/>
                  </a:lnTo>
                  <a:lnTo>
                    <a:pt x="14057" y="8019"/>
                  </a:lnTo>
                  <a:lnTo>
                    <a:pt x="14204" y="7648"/>
                  </a:lnTo>
                  <a:lnTo>
                    <a:pt x="14302" y="7370"/>
                  </a:lnTo>
                  <a:lnTo>
                    <a:pt x="14351" y="7045"/>
                  </a:lnTo>
                  <a:lnTo>
                    <a:pt x="14351" y="6721"/>
                  </a:lnTo>
                  <a:lnTo>
                    <a:pt x="14155" y="6443"/>
                  </a:lnTo>
                  <a:lnTo>
                    <a:pt x="14008" y="6304"/>
                  </a:lnTo>
                  <a:lnTo>
                    <a:pt x="13665" y="6072"/>
                  </a:lnTo>
                  <a:lnTo>
                    <a:pt x="13665" y="5330"/>
                  </a:lnTo>
                  <a:lnTo>
                    <a:pt x="13812" y="5145"/>
                  </a:lnTo>
                  <a:lnTo>
                    <a:pt x="14155" y="4960"/>
                  </a:lnTo>
                  <a:lnTo>
                    <a:pt x="14547" y="4728"/>
                  </a:lnTo>
                  <a:lnTo>
                    <a:pt x="14890" y="4450"/>
                  </a:lnTo>
                  <a:lnTo>
                    <a:pt x="15184" y="4125"/>
                  </a:lnTo>
                  <a:lnTo>
                    <a:pt x="15184" y="3523"/>
                  </a:lnTo>
                  <a:lnTo>
                    <a:pt x="15086" y="3198"/>
                  </a:lnTo>
                  <a:lnTo>
                    <a:pt x="14939" y="2967"/>
                  </a:lnTo>
                  <a:lnTo>
                    <a:pt x="14841" y="2827"/>
                  </a:lnTo>
                  <a:lnTo>
                    <a:pt x="14694" y="2688"/>
                  </a:lnTo>
                  <a:lnTo>
                    <a:pt x="14645" y="2503"/>
                  </a:lnTo>
                  <a:lnTo>
                    <a:pt x="15037" y="2410"/>
                  </a:lnTo>
                  <a:lnTo>
                    <a:pt x="15233" y="2179"/>
                  </a:lnTo>
                  <a:lnTo>
                    <a:pt x="15380" y="1947"/>
                  </a:lnTo>
                  <a:lnTo>
                    <a:pt x="15478" y="1669"/>
                  </a:lnTo>
                  <a:lnTo>
                    <a:pt x="15576" y="1530"/>
                  </a:lnTo>
                  <a:lnTo>
                    <a:pt x="15722" y="1483"/>
                  </a:lnTo>
                  <a:lnTo>
                    <a:pt x="16016" y="1483"/>
                  </a:lnTo>
                  <a:lnTo>
                    <a:pt x="16457" y="1530"/>
                  </a:lnTo>
                  <a:lnTo>
                    <a:pt x="16996" y="2874"/>
                  </a:lnTo>
                  <a:lnTo>
                    <a:pt x="17241" y="3152"/>
                  </a:lnTo>
                  <a:lnTo>
                    <a:pt x="17437" y="3337"/>
                  </a:lnTo>
                  <a:lnTo>
                    <a:pt x="17682" y="3523"/>
                  </a:lnTo>
                  <a:lnTo>
                    <a:pt x="18563" y="3523"/>
                  </a:lnTo>
                  <a:lnTo>
                    <a:pt x="19347" y="2967"/>
                  </a:lnTo>
                  <a:lnTo>
                    <a:pt x="19494" y="3198"/>
                  </a:lnTo>
                  <a:lnTo>
                    <a:pt x="19494" y="3523"/>
                  </a:lnTo>
                  <a:lnTo>
                    <a:pt x="19445" y="3940"/>
                  </a:lnTo>
                  <a:lnTo>
                    <a:pt x="19347" y="4357"/>
                  </a:lnTo>
                  <a:lnTo>
                    <a:pt x="19249" y="4542"/>
                  </a:lnTo>
                  <a:lnTo>
                    <a:pt x="19102" y="4728"/>
                  </a:lnTo>
                  <a:lnTo>
                    <a:pt x="18759" y="4821"/>
                  </a:lnTo>
                  <a:lnTo>
                    <a:pt x="18416" y="4821"/>
                  </a:lnTo>
                  <a:lnTo>
                    <a:pt x="17633" y="4450"/>
                  </a:lnTo>
                  <a:lnTo>
                    <a:pt x="16996" y="4450"/>
                  </a:lnTo>
                  <a:lnTo>
                    <a:pt x="16555" y="4542"/>
                  </a:lnTo>
                  <a:lnTo>
                    <a:pt x="16359" y="4589"/>
                  </a:lnTo>
                  <a:lnTo>
                    <a:pt x="16163" y="4728"/>
                  </a:lnTo>
                  <a:lnTo>
                    <a:pt x="15722" y="5052"/>
                  </a:lnTo>
                  <a:lnTo>
                    <a:pt x="15429" y="5470"/>
                  </a:lnTo>
                  <a:lnTo>
                    <a:pt x="15429" y="6165"/>
                  </a:lnTo>
                  <a:lnTo>
                    <a:pt x="15576" y="6489"/>
                  </a:lnTo>
                  <a:lnTo>
                    <a:pt x="15624" y="6721"/>
                  </a:lnTo>
                  <a:lnTo>
                    <a:pt x="15820" y="6999"/>
                  </a:lnTo>
                  <a:lnTo>
                    <a:pt x="15967" y="7138"/>
                  </a:lnTo>
                  <a:lnTo>
                    <a:pt x="16114" y="7185"/>
                  </a:lnTo>
                  <a:lnTo>
                    <a:pt x="16310" y="7138"/>
                  </a:lnTo>
                  <a:lnTo>
                    <a:pt x="16555" y="7045"/>
                  </a:lnTo>
                  <a:lnTo>
                    <a:pt x="16947" y="6999"/>
                  </a:lnTo>
                  <a:lnTo>
                    <a:pt x="17094" y="6953"/>
                  </a:lnTo>
                  <a:lnTo>
                    <a:pt x="17290" y="6953"/>
                  </a:lnTo>
                  <a:lnTo>
                    <a:pt x="17486" y="7138"/>
                  </a:lnTo>
                  <a:lnTo>
                    <a:pt x="17535" y="7370"/>
                  </a:lnTo>
                  <a:lnTo>
                    <a:pt x="17584" y="7648"/>
                  </a:lnTo>
                  <a:lnTo>
                    <a:pt x="17241" y="8761"/>
                  </a:lnTo>
                  <a:lnTo>
                    <a:pt x="17045" y="9039"/>
                  </a:lnTo>
                  <a:lnTo>
                    <a:pt x="16898" y="9270"/>
                  </a:lnTo>
                  <a:lnTo>
                    <a:pt x="16898" y="9502"/>
                  </a:lnTo>
                  <a:lnTo>
                    <a:pt x="16947" y="9688"/>
                  </a:lnTo>
                  <a:lnTo>
                    <a:pt x="17094" y="9873"/>
                  </a:lnTo>
                  <a:lnTo>
                    <a:pt x="17290" y="10012"/>
                  </a:lnTo>
                  <a:lnTo>
                    <a:pt x="17584" y="10151"/>
                  </a:lnTo>
                  <a:lnTo>
                    <a:pt x="17976" y="10290"/>
                  </a:lnTo>
                  <a:lnTo>
                    <a:pt x="17927" y="10939"/>
                  </a:lnTo>
                  <a:lnTo>
                    <a:pt x="17878" y="11264"/>
                  </a:lnTo>
                  <a:lnTo>
                    <a:pt x="17731" y="11634"/>
                  </a:lnTo>
                  <a:lnTo>
                    <a:pt x="17731" y="12052"/>
                  </a:lnTo>
                  <a:lnTo>
                    <a:pt x="17780" y="12237"/>
                  </a:lnTo>
                  <a:lnTo>
                    <a:pt x="17878" y="12422"/>
                  </a:lnTo>
                  <a:lnTo>
                    <a:pt x="18612" y="13257"/>
                  </a:lnTo>
                  <a:lnTo>
                    <a:pt x="20278" y="13674"/>
                  </a:lnTo>
                  <a:lnTo>
                    <a:pt x="20473" y="13813"/>
                  </a:lnTo>
                  <a:lnTo>
                    <a:pt x="20620" y="13906"/>
                  </a:lnTo>
                  <a:lnTo>
                    <a:pt x="20816" y="13998"/>
                  </a:lnTo>
                  <a:lnTo>
                    <a:pt x="21453" y="14045"/>
                  </a:lnTo>
                  <a:lnTo>
                    <a:pt x="21600" y="14555"/>
                  </a:lnTo>
                  <a:lnTo>
                    <a:pt x="21453" y="14740"/>
                  </a:lnTo>
                  <a:lnTo>
                    <a:pt x="21355" y="14925"/>
                  </a:lnTo>
                  <a:lnTo>
                    <a:pt x="20816" y="15250"/>
                  </a:lnTo>
                  <a:lnTo>
                    <a:pt x="20376" y="15435"/>
                  </a:lnTo>
                  <a:lnTo>
                    <a:pt x="20033" y="15435"/>
                  </a:lnTo>
                  <a:lnTo>
                    <a:pt x="19739" y="15482"/>
                  </a:lnTo>
                  <a:lnTo>
                    <a:pt x="19445" y="15574"/>
                  </a:lnTo>
                  <a:lnTo>
                    <a:pt x="19200" y="15667"/>
                  </a:lnTo>
                  <a:lnTo>
                    <a:pt x="18710" y="15899"/>
                  </a:lnTo>
                  <a:lnTo>
                    <a:pt x="18220" y="16223"/>
                  </a:lnTo>
                  <a:lnTo>
                    <a:pt x="18024" y="16594"/>
                  </a:lnTo>
                  <a:lnTo>
                    <a:pt x="17829" y="16826"/>
                  </a:lnTo>
                  <a:lnTo>
                    <a:pt x="17633" y="17011"/>
                  </a:lnTo>
                  <a:lnTo>
                    <a:pt x="16702" y="17011"/>
                  </a:lnTo>
                  <a:lnTo>
                    <a:pt x="16212" y="17521"/>
                  </a:lnTo>
                  <a:lnTo>
                    <a:pt x="15918" y="17706"/>
                  </a:lnTo>
                  <a:lnTo>
                    <a:pt x="15722" y="17753"/>
                  </a:lnTo>
                  <a:lnTo>
                    <a:pt x="15576" y="17753"/>
                  </a:lnTo>
                  <a:lnTo>
                    <a:pt x="15380" y="17475"/>
                  </a:lnTo>
                  <a:lnTo>
                    <a:pt x="15184" y="17289"/>
                  </a:lnTo>
                  <a:lnTo>
                    <a:pt x="14988" y="17197"/>
                  </a:lnTo>
                  <a:lnTo>
                    <a:pt x="14792" y="17197"/>
                  </a:lnTo>
                  <a:lnTo>
                    <a:pt x="14596" y="17243"/>
                  </a:lnTo>
                  <a:lnTo>
                    <a:pt x="14400" y="17336"/>
                  </a:lnTo>
                  <a:lnTo>
                    <a:pt x="14057" y="17567"/>
                  </a:lnTo>
                  <a:lnTo>
                    <a:pt x="13812" y="17614"/>
                  </a:lnTo>
                  <a:lnTo>
                    <a:pt x="13616" y="17614"/>
                  </a:lnTo>
                  <a:lnTo>
                    <a:pt x="13420" y="17567"/>
                  </a:lnTo>
                  <a:lnTo>
                    <a:pt x="13322" y="17521"/>
                  </a:lnTo>
                  <a:lnTo>
                    <a:pt x="13078" y="17336"/>
                  </a:lnTo>
                  <a:lnTo>
                    <a:pt x="12882" y="17150"/>
                  </a:lnTo>
                  <a:lnTo>
                    <a:pt x="12588" y="17104"/>
                  </a:lnTo>
                  <a:lnTo>
                    <a:pt x="12196" y="17104"/>
                  </a:lnTo>
                  <a:lnTo>
                    <a:pt x="11902" y="17289"/>
                  </a:lnTo>
                  <a:lnTo>
                    <a:pt x="11804" y="17382"/>
                  </a:lnTo>
                  <a:lnTo>
                    <a:pt x="11608" y="17706"/>
                  </a:lnTo>
                  <a:lnTo>
                    <a:pt x="11461" y="17799"/>
                  </a:lnTo>
                  <a:lnTo>
                    <a:pt x="11314" y="17845"/>
                  </a:lnTo>
                  <a:lnTo>
                    <a:pt x="11118" y="17845"/>
                  </a:lnTo>
                  <a:lnTo>
                    <a:pt x="10971" y="17799"/>
                  </a:lnTo>
                  <a:lnTo>
                    <a:pt x="10678" y="17660"/>
                  </a:lnTo>
                  <a:lnTo>
                    <a:pt x="10531" y="17521"/>
                  </a:lnTo>
                  <a:lnTo>
                    <a:pt x="10139" y="17521"/>
                  </a:lnTo>
                  <a:lnTo>
                    <a:pt x="9894" y="17753"/>
                  </a:lnTo>
                  <a:lnTo>
                    <a:pt x="9747" y="17938"/>
                  </a:lnTo>
                  <a:lnTo>
                    <a:pt x="9698" y="18170"/>
                  </a:lnTo>
                  <a:lnTo>
                    <a:pt x="9649" y="18587"/>
                  </a:lnTo>
                  <a:lnTo>
                    <a:pt x="10041" y="19143"/>
                  </a:lnTo>
                  <a:lnTo>
                    <a:pt x="10090" y="19282"/>
                  </a:lnTo>
                  <a:lnTo>
                    <a:pt x="10090" y="19700"/>
                  </a:lnTo>
                  <a:lnTo>
                    <a:pt x="10041" y="19931"/>
                  </a:lnTo>
                  <a:lnTo>
                    <a:pt x="10041" y="20209"/>
                  </a:lnTo>
                  <a:lnTo>
                    <a:pt x="10139" y="20534"/>
                  </a:lnTo>
                  <a:lnTo>
                    <a:pt x="10188" y="20905"/>
                  </a:lnTo>
                  <a:lnTo>
                    <a:pt x="10286" y="21368"/>
                  </a:lnTo>
                  <a:lnTo>
                    <a:pt x="10090" y="21507"/>
                  </a:lnTo>
                  <a:lnTo>
                    <a:pt x="9943" y="21600"/>
                  </a:lnTo>
                  <a:close/>
                </a:path>
              </a:pathLst>
            </a:custGeom>
            <a:solidFill>
              <a:srgbClr val="DDDEE0"/>
            </a:solidFill>
            <a:ln w="9525" cap="flat">
              <a:solidFill>
                <a:srgbClr val="FFFFFF"/>
              </a:solidFill>
              <a:prstDash val="solid"/>
              <a:round/>
            </a:ln>
            <a:effectLst/>
          </p:spPr>
          <p:txBody>
            <a:bodyPr wrap="square" lIns="0" tIns="0" rIns="0" bIns="0" numCol="1" anchor="t">
              <a:noAutofit/>
            </a:bodyPr>
            <a:lstStyle/>
            <a:p>
              <a:pPr lvl="0" algn="l" defTabSz="914400">
                <a:defRPr sz="1800">
                  <a:latin typeface="Microsoft YaHei"/>
                  <a:ea typeface="Microsoft YaHei"/>
                  <a:cs typeface="Microsoft YaHei"/>
                  <a:sym typeface="Microsoft YaHei"/>
                </a:defRPr>
              </a:pPr>
              <a:endParaRPr/>
            </a:p>
          </p:txBody>
        </p:sp>
        <p:sp>
          <p:nvSpPr>
            <p:cNvPr id="161" name="Shape 161"/>
            <p:cNvSpPr/>
            <p:nvPr/>
          </p:nvSpPr>
          <p:spPr>
            <a:xfrm>
              <a:off x="5299724" y="6290060"/>
              <a:ext cx="1464967" cy="1092733"/>
            </a:xfrm>
            <a:custGeom>
              <a:avLst/>
              <a:gdLst/>
              <a:ahLst/>
              <a:cxnLst>
                <a:cxn ang="0">
                  <a:pos x="wd2" y="hd2"/>
                </a:cxn>
                <a:cxn ang="5400000">
                  <a:pos x="wd2" y="hd2"/>
                </a:cxn>
                <a:cxn ang="10800000">
                  <a:pos x="wd2" y="hd2"/>
                </a:cxn>
                <a:cxn ang="16200000">
                  <a:pos x="wd2" y="hd2"/>
                </a:cxn>
              </a:cxnLst>
              <a:rect l="0" t="0" r="r" b="b"/>
              <a:pathLst>
                <a:path w="21600" h="21600" extrusionOk="0">
                  <a:moveTo>
                    <a:pt x="12995" y="21600"/>
                  </a:moveTo>
                  <a:lnTo>
                    <a:pt x="12995" y="20903"/>
                  </a:lnTo>
                  <a:lnTo>
                    <a:pt x="12879" y="20903"/>
                  </a:lnTo>
                  <a:lnTo>
                    <a:pt x="12821" y="20826"/>
                  </a:lnTo>
                  <a:lnTo>
                    <a:pt x="12706" y="20594"/>
                  </a:lnTo>
                  <a:lnTo>
                    <a:pt x="12359" y="20516"/>
                  </a:lnTo>
                  <a:lnTo>
                    <a:pt x="12302" y="20206"/>
                  </a:lnTo>
                  <a:lnTo>
                    <a:pt x="12071" y="19742"/>
                  </a:lnTo>
                  <a:lnTo>
                    <a:pt x="11955" y="19665"/>
                  </a:lnTo>
                  <a:lnTo>
                    <a:pt x="11724" y="19665"/>
                  </a:lnTo>
                  <a:lnTo>
                    <a:pt x="11435" y="19742"/>
                  </a:lnTo>
                  <a:lnTo>
                    <a:pt x="11262" y="20748"/>
                  </a:lnTo>
                  <a:lnTo>
                    <a:pt x="9298" y="20903"/>
                  </a:lnTo>
                  <a:lnTo>
                    <a:pt x="8086" y="20594"/>
                  </a:lnTo>
                  <a:lnTo>
                    <a:pt x="7104" y="20439"/>
                  </a:lnTo>
                  <a:lnTo>
                    <a:pt x="6295" y="19277"/>
                  </a:lnTo>
                  <a:lnTo>
                    <a:pt x="6006" y="18503"/>
                  </a:lnTo>
                  <a:lnTo>
                    <a:pt x="5891" y="18503"/>
                  </a:lnTo>
                  <a:lnTo>
                    <a:pt x="5775" y="17961"/>
                  </a:lnTo>
                  <a:lnTo>
                    <a:pt x="5833" y="17497"/>
                  </a:lnTo>
                  <a:lnTo>
                    <a:pt x="5949" y="17110"/>
                  </a:lnTo>
                  <a:lnTo>
                    <a:pt x="6122" y="16723"/>
                  </a:lnTo>
                  <a:lnTo>
                    <a:pt x="6122" y="15716"/>
                  </a:lnTo>
                  <a:lnTo>
                    <a:pt x="5429" y="15097"/>
                  </a:lnTo>
                  <a:lnTo>
                    <a:pt x="5429" y="14865"/>
                  </a:lnTo>
                  <a:lnTo>
                    <a:pt x="4101" y="14787"/>
                  </a:lnTo>
                  <a:lnTo>
                    <a:pt x="3003" y="14632"/>
                  </a:lnTo>
                  <a:lnTo>
                    <a:pt x="2368" y="14245"/>
                  </a:lnTo>
                  <a:lnTo>
                    <a:pt x="2079" y="13316"/>
                  </a:lnTo>
                  <a:lnTo>
                    <a:pt x="3003" y="13239"/>
                  </a:lnTo>
                  <a:lnTo>
                    <a:pt x="3234" y="13084"/>
                  </a:lnTo>
                  <a:lnTo>
                    <a:pt x="3523" y="12852"/>
                  </a:lnTo>
                  <a:lnTo>
                    <a:pt x="4043" y="12232"/>
                  </a:lnTo>
                  <a:lnTo>
                    <a:pt x="4274" y="11613"/>
                  </a:lnTo>
                  <a:lnTo>
                    <a:pt x="4332" y="11071"/>
                  </a:lnTo>
                  <a:lnTo>
                    <a:pt x="4274" y="10606"/>
                  </a:lnTo>
                  <a:lnTo>
                    <a:pt x="4101" y="10142"/>
                  </a:lnTo>
                  <a:lnTo>
                    <a:pt x="3292" y="10065"/>
                  </a:lnTo>
                  <a:lnTo>
                    <a:pt x="2945" y="9755"/>
                  </a:lnTo>
                  <a:lnTo>
                    <a:pt x="2541" y="9523"/>
                  </a:lnTo>
                  <a:lnTo>
                    <a:pt x="1155" y="8903"/>
                  </a:lnTo>
                  <a:lnTo>
                    <a:pt x="578" y="8594"/>
                  </a:lnTo>
                  <a:lnTo>
                    <a:pt x="173" y="7897"/>
                  </a:lnTo>
                  <a:lnTo>
                    <a:pt x="0" y="7432"/>
                  </a:lnTo>
                  <a:lnTo>
                    <a:pt x="347" y="6735"/>
                  </a:lnTo>
                  <a:lnTo>
                    <a:pt x="520" y="6426"/>
                  </a:lnTo>
                  <a:lnTo>
                    <a:pt x="635" y="6271"/>
                  </a:lnTo>
                  <a:lnTo>
                    <a:pt x="866" y="6116"/>
                  </a:lnTo>
                  <a:lnTo>
                    <a:pt x="1040" y="6039"/>
                  </a:lnTo>
                  <a:lnTo>
                    <a:pt x="1386" y="5961"/>
                  </a:lnTo>
                  <a:lnTo>
                    <a:pt x="1790" y="5961"/>
                  </a:lnTo>
                  <a:lnTo>
                    <a:pt x="2599" y="6348"/>
                  </a:lnTo>
                  <a:lnTo>
                    <a:pt x="3465" y="7355"/>
                  </a:lnTo>
                  <a:lnTo>
                    <a:pt x="3754" y="7432"/>
                  </a:lnTo>
                  <a:lnTo>
                    <a:pt x="4505" y="7432"/>
                  </a:lnTo>
                  <a:lnTo>
                    <a:pt x="4967" y="7355"/>
                  </a:lnTo>
                  <a:lnTo>
                    <a:pt x="5949" y="6039"/>
                  </a:lnTo>
                  <a:lnTo>
                    <a:pt x="6411" y="5265"/>
                  </a:lnTo>
                  <a:lnTo>
                    <a:pt x="6873" y="4645"/>
                  </a:lnTo>
                  <a:lnTo>
                    <a:pt x="6930" y="3794"/>
                  </a:lnTo>
                  <a:lnTo>
                    <a:pt x="7624" y="3716"/>
                  </a:lnTo>
                  <a:lnTo>
                    <a:pt x="7912" y="4258"/>
                  </a:lnTo>
                  <a:lnTo>
                    <a:pt x="8201" y="4413"/>
                  </a:lnTo>
                  <a:lnTo>
                    <a:pt x="8490" y="4645"/>
                  </a:lnTo>
                  <a:lnTo>
                    <a:pt x="8894" y="4955"/>
                  </a:lnTo>
                  <a:lnTo>
                    <a:pt x="9356" y="5187"/>
                  </a:lnTo>
                  <a:lnTo>
                    <a:pt x="9876" y="5187"/>
                  </a:lnTo>
                  <a:lnTo>
                    <a:pt x="11089" y="4645"/>
                  </a:lnTo>
                  <a:lnTo>
                    <a:pt x="11493" y="4181"/>
                  </a:lnTo>
                  <a:lnTo>
                    <a:pt x="12186" y="3561"/>
                  </a:lnTo>
                  <a:lnTo>
                    <a:pt x="12648" y="3252"/>
                  </a:lnTo>
                  <a:lnTo>
                    <a:pt x="12764" y="3019"/>
                  </a:lnTo>
                  <a:lnTo>
                    <a:pt x="12995" y="2787"/>
                  </a:lnTo>
                  <a:lnTo>
                    <a:pt x="13341" y="2168"/>
                  </a:lnTo>
                  <a:lnTo>
                    <a:pt x="13572" y="2013"/>
                  </a:lnTo>
                  <a:lnTo>
                    <a:pt x="13745" y="1781"/>
                  </a:lnTo>
                  <a:lnTo>
                    <a:pt x="14265" y="1548"/>
                  </a:lnTo>
                  <a:lnTo>
                    <a:pt x="14843" y="1471"/>
                  </a:lnTo>
                  <a:lnTo>
                    <a:pt x="15882" y="1394"/>
                  </a:lnTo>
                  <a:lnTo>
                    <a:pt x="16460" y="852"/>
                  </a:lnTo>
                  <a:lnTo>
                    <a:pt x="16980" y="387"/>
                  </a:lnTo>
                  <a:lnTo>
                    <a:pt x="17211" y="232"/>
                  </a:lnTo>
                  <a:lnTo>
                    <a:pt x="17499" y="77"/>
                  </a:lnTo>
                  <a:lnTo>
                    <a:pt x="17846" y="0"/>
                  </a:lnTo>
                  <a:lnTo>
                    <a:pt x="18250" y="0"/>
                  </a:lnTo>
                  <a:lnTo>
                    <a:pt x="18886" y="1394"/>
                  </a:lnTo>
                  <a:lnTo>
                    <a:pt x="19405" y="2090"/>
                  </a:lnTo>
                  <a:lnTo>
                    <a:pt x="18943" y="3174"/>
                  </a:lnTo>
                  <a:lnTo>
                    <a:pt x="18655" y="3716"/>
                  </a:lnTo>
                  <a:lnTo>
                    <a:pt x="18481" y="4335"/>
                  </a:lnTo>
                  <a:lnTo>
                    <a:pt x="18424" y="5419"/>
                  </a:lnTo>
                  <a:lnTo>
                    <a:pt x="18539" y="5497"/>
                  </a:lnTo>
                  <a:lnTo>
                    <a:pt x="19405" y="5497"/>
                  </a:lnTo>
                  <a:lnTo>
                    <a:pt x="19694" y="6658"/>
                  </a:lnTo>
                  <a:lnTo>
                    <a:pt x="19925" y="7123"/>
                  </a:lnTo>
                  <a:lnTo>
                    <a:pt x="21196" y="6968"/>
                  </a:lnTo>
                  <a:lnTo>
                    <a:pt x="21369" y="7355"/>
                  </a:lnTo>
                  <a:lnTo>
                    <a:pt x="21484" y="7897"/>
                  </a:lnTo>
                  <a:lnTo>
                    <a:pt x="21600" y="8516"/>
                  </a:lnTo>
                  <a:lnTo>
                    <a:pt x="21600" y="9213"/>
                  </a:lnTo>
                  <a:lnTo>
                    <a:pt x="21369" y="9600"/>
                  </a:lnTo>
                  <a:lnTo>
                    <a:pt x="21196" y="9832"/>
                  </a:lnTo>
                  <a:lnTo>
                    <a:pt x="20965" y="9987"/>
                  </a:lnTo>
                  <a:lnTo>
                    <a:pt x="20907" y="10142"/>
                  </a:lnTo>
                  <a:lnTo>
                    <a:pt x="20849" y="10219"/>
                  </a:lnTo>
                  <a:lnTo>
                    <a:pt x="20734" y="10297"/>
                  </a:lnTo>
                  <a:lnTo>
                    <a:pt x="20560" y="12077"/>
                  </a:lnTo>
                  <a:lnTo>
                    <a:pt x="20387" y="12542"/>
                  </a:lnTo>
                  <a:lnTo>
                    <a:pt x="20214" y="13084"/>
                  </a:lnTo>
                  <a:lnTo>
                    <a:pt x="19694" y="13548"/>
                  </a:lnTo>
                  <a:lnTo>
                    <a:pt x="19694" y="13781"/>
                  </a:lnTo>
                  <a:lnTo>
                    <a:pt x="19405" y="13935"/>
                  </a:lnTo>
                  <a:lnTo>
                    <a:pt x="19174" y="14168"/>
                  </a:lnTo>
                  <a:lnTo>
                    <a:pt x="18712" y="14942"/>
                  </a:lnTo>
                  <a:lnTo>
                    <a:pt x="18308" y="15716"/>
                  </a:lnTo>
                  <a:lnTo>
                    <a:pt x="18077" y="16026"/>
                  </a:lnTo>
                  <a:lnTo>
                    <a:pt x="17788" y="16258"/>
                  </a:lnTo>
                  <a:lnTo>
                    <a:pt x="17730" y="16413"/>
                  </a:lnTo>
                  <a:lnTo>
                    <a:pt x="17615" y="16568"/>
                  </a:lnTo>
                  <a:lnTo>
                    <a:pt x="17326" y="16800"/>
                  </a:lnTo>
                  <a:lnTo>
                    <a:pt x="16922" y="17342"/>
                  </a:lnTo>
                  <a:lnTo>
                    <a:pt x="16518" y="17961"/>
                  </a:lnTo>
                  <a:lnTo>
                    <a:pt x="16460" y="18039"/>
                  </a:lnTo>
                  <a:lnTo>
                    <a:pt x="16460" y="18116"/>
                  </a:lnTo>
                  <a:lnTo>
                    <a:pt x="16344" y="18116"/>
                  </a:lnTo>
                  <a:lnTo>
                    <a:pt x="16344" y="18348"/>
                  </a:lnTo>
                  <a:lnTo>
                    <a:pt x="16171" y="18348"/>
                  </a:lnTo>
                  <a:lnTo>
                    <a:pt x="16056" y="18426"/>
                  </a:lnTo>
                  <a:lnTo>
                    <a:pt x="15767" y="18735"/>
                  </a:lnTo>
                  <a:lnTo>
                    <a:pt x="15363" y="19355"/>
                  </a:lnTo>
                  <a:lnTo>
                    <a:pt x="14958" y="20671"/>
                  </a:lnTo>
                  <a:lnTo>
                    <a:pt x="14496" y="20826"/>
                  </a:lnTo>
                  <a:lnTo>
                    <a:pt x="14092" y="21058"/>
                  </a:lnTo>
                  <a:lnTo>
                    <a:pt x="13803" y="21290"/>
                  </a:lnTo>
                  <a:lnTo>
                    <a:pt x="13457" y="21600"/>
                  </a:lnTo>
                  <a:lnTo>
                    <a:pt x="12995" y="21600"/>
                  </a:lnTo>
                  <a:close/>
                </a:path>
              </a:pathLst>
            </a:custGeom>
            <a:solidFill>
              <a:srgbClr val="DDDEE0"/>
            </a:solidFill>
            <a:ln w="9525" cap="flat">
              <a:solidFill>
                <a:srgbClr val="FFFFFF"/>
              </a:solidFill>
              <a:prstDash val="solid"/>
              <a:round/>
            </a:ln>
            <a:effectLst/>
          </p:spPr>
          <p:txBody>
            <a:bodyPr wrap="square" lIns="0" tIns="0" rIns="0" bIns="0" numCol="1" anchor="t">
              <a:noAutofit/>
            </a:bodyPr>
            <a:lstStyle/>
            <a:p>
              <a:pPr lvl="0" algn="l" defTabSz="914400">
                <a:defRPr sz="1800">
                  <a:latin typeface="Microsoft YaHei"/>
                  <a:ea typeface="Microsoft YaHei"/>
                  <a:cs typeface="Microsoft YaHei"/>
                  <a:sym typeface="Microsoft YaHei"/>
                </a:defRPr>
              </a:pPr>
              <a:endParaRPr/>
            </a:p>
          </p:txBody>
        </p:sp>
        <p:sp>
          <p:nvSpPr>
            <p:cNvPr id="162" name="Shape 162"/>
            <p:cNvSpPr/>
            <p:nvPr/>
          </p:nvSpPr>
          <p:spPr>
            <a:xfrm>
              <a:off x="8421586" y="6293975"/>
              <a:ext cx="348616" cy="806821"/>
            </a:xfrm>
            <a:custGeom>
              <a:avLst/>
              <a:gdLst/>
              <a:ahLst/>
              <a:cxnLst>
                <a:cxn ang="0">
                  <a:pos x="wd2" y="hd2"/>
                </a:cxn>
                <a:cxn ang="5400000">
                  <a:pos x="wd2" y="hd2"/>
                </a:cxn>
                <a:cxn ang="10800000">
                  <a:pos x="wd2" y="hd2"/>
                </a:cxn>
                <a:cxn ang="16200000">
                  <a:pos x="wd2" y="hd2"/>
                </a:cxn>
              </a:cxnLst>
              <a:rect l="0" t="0" r="r" b="b"/>
              <a:pathLst>
                <a:path w="21600" h="21600" extrusionOk="0">
                  <a:moveTo>
                    <a:pt x="9951" y="21600"/>
                  </a:moveTo>
                  <a:lnTo>
                    <a:pt x="6067" y="19083"/>
                  </a:lnTo>
                  <a:lnTo>
                    <a:pt x="4854" y="18874"/>
                  </a:lnTo>
                  <a:lnTo>
                    <a:pt x="4126" y="18664"/>
                  </a:lnTo>
                  <a:lnTo>
                    <a:pt x="3398" y="18350"/>
                  </a:lnTo>
                  <a:lnTo>
                    <a:pt x="3155" y="18140"/>
                  </a:lnTo>
                  <a:lnTo>
                    <a:pt x="2427" y="17616"/>
                  </a:lnTo>
                  <a:lnTo>
                    <a:pt x="1942" y="16986"/>
                  </a:lnTo>
                  <a:lnTo>
                    <a:pt x="0" y="15938"/>
                  </a:lnTo>
                  <a:lnTo>
                    <a:pt x="243" y="14680"/>
                  </a:lnTo>
                  <a:lnTo>
                    <a:pt x="728" y="13526"/>
                  </a:lnTo>
                  <a:lnTo>
                    <a:pt x="971" y="12478"/>
                  </a:lnTo>
                  <a:lnTo>
                    <a:pt x="971" y="11953"/>
                  </a:lnTo>
                  <a:lnTo>
                    <a:pt x="728" y="11534"/>
                  </a:lnTo>
                  <a:lnTo>
                    <a:pt x="728" y="10276"/>
                  </a:lnTo>
                  <a:lnTo>
                    <a:pt x="1213" y="9437"/>
                  </a:lnTo>
                  <a:lnTo>
                    <a:pt x="1942" y="8703"/>
                  </a:lnTo>
                  <a:lnTo>
                    <a:pt x="3640" y="7864"/>
                  </a:lnTo>
                  <a:lnTo>
                    <a:pt x="4611" y="5872"/>
                  </a:lnTo>
                  <a:lnTo>
                    <a:pt x="7281" y="3355"/>
                  </a:lnTo>
                  <a:lnTo>
                    <a:pt x="9222" y="2307"/>
                  </a:lnTo>
                  <a:lnTo>
                    <a:pt x="10921" y="1468"/>
                  </a:lnTo>
                  <a:lnTo>
                    <a:pt x="12620" y="734"/>
                  </a:lnTo>
                  <a:lnTo>
                    <a:pt x="14804" y="0"/>
                  </a:lnTo>
                  <a:lnTo>
                    <a:pt x="19901" y="105"/>
                  </a:lnTo>
                  <a:lnTo>
                    <a:pt x="20629" y="315"/>
                  </a:lnTo>
                  <a:lnTo>
                    <a:pt x="21357" y="1573"/>
                  </a:lnTo>
                  <a:lnTo>
                    <a:pt x="21600" y="2307"/>
                  </a:lnTo>
                  <a:lnTo>
                    <a:pt x="21600" y="3041"/>
                  </a:lnTo>
                  <a:lnTo>
                    <a:pt x="20872" y="3775"/>
                  </a:lnTo>
                  <a:lnTo>
                    <a:pt x="20387" y="4509"/>
                  </a:lnTo>
                  <a:lnTo>
                    <a:pt x="20144" y="5348"/>
                  </a:lnTo>
                  <a:lnTo>
                    <a:pt x="20144" y="6186"/>
                  </a:lnTo>
                  <a:lnTo>
                    <a:pt x="20387" y="8074"/>
                  </a:lnTo>
                  <a:lnTo>
                    <a:pt x="20629" y="9856"/>
                  </a:lnTo>
                  <a:lnTo>
                    <a:pt x="19901" y="10590"/>
                  </a:lnTo>
                  <a:lnTo>
                    <a:pt x="19173" y="11429"/>
                  </a:lnTo>
                  <a:lnTo>
                    <a:pt x="14319" y="15938"/>
                  </a:lnTo>
                  <a:lnTo>
                    <a:pt x="13106" y="20866"/>
                  </a:lnTo>
                  <a:lnTo>
                    <a:pt x="11892" y="21390"/>
                  </a:lnTo>
                  <a:lnTo>
                    <a:pt x="9951" y="21600"/>
                  </a:lnTo>
                  <a:close/>
                </a:path>
              </a:pathLst>
            </a:custGeom>
            <a:solidFill>
              <a:srgbClr val="DDDEE0"/>
            </a:solidFill>
            <a:ln w="9525" cap="flat">
              <a:solidFill>
                <a:srgbClr val="FFFFFF"/>
              </a:solidFill>
              <a:prstDash val="solid"/>
              <a:round/>
            </a:ln>
            <a:effectLst/>
          </p:spPr>
          <p:txBody>
            <a:bodyPr wrap="square" lIns="0" tIns="0" rIns="0" bIns="0" numCol="1" anchor="t">
              <a:noAutofit/>
            </a:bodyPr>
            <a:lstStyle/>
            <a:p>
              <a:pPr lvl="0" algn="l" defTabSz="914400">
                <a:defRPr sz="1800">
                  <a:latin typeface="Microsoft YaHei"/>
                  <a:ea typeface="Microsoft YaHei"/>
                  <a:cs typeface="Microsoft YaHei"/>
                  <a:sym typeface="Microsoft YaHei"/>
                </a:defRPr>
              </a:pPr>
              <a:endParaRPr/>
            </a:p>
          </p:txBody>
        </p:sp>
        <p:sp>
          <p:nvSpPr>
            <p:cNvPr id="163" name="Shape 163"/>
            <p:cNvSpPr/>
            <p:nvPr/>
          </p:nvSpPr>
          <p:spPr>
            <a:xfrm>
              <a:off x="8445089" y="6313559"/>
              <a:ext cx="305529" cy="763740"/>
            </a:xfrm>
            <a:custGeom>
              <a:avLst/>
              <a:gdLst/>
              <a:ahLst/>
              <a:cxnLst>
                <a:cxn ang="0">
                  <a:pos x="wd2" y="hd2"/>
                </a:cxn>
                <a:cxn ang="5400000">
                  <a:pos x="wd2" y="hd2"/>
                </a:cxn>
                <a:cxn ang="10800000">
                  <a:pos x="wd2" y="hd2"/>
                </a:cxn>
                <a:cxn ang="16200000">
                  <a:pos x="wd2" y="hd2"/>
                </a:cxn>
              </a:cxnLst>
              <a:rect l="0" t="0" r="r" b="b"/>
              <a:pathLst>
                <a:path w="21600" h="21600" extrusionOk="0">
                  <a:moveTo>
                    <a:pt x="10523" y="21600"/>
                  </a:moveTo>
                  <a:lnTo>
                    <a:pt x="6369" y="19052"/>
                  </a:lnTo>
                  <a:lnTo>
                    <a:pt x="3600" y="18720"/>
                  </a:lnTo>
                  <a:lnTo>
                    <a:pt x="3046" y="17945"/>
                  </a:lnTo>
                  <a:lnTo>
                    <a:pt x="1938" y="17169"/>
                  </a:lnTo>
                  <a:lnTo>
                    <a:pt x="831" y="16615"/>
                  </a:lnTo>
                  <a:lnTo>
                    <a:pt x="0" y="16283"/>
                  </a:lnTo>
                  <a:lnTo>
                    <a:pt x="0" y="15065"/>
                  </a:lnTo>
                  <a:lnTo>
                    <a:pt x="554" y="13403"/>
                  </a:lnTo>
                  <a:lnTo>
                    <a:pt x="831" y="12738"/>
                  </a:lnTo>
                  <a:lnTo>
                    <a:pt x="1108" y="11963"/>
                  </a:lnTo>
                  <a:lnTo>
                    <a:pt x="554" y="11188"/>
                  </a:lnTo>
                  <a:lnTo>
                    <a:pt x="554" y="10080"/>
                  </a:lnTo>
                  <a:lnTo>
                    <a:pt x="1108" y="9637"/>
                  </a:lnTo>
                  <a:lnTo>
                    <a:pt x="2492" y="8751"/>
                  </a:lnTo>
                  <a:lnTo>
                    <a:pt x="4154" y="7865"/>
                  </a:lnTo>
                  <a:lnTo>
                    <a:pt x="5262" y="5982"/>
                  </a:lnTo>
                  <a:lnTo>
                    <a:pt x="6646" y="4652"/>
                  </a:lnTo>
                  <a:lnTo>
                    <a:pt x="7754" y="3545"/>
                  </a:lnTo>
                  <a:lnTo>
                    <a:pt x="9415" y="2548"/>
                  </a:lnTo>
                  <a:lnTo>
                    <a:pt x="11631" y="1551"/>
                  </a:lnTo>
                  <a:lnTo>
                    <a:pt x="16062" y="111"/>
                  </a:lnTo>
                  <a:lnTo>
                    <a:pt x="20769" y="0"/>
                  </a:lnTo>
                  <a:lnTo>
                    <a:pt x="21323" y="997"/>
                  </a:lnTo>
                  <a:lnTo>
                    <a:pt x="21600" y="1772"/>
                  </a:lnTo>
                  <a:lnTo>
                    <a:pt x="21600" y="2437"/>
                  </a:lnTo>
                  <a:lnTo>
                    <a:pt x="20769" y="3102"/>
                  </a:lnTo>
                  <a:lnTo>
                    <a:pt x="20215" y="3877"/>
                  </a:lnTo>
                  <a:lnTo>
                    <a:pt x="19662" y="5649"/>
                  </a:lnTo>
                  <a:lnTo>
                    <a:pt x="20215" y="9637"/>
                  </a:lnTo>
                  <a:lnTo>
                    <a:pt x="19108" y="10855"/>
                  </a:lnTo>
                  <a:lnTo>
                    <a:pt x="17446" y="12295"/>
                  </a:lnTo>
                  <a:lnTo>
                    <a:pt x="14123" y="14954"/>
                  </a:lnTo>
                  <a:lnTo>
                    <a:pt x="13292" y="16062"/>
                  </a:lnTo>
                  <a:lnTo>
                    <a:pt x="11631" y="21157"/>
                  </a:lnTo>
                  <a:lnTo>
                    <a:pt x="10523" y="21600"/>
                  </a:lnTo>
                  <a:close/>
                </a:path>
              </a:pathLst>
            </a:custGeom>
            <a:solidFill>
              <a:srgbClr val="DDDEE0"/>
            </a:solidFill>
            <a:ln w="9525" cap="flat">
              <a:solidFill>
                <a:srgbClr val="FFFFFF"/>
              </a:solidFill>
              <a:prstDash val="solid"/>
              <a:round/>
            </a:ln>
            <a:effectLst/>
          </p:spPr>
          <p:txBody>
            <a:bodyPr wrap="square" lIns="0" tIns="0" rIns="0" bIns="0" numCol="1" anchor="t">
              <a:noAutofit/>
            </a:bodyPr>
            <a:lstStyle/>
            <a:p>
              <a:pPr lvl="0" algn="l" defTabSz="914400">
                <a:defRPr sz="1800">
                  <a:latin typeface="Microsoft YaHei"/>
                  <a:ea typeface="Microsoft YaHei"/>
                  <a:cs typeface="Microsoft YaHei"/>
                  <a:sym typeface="Microsoft YaHei"/>
                </a:defRPr>
              </a:pPr>
              <a:endParaRPr/>
            </a:p>
          </p:txBody>
        </p:sp>
        <p:sp>
          <p:nvSpPr>
            <p:cNvPr id="164" name="Shape 164"/>
            <p:cNvSpPr/>
            <p:nvPr/>
          </p:nvSpPr>
          <p:spPr>
            <a:xfrm>
              <a:off x="7591180" y="5706485"/>
              <a:ext cx="810825" cy="1053568"/>
            </a:xfrm>
            <a:custGeom>
              <a:avLst/>
              <a:gdLst/>
              <a:ahLst/>
              <a:cxnLst>
                <a:cxn ang="0">
                  <a:pos x="wd2" y="hd2"/>
                </a:cxn>
                <a:cxn ang="5400000">
                  <a:pos x="wd2" y="hd2"/>
                </a:cxn>
                <a:cxn ang="10800000">
                  <a:pos x="wd2" y="hd2"/>
                </a:cxn>
                <a:cxn ang="16200000">
                  <a:pos x="wd2" y="hd2"/>
                </a:cxn>
              </a:cxnLst>
              <a:rect l="0" t="0" r="r" b="b"/>
              <a:pathLst>
                <a:path w="21600" h="21600" extrusionOk="0">
                  <a:moveTo>
                    <a:pt x="7096" y="21600"/>
                  </a:moveTo>
                  <a:lnTo>
                    <a:pt x="7096" y="21359"/>
                  </a:lnTo>
                  <a:lnTo>
                    <a:pt x="6991" y="21118"/>
                  </a:lnTo>
                  <a:lnTo>
                    <a:pt x="6678" y="20717"/>
                  </a:lnTo>
                  <a:lnTo>
                    <a:pt x="6365" y="20396"/>
                  </a:lnTo>
                  <a:lnTo>
                    <a:pt x="6052" y="20235"/>
                  </a:lnTo>
                  <a:lnTo>
                    <a:pt x="6052" y="19994"/>
                  </a:lnTo>
                  <a:lnTo>
                    <a:pt x="3026" y="17103"/>
                  </a:lnTo>
                  <a:lnTo>
                    <a:pt x="2087" y="16943"/>
                  </a:lnTo>
                  <a:lnTo>
                    <a:pt x="1357" y="16862"/>
                  </a:lnTo>
                  <a:lnTo>
                    <a:pt x="626" y="16862"/>
                  </a:lnTo>
                  <a:lnTo>
                    <a:pt x="104" y="16782"/>
                  </a:lnTo>
                  <a:lnTo>
                    <a:pt x="0" y="16140"/>
                  </a:lnTo>
                  <a:lnTo>
                    <a:pt x="0" y="15497"/>
                  </a:lnTo>
                  <a:lnTo>
                    <a:pt x="313" y="14454"/>
                  </a:lnTo>
                  <a:lnTo>
                    <a:pt x="417" y="14132"/>
                  </a:lnTo>
                  <a:lnTo>
                    <a:pt x="522" y="13891"/>
                  </a:lnTo>
                  <a:lnTo>
                    <a:pt x="522" y="12767"/>
                  </a:lnTo>
                  <a:lnTo>
                    <a:pt x="417" y="12286"/>
                  </a:lnTo>
                  <a:lnTo>
                    <a:pt x="2087" y="10840"/>
                  </a:lnTo>
                  <a:lnTo>
                    <a:pt x="2296" y="9877"/>
                  </a:lnTo>
                  <a:lnTo>
                    <a:pt x="2191" y="8592"/>
                  </a:lnTo>
                  <a:lnTo>
                    <a:pt x="2191" y="8030"/>
                  </a:lnTo>
                  <a:lnTo>
                    <a:pt x="2296" y="7789"/>
                  </a:lnTo>
                  <a:lnTo>
                    <a:pt x="2400" y="7628"/>
                  </a:lnTo>
                  <a:lnTo>
                    <a:pt x="3861" y="6986"/>
                  </a:lnTo>
                  <a:lnTo>
                    <a:pt x="4904" y="6103"/>
                  </a:lnTo>
                  <a:lnTo>
                    <a:pt x="5322" y="5380"/>
                  </a:lnTo>
                  <a:lnTo>
                    <a:pt x="5322" y="4657"/>
                  </a:lnTo>
                  <a:lnTo>
                    <a:pt x="5009" y="4175"/>
                  </a:lnTo>
                  <a:lnTo>
                    <a:pt x="4904" y="3774"/>
                  </a:lnTo>
                  <a:lnTo>
                    <a:pt x="4800" y="3533"/>
                  </a:lnTo>
                  <a:lnTo>
                    <a:pt x="4904" y="3292"/>
                  </a:lnTo>
                  <a:lnTo>
                    <a:pt x="5113" y="3051"/>
                  </a:lnTo>
                  <a:lnTo>
                    <a:pt x="5426" y="2891"/>
                  </a:lnTo>
                  <a:lnTo>
                    <a:pt x="6261" y="2409"/>
                  </a:lnTo>
                  <a:lnTo>
                    <a:pt x="7513" y="2248"/>
                  </a:lnTo>
                  <a:lnTo>
                    <a:pt x="8243" y="2168"/>
                  </a:lnTo>
                  <a:lnTo>
                    <a:pt x="8974" y="1927"/>
                  </a:lnTo>
                  <a:lnTo>
                    <a:pt x="9496" y="1606"/>
                  </a:lnTo>
                  <a:lnTo>
                    <a:pt x="9913" y="1124"/>
                  </a:lnTo>
                  <a:lnTo>
                    <a:pt x="10330" y="562"/>
                  </a:lnTo>
                  <a:lnTo>
                    <a:pt x="10643" y="80"/>
                  </a:lnTo>
                  <a:lnTo>
                    <a:pt x="10957" y="0"/>
                  </a:lnTo>
                  <a:lnTo>
                    <a:pt x="11270" y="0"/>
                  </a:lnTo>
                  <a:lnTo>
                    <a:pt x="11687" y="80"/>
                  </a:lnTo>
                  <a:lnTo>
                    <a:pt x="12104" y="241"/>
                  </a:lnTo>
                  <a:lnTo>
                    <a:pt x="12313" y="642"/>
                  </a:lnTo>
                  <a:lnTo>
                    <a:pt x="12417" y="1124"/>
                  </a:lnTo>
                  <a:lnTo>
                    <a:pt x="13043" y="2570"/>
                  </a:lnTo>
                  <a:lnTo>
                    <a:pt x="13461" y="3051"/>
                  </a:lnTo>
                  <a:lnTo>
                    <a:pt x="13878" y="3453"/>
                  </a:lnTo>
                  <a:lnTo>
                    <a:pt x="14609" y="3854"/>
                  </a:lnTo>
                  <a:lnTo>
                    <a:pt x="17530" y="4015"/>
                  </a:lnTo>
                  <a:lnTo>
                    <a:pt x="17843" y="3774"/>
                  </a:lnTo>
                  <a:lnTo>
                    <a:pt x="18261" y="3694"/>
                  </a:lnTo>
                  <a:lnTo>
                    <a:pt x="19096" y="3453"/>
                  </a:lnTo>
                  <a:lnTo>
                    <a:pt x="20139" y="3453"/>
                  </a:lnTo>
                  <a:lnTo>
                    <a:pt x="21078" y="3372"/>
                  </a:lnTo>
                  <a:lnTo>
                    <a:pt x="21600" y="3613"/>
                  </a:lnTo>
                  <a:lnTo>
                    <a:pt x="20765" y="4175"/>
                  </a:lnTo>
                  <a:lnTo>
                    <a:pt x="20452" y="4497"/>
                  </a:lnTo>
                  <a:lnTo>
                    <a:pt x="20035" y="4978"/>
                  </a:lnTo>
                  <a:lnTo>
                    <a:pt x="19930" y="6263"/>
                  </a:lnTo>
                  <a:lnTo>
                    <a:pt x="18887" y="6183"/>
                  </a:lnTo>
                  <a:lnTo>
                    <a:pt x="17843" y="6183"/>
                  </a:lnTo>
                  <a:lnTo>
                    <a:pt x="17217" y="6504"/>
                  </a:lnTo>
                  <a:lnTo>
                    <a:pt x="17009" y="6745"/>
                  </a:lnTo>
                  <a:lnTo>
                    <a:pt x="17113" y="7227"/>
                  </a:lnTo>
                  <a:lnTo>
                    <a:pt x="17635" y="7468"/>
                  </a:lnTo>
                  <a:lnTo>
                    <a:pt x="18157" y="7949"/>
                  </a:lnTo>
                  <a:lnTo>
                    <a:pt x="18991" y="8351"/>
                  </a:lnTo>
                  <a:lnTo>
                    <a:pt x="18261" y="8913"/>
                  </a:lnTo>
                  <a:lnTo>
                    <a:pt x="18261" y="9234"/>
                  </a:lnTo>
                  <a:lnTo>
                    <a:pt x="18157" y="9636"/>
                  </a:lnTo>
                  <a:lnTo>
                    <a:pt x="17843" y="10358"/>
                  </a:lnTo>
                  <a:lnTo>
                    <a:pt x="17843" y="10760"/>
                  </a:lnTo>
                  <a:lnTo>
                    <a:pt x="17739" y="11161"/>
                  </a:lnTo>
                  <a:lnTo>
                    <a:pt x="17843" y="11483"/>
                  </a:lnTo>
                  <a:lnTo>
                    <a:pt x="18052" y="11884"/>
                  </a:lnTo>
                  <a:lnTo>
                    <a:pt x="18574" y="12205"/>
                  </a:lnTo>
                  <a:lnTo>
                    <a:pt x="18574" y="12366"/>
                  </a:lnTo>
                  <a:lnTo>
                    <a:pt x="18261" y="12286"/>
                  </a:lnTo>
                  <a:lnTo>
                    <a:pt x="16800" y="12286"/>
                  </a:lnTo>
                  <a:lnTo>
                    <a:pt x="16591" y="12526"/>
                  </a:lnTo>
                  <a:lnTo>
                    <a:pt x="16591" y="12767"/>
                  </a:lnTo>
                  <a:lnTo>
                    <a:pt x="16696" y="13008"/>
                  </a:lnTo>
                  <a:lnTo>
                    <a:pt x="16591" y="13490"/>
                  </a:lnTo>
                  <a:lnTo>
                    <a:pt x="15861" y="13891"/>
                  </a:lnTo>
                  <a:lnTo>
                    <a:pt x="15443" y="14213"/>
                  </a:lnTo>
                  <a:lnTo>
                    <a:pt x="15235" y="14614"/>
                  </a:lnTo>
                  <a:lnTo>
                    <a:pt x="15026" y="15417"/>
                  </a:lnTo>
                  <a:lnTo>
                    <a:pt x="13983" y="16381"/>
                  </a:lnTo>
                  <a:lnTo>
                    <a:pt x="12104" y="16461"/>
                  </a:lnTo>
                  <a:lnTo>
                    <a:pt x="11896" y="16702"/>
                  </a:lnTo>
                  <a:lnTo>
                    <a:pt x="11896" y="16943"/>
                  </a:lnTo>
                  <a:lnTo>
                    <a:pt x="12000" y="17264"/>
                  </a:lnTo>
                  <a:lnTo>
                    <a:pt x="12522" y="17665"/>
                  </a:lnTo>
                  <a:lnTo>
                    <a:pt x="11896" y="17826"/>
                  </a:lnTo>
                  <a:lnTo>
                    <a:pt x="10852" y="18308"/>
                  </a:lnTo>
                  <a:lnTo>
                    <a:pt x="9600" y="19271"/>
                  </a:lnTo>
                  <a:lnTo>
                    <a:pt x="8765" y="20074"/>
                  </a:lnTo>
                  <a:lnTo>
                    <a:pt x="8661" y="20636"/>
                  </a:lnTo>
                  <a:lnTo>
                    <a:pt x="8243" y="20958"/>
                  </a:lnTo>
                  <a:lnTo>
                    <a:pt x="7826" y="21199"/>
                  </a:lnTo>
                  <a:lnTo>
                    <a:pt x="7096" y="21600"/>
                  </a:lnTo>
                  <a:close/>
                </a:path>
              </a:pathLst>
            </a:custGeom>
            <a:solidFill>
              <a:srgbClr val="DDDEE0"/>
            </a:solidFill>
            <a:ln w="9525" cap="flat">
              <a:solidFill>
                <a:srgbClr val="FFFFFF"/>
              </a:solidFill>
              <a:prstDash val="solid"/>
              <a:round/>
            </a:ln>
            <a:effectLst/>
          </p:spPr>
          <p:txBody>
            <a:bodyPr wrap="square" lIns="0" tIns="0" rIns="0" bIns="0" numCol="1" anchor="t">
              <a:noAutofit/>
            </a:bodyPr>
            <a:lstStyle/>
            <a:p>
              <a:pPr lvl="0" algn="l" defTabSz="914400">
                <a:defRPr sz="1800">
                  <a:latin typeface="Microsoft YaHei"/>
                  <a:ea typeface="Microsoft YaHei"/>
                  <a:cs typeface="Microsoft YaHei"/>
                  <a:sym typeface="Microsoft YaHei"/>
                </a:defRPr>
              </a:pPr>
              <a:endParaRPr/>
            </a:p>
          </p:txBody>
        </p:sp>
        <p:sp>
          <p:nvSpPr>
            <p:cNvPr id="165" name="Shape 165"/>
            <p:cNvSpPr/>
            <p:nvPr/>
          </p:nvSpPr>
          <p:spPr>
            <a:xfrm>
              <a:off x="5099956" y="5604655"/>
              <a:ext cx="1186858" cy="1041817"/>
            </a:xfrm>
            <a:custGeom>
              <a:avLst/>
              <a:gdLst/>
              <a:ahLst/>
              <a:cxnLst>
                <a:cxn ang="0">
                  <a:pos x="wd2" y="hd2"/>
                </a:cxn>
                <a:cxn ang="5400000">
                  <a:pos x="wd2" y="hd2"/>
                </a:cxn>
                <a:cxn ang="10800000">
                  <a:pos x="wd2" y="hd2"/>
                </a:cxn>
                <a:cxn ang="16200000">
                  <a:pos x="wd2" y="hd2"/>
                </a:cxn>
              </a:cxnLst>
              <a:rect l="0" t="0" r="r" b="b"/>
              <a:pathLst>
                <a:path w="21600" h="21600" extrusionOk="0">
                  <a:moveTo>
                    <a:pt x="8554" y="21600"/>
                  </a:moveTo>
                  <a:lnTo>
                    <a:pt x="7913" y="21275"/>
                  </a:lnTo>
                  <a:lnTo>
                    <a:pt x="7485" y="20950"/>
                  </a:lnTo>
                  <a:lnTo>
                    <a:pt x="7200" y="20626"/>
                  </a:lnTo>
                  <a:lnTo>
                    <a:pt x="6915" y="20382"/>
                  </a:lnTo>
                  <a:lnTo>
                    <a:pt x="6131" y="20057"/>
                  </a:lnTo>
                  <a:lnTo>
                    <a:pt x="4919" y="20057"/>
                  </a:lnTo>
                  <a:lnTo>
                    <a:pt x="4491" y="20220"/>
                  </a:lnTo>
                  <a:lnTo>
                    <a:pt x="3992" y="20626"/>
                  </a:lnTo>
                  <a:lnTo>
                    <a:pt x="3422" y="21519"/>
                  </a:lnTo>
                  <a:lnTo>
                    <a:pt x="3422" y="21032"/>
                  </a:lnTo>
                  <a:lnTo>
                    <a:pt x="3493" y="20626"/>
                  </a:lnTo>
                  <a:lnTo>
                    <a:pt x="3707" y="20057"/>
                  </a:lnTo>
                  <a:lnTo>
                    <a:pt x="3778" y="18352"/>
                  </a:lnTo>
                  <a:lnTo>
                    <a:pt x="2210" y="17540"/>
                  </a:lnTo>
                  <a:lnTo>
                    <a:pt x="2281" y="17053"/>
                  </a:lnTo>
                  <a:lnTo>
                    <a:pt x="2424" y="16647"/>
                  </a:lnTo>
                  <a:lnTo>
                    <a:pt x="2994" y="14454"/>
                  </a:lnTo>
                  <a:lnTo>
                    <a:pt x="3137" y="14292"/>
                  </a:lnTo>
                  <a:lnTo>
                    <a:pt x="3137" y="13642"/>
                  </a:lnTo>
                  <a:lnTo>
                    <a:pt x="2994" y="12992"/>
                  </a:lnTo>
                  <a:lnTo>
                    <a:pt x="2495" y="12343"/>
                  </a:lnTo>
                  <a:lnTo>
                    <a:pt x="1640" y="12505"/>
                  </a:lnTo>
                  <a:lnTo>
                    <a:pt x="713" y="12749"/>
                  </a:lnTo>
                  <a:lnTo>
                    <a:pt x="499" y="12749"/>
                  </a:lnTo>
                  <a:lnTo>
                    <a:pt x="285" y="12505"/>
                  </a:lnTo>
                  <a:lnTo>
                    <a:pt x="214" y="12262"/>
                  </a:lnTo>
                  <a:lnTo>
                    <a:pt x="214" y="11774"/>
                  </a:lnTo>
                  <a:lnTo>
                    <a:pt x="0" y="11287"/>
                  </a:lnTo>
                  <a:lnTo>
                    <a:pt x="71" y="10638"/>
                  </a:lnTo>
                  <a:lnTo>
                    <a:pt x="143" y="10150"/>
                  </a:lnTo>
                  <a:lnTo>
                    <a:pt x="356" y="9744"/>
                  </a:lnTo>
                  <a:lnTo>
                    <a:pt x="570" y="9501"/>
                  </a:lnTo>
                  <a:lnTo>
                    <a:pt x="855" y="9257"/>
                  </a:lnTo>
                  <a:lnTo>
                    <a:pt x="1212" y="9095"/>
                  </a:lnTo>
                  <a:lnTo>
                    <a:pt x="2139" y="8851"/>
                  </a:lnTo>
                  <a:lnTo>
                    <a:pt x="2638" y="8851"/>
                  </a:lnTo>
                  <a:lnTo>
                    <a:pt x="3208" y="9176"/>
                  </a:lnTo>
                  <a:lnTo>
                    <a:pt x="3778" y="9420"/>
                  </a:lnTo>
                  <a:lnTo>
                    <a:pt x="4063" y="9501"/>
                  </a:lnTo>
                  <a:lnTo>
                    <a:pt x="4420" y="9582"/>
                  </a:lnTo>
                  <a:lnTo>
                    <a:pt x="4776" y="9501"/>
                  </a:lnTo>
                  <a:lnTo>
                    <a:pt x="5133" y="9338"/>
                  </a:lnTo>
                  <a:lnTo>
                    <a:pt x="5632" y="8689"/>
                  </a:lnTo>
                  <a:lnTo>
                    <a:pt x="5846" y="7958"/>
                  </a:lnTo>
                  <a:lnTo>
                    <a:pt x="6202" y="7877"/>
                  </a:lnTo>
                  <a:lnTo>
                    <a:pt x="6345" y="8039"/>
                  </a:lnTo>
                  <a:lnTo>
                    <a:pt x="6630" y="8120"/>
                  </a:lnTo>
                  <a:lnTo>
                    <a:pt x="7343" y="8202"/>
                  </a:lnTo>
                  <a:lnTo>
                    <a:pt x="8982" y="8283"/>
                  </a:lnTo>
                  <a:lnTo>
                    <a:pt x="9196" y="7958"/>
                  </a:lnTo>
                  <a:lnTo>
                    <a:pt x="9339" y="7714"/>
                  </a:lnTo>
                  <a:lnTo>
                    <a:pt x="9481" y="7065"/>
                  </a:lnTo>
                  <a:lnTo>
                    <a:pt x="9481" y="5928"/>
                  </a:lnTo>
                  <a:lnTo>
                    <a:pt x="9125" y="5522"/>
                  </a:lnTo>
                  <a:lnTo>
                    <a:pt x="8840" y="5278"/>
                  </a:lnTo>
                  <a:lnTo>
                    <a:pt x="8198" y="4872"/>
                  </a:lnTo>
                  <a:lnTo>
                    <a:pt x="6986" y="4385"/>
                  </a:lnTo>
                  <a:lnTo>
                    <a:pt x="6915" y="4060"/>
                  </a:lnTo>
                  <a:lnTo>
                    <a:pt x="6844" y="3817"/>
                  </a:lnTo>
                  <a:lnTo>
                    <a:pt x="6844" y="3573"/>
                  </a:lnTo>
                  <a:lnTo>
                    <a:pt x="6915" y="3411"/>
                  </a:lnTo>
                  <a:lnTo>
                    <a:pt x="7200" y="3248"/>
                  </a:lnTo>
                  <a:lnTo>
                    <a:pt x="7699" y="3167"/>
                  </a:lnTo>
                  <a:lnTo>
                    <a:pt x="8483" y="3817"/>
                  </a:lnTo>
                  <a:lnTo>
                    <a:pt x="9909" y="4141"/>
                  </a:lnTo>
                  <a:lnTo>
                    <a:pt x="10479" y="4060"/>
                  </a:lnTo>
                  <a:lnTo>
                    <a:pt x="11050" y="3898"/>
                  </a:lnTo>
                  <a:lnTo>
                    <a:pt x="12190" y="3248"/>
                  </a:lnTo>
                  <a:lnTo>
                    <a:pt x="12689" y="2761"/>
                  </a:lnTo>
                  <a:lnTo>
                    <a:pt x="13117" y="2274"/>
                  </a:lnTo>
                  <a:lnTo>
                    <a:pt x="13473" y="1786"/>
                  </a:lnTo>
                  <a:lnTo>
                    <a:pt x="13758" y="1218"/>
                  </a:lnTo>
                  <a:lnTo>
                    <a:pt x="13901" y="568"/>
                  </a:lnTo>
                  <a:lnTo>
                    <a:pt x="14044" y="325"/>
                  </a:lnTo>
                  <a:lnTo>
                    <a:pt x="14257" y="162"/>
                  </a:lnTo>
                  <a:lnTo>
                    <a:pt x="14471" y="81"/>
                  </a:lnTo>
                  <a:lnTo>
                    <a:pt x="14756" y="0"/>
                  </a:lnTo>
                  <a:lnTo>
                    <a:pt x="15398" y="0"/>
                  </a:lnTo>
                  <a:lnTo>
                    <a:pt x="15612" y="162"/>
                  </a:lnTo>
                  <a:lnTo>
                    <a:pt x="16040" y="650"/>
                  </a:lnTo>
                  <a:lnTo>
                    <a:pt x="16253" y="974"/>
                  </a:lnTo>
                  <a:lnTo>
                    <a:pt x="16539" y="1786"/>
                  </a:lnTo>
                  <a:lnTo>
                    <a:pt x="16681" y="2680"/>
                  </a:lnTo>
                  <a:lnTo>
                    <a:pt x="17608" y="3979"/>
                  </a:lnTo>
                  <a:lnTo>
                    <a:pt x="18107" y="4629"/>
                  </a:lnTo>
                  <a:lnTo>
                    <a:pt x="18749" y="5278"/>
                  </a:lnTo>
                  <a:lnTo>
                    <a:pt x="19889" y="5765"/>
                  </a:lnTo>
                  <a:lnTo>
                    <a:pt x="20032" y="6253"/>
                  </a:lnTo>
                  <a:lnTo>
                    <a:pt x="20174" y="6902"/>
                  </a:lnTo>
                  <a:lnTo>
                    <a:pt x="20174" y="7633"/>
                  </a:lnTo>
                  <a:lnTo>
                    <a:pt x="20103" y="7958"/>
                  </a:lnTo>
                  <a:lnTo>
                    <a:pt x="19889" y="8283"/>
                  </a:lnTo>
                  <a:lnTo>
                    <a:pt x="19034" y="8770"/>
                  </a:lnTo>
                  <a:lnTo>
                    <a:pt x="18392" y="9014"/>
                  </a:lnTo>
                  <a:lnTo>
                    <a:pt x="18178" y="9257"/>
                  </a:lnTo>
                  <a:lnTo>
                    <a:pt x="18036" y="9501"/>
                  </a:lnTo>
                  <a:lnTo>
                    <a:pt x="18036" y="10638"/>
                  </a:lnTo>
                  <a:lnTo>
                    <a:pt x="18463" y="10638"/>
                  </a:lnTo>
                  <a:lnTo>
                    <a:pt x="18962" y="10475"/>
                  </a:lnTo>
                  <a:lnTo>
                    <a:pt x="20388" y="10394"/>
                  </a:lnTo>
                  <a:lnTo>
                    <a:pt x="20246" y="13236"/>
                  </a:lnTo>
                  <a:lnTo>
                    <a:pt x="20388" y="13561"/>
                  </a:lnTo>
                  <a:lnTo>
                    <a:pt x="20531" y="13805"/>
                  </a:lnTo>
                  <a:lnTo>
                    <a:pt x="21101" y="14454"/>
                  </a:lnTo>
                  <a:lnTo>
                    <a:pt x="21600" y="15347"/>
                  </a:lnTo>
                  <a:lnTo>
                    <a:pt x="21030" y="15429"/>
                  </a:lnTo>
                  <a:lnTo>
                    <a:pt x="20531" y="15591"/>
                  </a:lnTo>
                  <a:lnTo>
                    <a:pt x="19747" y="16159"/>
                  </a:lnTo>
                  <a:lnTo>
                    <a:pt x="19461" y="16565"/>
                  </a:lnTo>
                  <a:lnTo>
                    <a:pt x="19176" y="16890"/>
                  </a:lnTo>
                  <a:lnTo>
                    <a:pt x="18535" y="17459"/>
                  </a:lnTo>
                  <a:lnTo>
                    <a:pt x="17822" y="18027"/>
                  </a:lnTo>
                  <a:lnTo>
                    <a:pt x="17180" y="18677"/>
                  </a:lnTo>
                  <a:lnTo>
                    <a:pt x="16610" y="18839"/>
                  </a:lnTo>
                  <a:lnTo>
                    <a:pt x="16040" y="19083"/>
                  </a:lnTo>
                  <a:lnTo>
                    <a:pt x="15469" y="19164"/>
                  </a:lnTo>
                  <a:lnTo>
                    <a:pt x="14970" y="19164"/>
                  </a:lnTo>
                  <a:lnTo>
                    <a:pt x="13972" y="18514"/>
                  </a:lnTo>
                  <a:lnTo>
                    <a:pt x="13402" y="17865"/>
                  </a:lnTo>
                  <a:lnTo>
                    <a:pt x="13117" y="17702"/>
                  </a:lnTo>
                  <a:lnTo>
                    <a:pt x="12190" y="17702"/>
                  </a:lnTo>
                  <a:lnTo>
                    <a:pt x="11976" y="17783"/>
                  </a:lnTo>
                  <a:lnTo>
                    <a:pt x="11834" y="17946"/>
                  </a:lnTo>
                  <a:lnTo>
                    <a:pt x="11762" y="18839"/>
                  </a:lnTo>
                  <a:lnTo>
                    <a:pt x="10764" y="19976"/>
                  </a:lnTo>
                  <a:lnTo>
                    <a:pt x="10337" y="20544"/>
                  </a:lnTo>
                  <a:lnTo>
                    <a:pt x="9909" y="21194"/>
                  </a:lnTo>
                  <a:lnTo>
                    <a:pt x="9481" y="21438"/>
                  </a:lnTo>
                  <a:lnTo>
                    <a:pt x="9125" y="21519"/>
                  </a:lnTo>
                  <a:lnTo>
                    <a:pt x="8554" y="21600"/>
                  </a:lnTo>
                  <a:close/>
                </a:path>
              </a:pathLst>
            </a:custGeom>
            <a:solidFill>
              <a:srgbClr val="DDDEE0"/>
            </a:solidFill>
            <a:ln w="9525" cap="flat">
              <a:solidFill>
                <a:srgbClr val="FFFFFF"/>
              </a:solidFill>
              <a:prstDash val="solid"/>
              <a:round/>
            </a:ln>
            <a:effectLst/>
          </p:spPr>
          <p:txBody>
            <a:bodyPr wrap="square" lIns="0" tIns="0" rIns="0" bIns="0" numCol="1" anchor="t">
              <a:noAutofit/>
            </a:bodyPr>
            <a:lstStyle/>
            <a:p>
              <a:pPr lvl="0" algn="l" defTabSz="914400">
                <a:defRPr sz="1800">
                  <a:latin typeface="Microsoft YaHei"/>
                  <a:ea typeface="Microsoft YaHei"/>
                  <a:cs typeface="Microsoft YaHei"/>
                  <a:sym typeface="Microsoft YaHei"/>
                </a:defRPr>
              </a:pPr>
              <a:endParaRPr/>
            </a:p>
          </p:txBody>
        </p:sp>
        <p:sp>
          <p:nvSpPr>
            <p:cNvPr id="166" name="Shape 166"/>
            <p:cNvSpPr/>
            <p:nvPr/>
          </p:nvSpPr>
          <p:spPr>
            <a:xfrm>
              <a:off x="6110547" y="5389242"/>
              <a:ext cx="1053679" cy="1249397"/>
            </a:xfrm>
            <a:custGeom>
              <a:avLst/>
              <a:gdLst/>
              <a:ahLst/>
              <a:cxnLst>
                <a:cxn ang="0">
                  <a:pos x="wd2" y="hd2"/>
                </a:cxn>
                <a:cxn ang="5400000">
                  <a:pos x="wd2" y="hd2"/>
                </a:cxn>
                <a:cxn ang="10800000">
                  <a:pos x="wd2" y="hd2"/>
                </a:cxn>
                <a:cxn ang="16200000">
                  <a:pos x="wd2" y="hd2"/>
                </a:cxn>
              </a:cxnLst>
              <a:rect l="0" t="0" r="r" b="b"/>
              <a:pathLst>
                <a:path w="21600" h="21600" extrusionOk="0">
                  <a:moveTo>
                    <a:pt x="13329" y="21600"/>
                  </a:moveTo>
                  <a:lnTo>
                    <a:pt x="13008" y="21397"/>
                  </a:lnTo>
                  <a:lnTo>
                    <a:pt x="12526" y="21261"/>
                  </a:lnTo>
                  <a:lnTo>
                    <a:pt x="12286" y="21261"/>
                  </a:lnTo>
                  <a:lnTo>
                    <a:pt x="11322" y="21532"/>
                  </a:lnTo>
                  <a:lnTo>
                    <a:pt x="11001" y="20991"/>
                  </a:lnTo>
                  <a:lnTo>
                    <a:pt x="10920" y="20584"/>
                  </a:lnTo>
                  <a:lnTo>
                    <a:pt x="10840" y="20313"/>
                  </a:lnTo>
                  <a:lnTo>
                    <a:pt x="10599" y="20178"/>
                  </a:lnTo>
                  <a:lnTo>
                    <a:pt x="10117" y="20043"/>
                  </a:lnTo>
                  <a:lnTo>
                    <a:pt x="9877" y="20043"/>
                  </a:lnTo>
                  <a:lnTo>
                    <a:pt x="9395" y="20110"/>
                  </a:lnTo>
                  <a:lnTo>
                    <a:pt x="9395" y="19636"/>
                  </a:lnTo>
                  <a:lnTo>
                    <a:pt x="10198" y="18350"/>
                  </a:lnTo>
                  <a:lnTo>
                    <a:pt x="10599" y="17740"/>
                  </a:lnTo>
                  <a:lnTo>
                    <a:pt x="10760" y="17199"/>
                  </a:lnTo>
                  <a:lnTo>
                    <a:pt x="9877" y="16386"/>
                  </a:lnTo>
                  <a:lnTo>
                    <a:pt x="9636" y="15980"/>
                  </a:lnTo>
                  <a:lnTo>
                    <a:pt x="9475" y="15641"/>
                  </a:lnTo>
                  <a:lnTo>
                    <a:pt x="9074" y="15303"/>
                  </a:lnTo>
                  <a:lnTo>
                    <a:pt x="8752" y="15167"/>
                  </a:lnTo>
                  <a:lnTo>
                    <a:pt x="8190" y="15167"/>
                  </a:lnTo>
                  <a:lnTo>
                    <a:pt x="6906" y="15438"/>
                  </a:lnTo>
                  <a:lnTo>
                    <a:pt x="6504" y="15777"/>
                  </a:lnTo>
                  <a:lnTo>
                    <a:pt x="6103" y="15980"/>
                  </a:lnTo>
                  <a:lnTo>
                    <a:pt x="5300" y="16454"/>
                  </a:lnTo>
                  <a:lnTo>
                    <a:pt x="3935" y="16522"/>
                  </a:lnTo>
                  <a:lnTo>
                    <a:pt x="3854" y="16183"/>
                  </a:lnTo>
                  <a:lnTo>
                    <a:pt x="3774" y="15912"/>
                  </a:lnTo>
                  <a:lnTo>
                    <a:pt x="3453" y="15506"/>
                  </a:lnTo>
                  <a:lnTo>
                    <a:pt x="3051" y="15167"/>
                  </a:lnTo>
                  <a:lnTo>
                    <a:pt x="2730" y="14964"/>
                  </a:lnTo>
                  <a:lnTo>
                    <a:pt x="2570" y="14626"/>
                  </a:lnTo>
                  <a:lnTo>
                    <a:pt x="2570" y="11985"/>
                  </a:lnTo>
                  <a:lnTo>
                    <a:pt x="1124" y="12053"/>
                  </a:lnTo>
                  <a:lnTo>
                    <a:pt x="562" y="12120"/>
                  </a:lnTo>
                  <a:lnTo>
                    <a:pt x="0" y="12256"/>
                  </a:lnTo>
                  <a:lnTo>
                    <a:pt x="0" y="11917"/>
                  </a:lnTo>
                  <a:lnTo>
                    <a:pt x="80" y="11714"/>
                  </a:lnTo>
                  <a:lnTo>
                    <a:pt x="321" y="11511"/>
                  </a:lnTo>
                  <a:lnTo>
                    <a:pt x="723" y="11443"/>
                  </a:lnTo>
                  <a:lnTo>
                    <a:pt x="1285" y="11308"/>
                  </a:lnTo>
                  <a:lnTo>
                    <a:pt x="1767" y="11037"/>
                  </a:lnTo>
                  <a:lnTo>
                    <a:pt x="2168" y="10563"/>
                  </a:lnTo>
                  <a:lnTo>
                    <a:pt x="2409" y="10089"/>
                  </a:lnTo>
                  <a:lnTo>
                    <a:pt x="2489" y="9615"/>
                  </a:lnTo>
                  <a:lnTo>
                    <a:pt x="1927" y="7584"/>
                  </a:lnTo>
                  <a:lnTo>
                    <a:pt x="1847" y="5214"/>
                  </a:lnTo>
                  <a:lnTo>
                    <a:pt x="1606" y="4401"/>
                  </a:lnTo>
                  <a:lnTo>
                    <a:pt x="1847" y="4266"/>
                  </a:lnTo>
                  <a:lnTo>
                    <a:pt x="2168" y="4063"/>
                  </a:lnTo>
                  <a:lnTo>
                    <a:pt x="2570" y="3656"/>
                  </a:lnTo>
                  <a:lnTo>
                    <a:pt x="2891" y="3182"/>
                  </a:lnTo>
                  <a:lnTo>
                    <a:pt x="3212" y="2641"/>
                  </a:lnTo>
                  <a:lnTo>
                    <a:pt x="3774" y="2302"/>
                  </a:lnTo>
                  <a:lnTo>
                    <a:pt x="4336" y="2031"/>
                  </a:lnTo>
                  <a:lnTo>
                    <a:pt x="4577" y="1896"/>
                  </a:lnTo>
                  <a:lnTo>
                    <a:pt x="5300" y="1896"/>
                  </a:lnTo>
                  <a:lnTo>
                    <a:pt x="5701" y="1964"/>
                  </a:lnTo>
                  <a:lnTo>
                    <a:pt x="6022" y="1964"/>
                  </a:lnTo>
                  <a:lnTo>
                    <a:pt x="6343" y="1828"/>
                  </a:lnTo>
                  <a:lnTo>
                    <a:pt x="6584" y="1693"/>
                  </a:lnTo>
                  <a:lnTo>
                    <a:pt x="6745" y="1422"/>
                  </a:lnTo>
                  <a:lnTo>
                    <a:pt x="6665" y="1016"/>
                  </a:lnTo>
                  <a:lnTo>
                    <a:pt x="6584" y="677"/>
                  </a:lnTo>
                  <a:lnTo>
                    <a:pt x="6343" y="474"/>
                  </a:lnTo>
                  <a:lnTo>
                    <a:pt x="6103" y="339"/>
                  </a:lnTo>
                  <a:lnTo>
                    <a:pt x="6263" y="135"/>
                  </a:lnTo>
                  <a:lnTo>
                    <a:pt x="6424" y="68"/>
                  </a:lnTo>
                  <a:lnTo>
                    <a:pt x="6665" y="0"/>
                  </a:lnTo>
                  <a:lnTo>
                    <a:pt x="6986" y="68"/>
                  </a:lnTo>
                  <a:lnTo>
                    <a:pt x="7709" y="203"/>
                  </a:lnTo>
                  <a:lnTo>
                    <a:pt x="8431" y="406"/>
                  </a:lnTo>
                  <a:lnTo>
                    <a:pt x="9555" y="542"/>
                  </a:lnTo>
                  <a:lnTo>
                    <a:pt x="11001" y="1151"/>
                  </a:lnTo>
                  <a:lnTo>
                    <a:pt x="11723" y="1490"/>
                  </a:lnTo>
                  <a:lnTo>
                    <a:pt x="12526" y="1896"/>
                  </a:lnTo>
                  <a:lnTo>
                    <a:pt x="13731" y="2302"/>
                  </a:lnTo>
                  <a:lnTo>
                    <a:pt x="14935" y="2302"/>
                  </a:lnTo>
                  <a:lnTo>
                    <a:pt x="15738" y="1490"/>
                  </a:lnTo>
                  <a:lnTo>
                    <a:pt x="16059" y="1557"/>
                  </a:lnTo>
                  <a:lnTo>
                    <a:pt x="16461" y="1761"/>
                  </a:lnTo>
                  <a:lnTo>
                    <a:pt x="16862" y="2031"/>
                  </a:lnTo>
                  <a:lnTo>
                    <a:pt x="17264" y="2438"/>
                  </a:lnTo>
                  <a:lnTo>
                    <a:pt x="18709" y="3047"/>
                  </a:lnTo>
                  <a:lnTo>
                    <a:pt x="19352" y="3386"/>
                  </a:lnTo>
                  <a:lnTo>
                    <a:pt x="20074" y="3927"/>
                  </a:lnTo>
                  <a:lnTo>
                    <a:pt x="20636" y="4537"/>
                  </a:lnTo>
                  <a:lnTo>
                    <a:pt x="20877" y="5146"/>
                  </a:lnTo>
                  <a:lnTo>
                    <a:pt x="20958" y="5755"/>
                  </a:lnTo>
                  <a:lnTo>
                    <a:pt x="20958" y="6433"/>
                  </a:lnTo>
                  <a:lnTo>
                    <a:pt x="20877" y="6839"/>
                  </a:lnTo>
                  <a:lnTo>
                    <a:pt x="20717" y="7245"/>
                  </a:lnTo>
                  <a:lnTo>
                    <a:pt x="19833" y="8058"/>
                  </a:lnTo>
                  <a:lnTo>
                    <a:pt x="19512" y="8396"/>
                  </a:lnTo>
                  <a:lnTo>
                    <a:pt x="19352" y="8803"/>
                  </a:lnTo>
                  <a:lnTo>
                    <a:pt x="19271" y="9209"/>
                  </a:lnTo>
                  <a:lnTo>
                    <a:pt x="19271" y="9683"/>
                  </a:lnTo>
                  <a:lnTo>
                    <a:pt x="19512" y="10224"/>
                  </a:lnTo>
                  <a:lnTo>
                    <a:pt x="19833" y="10834"/>
                  </a:lnTo>
                  <a:lnTo>
                    <a:pt x="20074" y="11511"/>
                  </a:lnTo>
                  <a:lnTo>
                    <a:pt x="20315" y="11917"/>
                  </a:lnTo>
                  <a:lnTo>
                    <a:pt x="20556" y="12594"/>
                  </a:lnTo>
                  <a:lnTo>
                    <a:pt x="20958" y="14016"/>
                  </a:lnTo>
                  <a:lnTo>
                    <a:pt x="21279" y="14490"/>
                  </a:lnTo>
                  <a:lnTo>
                    <a:pt x="21359" y="14897"/>
                  </a:lnTo>
                  <a:lnTo>
                    <a:pt x="21359" y="15371"/>
                  </a:lnTo>
                  <a:lnTo>
                    <a:pt x="21199" y="15980"/>
                  </a:lnTo>
                  <a:lnTo>
                    <a:pt x="21199" y="16928"/>
                  </a:lnTo>
                  <a:lnTo>
                    <a:pt x="21359" y="17537"/>
                  </a:lnTo>
                  <a:lnTo>
                    <a:pt x="21600" y="18147"/>
                  </a:lnTo>
                  <a:lnTo>
                    <a:pt x="17103" y="18282"/>
                  </a:lnTo>
                  <a:lnTo>
                    <a:pt x="17023" y="18418"/>
                  </a:lnTo>
                  <a:lnTo>
                    <a:pt x="17023" y="18553"/>
                  </a:lnTo>
                  <a:lnTo>
                    <a:pt x="17184" y="18892"/>
                  </a:lnTo>
                  <a:lnTo>
                    <a:pt x="17585" y="19298"/>
                  </a:lnTo>
                  <a:lnTo>
                    <a:pt x="17906" y="19636"/>
                  </a:lnTo>
                  <a:lnTo>
                    <a:pt x="17746" y="20246"/>
                  </a:lnTo>
                  <a:lnTo>
                    <a:pt x="17505" y="20246"/>
                  </a:lnTo>
                  <a:lnTo>
                    <a:pt x="17184" y="20110"/>
                  </a:lnTo>
                  <a:lnTo>
                    <a:pt x="16702" y="19772"/>
                  </a:lnTo>
                  <a:lnTo>
                    <a:pt x="16140" y="19230"/>
                  </a:lnTo>
                  <a:lnTo>
                    <a:pt x="14775" y="19162"/>
                  </a:lnTo>
                  <a:lnTo>
                    <a:pt x="14052" y="20110"/>
                  </a:lnTo>
                  <a:lnTo>
                    <a:pt x="13972" y="20449"/>
                  </a:lnTo>
                  <a:lnTo>
                    <a:pt x="13891" y="20855"/>
                  </a:lnTo>
                  <a:lnTo>
                    <a:pt x="13651" y="21261"/>
                  </a:lnTo>
                  <a:lnTo>
                    <a:pt x="13490" y="21465"/>
                  </a:lnTo>
                  <a:lnTo>
                    <a:pt x="13329" y="21600"/>
                  </a:lnTo>
                  <a:close/>
                </a:path>
              </a:pathLst>
            </a:custGeom>
            <a:solidFill>
              <a:srgbClr val="DDDEE0"/>
            </a:solidFill>
            <a:ln w="9525" cap="flat">
              <a:solidFill>
                <a:srgbClr val="FFFFFF"/>
              </a:solidFill>
              <a:prstDash val="solid"/>
              <a:round/>
            </a:ln>
            <a:effectLst/>
          </p:spPr>
          <p:txBody>
            <a:bodyPr wrap="square" lIns="0" tIns="0" rIns="0" bIns="0" numCol="1" anchor="t">
              <a:noAutofit/>
            </a:bodyPr>
            <a:lstStyle/>
            <a:p>
              <a:pPr lvl="0" algn="l" defTabSz="914400">
                <a:defRPr sz="1800">
                  <a:latin typeface="Microsoft YaHei"/>
                  <a:ea typeface="Microsoft YaHei"/>
                  <a:cs typeface="Microsoft YaHei"/>
                  <a:sym typeface="Microsoft YaHei"/>
                </a:defRPr>
              </a:pPr>
              <a:endParaRPr/>
            </a:p>
          </p:txBody>
        </p:sp>
        <p:sp>
          <p:nvSpPr>
            <p:cNvPr id="167" name="Shape 167"/>
            <p:cNvSpPr/>
            <p:nvPr/>
          </p:nvSpPr>
          <p:spPr>
            <a:xfrm>
              <a:off x="7070216" y="5318743"/>
              <a:ext cx="912667" cy="1304230"/>
            </a:xfrm>
            <a:custGeom>
              <a:avLst/>
              <a:gdLst/>
              <a:ahLst/>
              <a:cxnLst>
                <a:cxn ang="0">
                  <a:pos x="wd2" y="hd2"/>
                </a:cxn>
                <a:cxn ang="5400000">
                  <a:pos x="wd2" y="hd2"/>
                </a:cxn>
                <a:cxn ang="10800000">
                  <a:pos x="wd2" y="hd2"/>
                </a:cxn>
                <a:cxn ang="16200000">
                  <a:pos x="wd2" y="hd2"/>
                </a:cxn>
              </a:cxnLst>
              <a:rect l="0" t="0" r="r" b="b"/>
              <a:pathLst>
                <a:path w="21600" h="21600" extrusionOk="0">
                  <a:moveTo>
                    <a:pt x="5470" y="21600"/>
                  </a:moveTo>
                  <a:lnTo>
                    <a:pt x="5191" y="21405"/>
                  </a:lnTo>
                  <a:lnTo>
                    <a:pt x="4913" y="21341"/>
                  </a:lnTo>
                  <a:lnTo>
                    <a:pt x="4357" y="21276"/>
                  </a:lnTo>
                  <a:lnTo>
                    <a:pt x="4357" y="21081"/>
                  </a:lnTo>
                  <a:lnTo>
                    <a:pt x="6211" y="19395"/>
                  </a:lnTo>
                  <a:lnTo>
                    <a:pt x="6118" y="18746"/>
                  </a:lnTo>
                  <a:lnTo>
                    <a:pt x="5933" y="18357"/>
                  </a:lnTo>
                  <a:lnTo>
                    <a:pt x="5284" y="18357"/>
                  </a:lnTo>
                  <a:lnTo>
                    <a:pt x="4821" y="18422"/>
                  </a:lnTo>
                  <a:lnTo>
                    <a:pt x="4079" y="18681"/>
                  </a:lnTo>
                  <a:lnTo>
                    <a:pt x="2781" y="18681"/>
                  </a:lnTo>
                  <a:lnTo>
                    <a:pt x="2225" y="17384"/>
                  </a:lnTo>
                  <a:lnTo>
                    <a:pt x="2318" y="16670"/>
                  </a:lnTo>
                  <a:lnTo>
                    <a:pt x="2503" y="15373"/>
                  </a:lnTo>
                  <a:lnTo>
                    <a:pt x="2410" y="15114"/>
                  </a:lnTo>
                  <a:lnTo>
                    <a:pt x="2410" y="14789"/>
                  </a:lnTo>
                  <a:lnTo>
                    <a:pt x="1947" y="14465"/>
                  </a:lnTo>
                  <a:lnTo>
                    <a:pt x="1761" y="13686"/>
                  </a:lnTo>
                  <a:lnTo>
                    <a:pt x="1391" y="12908"/>
                  </a:lnTo>
                  <a:lnTo>
                    <a:pt x="1020" y="12195"/>
                  </a:lnTo>
                  <a:lnTo>
                    <a:pt x="742" y="11546"/>
                  </a:lnTo>
                  <a:lnTo>
                    <a:pt x="278" y="10832"/>
                  </a:lnTo>
                  <a:lnTo>
                    <a:pt x="185" y="10573"/>
                  </a:lnTo>
                  <a:lnTo>
                    <a:pt x="93" y="10249"/>
                  </a:lnTo>
                  <a:lnTo>
                    <a:pt x="0" y="9989"/>
                  </a:lnTo>
                  <a:lnTo>
                    <a:pt x="93" y="9730"/>
                  </a:lnTo>
                  <a:lnTo>
                    <a:pt x="278" y="9470"/>
                  </a:lnTo>
                  <a:lnTo>
                    <a:pt x="556" y="9146"/>
                  </a:lnTo>
                  <a:lnTo>
                    <a:pt x="742" y="9081"/>
                  </a:lnTo>
                  <a:lnTo>
                    <a:pt x="927" y="8951"/>
                  </a:lnTo>
                  <a:lnTo>
                    <a:pt x="1391" y="8562"/>
                  </a:lnTo>
                  <a:lnTo>
                    <a:pt x="1947" y="7784"/>
                  </a:lnTo>
                  <a:lnTo>
                    <a:pt x="1947" y="6097"/>
                  </a:lnTo>
                  <a:lnTo>
                    <a:pt x="1391" y="5059"/>
                  </a:lnTo>
                  <a:lnTo>
                    <a:pt x="1020" y="4735"/>
                  </a:lnTo>
                  <a:lnTo>
                    <a:pt x="2132" y="4086"/>
                  </a:lnTo>
                  <a:lnTo>
                    <a:pt x="2874" y="3957"/>
                  </a:lnTo>
                  <a:lnTo>
                    <a:pt x="3430" y="3827"/>
                  </a:lnTo>
                  <a:lnTo>
                    <a:pt x="3615" y="3762"/>
                  </a:lnTo>
                  <a:lnTo>
                    <a:pt x="3708" y="3697"/>
                  </a:lnTo>
                  <a:lnTo>
                    <a:pt x="4079" y="3697"/>
                  </a:lnTo>
                  <a:lnTo>
                    <a:pt x="4357" y="3438"/>
                  </a:lnTo>
                  <a:lnTo>
                    <a:pt x="4728" y="3178"/>
                  </a:lnTo>
                  <a:lnTo>
                    <a:pt x="5655" y="2724"/>
                  </a:lnTo>
                  <a:lnTo>
                    <a:pt x="6582" y="2335"/>
                  </a:lnTo>
                  <a:lnTo>
                    <a:pt x="7416" y="1946"/>
                  </a:lnTo>
                  <a:lnTo>
                    <a:pt x="7787" y="1686"/>
                  </a:lnTo>
                  <a:lnTo>
                    <a:pt x="8158" y="1492"/>
                  </a:lnTo>
                  <a:lnTo>
                    <a:pt x="9270" y="1232"/>
                  </a:lnTo>
                  <a:lnTo>
                    <a:pt x="10476" y="1038"/>
                  </a:lnTo>
                  <a:lnTo>
                    <a:pt x="11032" y="908"/>
                  </a:lnTo>
                  <a:lnTo>
                    <a:pt x="11588" y="714"/>
                  </a:lnTo>
                  <a:lnTo>
                    <a:pt x="11866" y="259"/>
                  </a:lnTo>
                  <a:lnTo>
                    <a:pt x="11959" y="130"/>
                  </a:lnTo>
                  <a:lnTo>
                    <a:pt x="12052" y="65"/>
                  </a:lnTo>
                  <a:lnTo>
                    <a:pt x="12515" y="0"/>
                  </a:lnTo>
                  <a:lnTo>
                    <a:pt x="13164" y="0"/>
                  </a:lnTo>
                  <a:lnTo>
                    <a:pt x="13257" y="1557"/>
                  </a:lnTo>
                  <a:lnTo>
                    <a:pt x="13535" y="1686"/>
                  </a:lnTo>
                  <a:lnTo>
                    <a:pt x="13813" y="1751"/>
                  </a:lnTo>
                  <a:lnTo>
                    <a:pt x="14555" y="1816"/>
                  </a:lnTo>
                  <a:lnTo>
                    <a:pt x="14833" y="1622"/>
                  </a:lnTo>
                  <a:lnTo>
                    <a:pt x="14925" y="1427"/>
                  </a:lnTo>
                  <a:lnTo>
                    <a:pt x="15111" y="1103"/>
                  </a:lnTo>
                  <a:lnTo>
                    <a:pt x="15296" y="714"/>
                  </a:lnTo>
                  <a:lnTo>
                    <a:pt x="15482" y="454"/>
                  </a:lnTo>
                  <a:lnTo>
                    <a:pt x="15667" y="778"/>
                  </a:lnTo>
                  <a:lnTo>
                    <a:pt x="15945" y="1168"/>
                  </a:lnTo>
                  <a:lnTo>
                    <a:pt x="16223" y="1362"/>
                  </a:lnTo>
                  <a:lnTo>
                    <a:pt x="16779" y="1622"/>
                  </a:lnTo>
                  <a:lnTo>
                    <a:pt x="17150" y="1751"/>
                  </a:lnTo>
                  <a:lnTo>
                    <a:pt x="17799" y="1751"/>
                  </a:lnTo>
                  <a:lnTo>
                    <a:pt x="18355" y="1686"/>
                  </a:lnTo>
                  <a:lnTo>
                    <a:pt x="19004" y="1557"/>
                  </a:lnTo>
                  <a:lnTo>
                    <a:pt x="19653" y="1362"/>
                  </a:lnTo>
                  <a:lnTo>
                    <a:pt x="20488" y="1362"/>
                  </a:lnTo>
                  <a:lnTo>
                    <a:pt x="20302" y="1557"/>
                  </a:lnTo>
                  <a:lnTo>
                    <a:pt x="20024" y="1751"/>
                  </a:lnTo>
                  <a:lnTo>
                    <a:pt x="19561" y="2141"/>
                  </a:lnTo>
                  <a:lnTo>
                    <a:pt x="19375" y="2400"/>
                  </a:lnTo>
                  <a:lnTo>
                    <a:pt x="19190" y="2595"/>
                  </a:lnTo>
                  <a:lnTo>
                    <a:pt x="19190" y="3114"/>
                  </a:lnTo>
                  <a:lnTo>
                    <a:pt x="19839" y="3632"/>
                  </a:lnTo>
                  <a:lnTo>
                    <a:pt x="20395" y="4151"/>
                  </a:lnTo>
                  <a:lnTo>
                    <a:pt x="20951" y="4735"/>
                  </a:lnTo>
                  <a:lnTo>
                    <a:pt x="21600" y="5449"/>
                  </a:lnTo>
                  <a:lnTo>
                    <a:pt x="21507" y="6227"/>
                  </a:lnTo>
                  <a:lnTo>
                    <a:pt x="21322" y="6357"/>
                  </a:lnTo>
                  <a:lnTo>
                    <a:pt x="21136" y="6551"/>
                  </a:lnTo>
                  <a:lnTo>
                    <a:pt x="20858" y="7070"/>
                  </a:lnTo>
                  <a:lnTo>
                    <a:pt x="20395" y="7395"/>
                  </a:lnTo>
                  <a:lnTo>
                    <a:pt x="19931" y="7654"/>
                  </a:lnTo>
                  <a:lnTo>
                    <a:pt x="19561" y="7784"/>
                  </a:lnTo>
                  <a:lnTo>
                    <a:pt x="19190" y="7849"/>
                  </a:lnTo>
                  <a:lnTo>
                    <a:pt x="18355" y="7914"/>
                  </a:lnTo>
                  <a:lnTo>
                    <a:pt x="17892" y="7978"/>
                  </a:lnTo>
                  <a:lnTo>
                    <a:pt x="17428" y="8108"/>
                  </a:lnTo>
                  <a:lnTo>
                    <a:pt x="16687" y="8497"/>
                  </a:lnTo>
                  <a:lnTo>
                    <a:pt x="16316" y="8822"/>
                  </a:lnTo>
                  <a:lnTo>
                    <a:pt x="16130" y="8951"/>
                  </a:lnTo>
                  <a:lnTo>
                    <a:pt x="16130" y="9859"/>
                  </a:lnTo>
                  <a:lnTo>
                    <a:pt x="16409" y="10119"/>
                  </a:lnTo>
                  <a:lnTo>
                    <a:pt x="16501" y="10443"/>
                  </a:lnTo>
                  <a:lnTo>
                    <a:pt x="16409" y="10768"/>
                  </a:lnTo>
                  <a:lnTo>
                    <a:pt x="16223" y="11157"/>
                  </a:lnTo>
                  <a:lnTo>
                    <a:pt x="15203" y="11870"/>
                  </a:lnTo>
                  <a:lnTo>
                    <a:pt x="14276" y="12389"/>
                  </a:lnTo>
                  <a:lnTo>
                    <a:pt x="13998" y="12519"/>
                  </a:lnTo>
                  <a:lnTo>
                    <a:pt x="13813" y="12714"/>
                  </a:lnTo>
                  <a:lnTo>
                    <a:pt x="13720" y="12973"/>
                  </a:lnTo>
                  <a:lnTo>
                    <a:pt x="13720" y="13232"/>
                  </a:lnTo>
                  <a:lnTo>
                    <a:pt x="13906" y="14270"/>
                  </a:lnTo>
                  <a:lnTo>
                    <a:pt x="13535" y="15178"/>
                  </a:lnTo>
                  <a:lnTo>
                    <a:pt x="12886" y="15568"/>
                  </a:lnTo>
                  <a:lnTo>
                    <a:pt x="12515" y="15892"/>
                  </a:lnTo>
                  <a:lnTo>
                    <a:pt x="12330" y="16086"/>
                  </a:lnTo>
                  <a:lnTo>
                    <a:pt x="12237" y="16281"/>
                  </a:lnTo>
                  <a:lnTo>
                    <a:pt x="12237" y="16930"/>
                  </a:lnTo>
                  <a:lnTo>
                    <a:pt x="12330" y="17708"/>
                  </a:lnTo>
                  <a:lnTo>
                    <a:pt x="12144" y="18162"/>
                  </a:lnTo>
                  <a:lnTo>
                    <a:pt x="11866" y="18681"/>
                  </a:lnTo>
                  <a:lnTo>
                    <a:pt x="11773" y="19330"/>
                  </a:lnTo>
                  <a:lnTo>
                    <a:pt x="11773" y="19914"/>
                  </a:lnTo>
                  <a:lnTo>
                    <a:pt x="12052" y="20432"/>
                  </a:lnTo>
                  <a:lnTo>
                    <a:pt x="10383" y="21081"/>
                  </a:lnTo>
                  <a:lnTo>
                    <a:pt x="10012" y="20822"/>
                  </a:lnTo>
                  <a:lnTo>
                    <a:pt x="9548" y="20692"/>
                  </a:lnTo>
                  <a:lnTo>
                    <a:pt x="9085" y="20627"/>
                  </a:lnTo>
                  <a:lnTo>
                    <a:pt x="8714" y="20692"/>
                  </a:lnTo>
                  <a:lnTo>
                    <a:pt x="6860" y="21211"/>
                  </a:lnTo>
                  <a:lnTo>
                    <a:pt x="6211" y="21405"/>
                  </a:lnTo>
                  <a:lnTo>
                    <a:pt x="5470" y="21600"/>
                  </a:lnTo>
                  <a:close/>
                </a:path>
              </a:pathLst>
            </a:custGeom>
            <a:solidFill>
              <a:srgbClr val="DDDEE0"/>
            </a:solidFill>
            <a:ln w="9525" cap="flat">
              <a:solidFill>
                <a:srgbClr val="FFFFFF"/>
              </a:solidFill>
              <a:prstDash val="solid"/>
              <a:round/>
            </a:ln>
            <a:effectLst/>
          </p:spPr>
          <p:txBody>
            <a:bodyPr wrap="square" lIns="0" tIns="0" rIns="0" bIns="0" numCol="1" anchor="t">
              <a:noAutofit/>
            </a:bodyPr>
            <a:lstStyle/>
            <a:p>
              <a:pPr lvl="0" algn="l" defTabSz="914400">
                <a:defRPr sz="1800">
                  <a:latin typeface="Microsoft YaHei"/>
                  <a:ea typeface="Microsoft YaHei"/>
                  <a:cs typeface="Microsoft YaHei"/>
                  <a:sym typeface="Microsoft YaHei"/>
                </a:defRPr>
              </a:pPr>
              <a:endParaRPr/>
            </a:p>
          </p:txBody>
        </p:sp>
        <p:sp>
          <p:nvSpPr>
            <p:cNvPr id="168" name="Shape 168"/>
            <p:cNvSpPr/>
            <p:nvPr/>
          </p:nvSpPr>
          <p:spPr>
            <a:xfrm>
              <a:off x="3936603" y="4492338"/>
              <a:ext cx="1903674" cy="1872137"/>
            </a:xfrm>
            <a:custGeom>
              <a:avLst/>
              <a:gdLst/>
              <a:ahLst/>
              <a:cxnLst>
                <a:cxn ang="0">
                  <a:pos x="wd2" y="hd2"/>
                </a:cxn>
                <a:cxn ang="5400000">
                  <a:pos x="wd2" y="hd2"/>
                </a:cxn>
                <a:cxn ang="10800000">
                  <a:pos x="wd2" y="hd2"/>
                </a:cxn>
                <a:cxn ang="16200000">
                  <a:pos x="wd2" y="hd2"/>
                </a:cxn>
              </a:cxnLst>
              <a:rect l="0" t="0" r="r" b="b"/>
              <a:pathLst>
                <a:path w="21600" h="21600" extrusionOk="0">
                  <a:moveTo>
                    <a:pt x="9600" y="21600"/>
                  </a:moveTo>
                  <a:lnTo>
                    <a:pt x="9378" y="21510"/>
                  </a:lnTo>
                  <a:lnTo>
                    <a:pt x="9022" y="21284"/>
                  </a:lnTo>
                  <a:lnTo>
                    <a:pt x="8711" y="21103"/>
                  </a:lnTo>
                  <a:lnTo>
                    <a:pt x="8444" y="20967"/>
                  </a:lnTo>
                  <a:lnTo>
                    <a:pt x="8178" y="20787"/>
                  </a:lnTo>
                  <a:lnTo>
                    <a:pt x="7867" y="20425"/>
                  </a:lnTo>
                  <a:lnTo>
                    <a:pt x="7867" y="20064"/>
                  </a:lnTo>
                  <a:lnTo>
                    <a:pt x="8044" y="19838"/>
                  </a:lnTo>
                  <a:lnTo>
                    <a:pt x="8178" y="19567"/>
                  </a:lnTo>
                  <a:lnTo>
                    <a:pt x="8222" y="19386"/>
                  </a:lnTo>
                  <a:lnTo>
                    <a:pt x="8178" y="19160"/>
                  </a:lnTo>
                  <a:lnTo>
                    <a:pt x="8133" y="18979"/>
                  </a:lnTo>
                  <a:lnTo>
                    <a:pt x="8044" y="18798"/>
                  </a:lnTo>
                  <a:lnTo>
                    <a:pt x="7778" y="18437"/>
                  </a:lnTo>
                  <a:lnTo>
                    <a:pt x="7600" y="18256"/>
                  </a:lnTo>
                  <a:lnTo>
                    <a:pt x="7467" y="18030"/>
                  </a:lnTo>
                  <a:lnTo>
                    <a:pt x="7200" y="17623"/>
                  </a:lnTo>
                  <a:lnTo>
                    <a:pt x="7022" y="17262"/>
                  </a:lnTo>
                  <a:lnTo>
                    <a:pt x="6800" y="16946"/>
                  </a:lnTo>
                  <a:lnTo>
                    <a:pt x="6622" y="16494"/>
                  </a:lnTo>
                  <a:lnTo>
                    <a:pt x="6444" y="16313"/>
                  </a:lnTo>
                  <a:lnTo>
                    <a:pt x="6356" y="16268"/>
                  </a:lnTo>
                  <a:lnTo>
                    <a:pt x="5911" y="16268"/>
                  </a:lnTo>
                  <a:lnTo>
                    <a:pt x="5511" y="16087"/>
                  </a:lnTo>
                  <a:lnTo>
                    <a:pt x="4978" y="15319"/>
                  </a:lnTo>
                  <a:lnTo>
                    <a:pt x="4578" y="14144"/>
                  </a:lnTo>
                  <a:lnTo>
                    <a:pt x="4267" y="13737"/>
                  </a:lnTo>
                  <a:lnTo>
                    <a:pt x="3956" y="13737"/>
                  </a:lnTo>
                  <a:lnTo>
                    <a:pt x="3778" y="13873"/>
                  </a:lnTo>
                  <a:lnTo>
                    <a:pt x="3644" y="14008"/>
                  </a:lnTo>
                  <a:lnTo>
                    <a:pt x="3600" y="14234"/>
                  </a:lnTo>
                  <a:lnTo>
                    <a:pt x="3600" y="14731"/>
                  </a:lnTo>
                  <a:lnTo>
                    <a:pt x="3556" y="14957"/>
                  </a:lnTo>
                  <a:lnTo>
                    <a:pt x="3467" y="15228"/>
                  </a:lnTo>
                  <a:lnTo>
                    <a:pt x="3289" y="15138"/>
                  </a:lnTo>
                  <a:lnTo>
                    <a:pt x="3244" y="14731"/>
                  </a:lnTo>
                  <a:lnTo>
                    <a:pt x="3111" y="14325"/>
                  </a:lnTo>
                  <a:lnTo>
                    <a:pt x="2978" y="14008"/>
                  </a:lnTo>
                  <a:lnTo>
                    <a:pt x="2889" y="13692"/>
                  </a:lnTo>
                  <a:lnTo>
                    <a:pt x="2978" y="13602"/>
                  </a:lnTo>
                  <a:lnTo>
                    <a:pt x="3022" y="13511"/>
                  </a:lnTo>
                  <a:lnTo>
                    <a:pt x="3067" y="13331"/>
                  </a:lnTo>
                  <a:lnTo>
                    <a:pt x="3067" y="13014"/>
                  </a:lnTo>
                  <a:lnTo>
                    <a:pt x="3156" y="12156"/>
                  </a:lnTo>
                  <a:lnTo>
                    <a:pt x="2978" y="11704"/>
                  </a:lnTo>
                  <a:lnTo>
                    <a:pt x="2889" y="11297"/>
                  </a:lnTo>
                  <a:lnTo>
                    <a:pt x="2844" y="10890"/>
                  </a:lnTo>
                  <a:lnTo>
                    <a:pt x="2889" y="10529"/>
                  </a:lnTo>
                  <a:lnTo>
                    <a:pt x="3333" y="9987"/>
                  </a:lnTo>
                  <a:lnTo>
                    <a:pt x="3244" y="8947"/>
                  </a:lnTo>
                  <a:lnTo>
                    <a:pt x="2756" y="8224"/>
                  </a:lnTo>
                  <a:lnTo>
                    <a:pt x="2533" y="7366"/>
                  </a:lnTo>
                  <a:lnTo>
                    <a:pt x="2444" y="7049"/>
                  </a:lnTo>
                  <a:lnTo>
                    <a:pt x="2311" y="6778"/>
                  </a:lnTo>
                  <a:lnTo>
                    <a:pt x="1867" y="6236"/>
                  </a:lnTo>
                  <a:lnTo>
                    <a:pt x="1511" y="5739"/>
                  </a:lnTo>
                  <a:lnTo>
                    <a:pt x="1200" y="5242"/>
                  </a:lnTo>
                  <a:lnTo>
                    <a:pt x="1111" y="5016"/>
                  </a:lnTo>
                  <a:lnTo>
                    <a:pt x="1067" y="4790"/>
                  </a:lnTo>
                  <a:lnTo>
                    <a:pt x="267" y="4248"/>
                  </a:lnTo>
                  <a:lnTo>
                    <a:pt x="133" y="4022"/>
                  </a:lnTo>
                  <a:lnTo>
                    <a:pt x="0" y="4022"/>
                  </a:lnTo>
                  <a:lnTo>
                    <a:pt x="0" y="3208"/>
                  </a:lnTo>
                  <a:lnTo>
                    <a:pt x="44" y="3028"/>
                  </a:lnTo>
                  <a:lnTo>
                    <a:pt x="222" y="2937"/>
                  </a:lnTo>
                  <a:lnTo>
                    <a:pt x="356" y="2802"/>
                  </a:lnTo>
                  <a:lnTo>
                    <a:pt x="444" y="2666"/>
                  </a:lnTo>
                  <a:lnTo>
                    <a:pt x="489" y="2485"/>
                  </a:lnTo>
                  <a:lnTo>
                    <a:pt x="533" y="2169"/>
                  </a:lnTo>
                  <a:lnTo>
                    <a:pt x="578" y="1808"/>
                  </a:lnTo>
                  <a:lnTo>
                    <a:pt x="0" y="1130"/>
                  </a:lnTo>
                  <a:lnTo>
                    <a:pt x="0" y="633"/>
                  </a:lnTo>
                  <a:lnTo>
                    <a:pt x="1644" y="542"/>
                  </a:lnTo>
                  <a:lnTo>
                    <a:pt x="1822" y="633"/>
                  </a:lnTo>
                  <a:lnTo>
                    <a:pt x="2044" y="859"/>
                  </a:lnTo>
                  <a:lnTo>
                    <a:pt x="2267" y="1130"/>
                  </a:lnTo>
                  <a:lnTo>
                    <a:pt x="2489" y="1446"/>
                  </a:lnTo>
                  <a:lnTo>
                    <a:pt x="2489" y="1717"/>
                  </a:lnTo>
                  <a:lnTo>
                    <a:pt x="2578" y="1988"/>
                  </a:lnTo>
                  <a:lnTo>
                    <a:pt x="2711" y="2214"/>
                  </a:lnTo>
                  <a:lnTo>
                    <a:pt x="2844" y="2485"/>
                  </a:lnTo>
                  <a:lnTo>
                    <a:pt x="3244" y="2982"/>
                  </a:lnTo>
                  <a:lnTo>
                    <a:pt x="3689" y="3434"/>
                  </a:lnTo>
                  <a:lnTo>
                    <a:pt x="3867" y="3434"/>
                  </a:lnTo>
                  <a:lnTo>
                    <a:pt x="4044" y="3479"/>
                  </a:lnTo>
                  <a:lnTo>
                    <a:pt x="4222" y="3570"/>
                  </a:lnTo>
                  <a:lnTo>
                    <a:pt x="4444" y="3886"/>
                  </a:lnTo>
                  <a:lnTo>
                    <a:pt x="4622" y="3841"/>
                  </a:lnTo>
                  <a:lnTo>
                    <a:pt x="4800" y="3841"/>
                  </a:lnTo>
                  <a:lnTo>
                    <a:pt x="4978" y="3751"/>
                  </a:lnTo>
                  <a:lnTo>
                    <a:pt x="5244" y="3570"/>
                  </a:lnTo>
                  <a:lnTo>
                    <a:pt x="5378" y="3570"/>
                  </a:lnTo>
                  <a:lnTo>
                    <a:pt x="5511" y="3660"/>
                  </a:lnTo>
                  <a:lnTo>
                    <a:pt x="5511" y="3751"/>
                  </a:lnTo>
                  <a:lnTo>
                    <a:pt x="5556" y="3841"/>
                  </a:lnTo>
                  <a:lnTo>
                    <a:pt x="5733" y="3931"/>
                  </a:lnTo>
                  <a:lnTo>
                    <a:pt x="6267" y="4022"/>
                  </a:lnTo>
                  <a:lnTo>
                    <a:pt x="6444" y="4248"/>
                  </a:lnTo>
                  <a:lnTo>
                    <a:pt x="6889" y="4248"/>
                  </a:lnTo>
                  <a:lnTo>
                    <a:pt x="7289" y="3931"/>
                  </a:lnTo>
                  <a:lnTo>
                    <a:pt x="8311" y="3751"/>
                  </a:lnTo>
                  <a:lnTo>
                    <a:pt x="8489" y="3479"/>
                  </a:lnTo>
                  <a:lnTo>
                    <a:pt x="8489" y="3208"/>
                  </a:lnTo>
                  <a:lnTo>
                    <a:pt x="8400" y="2892"/>
                  </a:lnTo>
                  <a:lnTo>
                    <a:pt x="8267" y="2350"/>
                  </a:lnTo>
                  <a:lnTo>
                    <a:pt x="8178" y="2079"/>
                  </a:lnTo>
                  <a:lnTo>
                    <a:pt x="8133" y="1808"/>
                  </a:lnTo>
                  <a:lnTo>
                    <a:pt x="8178" y="1627"/>
                  </a:lnTo>
                  <a:lnTo>
                    <a:pt x="8222" y="1491"/>
                  </a:lnTo>
                  <a:lnTo>
                    <a:pt x="8356" y="1582"/>
                  </a:lnTo>
                  <a:lnTo>
                    <a:pt x="8533" y="1762"/>
                  </a:lnTo>
                  <a:lnTo>
                    <a:pt x="8711" y="1898"/>
                  </a:lnTo>
                  <a:lnTo>
                    <a:pt x="9022" y="2079"/>
                  </a:lnTo>
                  <a:lnTo>
                    <a:pt x="9156" y="2259"/>
                  </a:lnTo>
                  <a:lnTo>
                    <a:pt x="9422" y="2350"/>
                  </a:lnTo>
                  <a:lnTo>
                    <a:pt x="10044" y="2350"/>
                  </a:lnTo>
                  <a:lnTo>
                    <a:pt x="10400" y="2259"/>
                  </a:lnTo>
                  <a:lnTo>
                    <a:pt x="10756" y="1898"/>
                  </a:lnTo>
                  <a:lnTo>
                    <a:pt x="10711" y="1446"/>
                  </a:lnTo>
                  <a:lnTo>
                    <a:pt x="10622" y="1130"/>
                  </a:lnTo>
                  <a:lnTo>
                    <a:pt x="10533" y="904"/>
                  </a:lnTo>
                  <a:lnTo>
                    <a:pt x="10489" y="678"/>
                  </a:lnTo>
                  <a:lnTo>
                    <a:pt x="10711" y="407"/>
                  </a:lnTo>
                  <a:lnTo>
                    <a:pt x="10978" y="181"/>
                  </a:lnTo>
                  <a:lnTo>
                    <a:pt x="11156" y="45"/>
                  </a:lnTo>
                  <a:lnTo>
                    <a:pt x="11289" y="0"/>
                  </a:lnTo>
                  <a:lnTo>
                    <a:pt x="11467" y="0"/>
                  </a:lnTo>
                  <a:lnTo>
                    <a:pt x="11689" y="90"/>
                  </a:lnTo>
                  <a:lnTo>
                    <a:pt x="11778" y="362"/>
                  </a:lnTo>
                  <a:lnTo>
                    <a:pt x="11911" y="587"/>
                  </a:lnTo>
                  <a:lnTo>
                    <a:pt x="12133" y="813"/>
                  </a:lnTo>
                  <a:lnTo>
                    <a:pt x="12489" y="1130"/>
                  </a:lnTo>
                  <a:lnTo>
                    <a:pt x="13067" y="1356"/>
                  </a:lnTo>
                  <a:lnTo>
                    <a:pt x="13289" y="1627"/>
                  </a:lnTo>
                  <a:lnTo>
                    <a:pt x="13600" y="1898"/>
                  </a:lnTo>
                  <a:lnTo>
                    <a:pt x="13956" y="2214"/>
                  </a:lnTo>
                  <a:lnTo>
                    <a:pt x="14133" y="2395"/>
                  </a:lnTo>
                  <a:lnTo>
                    <a:pt x="14267" y="2666"/>
                  </a:lnTo>
                  <a:lnTo>
                    <a:pt x="14444" y="3118"/>
                  </a:lnTo>
                  <a:lnTo>
                    <a:pt x="14578" y="3389"/>
                  </a:lnTo>
                  <a:lnTo>
                    <a:pt x="14800" y="3705"/>
                  </a:lnTo>
                  <a:lnTo>
                    <a:pt x="15067" y="3977"/>
                  </a:lnTo>
                  <a:lnTo>
                    <a:pt x="15244" y="4112"/>
                  </a:lnTo>
                  <a:lnTo>
                    <a:pt x="15422" y="4157"/>
                  </a:lnTo>
                  <a:lnTo>
                    <a:pt x="16978" y="4157"/>
                  </a:lnTo>
                  <a:lnTo>
                    <a:pt x="17200" y="4022"/>
                  </a:lnTo>
                  <a:lnTo>
                    <a:pt x="17467" y="3886"/>
                  </a:lnTo>
                  <a:lnTo>
                    <a:pt x="17733" y="3796"/>
                  </a:lnTo>
                  <a:lnTo>
                    <a:pt x="18044" y="3796"/>
                  </a:lnTo>
                  <a:lnTo>
                    <a:pt x="19067" y="4157"/>
                  </a:lnTo>
                  <a:lnTo>
                    <a:pt x="20000" y="4157"/>
                  </a:lnTo>
                  <a:lnTo>
                    <a:pt x="20444" y="4564"/>
                  </a:lnTo>
                  <a:lnTo>
                    <a:pt x="20711" y="4700"/>
                  </a:lnTo>
                  <a:lnTo>
                    <a:pt x="21156" y="4745"/>
                  </a:lnTo>
                  <a:lnTo>
                    <a:pt x="21600" y="5151"/>
                  </a:lnTo>
                  <a:lnTo>
                    <a:pt x="21600" y="6281"/>
                  </a:lnTo>
                  <a:lnTo>
                    <a:pt x="21289" y="6688"/>
                  </a:lnTo>
                  <a:lnTo>
                    <a:pt x="21022" y="7140"/>
                  </a:lnTo>
                  <a:lnTo>
                    <a:pt x="20844" y="7592"/>
                  </a:lnTo>
                  <a:lnTo>
                    <a:pt x="20667" y="8089"/>
                  </a:lnTo>
                  <a:lnTo>
                    <a:pt x="20178" y="8767"/>
                  </a:lnTo>
                  <a:lnTo>
                    <a:pt x="19556" y="9444"/>
                  </a:lnTo>
                  <a:lnTo>
                    <a:pt x="19244" y="9535"/>
                  </a:lnTo>
                  <a:lnTo>
                    <a:pt x="19022" y="9535"/>
                  </a:lnTo>
                  <a:lnTo>
                    <a:pt x="18800" y="9490"/>
                  </a:lnTo>
                  <a:lnTo>
                    <a:pt x="18667" y="9444"/>
                  </a:lnTo>
                  <a:lnTo>
                    <a:pt x="18400" y="9173"/>
                  </a:lnTo>
                  <a:lnTo>
                    <a:pt x="18044" y="8902"/>
                  </a:lnTo>
                  <a:lnTo>
                    <a:pt x="17778" y="8631"/>
                  </a:lnTo>
                  <a:lnTo>
                    <a:pt x="17511" y="8495"/>
                  </a:lnTo>
                  <a:lnTo>
                    <a:pt x="17289" y="8450"/>
                  </a:lnTo>
                  <a:lnTo>
                    <a:pt x="17067" y="8450"/>
                  </a:lnTo>
                  <a:lnTo>
                    <a:pt x="16978" y="8631"/>
                  </a:lnTo>
                  <a:lnTo>
                    <a:pt x="16978" y="9535"/>
                  </a:lnTo>
                  <a:lnTo>
                    <a:pt x="17156" y="10077"/>
                  </a:lnTo>
                  <a:lnTo>
                    <a:pt x="17156" y="10800"/>
                  </a:lnTo>
                  <a:lnTo>
                    <a:pt x="17111" y="11116"/>
                  </a:lnTo>
                  <a:lnTo>
                    <a:pt x="17022" y="11523"/>
                  </a:lnTo>
                  <a:lnTo>
                    <a:pt x="17022" y="11930"/>
                  </a:lnTo>
                  <a:lnTo>
                    <a:pt x="17067" y="12382"/>
                  </a:lnTo>
                  <a:lnTo>
                    <a:pt x="17422" y="12743"/>
                  </a:lnTo>
                  <a:lnTo>
                    <a:pt x="17556" y="12833"/>
                  </a:lnTo>
                  <a:lnTo>
                    <a:pt x="17689" y="12969"/>
                  </a:lnTo>
                  <a:lnTo>
                    <a:pt x="17822" y="13150"/>
                  </a:lnTo>
                  <a:lnTo>
                    <a:pt x="17956" y="13376"/>
                  </a:lnTo>
                  <a:lnTo>
                    <a:pt x="18000" y="13602"/>
                  </a:lnTo>
                  <a:lnTo>
                    <a:pt x="18000" y="13828"/>
                  </a:lnTo>
                  <a:lnTo>
                    <a:pt x="17956" y="14054"/>
                  </a:lnTo>
                  <a:lnTo>
                    <a:pt x="17778" y="14279"/>
                  </a:lnTo>
                  <a:lnTo>
                    <a:pt x="17467" y="14460"/>
                  </a:lnTo>
                  <a:lnTo>
                    <a:pt x="17333" y="14596"/>
                  </a:lnTo>
                  <a:lnTo>
                    <a:pt x="17289" y="14686"/>
                  </a:lnTo>
                  <a:lnTo>
                    <a:pt x="17244" y="14822"/>
                  </a:lnTo>
                  <a:lnTo>
                    <a:pt x="17244" y="15228"/>
                  </a:lnTo>
                  <a:lnTo>
                    <a:pt x="17511" y="15500"/>
                  </a:lnTo>
                  <a:lnTo>
                    <a:pt x="17911" y="15680"/>
                  </a:lnTo>
                  <a:lnTo>
                    <a:pt x="18400" y="15861"/>
                  </a:lnTo>
                  <a:lnTo>
                    <a:pt x="18667" y="16042"/>
                  </a:lnTo>
                  <a:lnTo>
                    <a:pt x="18889" y="16223"/>
                  </a:lnTo>
                  <a:lnTo>
                    <a:pt x="18844" y="16720"/>
                  </a:lnTo>
                  <a:lnTo>
                    <a:pt x="18800" y="16991"/>
                  </a:lnTo>
                  <a:lnTo>
                    <a:pt x="18711" y="17081"/>
                  </a:lnTo>
                  <a:lnTo>
                    <a:pt x="18667" y="17217"/>
                  </a:lnTo>
                  <a:lnTo>
                    <a:pt x="17689" y="17126"/>
                  </a:lnTo>
                  <a:lnTo>
                    <a:pt x="17289" y="17036"/>
                  </a:lnTo>
                  <a:lnTo>
                    <a:pt x="16978" y="16900"/>
                  </a:lnTo>
                  <a:lnTo>
                    <a:pt x="16933" y="16584"/>
                  </a:lnTo>
                  <a:lnTo>
                    <a:pt x="16889" y="16313"/>
                  </a:lnTo>
                  <a:lnTo>
                    <a:pt x="16711" y="15861"/>
                  </a:lnTo>
                  <a:lnTo>
                    <a:pt x="16533" y="15906"/>
                  </a:lnTo>
                  <a:lnTo>
                    <a:pt x="16356" y="15906"/>
                  </a:lnTo>
                  <a:lnTo>
                    <a:pt x="16133" y="16042"/>
                  </a:lnTo>
                  <a:lnTo>
                    <a:pt x="15911" y="16223"/>
                  </a:lnTo>
                  <a:lnTo>
                    <a:pt x="15689" y="16358"/>
                  </a:lnTo>
                  <a:lnTo>
                    <a:pt x="15111" y="16358"/>
                  </a:lnTo>
                  <a:lnTo>
                    <a:pt x="14889" y="16177"/>
                  </a:lnTo>
                  <a:lnTo>
                    <a:pt x="14711" y="15951"/>
                  </a:lnTo>
                  <a:lnTo>
                    <a:pt x="14578" y="15771"/>
                  </a:lnTo>
                  <a:lnTo>
                    <a:pt x="14489" y="15545"/>
                  </a:lnTo>
                  <a:lnTo>
                    <a:pt x="14356" y="15093"/>
                  </a:lnTo>
                  <a:lnTo>
                    <a:pt x="14267" y="14731"/>
                  </a:lnTo>
                  <a:lnTo>
                    <a:pt x="14000" y="14370"/>
                  </a:lnTo>
                  <a:lnTo>
                    <a:pt x="13200" y="14370"/>
                  </a:lnTo>
                  <a:lnTo>
                    <a:pt x="13067" y="14415"/>
                  </a:lnTo>
                  <a:lnTo>
                    <a:pt x="12933" y="14505"/>
                  </a:lnTo>
                  <a:lnTo>
                    <a:pt x="12844" y="14641"/>
                  </a:lnTo>
                  <a:lnTo>
                    <a:pt x="12756" y="14867"/>
                  </a:lnTo>
                  <a:lnTo>
                    <a:pt x="12711" y="15138"/>
                  </a:lnTo>
                  <a:lnTo>
                    <a:pt x="12533" y="15274"/>
                  </a:lnTo>
                  <a:lnTo>
                    <a:pt x="12356" y="15364"/>
                  </a:lnTo>
                  <a:lnTo>
                    <a:pt x="12222" y="15409"/>
                  </a:lnTo>
                  <a:lnTo>
                    <a:pt x="12044" y="15500"/>
                  </a:lnTo>
                  <a:lnTo>
                    <a:pt x="12044" y="15906"/>
                  </a:lnTo>
                  <a:lnTo>
                    <a:pt x="12222" y="16087"/>
                  </a:lnTo>
                  <a:lnTo>
                    <a:pt x="12400" y="16403"/>
                  </a:lnTo>
                  <a:lnTo>
                    <a:pt x="12489" y="16539"/>
                  </a:lnTo>
                  <a:lnTo>
                    <a:pt x="12533" y="16720"/>
                  </a:lnTo>
                  <a:lnTo>
                    <a:pt x="12533" y="16900"/>
                  </a:lnTo>
                  <a:lnTo>
                    <a:pt x="12489" y="17126"/>
                  </a:lnTo>
                  <a:lnTo>
                    <a:pt x="12400" y="17307"/>
                  </a:lnTo>
                  <a:lnTo>
                    <a:pt x="12267" y="17443"/>
                  </a:lnTo>
                  <a:lnTo>
                    <a:pt x="11911" y="17669"/>
                  </a:lnTo>
                  <a:lnTo>
                    <a:pt x="11289" y="18075"/>
                  </a:lnTo>
                  <a:lnTo>
                    <a:pt x="11111" y="18301"/>
                  </a:lnTo>
                  <a:lnTo>
                    <a:pt x="11111" y="19205"/>
                  </a:lnTo>
                  <a:lnTo>
                    <a:pt x="11200" y="19341"/>
                  </a:lnTo>
                  <a:lnTo>
                    <a:pt x="11289" y="19431"/>
                  </a:lnTo>
                  <a:lnTo>
                    <a:pt x="11511" y="19567"/>
                  </a:lnTo>
                  <a:lnTo>
                    <a:pt x="11600" y="19657"/>
                  </a:lnTo>
                  <a:lnTo>
                    <a:pt x="11689" y="19838"/>
                  </a:lnTo>
                  <a:lnTo>
                    <a:pt x="11733" y="20064"/>
                  </a:lnTo>
                  <a:lnTo>
                    <a:pt x="11778" y="20380"/>
                  </a:lnTo>
                  <a:lnTo>
                    <a:pt x="11600" y="20741"/>
                  </a:lnTo>
                  <a:lnTo>
                    <a:pt x="11067" y="21013"/>
                  </a:lnTo>
                  <a:lnTo>
                    <a:pt x="9600" y="21600"/>
                  </a:lnTo>
                  <a:close/>
                </a:path>
              </a:pathLst>
            </a:custGeom>
            <a:solidFill>
              <a:srgbClr val="DDDEE0"/>
            </a:solidFill>
            <a:ln w="9525" cap="flat">
              <a:solidFill>
                <a:srgbClr val="FFFFFF"/>
              </a:solidFill>
              <a:prstDash val="solid"/>
              <a:round/>
            </a:ln>
            <a:effectLst/>
          </p:spPr>
          <p:txBody>
            <a:bodyPr wrap="square" lIns="0" tIns="0" rIns="0" bIns="0" numCol="1" anchor="t">
              <a:noAutofit/>
            </a:bodyPr>
            <a:lstStyle/>
            <a:p>
              <a:pPr lvl="0" algn="l" defTabSz="914400">
                <a:defRPr sz="1800">
                  <a:latin typeface="Microsoft YaHei"/>
                  <a:ea typeface="Microsoft YaHei"/>
                  <a:cs typeface="Microsoft YaHei"/>
                  <a:sym typeface="Microsoft YaHei"/>
                </a:defRPr>
              </a:pPr>
              <a:endParaRPr/>
            </a:p>
          </p:txBody>
        </p:sp>
        <p:sp>
          <p:nvSpPr>
            <p:cNvPr id="169" name="Shape 169"/>
            <p:cNvSpPr/>
            <p:nvPr/>
          </p:nvSpPr>
          <p:spPr>
            <a:xfrm>
              <a:off x="391701" y="3681604"/>
              <a:ext cx="3819095" cy="2338212"/>
            </a:xfrm>
            <a:custGeom>
              <a:avLst/>
              <a:gdLst/>
              <a:ahLst/>
              <a:cxnLst>
                <a:cxn ang="0">
                  <a:pos x="wd2" y="hd2"/>
                </a:cxn>
                <a:cxn ang="5400000">
                  <a:pos x="wd2" y="hd2"/>
                </a:cxn>
                <a:cxn ang="10800000">
                  <a:pos x="wd2" y="hd2"/>
                </a:cxn>
                <a:cxn ang="16200000">
                  <a:pos x="wd2" y="hd2"/>
                </a:cxn>
              </a:cxnLst>
              <a:rect l="0" t="0" r="r" b="b"/>
              <a:pathLst>
                <a:path w="21600" h="21600" extrusionOk="0">
                  <a:moveTo>
                    <a:pt x="14865" y="21600"/>
                  </a:moveTo>
                  <a:lnTo>
                    <a:pt x="14666" y="21491"/>
                  </a:lnTo>
                  <a:lnTo>
                    <a:pt x="14378" y="21455"/>
                  </a:lnTo>
                  <a:lnTo>
                    <a:pt x="13935" y="21455"/>
                  </a:lnTo>
                  <a:lnTo>
                    <a:pt x="13780" y="21564"/>
                  </a:lnTo>
                  <a:lnTo>
                    <a:pt x="13580" y="21491"/>
                  </a:lnTo>
                  <a:lnTo>
                    <a:pt x="13470" y="21419"/>
                  </a:lnTo>
                  <a:lnTo>
                    <a:pt x="13425" y="21383"/>
                  </a:lnTo>
                  <a:lnTo>
                    <a:pt x="13403" y="21347"/>
                  </a:lnTo>
                  <a:lnTo>
                    <a:pt x="13403" y="21202"/>
                  </a:lnTo>
                  <a:lnTo>
                    <a:pt x="13492" y="20913"/>
                  </a:lnTo>
                  <a:lnTo>
                    <a:pt x="13558" y="20732"/>
                  </a:lnTo>
                  <a:lnTo>
                    <a:pt x="13602" y="20551"/>
                  </a:lnTo>
                  <a:lnTo>
                    <a:pt x="13602" y="20153"/>
                  </a:lnTo>
                  <a:lnTo>
                    <a:pt x="13470" y="20044"/>
                  </a:lnTo>
                  <a:lnTo>
                    <a:pt x="13359" y="19972"/>
                  </a:lnTo>
                  <a:lnTo>
                    <a:pt x="13292" y="19899"/>
                  </a:lnTo>
                  <a:lnTo>
                    <a:pt x="13226" y="19791"/>
                  </a:lnTo>
                  <a:lnTo>
                    <a:pt x="13182" y="19574"/>
                  </a:lnTo>
                  <a:lnTo>
                    <a:pt x="13137" y="19321"/>
                  </a:lnTo>
                  <a:lnTo>
                    <a:pt x="13071" y="19140"/>
                  </a:lnTo>
                  <a:lnTo>
                    <a:pt x="12761" y="19140"/>
                  </a:lnTo>
                  <a:lnTo>
                    <a:pt x="12495" y="19031"/>
                  </a:lnTo>
                  <a:lnTo>
                    <a:pt x="12318" y="18597"/>
                  </a:lnTo>
                  <a:lnTo>
                    <a:pt x="12096" y="18488"/>
                  </a:lnTo>
                  <a:lnTo>
                    <a:pt x="11897" y="18344"/>
                  </a:lnTo>
                  <a:lnTo>
                    <a:pt x="11742" y="18199"/>
                  </a:lnTo>
                  <a:lnTo>
                    <a:pt x="11631" y="18090"/>
                  </a:lnTo>
                  <a:lnTo>
                    <a:pt x="11498" y="17982"/>
                  </a:lnTo>
                  <a:lnTo>
                    <a:pt x="11099" y="17982"/>
                  </a:lnTo>
                  <a:lnTo>
                    <a:pt x="10988" y="18127"/>
                  </a:lnTo>
                  <a:lnTo>
                    <a:pt x="10878" y="18308"/>
                  </a:lnTo>
                  <a:lnTo>
                    <a:pt x="10745" y="18488"/>
                  </a:lnTo>
                  <a:lnTo>
                    <a:pt x="10590" y="18597"/>
                  </a:lnTo>
                  <a:lnTo>
                    <a:pt x="10457" y="18814"/>
                  </a:lnTo>
                  <a:lnTo>
                    <a:pt x="10368" y="19104"/>
                  </a:lnTo>
                  <a:lnTo>
                    <a:pt x="10279" y="19827"/>
                  </a:lnTo>
                  <a:lnTo>
                    <a:pt x="10102" y="19755"/>
                  </a:lnTo>
                  <a:lnTo>
                    <a:pt x="10036" y="19719"/>
                  </a:lnTo>
                  <a:lnTo>
                    <a:pt x="9991" y="19646"/>
                  </a:lnTo>
                  <a:lnTo>
                    <a:pt x="9925" y="19465"/>
                  </a:lnTo>
                  <a:lnTo>
                    <a:pt x="9903" y="19284"/>
                  </a:lnTo>
                  <a:lnTo>
                    <a:pt x="9903" y="19067"/>
                  </a:lnTo>
                  <a:lnTo>
                    <a:pt x="9991" y="18633"/>
                  </a:lnTo>
                  <a:lnTo>
                    <a:pt x="10058" y="18452"/>
                  </a:lnTo>
                  <a:lnTo>
                    <a:pt x="10058" y="18163"/>
                  </a:lnTo>
                  <a:lnTo>
                    <a:pt x="9903" y="18018"/>
                  </a:lnTo>
                  <a:lnTo>
                    <a:pt x="9814" y="17946"/>
                  </a:lnTo>
                  <a:lnTo>
                    <a:pt x="9659" y="17946"/>
                  </a:lnTo>
                  <a:lnTo>
                    <a:pt x="9105" y="18127"/>
                  </a:lnTo>
                  <a:lnTo>
                    <a:pt x="8884" y="18235"/>
                  </a:lnTo>
                  <a:lnTo>
                    <a:pt x="8662" y="18416"/>
                  </a:lnTo>
                  <a:lnTo>
                    <a:pt x="8441" y="18344"/>
                  </a:lnTo>
                  <a:lnTo>
                    <a:pt x="8352" y="18271"/>
                  </a:lnTo>
                  <a:lnTo>
                    <a:pt x="8286" y="18199"/>
                  </a:lnTo>
                  <a:lnTo>
                    <a:pt x="8153" y="17982"/>
                  </a:lnTo>
                  <a:lnTo>
                    <a:pt x="8064" y="17765"/>
                  </a:lnTo>
                  <a:lnTo>
                    <a:pt x="7909" y="17475"/>
                  </a:lnTo>
                  <a:lnTo>
                    <a:pt x="7023" y="17475"/>
                  </a:lnTo>
                  <a:lnTo>
                    <a:pt x="6934" y="17367"/>
                  </a:lnTo>
                  <a:lnTo>
                    <a:pt x="6868" y="17258"/>
                  </a:lnTo>
                  <a:lnTo>
                    <a:pt x="6779" y="16969"/>
                  </a:lnTo>
                  <a:lnTo>
                    <a:pt x="6713" y="16679"/>
                  </a:lnTo>
                  <a:lnTo>
                    <a:pt x="6646" y="16426"/>
                  </a:lnTo>
                  <a:lnTo>
                    <a:pt x="6469" y="16354"/>
                  </a:lnTo>
                  <a:lnTo>
                    <a:pt x="6425" y="16281"/>
                  </a:lnTo>
                  <a:lnTo>
                    <a:pt x="6380" y="16173"/>
                  </a:lnTo>
                  <a:lnTo>
                    <a:pt x="6137" y="15883"/>
                  </a:lnTo>
                  <a:lnTo>
                    <a:pt x="5694" y="15630"/>
                  </a:lnTo>
                  <a:lnTo>
                    <a:pt x="5538" y="15413"/>
                  </a:lnTo>
                  <a:lnTo>
                    <a:pt x="5450" y="15232"/>
                  </a:lnTo>
                  <a:lnTo>
                    <a:pt x="5383" y="15051"/>
                  </a:lnTo>
                  <a:lnTo>
                    <a:pt x="5339" y="14907"/>
                  </a:lnTo>
                  <a:lnTo>
                    <a:pt x="5317" y="14762"/>
                  </a:lnTo>
                  <a:lnTo>
                    <a:pt x="5317" y="14617"/>
                  </a:lnTo>
                  <a:lnTo>
                    <a:pt x="5295" y="14183"/>
                  </a:lnTo>
                  <a:lnTo>
                    <a:pt x="5184" y="13821"/>
                  </a:lnTo>
                  <a:lnTo>
                    <a:pt x="4697" y="13857"/>
                  </a:lnTo>
                  <a:lnTo>
                    <a:pt x="4497" y="13713"/>
                  </a:lnTo>
                  <a:lnTo>
                    <a:pt x="4431" y="13640"/>
                  </a:lnTo>
                  <a:lnTo>
                    <a:pt x="4386" y="13568"/>
                  </a:lnTo>
                  <a:lnTo>
                    <a:pt x="4342" y="13387"/>
                  </a:lnTo>
                  <a:lnTo>
                    <a:pt x="4320" y="13134"/>
                  </a:lnTo>
                  <a:lnTo>
                    <a:pt x="4209" y="12953"/>
                  </a:lnTo>
                  <a:lnTo>
                    <a:pt x="4121" y="12844"/>
                  </a:lnTo>
                  <a:lnTo>
                    <a:pt x="3966" y="12663"/>
                  </a:lnTo>
                  <a:lnTo>
                    <a:pt x="3522" y="12048"/>
                  </a:lnTo>
                  <a:lnTo>
                    <a:pt x="3146" y="11035"/>
                  </a:lnTo>
                  <a:lnTo>
                    <a:pt x="2880" y="11035"/>
                  </a:lnTo>
                  <a:lnTo>
                    <a:pt x="2791" y="11071"/>
                  </a:lnTo>
                  <a:lnTo>
                    <a:pt x="2681" y="11144"/>
                  </a:lnTo>
                  <a:lnTo>
                    <a:pt x="2548" y="11252"/>
                  </a:lnTo>
                  <a:lnTo>
                    <a:pt x="2415" y="11397"/>
                  </a:lnTo>
                  <a:lnTo>
                    <a:pt x="2016" y="11397"/>
                  </a:lnTo>
                  <a:lnTo>
                    <a:pt x="1883" y="11216"/>
                  </a:lnTo>
                  <a:lnTo>
                    <a:pt x="1794" y="11071"/>
                  </a:lnTo>
                  <a:lnTo>
                    <a:pt x="1662" y="10710"/>
                  </a:lnTo>
                  <a:lnTo>
                    <a:pt x="1595" y="10348"/>
                  </a:lnTo>
                  <a:lnTo>
                    <a:pt x="1573" y="9986"/>
                  </a:lnTo>
                  <a:lnTo>
                    <a:pt x="1241" y="9154"/>
                  </a:lnTo>
                  <a:lnTo>
                    <a:pt x="1108" y="8937"/>
                  </a:lnTo>
                  <a:lnTo>
                    <a:pt x="975" y="8792"/>
                  </a:lnTo>
                  <a:lnTo>
                    <a:pt x="820" y="8647"/>
                  </a:lnTo>
                  <a:lnTo>
                    <a:pt x="687" y="8539"/>
                  </a:lnTo>
                  <a:lnTo>
                    <a:pt x="399" y="8358"/>
                  </a:lnTo>
                  <a:lnTo>
                    <a:pt x="133" y="8213"/>
                  </a:lnTo>
                  <a:lnTo>
                    <a:pt x="44" y="8105"/>
                  </a:lnTo>
                  <a:lnTo>
                    <a:pt x="0" y="7996"/>
                  </a:lnTo>
                  <a:lnTo>
                    <a:pt x="0" y="7779"/>
                  </a:lnTo>
                  <a:lnTo>
                    <a:pt x="22" y="7598"/>
                  </a:lnTo>
                  <a:lnTo>
                    <a:pt x="89" y="7453"/>
                  </a:lnTo>
                  <a:lnTo>
                    <a:pt x="155" y="7345"/>
                  </a:lnTo>
                  <a:lnTo>
                    <a:pt x="199" y="7236"/>
                  </a:lnTo>
                  <a:lnTo>
                    <a:pt x="244" y="7019"/>
                  </a:lnTo>
                  <a:lnTo>
                    <a:pt x="288" y="5717"/>
                  </a:lnTo>
                  <a:lnTo>
                    <a:pt x="199" y="5355"/>
                  </a:lnTo>
                  <a:lnTo>
                    <a:pt x="177" y="5246"/>
                  </a:lnTo>
                  <a:lnTo>
                    <a:pt x="155" y="5174"/>
                  </a:lnTo>
                  <a:lnTo>
                    <a:pt x="177" y="5138"/>
                  </a:lnTo>
                  <a:lnTo>
                    <a:pt x="222" y="5102"/>
                  </a:lnTo>
                  <a:lnTo>
                    <a:pt x="399" y="5065"/>
                  </a:lnTo>
                  <a:lnTo>
                    <a:pt x="532" y="5210"/>
                  </a:lnTo>
                  <a:lnTo>
                    <a:pt x="642" y="5572"/>
                  </a:lnTo>
                  <a:lnTo>
                    <a:pt x="709" y="5680"/>
                  </a:lnTo>
                  <a:lnTo>
                    <a:pt x="775" y="5753"/>
                  </a:lnTo>
                  <a:lnTo>
                    <a:pt x="864" y="5789"/>
                  </a:lnTo>
                  <a:lnTo>
                    <a:pt x="953" y="5717"/>
                  </a:lnTo>
                  <a:lnTo>
                    <a:pt x="1041" y="5572"/>
                  </a:lnTo>
                  <a:lnTo>
                    <a:pt x="1152" y="5065"/>
                  </a:lnTo>
                  <a:lnTo>
                    <a:pt x="1086" y="3908"/>
                  </a:lnTo>
                  <a:lnTo>
                    <a:pt x="886" y="3003"/>
                  </a:lnTo>
                  <a:lnTo>
                    <a:pt x="842" y="2605"/>
                  </a:lnTo>
                  <a:lnTo>
                    <a:pt x="842" y="2424"/>
                  </a:lnTo>
                  <a:lnTo>
                    <a:pt x="886" y="2135"/>
                  </a:lnTo>
                  <a:lnTo>
                    <a:pt x="930" y="2026"/>
                  </a:lnTo>
                  <a:lnTo>
                    <a:pt x="997" y="1881"/>
                  </a:lnTo>
                  <a:lnTo>
                    <a:pt x="1086" y="1773"/>
                  </a:lnTo>
                  <a:lnTo>
                    <a:pt x="1196" y="1483"/>
                  </a:lnTo>
                  <a:lnTo>
                    <a:pt x="1617" y="1773"/>
                  </a:lnTo>
                  <a:lnTo>
                    <a:pt x="2016" y="1773"/>
                  </a:lnTo>
                  <a:lnTo>
                    <a:pt x="2282" y="1447"/>
                  </a:lnTo>
                  <a:lnTo>
                    <a:pt x="2393" y="1303"/>
                  </a:lnTo>
                  <a:lnTo>
                    <a:pt x="2503" y="868"/>
                  </a:lnTo>
                  <a:lnTo>
                    <a:pt x="2636" y="543"/>
                  </a:lnTo>
                  <a:lnTo>
                    <a:pt x="2703" y="398"/>
                  </a:lnTo>
                  <a:lnTo>
                    <a:pt x="2814" y="253"/>
                  </a:lnTo>
                  <a:lnTo>
                    <a:pt x="3057" y="0"/>
                  </a:lnTo>
                  <a:lnTo>
                    <a:pt x="3168" y="0"/>
                  </a:lnTo>
                  <a:lnTo>
                    <a:pt x="3367" y="109"/>
                  </a:lnTo>
                  <a:lnTo>
                    <a:pt x="3877" y="615"/>
                  </a:lnTo>
                  <a:lnTo>
                    <a:pt x="3899" y="760"/>
                  </a:lnTo>
                  <a:lnTo>
                    <a:pt x="3943" y="868"/>
                  </a:lnTo>
                  <a:lnTo>
                    <a:pt x="4010" y="905"/>
                  </a:lnTo>
                  <a:lnTo>
                    <a:pt x="4076" y="905"/>
                  </a:lnTo>
                  <a:lnTo>
                    <a:pt x="4276" y="868"/>
                  </a:lnTo>
                  <a:lnTo>
                    <a:pt x="4453" y="760"/>
                  </a:lnTo>
                  <a:lnTo>
                    <a:pt x="4852" y="651"/>
                  </a:lnTo>
                  <a:lnTo>
                    <a:pt x="5029" y="362"/>
                  </a:lnTo>
                  <a:lnTo>
                    <a:pt x="5073" y="253"/>
                  </a:lnTo>
                  <a:lnTo>
                    <a:pt x="5140" y="181"/>
                  </a:lnTo>
                  <a:lnTo>
                    <a:pt x="5273" y="181"/>
                  </a:lnTo>
                  <a:lnTo>
                    <a:pt x="5383" y="253"/>
                  </a:lnTo>
                  <a:lnTo>
                    <a:pt x="5494" y="398"/>
                  </a:lnTo>
                  <a:lnTo>
                    <a:pt x="5516" y="687"/>
                  </a:lnTo>
                  <a:lnTo>
                    <a:pt x="5516" y="796"/>
                  </a:lnTo>
                  <a:lnTo>
                    <a:pt x="5538" y="868"/>
                  </a:lnTo>
                  <a:lnTo>
                    <a:pt x="5649" y="1013"/>
                  </a:lnTo>
                  <a:lnTo>
                    <a:pt x="5849" y="1230"/>
                  </a:lnTo>
                  <a:lnTo>
                    <a:pt x="6247" y="1483"/>
                  </a:lnTo>
                  <a:lnTo>
                    <a:pt x="6580" y="1483"/>
                  </a:lnTo>
                  <a:lnTo>
                    <a:pt x="6735" y="1375"/>
                  </a:lnTo>
                  <a:lnTo>
                    <a:pt x="6890" y="1303"/>
                  </a:lnTo>
                  <a:lnTo>
                    <a:pt x="7067" y="1230"/>
                  </a:lnTo>
                  <a:lnTo>
                    <a:pt x="7289" y="1194"/>
                  </a:lnTo>
                  <a:lnTo>
                    <a:pt x="7510" y="1013"/>
                  </a:lnTo>
                  <a:lnTo>
                    <a:pt x="7599" y="977"/>
                  </a:lnTo>
                  <a:lnTo>
                    <a:pt x="7754" y="977"/>
                  </a:lnTo>
                  <a:lnTo>
                    <a:pt x="7865" y="1013"/>
                  </a:lnTo>
                  <a:lnTo>
                    <a:pt x="8130" y="1230"/>
                  </a:lnTo>
                  <a:lnTo>
                    <a:pt x="8596" y="1230"/>
                  </a:lnTo>
                  <a:lnTo>
                    <a:pt x="8684" y="1085"/>
                  </a:lnTo>
                  <a:lnTo>
                    <a:pt x="8729" y="977"/>
                  </a:lnTo>
                  <a:lnTo>
                    <a:pt x="8795" y="868"/>
                  </a:lnTo>
                  <a:lnTo>
                    <a:pt x="8906" y="796"/>
                  </a:lnTo>
                  <a:lnTo>
                    <a:pt x="9127" y="507"/>
                  </a:lnTo>
                  <a:lnTo>
                    <a:pt x="9238" y="398"/>
                  </a:lnTo>
                  <a:lnTo>
                    <a:pt x="9349" y="326"/>
                  </a:lnTo>
                  <a:lnTo>
                    <a:pt x="9593" y="326"/>
                  </a:lnTo>
                  <a:lnTo>
                    <a:pt x="9947" y="543"/>
                  </a:lnTo>
                  <a:lnTo>
                    <a:pt x="10257" y="543"/>
                  </a:lnTo>
                  <a:lnTo>
                    <a:pt x="10590" y="470"/>
                  </a:lnTo>
                  <a:lnTo>
                    <a:pt x="10922" y="434"/>
                  </a:lnTo>
                  <a:lnTo>
                    <a:pt x="11276" y="434"/>
                  </a:lnTo>
                  <a:lnTo>
                    <a:pt x="11586" y="687"/>
                  </a:lnTo>
                  <a:lnTo>
                    <a:pt x="11742" y="941"/>
                  </a:lnTo>
                  <a:lnTo>
                    <a:pt x="11874" y="1085"/>
                  </a:lnTo>
                  <a:lnTo>
                    <a:pt x="12030" y="1194"/>
                  </a:lnTo>
                  <a:lnTo>
                    <a:pt x="12052" y="1628"/>
                  </a:lnTo>
                  <a:lnTo>
                    <a:pt x="12140" y="1809"/>
                  </a:lnTo>
                  <a:lnTo>
                    <a:pt x="12251" y="2062"/>
                  </a:lnTo>
                  <a:lnTo>
                    <a:pt x="12295" y="2207"/>
                  </a:lnTo>
                  <a:lnTo>
                    <a:pt x="12318" y="2352"/>
                  </a:lnTo>
                  <a:lnTo>
                    <a:pt x="12318" y="2533"/>
                  </a:lnTo>
                  <a:lnTo>
                    <a:pt x="12295" y="2750"/>
                  </a:lnTo>
                  <a:lnTo>
                    <a:pt x="12096" y="3292"/>
                  </a:lnTo>
                  <a:lnTo>
                    <a:pt x="12096" y="3980"/>
                  </a:lnTo>
                  <a:lnTo>
                    <a:pt x="12118" y="4450"/>
                  </a:lnTo>
                  <a:lnTo>
                    <a:pt x="12140" y="4884"/>
                  </a:lnTo>
                  <a:lnTo>
                    <a:pt x="12140" y="5319"/>
                  </a:lnTo>
                  <a:lnTo>
                    <a:pt x="12185" y="5789"/>
                  </a:lnTo>
                  <a:lnTo>
                    <a:pt x="12229" y="6223"/>
                  </a:lnTo>
                  <a:lnTo>
                    <a:pt x="12318" y="6657"/>
                  </a:lnTo>
                  <a:lnTo>
                    <a:pt x="12384" y="6838"/>
                  </a:lnTo>
                  <a:lnTo>
                    <a:pt x="12561" y="7272"/>
                  </a:lnTo>
                  <a:lnTo>
                    <a:pt x="12672" y="7453"/>
                  </a:lnTo>
                  <a:lnTo>
                    <a:pt x="12916" y="7707"/>
                  </a:lnTo>
                  <a:lnTo>
                    <a:pt x="13049" y="7815"/>
                  </a:lnTo>
                  <a:lnTo>
                    <a:pt x="13204" y="7960"/>
                  </a:lnTo>
                  <a:lnTo>
                    <a:pt x="13691" y="8068"/>
                  </a:lnTo>
                  <a:lnTo>
                    <a:pt x="13780" y="8322"/>
                  </a:lnTo>
                  <a:lnTo>
                    <a:pt x="13890" y="8539"/>
                  </a:lnTo>
                  <a:lnTo>
                    <a:pt x="14023" y="8720"/>
                  </a:lnTo>
                  <a:lnTo>
                    <a:pt x="14156" y="8864"/>
                  </a:lnTo>
                  <a:lnTo>
                    <a:pt x="14311" y="8973"/>
                  </a:lnTo>
                  <a:lnTo>
                    <a:pt x="14489" y="9081"/>
                  </a:lnTo>
                  <a:lnTo>
                    <a:pt x="14666" y="9154"/>
                  </a:lnTo>
                  <a:lnTo>
                    <a:pt x="14887" y="9226"/>
                  </a:lnTo>
                  <a:lnTo>
                    <a:pt x="15242" y="9660"/>
                  </a:lnTo>
                  <a:lnTo>
                    <a:pt x="15330" y="9733"/>
                  </a:lnTo>
                  <a:lnTo>
                    <a:pt x="15441" y="9805"/>
                  </a:lnTo>
                  <a:lnTo>
                    <a:pt x="15574" y="9877"/>
                  </a:lnTo>
                  <a:lnTo>
                    <a:pt x="15729" y="9914"/>
                  </a:lnTo>
                  <a:lnTo>
                    <a:pt x="16926" y="9877"/>
                  </a:lnTo>
                  <a:lnTo>
                    <a:pt x="17191" y="10022"/>
                  </a:lnTo>
                  <a:lnTo>
                    <a:pt x="17568" y="10420"/>
                  </a:lnTo>
                  <a:lnTo>
                    <a:pt x="17790" y="11252"/>
                  </a:lnTo>
                  <a:lnTo>
                    <a:pt x="17834" y="11578"/>
                  </a:lnTo>
                  <a:lnTo>
                    <a:pt x="17900" y="11795"/>
                  </a:lnTo>
                  <a:lnTo>
                    <a:pt x="18011" y="12012"/>
                  </a:lnTo>
                  <a:lnTo>
                    <a:pt x="18210" y="12338"/>
                  </a:lnTo>
                  <a:lnTo>
                    <a:pt x="18454" y="12338"/>
                  </a:lnTo>
                  <a:lnTo>
                    <a:pt x="18587" y="12012"/>
                  </a:lnTo>
                  <a:lnTo>
                    <a:pt x="18786" y="11976"/>
                  </a:lnTo>
                  <a:lnTo>
                    <a:pt x="18809" y="12048"/>
                  </a:lnTo>
                  <a:lnTo>
                    <a:pt x="18809" y="12121"/>
                  </a:lnTo>
                  <a:lnTo>
                    <a:pt x="18897" y="12229"/>
                  </a:lnTo>
                  <a:lnTo>
                    <a:pt x="19008" y="12302"/>
                  </a:lnTo>
                  <a:lnTo>
                    <a:pt x="19141" y="12338"/>
                  </a:lnTo>
                  <a:lnTo>
                    <a:pt x="19540" y="11940"/>
                  </a:lnTo>
                  <a:lnTo>
                    <a:pt x="19761" y="11433"/>
                  </a:lnTo>
                  <a:lnTo>
                    <a:pt x="19872" y="11144"/>
                  </a:lnTo>
                  <a:lnTo>
                    <a:pt x="19983" y="10927"/>
                  </a:lnTo>
                  <a:lnTo>
                    <a:pt x="20027" y="10890"/>
                  </a:lnTo>
                  <a:lnTo>
                    <a:pt x="20094" y="11035"/>
                  </a:lnTo>
                  <a:lnTo>
                    <a:pt x="20204" y="11144"/>
                  </a:lnTo>
                  <a:lnTo>
                    <a:pt x="20470" y="11433"/>
                  </a:lnTo>
                  <a:lnTo>
                    <a:pt x="20492" y="11614"/>
                  </a:lnTo>
                  <a:lnTo>
                    <a:pt x="20559" y="11831"/>
                  </a:lnTo>
                  <a:lnTo>
                    <a:pt x="20692" y="12229"/>
                  </a:lnTo>
                  <a:lnTo>
                    <a:pt x="20891" y="12627"/>
                  </a:lnTo>
                  <a:lnTo>
                    <a:pt x="21113" y="13061"/>
                  </a:lnTo>
                  <a:lnTo>
                    <a:pt x="21334" y="14255"/>
                  </a:lnTo>
                  <a:lnTo>
                    <a:pt x="21423" y="14472"/>
                  </a:lnTo>
                  <a:lnTo>
                    <a:pt x="21511" y="14726"/>
                  </a:lnTo>
                  <a:lnTo>
                    <a:pt x="21578" y="15015"/>
                  </a:lnTo>
                  <a:lnTo>
                    <a:pt x="21600" y="15196"/>
                  </a:lnTo>
                  <a:lnTo>
                    <a:pt x="21600" y="15377"/>
                  </a:lnTo>
                  <a:lnTo>
                    <a:pt x="21467" y="15666"/>
                  </a:lnTo>
                  <a:lnTo>
                    <a:pt x="21378" y="15883"/>
                  </a:lnTo>
                  <a:lnTo>
                    <a:pt x="21356" y="16137"/>
                  </a:lnTo>
                  <a:lnTo>
                    <a:pt x="21356" y="16607"/>
                  </a:lnTo>
                  <a:lnTo>
                    <a:pt x="21401" y="16860"/>
                  </a:lnTo>
                  <a:lnTo>
                    <a:pt x="21467" y="17150"/>
                  </a:lnTo>
                  <a:lnTo>
                    <a:pt x="21489" y="17331"/>
                  </a:lnTo>
                  <a:lnTo>
                    <a:pt x="21511" y="17475"/>
                  </a:lnTo>
                  <a:lnTo>
                    <a:pt x="21467" y="17837"/>
                  </a:lnTo>
                  <a:lnTo>
                    <a:pt x="21467" y="18235"/>
                  </a:lnTo>
                  <a:lnTo>
                    <a:pt x="21401" y="18235"/>
                  </a:lnTo>
                  <a:lnTo>
                    <a:pt x="21401" y="18163"/>
                  </a:lnTo>
                  <a:lnTo>
                    <a:pt x="21312" y="18018"/>
                  </a:lnTo>
                  <a:lnTo>
                    <a:pt x="21179" y="17873"/>
                  </a:lnTo>
                  <a:lnTo>
                    <a:pt x="21002" y="17910"/>
                  </a:lnTo>
                  <a:lnTo>
                    <a:pt x="20891" y="17982"/>
                  </a:lnTo>
                  <a:lnTo>
                    <a:pt x="20825" y="18054"/>
                  </a:lnTo>
                  <a:lnTo>
                    <a:pt x="20736" y="18199"/>
                  </a:lnTo>
                  <a:lnTo>
                    <a:pt x="20736" y="18416"/>
                  </a:lnTo>
                  <a:lnTo>
                    <a:pt x="20780" y="18669"/>
                  </a:lnTo>
                  <a:lnTo>
                    <a:pt x="20847" y="19284"/>
                  </a:lnTo>
                  <a:lnTo>
                    <a:pt x="20825" y="19755"/>
                  </a:lnTo>
                  <a:lnTo>
                    <a:pt x="20670" y="19827"/>
                  </a:lnTo>
                  <a:lnTo>
                    <a:pt x="20404" y="19827"/>
                  </a:lnTo>
                  <a:lnTo>
                    <a:pt x="20049" y="19067"/>
                  </a:lnTo>
                  <a:lnTo>
                    <a:pt x="19894" y="18995"/>
                  </a:lnTo>
                  <a:lnTo>
                    <a:pt x="19739" y="18959"/>
                  </a:lnTo>
                  <a:lnTo>
                    <a:pt x="19628" y="19031"/>
                  </a:lnTo>
                  <a:lnTo>
                    <a:pt x="19518" y="19140"/>
                  </a:lnTo>
                  <a:lnTo>
                    <a:pt x="19451" y="19321"/>
                  </a:lnTo>
                  <a:lnTo>
                    <a:pt x="19407" y="19502"/>
                  </a:lnTo>
                  <a:lnTo>
                    <a:pt x="19407" y="19755"/>
                  </a:lnTo>
                  <a:lnTo>
                    <a:pt x="19429" y="20044"/>
                  </a:lnTo>
                  <a:lnTo>
                    <a:pt x="19362" y="20189"/>
                  </a:lnTo>
                  <a:lnTo>
                    <a:pt x="19318" y="20334"/>
                  </a:lnTo>
                  <a:lnTo>
                    <a:pt x="19163" y="20297"/>
                  </a:lnTo>
                  <a:lnTo>
                    <a:pt x="19030" y="20225"/>
                  </a:lnTo>
                  <a:lnTo>
                    <a:pt x="18897" y="20117"/>
                  </a:lnTo>
                  <a:lnTo>
                    <a:pt x="18831" y="20044"/>
                  </a:lnTo>
                  <a:lnTo>
                    <a:pt x="18786" y="19646"/>
                  </a:lnTo>
                  <a:lnTo>
                    <a:pt x="18587" y="19465"/>
                  </a:lnTo>
                  <a:lnTo>
                    <a:pt x="18388" y="19357"/>
                  </a:lnTo>
                  <a:lnTo>
                    <a:pt x="18078" y="19176"/>
                  </a:lnTo>
                  <a:lnTo>
                    <a:pt x="17945" y="18923"/>
                  </a:lnTo>
                  <a:lnTo>
                    <a:pt x="17723" y="18923"/>
                  </a:lnTo>
                  <a:lnTo>
                    <a:pt x="17590" y="18995"/>
                  </a:lnTo>
                  <a:lnTo>
                    <a:pt x="17502" y="19140"/>
                  </a:lnTo>
                  <a:lnTo>
                    <a:pt x="17346" y="19357"/>
                  </a:lnTo>
                  <a:lnTo>
                    <a:pt x="16859" y="19791"/>
                  </a:lnTo>
                  <a:lnTo>
                    <a:pt x="16593" y="19936"/>
                  </a:lnTo>
                  <a:lnTo>
                    <a:pt x="16527" y="20008"/>
                  </a:lnTo>
                  <a:lnTo>
                    <a:pt x="16460" y="20189"/>
                  </a:lnTo>
                  <a:lnTo>
                    <a:pt x="16327" y="20478"/>
                  </a:lnTo>
                  <a:lnTo>
                    <a:pt x="16062" y="20515"/>
                  </a:lnTo>
                  <a:lnTo>
                    <a:pt x="15973" y="20587"/>
                  </a:lnTo>
                  <a:lnTo>
                    <a:pt x="15906" y="20623"/>
                  </a:lnTo>
                  <a:lnTo>
                    <a:pt x="15840" y="20695"/>
                  </a:lnTo>
                  <a:lnTo>
                    <a:pt x="15774" y="20804"/>
                  </a:lnTo>
                  <a:lnTo>
                    <a:pt x="15618" y="21166"/>
                  </a:lnTo>
                  <a:lnTo>
                    <a:pt x="15508" y="21311"/>
                  </a:lnTo>
                  <a:lnTo>
                    <a:pt x="15308" y="21383"/>
                  </a:lnTo>
                  <a:lnTo>
                    <a:pt x="15153" y="21455"/>
                  </a:lnTo>
                  <a:lnTo>
                    <a:pt x="14865" y="21600"/>
                  </a:lnTo>
                  <a:close/>
                </a:path>
              </a:pathLst>
            </a:custGeom>
            <a:solidFill>
              <a:srgbClr val="DDDEE0"/>
            </a:solidFill>
            <a:ln w="9525" cap="flat">
              <a:solidFill>
                <a:srgbClr val="FFFFFF"/>
              </a:solidFill>
              <a:prstDash val="solid"/>
              <a:round/>
            </a:ln>
            <a:effectLst/>
          </p:spPr>
          <p:txBody>
            <a:bodyPr wrap="square" lIns="0" tIns="0" rIns="0" bIns="0" numCol="1" anchor="t">
              <a:noAutofit/>
            </a:bodyPr>
            <a:lstStyle/>
            <a:p>
              <a:pPr lvl="0" algn="l" defTabSz="914400">
                <a:defRPr sz="1800">
                  <a:latin typeface="Microsoft YaHei"/>
                  <a:ea typeface="Microsoft YaHei"/>
                  <a:cs typeface="Microsoft YaHei"/>
                  <a:sym typeface="Microsoft YaHei"/>
                </a:defRPr>
              </a:pPr>
              <a:endParaRPr/>
            </a:p>
          </p:txBody>
        </p:sp>
        <p:sp>
          <p:nvSpPr>
            <p:cNvPr id="170" name="Shape 170"/>
            <p:cNvSpPr/>
            <p:nvPr/>
          </p:nvSpPr>
          <p:spPr>
            <a:xfrm>
              <a:off x="7904540" y="5181660"/>
              <a:ext cx="712900" cy="704990"/>
            </a:xfrm>
            <a:custGeom>
              <a:avLst/>
              <a:gdLst/>
              <a:ahLst/>
              <a:cxnLst>
                <a:cxn ang="0">
                  <a:pos x="wd2" y="hd2"/>
                </a:cxn>
                <a:cxn ang="5400000">
                  <a:pos x="wd2" y="hd2"/>
                </a:cxn>
                <a:cxn ang="10800000">
                  <a:pos x="wd2" y="hd2"/>
                </a:cxn>
                <a:cxn ang="16200000">
                  <a:pos x="wd2" y="hd2"/>
                </a:cxn>
              </a:cxnLst>
              <a:rect l="0" t="0" r="r" b="b"/>
              <a:pathLst>
                <a:path w="21600" h="21600" extrusionOk="0">
                  <a:moveTo>
                    <a:pt x="9376" y="21600"/>
                  </a:moveTo>
                  <a:lnTo>
                    <a:pt x="8189" y="21360"/>
                  </a:lnTo>
                  <a:lnTo>
                    <a:pt x="7477" y="21120"/>
                  </a:lnTo>
                  <a:lnTo>
                    <a:pt x="6884" y="20760"/>
                  </a:lnTo>
                  <a:lnTo>
                    <a:pt x="6409" y="20400"/>
                  </a:lnTo>
                  <a:lnTo>
                    <a:pt x="5103" y="16440"/>
                  </a:lnTo>
                  <a:lnTo>
                    <a:pt x="3916" y="15480"/>
                  </a:lnTo>
                  <a:lnTo>
                    <a:pt x="2848" y="15360"/>
                  </a:lnTo>
                  <a:lnTo>
                    <a:pt x="2967" y="14400"/>
                  </a:lnTo>
                  <a:lnTo>
                    <a:pt x="2730" y="13560"/>
                  </a:lnTo>
                  <a:lnTo>
                    <a:pt x="2374" y="12720"/>
                  </a:lnTo>
                  <a:lnTo>
                    <a:pt x="2018" y="12000"/>
                  </a:lnTo>
                  <a:lnTo>
                    <a:pt x="1424" y="11280"/>
                  </a:lnTo>
                  <a:lnTo>
                    <a:pt x="831" y="10680"/>
                  </a:lnTo>
                  <a:lnTo>
                    <a:pt x="0" y="9720"/>
                  </a:lnTo>
                  <a:lnTo>
                    <a:pt x="0" y="9360"/>
                  </a:lnTo>
                  <a:lnTo>
                    <a:pt x="119" y="9000"/>
                  </a:lnTo>
                  <a:lnTo>
                    <a:pt x="1068" y="7800"/>
                  </a:lnTo>
                  <a:lnTo>
                    <a:pt x="1543" y="7320"/>
                  </a:lnTo>
                  <a:lnTo>
                    <a:pt x="1543" y="6840"/>
                  </a:lnTo>
                  <a:lnTo>
                    <a:pt x="1662" y="6600"/>
                  </a:lnTo>
                  <a:lnTo>
                    <a:pt x="1899" y="6240"/>
                  </a:lnTo>
                  <a:lnTo>
                    <a:pt x="2136" y="6120"/>
                  </a:lnTo>
                  <a:lnTo>
                    <a:pt x="2848" y="5640"/>
                  </a:lnTo>
                  <a:lnTo>
                    <a:pt x="3442" y="5280"/>
                  </a:lnTo>
                  <a:lnTo>
                    <a:pt x="4154" y="4080"/>
                  </a:lnTo>
                  <a:lnTo>
                    <a:pt x="4154" y="1440"/>
                  </a:lnTo>
                  <a:lnTo>
                    <a:pt x="4273" y="960"/>
                  </a:lnTo>
                  <a:lnTo>
                    <a:pt x="4747" y="840"/>
                  </a:lnTo>
                  <a:lnTo>
                    <a:pt x="5341" y="480"/>
                  </a:lnTo>
                  <a:lnTo>
                    <a:pt x="5578" y="360"/>
                  </a:lnTo>
                  <a:lnTo>
                    <a:pt x="6290" y="360"/>
                  </a:lnTo>
                  <a:lnTo>
                    <a:pt x="6646" y="600"/>
                  </a:lnTo>
                  <a:lnTo>
                    <a:pt x="8308" y="600"/>
                  </a:lnTo>
                  <a:lnTo>
                    <a:pt x="9020" y="120"/>
                  </a:lnTo>
                  <a:lnTo>
                    <a:pt x="9495" y="0"/>
                  </a:lnTo>
                  <a:lnTo>
                    <a:pt x="9969" y="0"/>
                  </a:lnTo>
                  <a:lnTo>
                    <a:pt x="11037" y="240"/>
                  </a:lnTo>
                  <a:lnTo>
                    <a:pt x="11987" y="480"/>
                  </a:lnTo>
                  <a:lnTo>
                    <a:pt x="12580" y="960"/>
                  </a:lnTo>
                  <a:lnTo>
                    <a:pt x="13292" y="1320"/>
                  </a:lnTo>
                  <a:lnTo>
                    <a:pt x="13648" y="1440"/>
                  </a:lnTo>
                  <a:lnTo>
                    <a:pt x="14123" y="1560"/>
                  </a:lnTo>
                  <a:lnTo>
                    <a:pt x="15073" y="1320"/>
                  </a:lnTo>
                  <a:lnTo>
                    <a:pt x="15666" y="840"/>
                  </a:lnTo>
                  <a:lnTo>
                    <a:pt x="16259" y="240"/>
                  </a:lnTo>
                  <a:lnTo>
                    <a:pt x="16971" y="0"/>
                  </a:lnTo>
                  <a:lnTo>
                    <a:pt x="17327" y="120"/>
                  </a:lnTo>
                  <a:lnTo>
                    <a:pt x="17802" y="480"/>
                  </a:lnTo>
                  <a:lnTo>
                    <a:pt x="19226" y="1080"/>
                  </a:lnTo>
                  <a:lnTo>
                    <a:pt x="21600" y="1320"/>
                  </a:lnTo>
                  <a:lnTo>
                    <a:pt x="21363" y="1680"/>
                  </a:lnTo>
                  <a:lnTo>
                    <a:pt x="20888" y="2040"/>
                  </a:lnTo>
                  <a:lnTo>
                    <a:pt x="19701" y="2880"/>
                  </a:lnTo>
                  <a:lnTo>
                    <a:pt x="19226" y="3480"/>
                  </a:lnTo>
                  <a:lnTo>
                    <a:pt x="18870" y="3960"/>
                  </a:lnTo>
                  <a:lnTo>
                    <a:pt x="18752" y="4320"/>
                  </a:lnTo>
                  <a:lnTo>
                    <a:pt x="18752" y="4800"/>
                  </a:lnTo>
                  <a:lnTo>
                    <a:pt x="18989" y="5040"/>
                  </a:lnTo>
                  <a:lnTo>
                    <a:pt x="20769" y="5040"/>
                  </a:lnTo>
                  <a:lnTo>
                    <a:pt x="21481" y="4320"/>
                  </a:lnTo>
                  <a:lnTo>
                    <a:pt x="21600" y="4920"/>
                  </a:lnTo>
                  <a:lnTo>
                    <a:pt x="21600" y="5400"/>
                  </a:lnTo>
                  <a:lnTo>
                    <a:pt x="21363" y="5760"/>
                  </a:lnTo>
                  <a:lnTo>
                    <a:pt x="20532" y="6000"/>
                  </a:lnTo>
                  <a:lnTo>
                    <a:pt x="19108" y="6720"/>
                  </a:lnTo>
                  <a:lnTo>
                    <a:pt x="19226" y="7920"/>
                  </a:lnTo>
                  <a:lnTo>
                    <a:pt x="20413" y="8520"/>
                  </a:lnTo>
                  <a:lnTo>
                    <a:pt x="20176" y="9960"/>
                  </a:lnTo>
                  <a:lnTo>
                    <a:pt x="20176" y="11760"/>
                  </a:lnTo>
                  <a:lnTo>
                    <a:pt x="20295" y="12240"/>
                  </a:lnTo>
                  <a:lnTo>
                    <a:pt x="20413" y="12840"/>
                  </a:lnTo>
                  <a:lnTo>
                    <a:pt x="20295" y="13680"/>
                  </a:lnTo>
                  <a:lnTo>
                    <a:pt x="20176" y="13920"/>
                  </a:lnTo>
                  <a:lnTo>
                    <a:pt x="20057" y="14280"/>
                  </a:lnTo>
                  <a:lnTo>
                    <a:pt x="19582" y="14400"/>
                  </a:lnTo>
                  <a:lnTo>
                    <a:pt x="19464" y="13560"/>
                  </a:lnTo>
                  <a:lnTo>
                    <a:pt x="19226" y="13440"/>
                  </a:lnTo>
                  <a:lnTo>
                    <a:pt x="18989" y="13440"/>
                  </a:lnTo>
                  <a:lnTo>
                    <a:pt x="18514" y="13560"/>
                  </a:lnTo>
                  <a:lnTo>
                    <a:pt x="18040" y="13920"/>
                  </a:lnTo>
                  <a:lnTo>
                    <a:pt x="16615" y="15360"/>
                  </a:lnTo>
                  <a:lnTo>
                    <a:pt x="16022" y="16080"/>
                  </a:lnTo>
                  <a:lnTo>
                    <a:pt x="15785" y="16680"/>
                  </a:lnTo>
                  <a:lnTo>
                    <a:pt x="15547" y="17160"/>
                  </a:lnTo>
                  <a:lnTo>
                    <a:pt x="15429" y="20640"/>
                  </a:lnTo>
                  <a:lnTo>
                    <a:pt x="14835" y="20520"/>
                  </a:lnTo>
                  <a:lnTo>
                    <a:pt x="13174" y="20640"/>
                  </a:lnTo>
                  <a:lnTo>
                    <a:pt x="11868" y="20760"/>
                  </a:lnTo>
                  <a:lnTo>
                    <a:pt x="10681" y="21120"/>
                  </a:lnTo>
                  <a:lnTo>
                    <a:pt x="9376" y="21600"/>
                  </a:lnTo>
                  <a:close/>
                </a:path>
              </a:pathLst>
            </a:custGeom>
            <a:solidFill>
              <a:srgbClr val="DDDEE0"/>
            </a:solidFill>
            <a:ln w="9525" cap="flat">
              <a:solidFill>
                <a:srgbClr val="FFFFFF"/>
              </a:solidFill>
              <a:prstDash val="solid"/>
              <a:round/>
            </a:ln>
            <a:effectLst/>
          </p:spPr>
          <p:txBody>
            <a:bodyPr wrap="square" lIns="0" tIns="0" rIns="0" bIns="0" numCol="1" anchor="t">
              <a:noAutofit/>
            </a:bodyPr>
            <a:lstStyle/>
            <a:p>
              <a:pPr lvl="0" algn="l" defTabSz="914400">
                <a:defRPr sz="1800">
                  <a:latin typeface="Microsoft YaHei"/>
                  <a:ea typeface="Microsoft YaHei"/>
                  <a:cs typeface="Microsoft YaHei"/>
                  <a:sym typeface="Microsoft YaHei"/>
                </a:defRPr>
              </a:pPr>
              <a:endParaRPr/>
            </a:p>
          </p:txBody>
        </p:sp>
        <p:sp>
          <p:nvSpPr>
            <p:cNvPr id="171" name="Shape 171"/>
            <p:cNvSpPr/>
            <p:nvPr/>
          </p:nvSpPr>
          <p:spPr>
            <a:xfrm>
              <a:off x="5452488" y="4919247"/>
              <a:ext cx="904834" cy="939986"/>
            </a:xfrm>
            <a:custGeom>
              <a:avLst/>
              <a:gdLst/>
              <a:ahLst/>
              <a:cxnLst>
                <a:cxn ang="0">
                  <a:pos x="wd2" y="hd2"/>
                </a:cxn>
                <a:cxn ang="5400000">
                  <a:pos x="wd2" y="hd2"/>
                </a:cxn>
                <a:cxn ang="10800000">
                  <a:pos x="wd2" y="hd2"/>
                </a:cxn>
                <a:cxn ang="16200000">
                  <a:pos x="wd2" y="hd2"/>
                </a:cxn>
              </a:cxnLst>
              <a:rect l="0" t="0" r="r" b="b"/>
              <a:pathLst>
                <a:path w="21600" h="21600" extrusionOk="0">
                  <a:moveTo>
                    <a:pt x="17392" y="21600"/>
                  </a:moveTo>
                  <a:lnTo>
                    <a:pt x="16831" y="21330"/>
                  </a:lnTo>
                  <a:lnTo>
                    <a:pt x="16270" y="20970"/>
                  </a:lnTo>
                  <a:lnTo>
                    <a:pt x="15803" y="20610"/>
                  </a:lnTo>
                  <a:lnTo>
                    <a:pt x="15335" y="20160"/>
                  </a:lnTo>
                  <a:lnTo>
                    <a:pt x="14587" y="19350"/>
                  </a:lnTo>
                  <a:lnTo>
                    <a:pt x="14026" y="18540"/>
                  </a:lnTo>
                  <a:lnTo>
                    <a:pt x="13839" y="17730"/>
                  </a:lnTo>
                  <a:lnTo>
                    <a:pt x="13558" y="16920"/>
                  </a:lnTo>
                  <a:lnTo>
                    <a:pt x="13184" y="16290"/>
                  </a:lnTo>
                  <a:lnTo>
                    <a:pt x="12717" y="15750"/>
                  </a:lnTo>
                  <a:lnTo>
                    <a:pt x="12062" y="15390"/>
                  </a:lnTo>
                  <a:lnTo>
                    <a:pt x="11501" y="15210"/>
                  </a:lnTo>
                  <a:lnTo>
                    <a:pt x="11127" y="15210"/>
                  </a:lnTo>
                  <a:lnTo>
                    <a:pt x="10379" y="15390"/>
                  </a:lnTo>
                  <a:lnTo>
                    <a:pt x="10005" y="15570"/>
                  </a:lnTo>
                  <a:lnTo>
                    <a:pt x="9444" y="16110"/>
                  </a:lnTo>
                  <a:lnTo>
                    <a:pt x="9257" y="16380"/>
                  </a:lnTo>
                  <a:lnTo>
                    <a:pt x="9164" y="16920"/>
                  </a:lnTo>
                  <a:lnTo>
                    <a:pt x="8790" y="17550"/>
                  </a:lnTo>
                  <a:lnTo>
                    <a:pt x="8229" y="18090"/>
                  </a:lnTo>
                  <a:lnTo>
                    <a:pt x="7106" y="19080"/>
                  </a:lnTo>
                  <a:lnTo>
                    <a:pt x="7106" y="19260"/>
                  </a:lnTo>
                  <a:lnTo>
                    <a:pt x="6826" y="19260"/>
                  </a:lnTo>
                  <a:lnTo>
                    <a:pt x="6545" y="19530"/>
                  </a:lnTo>
                  <a:lnTo>
                    <a:pt x="5517" y="19890"/>
                  </a:lnTo>
                  <a:lnTo>
                    <a:pt x="4395" y="19800"/>
                  </a:lnTo>
                  <a:lnTo>
                    <a:pt x="3366" y="19530"/>
                  </a:lnTo>
                  <a:lnTo>
                    <a:pt x="2525" y="19170"/>
                  </a:lnTo>
                  <a:lnTo>
                    <a:pt x="2151" y="18990"/>
                  </a:lnTo>
                  <a:lnTo>
                    <a:pt x="1777" y="18720"/>
                  </a:lnTo>
                  <a:lnTo>
                    <a:pt x="2151" y="18000"/>
                  </a:lnTo>
                  <a:lnTo>
                    <a:pt x="2151" y="17370"/>
                  </a:lnTo>
                  <a:lnTo>
                    <a:pt x="2057" y="16830"/>
                  </a:lnTo>
                  <a:lnTo>
                    <a:pt x="1964" y="16200"/>
                  </a:lnTo>
                  <a:lnTo>
                    <a:pt x="748" y="15120"/>
                  </a:lnTo>
                  <a:lnTo>
                    <a:pt x="374" y="14580"/>
                  </a:lnTo>
                  <a:lnTo>
                    <a:pt x="94" y="14040"/>
                  </a:lnTo>
                  <a:lnTo>
                    <a:pt x="468" y="10260"/>
                  </a:lnTo>
                  <a:lnTo>
                    <a:pt x="94" y="8730"/>
                  </a:lnTo>
                  <a:lnTo>
                    <a:pt x="0" y="8190"/>
                  </a:lnTo>
                  <a:lnTo>
                    <a:pt x="0" y="7560"/>
                  </a:lnTo>
                  <a:lnTo>
                    <a:pt x="187" y="7470"/>
                  </a:lnTo>
                  <a:lnTo>
                    <a:pt x="1777" y="8460"/>
                  </a:lnTo>
                  <a:lnTo>
                    <a:pt x="2992" y="9540"/>
                  </a:lnTo>
                  <a:lnTo>
                    <a:pt x="3460" y="9720"/>
                  </a:lnTo>
                  <a:lnTo>
                    <a:pt x="4301" y="9720"/>
                  </a:lnTo>
                  <a:lnTo>
                    <a:pt x="4769" y="9540"/>
                  </a:lnTo>
                  <a:lnTo>
                    <a:pt x="5517" y="9180"/>
                  </a:lnTo>
                  <a:lnTo>
                    <a:pt x="6265" y="8550"/>
                  </a:lnTo>
                  <a:lnTo>
                    <a:pt x="6919" y="7740"/>
                  </a:lnTo>
                  <a:lnTo>
                    <a:pt x="7387" y="6930"/>
                  </a:lnTo>
                  <a:lnTo>
                    <a:pt x="7855" y="6030"/>
                  </a:lnTo>
                  <a:lnTo>
                    <a:pt x="8229" y="5220"/>
                  </a:lnTo>
                  <a:lnTo>
                    <a:pt x="9818" y="2790"/>
                  </a:lnTo>
                  <a:lnTo>
                    <a:pt x="9818" y="720"/>
                  </a:lnTo>
                  <a:lnTo>
                    <a:pt x="10847" y="180"/>
                  </a:lnTo>
                  <a:lnTo>
                    <a:pt x="12717" y="0"/>
                  </a:lnTo>
                  <a:lnTo>
                    <a:pt x="13278" y="90"/>
                  </a:lnTo>
                  <a:lnTo>
                    <a:pt x="13745" y="180"/>
                  </a:lnTo>
                  <a:lnTo>
                    <a:pt x="14306" y="450"/>
                  </a:lnTo>
                  <a:lnTo>
                    <a:pt x="14868" y="810"/>
                  </a:lnTo>
                  <a:lnTo>
                    <a:pt x="16457" y="2250"/>
                  </a:lnTo>
                  <a:lnTo>
                    <a:pt x="18421" y="2700"/>
                  </a:lnTo>
                  <a:lnTo>
                    <a:pt x="19262" y="3150"/>
                  </a:lnTo>
                  <a:lnTo>
                    <a:pt x="20291" y="3960"/>
                  </a:lnTo>
                  <a:lnTo>
                    <a:pt x="20758" y="4410"/>
                  </a:lnTo>
                  <a:lnTo>
                    <a:pt x="21226" y="4950"/>
                  </a:lnTo>
                  <a:lnTo>
                    <a:pt x="21506" y="5490"/>
                  </a:lnTo>
                  <a:lnTo>
                    <a:pt x="21600" y="6030"/>
                  </a:lnTo>
                  <a:lnTo>
                    <a:pt x="20758" y="6570"/>
                  </a:lnTo>
                  <a:lnTo>
                    <a:pt x="18795" y="8190"/>
                  </a:lnTo>
                  <a:lnTo>
                    <a:pt x="18047" y="8370"/>
                  </a:lnTo>
                  <a:lnTo>
                    <a:pt x="17205" y="8460"/>
                  </a:lnTo>
                  <a:lnTo>
                    <a:pt x="15709" y="8460"/>
                  </a:lnTo>
                  <a:lnTo>
                    <a:pt x="15055" y="8370"/>
                  </a:lnTo>
                  <a:lnTo>
                    <a:pt x="14306" y="8460"/>
                  </a:lnTo>
                  <a:lnTo>
                    <a:pt x="13652" y="8640"/>
                  </a:lnTo>
                  <a:lnTo>
                    <a:pt x="13091" y="8910"/>
                  </a:lnTo>
                  <a:lnTo>
                    <a:pt x="13278" y="9810"/>
                  </a:lnTo>
                  <a:lnTo>
                    <a:pt x="13465" y="10260"/>
                  </a:lnTo>
                  <a:lnTo>
                    <a:pt x="13465" y="10620"/>
                  </a:lnTo>
                  <a:lnTo>
                    <a:pt x="13184" y="11970"/>
                  </a:lnTo>
                  <a:lnTo>
                    <a:pt x="13278" y="12420"/>
                  </a:lnTo>
                  <a:lnTo>
                    <a:pt x="13558" y="12870"/>
                  </a:lnTo>
                  <a:lnTo>
                    <a:pt x="14213" y="13320"/>
                  </a:lnTo>
                  <a:lnTo>
                    <a:pt x="15616" y="14580"/>
                  </a:lnTo>
                  <a:lnTo>
                    <a:pt x="16925" y="16380"/>
                  </a:lnTo>
                  <a:lnTo>
                    <a:pt x="17392" y="18000"/>
                  </a:lnTo>
                  <a:lnTo>
                    <a:pt x="17392" y="21600"/>
                  </a:lnTo>
                  <a:close/>
                </a:path>
              </a:pathLst>
            </a:custGeom>
            <a:solidFill>
              <a:srgbClr val="DDDEE0"/>
            </a:solidFill>
            <a:ln w="9525" cap="flat">
              <a:solidFill>
                <a:srgbClr val="FFFFFF"/>
              </a:solidFill>
              <a:prstDash val="solid"/>
              <a:round/>
            </a:ln>
            <a:effectLst/>
          </p:spPr>
          <p:txBody>
            <a:bodyPr wrap="square" lIns="0" tIns="0" rIns="0" bIns="0" numCol="1" anchor="t">
              <a:noAutofit/>
            </a:bodyPr>
            <a:lstStyle/>
            <a:p>
              <a:pPr lvl="0" algn="l" defTabSz="914400">
                <a:defRPr sz="1800">
                  <a:latin typeface="Microsoft YaHei"/>
                  <a:ea typeface="Microsoft YaHei"/>
                  <a:cs typeface="Microsoft YaHei"/>
                  <a:sym typeface="Microsoft YaHei"/>
                </a:defRPr>
              </a:pPr>
              <a:endParaRPr/>
            </a:p>
          </p:txBody>
        </p:sp>
        <p:sp>
          <p:nvSpPr>
            <p:cNvPr id="172" name="Shape 172"/>
            <p:cNvSpPr/>
            <p:nvPr/>
          </p:nvSpPr>
          <p:spPr>
            <a:xfrm>
              <a:off x="6024372" y="4711669"/>
              <a:ext cx="1476719" cy="912571"/>
            </a:xfrm>
            <a:custGeom>
              <a:avLst/>
              <a:gdLst/>
              <a:ahLst/>
              <a:cxnLst>
                <a:cxn ang="0">
                  <a:pos x="wd2" y="hd2"/>
                </a:cxn>
                <a:cxn ang="5400000">
                  <a:pos x="wd2" y="hd2"/>
                </a:cxn>
                <a:cxn ang="10800000">
                  <a:pos x="wd2" y="hd2"/>
                </a:cxn>
                <a:cxn ang="16200000">
                  <a:pos x="wd2" y="hd2"/>
                </a:cxn>
              </a:cxnLst>
              <a:rect l="0" t="0" r="r" b="b"/>
              <a:pathLst>
                <a:path w="21600" h="21600" extrusionOk="0">
                  <a:moveTo>
                    <a:pt x="2292" y="21600"/>
                  </a:moveTo>
                  <a:lnTo>
                    <a:pt x="2063" y="20951"/>
                  </a:lnTo>
                  <a:lnTo>
                    <a:pt x="1833" y="20395"/>
                  </a:lnTo>
                  <a:lnTo>
                    <a:pt x="1260" y="19375"/>
                  </a:lnTo>
                  <a:lnTo>
                    <a:pt x="115" y="17614"/>
                  </a:lnTo>
                  <a:lnTo>
                    <a:pt x="57" y="17058"/>
                  </a:lnTo>
                  <a:lnTo>
                    <a:pt x="57" y="16779"/>
                  </a:lnTo>
                  <a:lnTo>
                    <a:pt x="115" y="16501"/>
                  </a:lnTo>
                  <a:lnTo>
                    <a:pt x="172" y="16130"/>
                  </a:lnTo>
                  <a:lnTo>
                    <a:pt x="229" y="15203"/>
                  </a:lnTo>
                  <a:lnTo>
                    <a:pt x="0" y="14369"/>
                  </a:lnTo>
                  <a:lnTo>
                    <a:pt x="172" y="14184"/>
                  </a:lnTo>
                  <a:lnTo>
                    <a:pt x="516" y="14091"/>
                  </a:lnTo>
                  <a:lnTo>
                    <a:pt x="1260" y="13998"/>
                  </a:lnTo>
                  <a:lnTo>
                    <a:pt x="2750" y="14091"/>
                  </a:lnTo>
                  <a:lnTo>
                    <a:pt x="3208" y="13813"/>
                  </a:lnTo>
                  <a:lnTo>
                    <a:pt x="3610" y="13349"/>
                  </a:lnTo>
                  <a:lnTo>
                    <a:pt x="3953" y="12793"/>
                  </a:lnTo>
                  <a:lnTo>
                    <a:pt x="4354" y="12237"/>
                  </a:lnTo>
                  <a:lnTo>
                    <a:pt x="5099" y="11310"/>
                  </a:lnTo>
                  <a:lnTo>
                    <a:pt x="5156" y="10476"/>
                  </a:lnTo>
                  <a:lnTo>
                    <a:pt x="4641" y="9270"/>
                  </a:lnTo>
                  <a:lnTo>
                    <a:pt x="4125" y="8436"/>
                  </a:lnTo>
                  <a:lnTo>
                    <a:pt x="3610" y="7694"/>
                  </a:lnTo>
                  <a:lnTo>
                    <a:pt x="3037" y="7231"/>
                  </a:lnTo>
                  <a:lnTo>
                    <a:pt x="2865" y="6675"/>
                  </a:lnTo>
                  <a:lnTo>
                    <a:pt x="2807" y="4450"/>
                  </a:lnTo>
                  <a:lnTo>
                    <a:pt x="3266" y="3708"/>
                  </a:lnTo>
                  <a:lnTo>
                    <a:pt x="3552" y="3337"/>
                  </a:lnTo>
                  <a:lnTo>
                    <a:pt x="3896" y="3059"/>
                  </a:lnTo>
                  <a:lnTo>
                    <a:pt x="4068" y="2781"/>
                  </a:lnTo>
                  <a:lnTo>
                    <a:pt x="4182" y="2503"/>
                  </a:lnTo>
                  <a:lnTo>
                    <a:pt x="4182" y="1947"/>
                  </a:lnTo>
                  <a:lnTo>
                    <a:pt x="4011" y="1391"/>
                  </a:lnTo>
                  <a:lnTo>
                    <a:pt x="3839" y="1020"/>
                  </a:lnTo>
                  <a:lnTo>
                    <a:pt x="3380" y="464"/>
                  </a:lnTo>
                  <a:lnTo>
                    <a:pt x="3208" y="278"/>
                  </a:lnTo>
                  <a:lnTo>
                    <a:pt x="3094" y="0"/>
                  </a:lnTo>
                  <a:lnTo>
                    <a:pt x="5615" y="0"/>
                  </a:lnTo>
                  <a:lnTo>
                    <a:pt x="6703" y="278"/>
                  </a:lnTo>
                  <a:lnTo>
                    <a:pt x="6818" y="649"/>
                  </a:lnTo>
                  <a:lnTo>
                    <a:pt x="7276" y="1391"/>
                  </a:lnTo>
                  <a:lnTo>
                    <a:pt x="7563" y="1761"/>
                  </a:lnTo>
                  <a:lnTo>
                    <a:pt x="7907" y="2132"/>
                  </a:lnTo>
                  <a:lnTo>
                    <a:pt x="8594" y="2688"/>
                  </a:lnTo>
                  <a:lnTo>
                    <a:pt x="8995" y="2874"/>
                  </a:lnTo>
                  <a:lnTo>
                    <a:pt x="9683" y="3337"/>
                  </a:lnTo>
                  <a:lnTo>
                    <a:pt x="13063" y="3430"/>
                  </a:lnTo>
                  <a:lnTo>
                    <a:pt x="14152" y="4635"/>
                  </a:lnTo>
                  <a:lnTo>
                    <a:pt x="14266" y="5006"/>
                  </a:lnTo>
                  <a:lnTo>
                    <a:pt x="14438" y="5377"/>
                  </a:lnTo>
                  <a:lnTo>
                    <a:pt x="14667" y="5840"/>
                  </a:lnTo>
                  <a:lnTo>
                    <a:pt x="15011" y="6304"/>
                  </a:lnTo>
                  <a:lnTo>
                    <a:pt x="16558" y="6489"/>
                  </a:lnTo>
                  <a:lnTo>
                    <a:pt x="17704" y="7324"/>
                  </a:lnTo>
                  <a:lnTo>
                    <a:pt x="17819" y="7416"/>
                  </a:lnTo>
                  <a:lnTo>
                    <a:pt x="18277" y="7416"/>
                  </a:lnTo>
                  <a:lnTo>
                    <a:pt x="18678" y="7509"/>
                  </a:lnTo>
                  <a:lnTo>
                    <a:pt x="18907" y="7602"/>
                  </a:lnTo>
                  <a:lnTo>
                    <a:pt x="19136" y="7880"/>
                  </a:lnTo>
                  <a:lnTo>
                    <a:pt x="19194" y="8065"/>
                  </a:lnTo>
                  <a:lnTo>
                    <a:pt x="19251" y="8343"/>
                  </a:lnTo>
                  <a:lnTo>
                    <a:pt x="19366" y="8621"/>
                  </a:lnTo>
                  <a:lnTo>
                    <a:pt x="19595" y="8900"/>
                  </a:lnTo>
                  <a:lnTo>
                    <a:pt x="19767" y="8992"/>
                  </a:lnTo>
                  <a:lnTo>
                    <a:pt x="20110" y="9085"/>
                  </a:lnTo>
                  <a:lnTo>
                    <a:pt x="20340" y="9178"/>
                  </a:lnTo>
                  <a:lnTo>
                    <a:pt x="20454" y="9363"/>
                  </a:lnTo>
                  <a:lnTo>
                    <a:pt x="20569" y="9641"/>
                  </a:lnTo>
                  <a:lnTo>
                    <a:pt x="20626" y="9919"/>
                  </a:lnTo>
                  <a:lnTo>
                    <a:pt x="20282" y="10568"/>
                  </a:lnTo>
                  <a:lnTo>
                    <a:pt x="20225" y="10939"/>
                  </a:lnTo>
                  <a:lnTo>
                    <a:pt x="20110" y="11588"/>
                  </a:lnTo>
                  <a:lnTo>
                    <a:pt x="20511" y="12237"/>
                  </a:lnTo>
                  <a:lnTo>
                    <a:pt x="20741" y="12700"/>
                  </a:lnTo>
                  <a:lnTo>
                    <a:pt x="20970" y="13442"/>
                  </a:lnTo>
                  <a:lnTo>
                    <a:pt x="20970" y="13813"/>
                  </a:lnTo>
                  <a:lnTo>
                    <a:pt x="21027" y="14369"/>
                  </a:lnTo>
                  <a:lnTo>
                    <a:pt x="21084" y="14647"/>
                  </a:lnTo>
                  <a:lnTo>
                    <a:pt x="21371" y="15111"/>
                  </a:lnTo>
                  <a:lnTo>
                    <a:pt x="21600" y="15296"/>
                  </a:lnTo>
                  <a:lnTo>
                    <a:pt x="21600" y="15482"/>
                  </a:lnTo>
                  <a:lnTo>
                    <a:pt x="21027" y="15667"/>
                  </a:lnTo>
                  <a:lnTo>
                    <a:pt x="20569" y="15852"/>
                  </a:lnTo>
                  <a:lnTo>
                    <a:pt x="20168" y="16130"/>
                  </a:lnTo>
                  <a:lnTo>
                    <a:pt x="19824" y="16409"/>
                  </a:lnTo>
                  <a:lnTo>
                    <a:pt x="19194" y="17243"/>
                  </a:lnTo>
                  <a:lnTo>
                    <a:pt x="18162" y="18355"/>
                  </a:lnTo>
                  <a:lnTo>
                    <a:pt x="17933" y="18541"/>
                  </a:lnTo>
                  <a:lnTo>
                    <a:pt x="17647" y="19190"/>
                  </a:lnTo>
                  <a:lnTo>
                    <a:pt x="17131" y="19468"/>
                  </a:lnTo>
                  <a:lnTo>
                    <a:pt x="16673" y="19653"/>
                  </a:lnTo>
                  <a:lnTo>
                    <a:pt x="16501" y="19746"/>
                  </a:lnTo>
                  <a:lnTo>
                    <a:pt x="16329" y="19931"/>
                  </a:lnTo>
                  <a:lnTo>
                    <a:pt x="16100" y="20117"/>
                  </a:lnTo>
                  <a:lnTo>
                    <a:pt x="15928" y="20488"/>
                  </a:lnTo>
                  <a:lnTo>
                    <a:pt x="15584" y="20766"/>
                  </a:lnTo>
                  <a:lnTo>
                    <a:pt x="14667" y="19561"/>
                  </a:lnTo>
                  <a:lnTo>
                    <a:pt x="14324" y="19375"/>
                  </a:lnTo>
                  <a:lnTo>
                    <a:pt x="14037" y="19190"/>
                  </a:lnTo>
                  <a:lnTo>
                    <a:pt x="13579" y="18633"/>
                  </a:lnTo>
                  <a:lnTo>
                    <a:pt x="13235" y="18077"/>
                  </a:lnTo>
                  <a:lnTo>
                    <a:pt x="12891" y="17614"/>
                  </a:lnTo>
                  <a:lnTo>
                    <a:pt x="12433" y="17706"/>
                  </a:lnTo>
                  <a:lnTo>
                    <a:pt x="12204" y="17799"/>
                  </a:lnTo>
                  <a:lnTo>
                    <a:pt x="12032" y="18170"/>
                  </a:lnTo>
                  <a:lnTo>
                    <a:pt x="11745" y="18726"/>
                  </a:lnTo>
                  <a:lnTo>
                    <a:pt x="11230" y="18633"/>
                  </a:lnTo>
                  <a:lnTo>
                    <a:pt x="10714" y="18448"/>
                  </a:lnTo>
                  <a:lnTo>
                    <a:pt x="10256" y="18170"/>
                  </a:lnTo>
                  <a:lnTo>
                    <a:pt x="9797" y="17799"/>
                  </a:lnTo>
                  <a:lnTo>
                    <a:pt x="8938" y="16965"/>
                  </a:lnTo>
                  <a:lnTo>
                    <a:pt x="8193" y="16316"/>
                  </a:lnTo>
                  <a:lnTo>
                    <a:pt x="7677" y="16130"/>
                  </a:lnTo>
                  <a:lnTo>
                    <a:pt x="7219" y="16038"/>
                  </a:lnTo>
                  <a:lnTo>
                    <a:pt x="6532" y="15667"/>
                  </a:lnTo>
                  <a:lnTo>
                    <a:pt x="5729" y="15667"/>
                  </a:lnTo>
                  <a:lnTo>
                    <a:pt x="5500" y="15852"/>
                  </a:lnTo>
                  <a:lnTo>
                    <a:pt x="5328" y="15945"/>
                  </a:lnTo>
                  <a:lnTo>
                    <a:pt x="5271" y="16223"/>
                  </a:lnTo>
                  <a:lnTo>
                    <a:pt x="5328" y="16594"/>
                  </a:lnTo>
                  <a:lnTo>
                    <a:pt x="5500" y="17058"/>
                  </a:lnTo>
                  <a:lnTo>
                    <a:pt x="5787" y="17614"/>
                  </a:lnTo>
                  <a:lnTo>
                    <a:pt x="5615" y="18170"/>
                  </a:lnTo>
                  <a:lnTo>
                    <a:pt x="5214" y="18077"/>
                  </a:lnTo>
                  <a:lnTo>
                    <a:pt x="4698" y="18077"/>
                  </a:lnTo>
                  <a:lnTo>
                    <a:pt x="4297" y="18263"/>
                  </a:lnTo>
                  <a:lnTo>
                    <a:pt x="3953" y="18448"/>
                  </a:lnTo>
                  <a:lnTo>
                    <a:pt x="3380" y="19190"/>
                  </a:lnTo>
                  <a:lnTo>
                    <a:pt x="3208" y="19746"/>
                  </a:lnTo>
                  <a:lnTo>
                    <a:pt x="2750" y="21044"/>
                  </a:lnTo>
                  <a:lnTo>
                    <a:pt x="2292" y="21600"/>
                  </a:lnTo>
                  <a:close/>
                </a:path>
              </a:pathLst>
            </a:custGeom>
            <a:solidFill>
              <a:srgbClr val="DDDEE0"/>
            </a:solidFill>
            <a:ln w="9525" cap="flat">
              <a:solidFill>
                <a:srgbClr val="FFFFFF"/>
              </a:solidFill>
              <a:prstDash val="solid"/>
              <a:round/>
            </a:ln>
            <a:effectLst/>
          </p:spPr>
          <p:txBody>
            <a:bodyPr wrap="square" lIns="0" tIns="0" rIns="0" bIns="0" numCol="1" anchor="t">
              <a:noAutofit/>
            </a:bodyPr>
            <a:lstStyle/>
            <a:p>
              <a:pPr lvl="0" algn="l" defTabSz="914400">
                <a:defRPr sz="1800">
                  <a:latin typeface="Microsoft YaHei"/>
                  <a:ea typeface="Microsoft YaHei"/>
                  <a:cs typeface="Microsoft YaHei"/>
                  <a:sym typeface="Microsoft YaHei"/>
                </a:defRPr>
              </a:pPr>
              <a:endParaRPr/>
            </a:p>
          </p:txBody>
        </p:sp>
        <p:sp>
          <p:nvSpPr>
            <p:cNvPr id="173" name="Shape 173"/>
            <p:cNvSpPr/>
            <p:nvPr/>
          </p:nvSpPr>
          <p:spPr>
            <a:xfrm>
              <a:off x="7238648" y="4284759"/>
              <a:ext cx="912666" cy="1124067"/>
            </a:xfrm>
            <a:custGeom>
              <a:avLst/>
              <a:gdLst/>
              <a:ahLst/>
              <a:cxnLst>
                <a:cxn ang="0">
                  <a:pos x="wd2" y="hd2"/>
                </a:cxn>
                <a:cxn ang="5400000">
                  <a:pos x="wd2" y="hd2"/>
                </a:cxn>
                <a:cxn ang="10800000">
                  <a:pos x="wd2" y="hd2"/>
                </a:cxn>
                <a:cxn ang="16200000">
                  <a:pos x="wd2" y="hd2"/>
                </a:cxn>
              </a:cxnLst>
              <a:rect l="0" t="0" r="r" b="b"/>
              <a:pathLst>
                <a:path w="21600" h="21600" extrusionOk="0">
                  <a:moveTo>
                    <a:pt x="10012" y="21600"/>
                  </a:moveTo>
                  <a:lnTo>
                    <a:pt x="9827" y="21449"/>
                  </a:lnTo>
                  <a:lnTo>
                    <a:pt x="9827" y="19718"/>
                  </a:lnTo>
                  <a:lnTo>
                    <a:pt x="9363" y="19417"/>
                  </a:lnTo>
                  <a:lnTo>
                    <a:pt x="8436" y="19417"/>
                  </a:lnTo>
                  <a:lnTo>
                    <a:pt x="7880" y="19568"/>
                  </a:lnTo>
                  <a:lnTo>
                    <a:pt x="7694" y="19643"/>
                  </a:lnTo>
                  <a:lnTo>
                    <a:pt x="7509" y="19869"/>
                  </a:lnTo>
                  <a:lnTo>
                    <a:pt x="7138" y="20396"/>
                  </a:lnTo>
                  <a:lnTo>
                    <a:pt x="6860" y="20546"/>
                  </a:lnTo>
                  <a:lnTo>
                    <a:pt x="6675" y="20622"/>
                  </a:lnTo>
                  <a:lnTo>
                    <a:pt x="6582" y="20396"/>
                  </a:lnTo>
                  <a:lnTo>
                    <a:pt x="6489" y="20245"/>
                  </a:lnTo>
                  <a:lnTo>
                    <a:pt x="6026" y="20020"/>
                  </a:lnTo>
                  <a:lnTo>
                    <a:pt x="5655" y="19568"/>
                  </a:lnTo>
                  <a:lnTo>
                    <a:pt x="5655" y="19192"/>
                  </a:lnTo>
                  <a:lnTo>
                    <a:pt x="5470" y="18590"/>
                  </a:lnTo>
                  <a:lnTo>
                    <a:pt x="5284" y="18439"/>
                  </a:lnTo>
                  <a:lnTo>
                    <a:pt x="5006" y="18063"/>
                  </a:lnTo>
                  <a:lnTo>
                    <a:pt x="4821" y="17912"/>
                  </a:lnTo>
                  <a:lnTo>
                    <a:pt x="4728" y="17686"/>
                  </a:lnTo>
                  <a:lnTo>
                    <a:pt x="4357" y="17385"/>
                  </a:lnTo>
                  <a:lnTo>
                    <a:pt x="4357" y="17009"/>
                  </a:lnTo>
                  <a:lnTo>
                    <a:pt x="4635" y="16783"/>
                  </a:lnTo>
                  <a:lnTo>
                    <a:pt x="5191" y="16407"/>
                  </a:lnTo>
                  <a:lnTo>
                    <a:pt x="5099" y="15955"/>
                  </a:lnTo>
                  <a:lnTo>
                    <a:pt x="4913" y="15654"/>
                  </a:lnTo>
                  <a:lnTo>
                    <a:pt x="4635" y="15429"/>
                  </a:lnTo>
                  <a:lnTo>
                    <a:pt x="4264" y="15278"/>
                  </a:lnTo>
                  <a:lnTo>
                    <a:pt x="3152" y="14977"/>
                  </a:lnTo>
                  <a:lnTo>
                    <a:pt x="2781" y="14826"/>
                  </a:lnTo>
                  <a:lnTo>
                    <a:pt x="2688" y="14300"/>
                  </a:lnTo>
                  <a:lnTo>
                    <a:pt x="2503" y="14149"/>
                  </a:lnTo>
                  <a:lnTo>
                    <a:pt x="2503" y="13923"/>
                  </a:lnTo>
                  <a:lnTo>
                    <a:pt x="2596" y="13773"/>
                  </a:lnTo>
                  <a:lnTo>
                    <a:pt x="2967" y="13397"/>
                  </a:lnTo>
                  <a:lnTo>
                    <a:pt x="3430" y="13171"/>
                  </a:lnTo>
                  <a:lnTo>
                    <a:pt x="3986" y="13020"/>
                  </a:lnTo>
                  <a:lnTo>
                    <a:pt x="4728" y="12268"/>
                  </a:lnTo>
                  <a:lnTo>
                    <a:pt x="4635" y="11440"/>
                  </a:lnTo>
                  <a:lnTo>
                    <a:pt x="4450" y="10687"/>
                  </a:lnTo>
                  <a:lnTo>
                    <a:pt x="4079" y="10010"/>
                  </a:lnTo>
                  <a:lnTo>
                    <a:pt x="3894" y="9784"/>
                  </a:lnTo>
                  <a:lnTo>
                    <a:pt x="3615" y="9483"/>
                  </a:lnTo>
                  <a:lnTo>
                    <a:pt x="2596" y="9483"/>
                  </a:lnTo>
                  <a:lnTo>
                    <a:pt x="2225" y="9859"/>
                  </a:lnTo>
                  <a:lnTo>
                    <a:pt x="1854" y="9934"/>
                  </a:lnTo>
                  <a:lnTo>
                    <a:pt x="1576" y="9709"/>
                  </a:lnTo>
                  <a:lnTo>
                    <a:pt x="1391" y="9483"/>
                  </a:lnTo>
                  <a:lnTo>
                    <a:pt x="1112" y="8956"/>
                  </a:lnTo>
                  <a:lnTo>
                    <a:pt x="927" y="8128"/>
                  </a:lnTo>
                  <a:lnTo>
                    <a:pt x="0" y="7601"/>
                  </a:lnTo>
                  <a:lnTo>
                    <a:pt x="93" y="7300"/>
                  </a:lnTo>
                  <a:lnTo>
                    <a:pt x="278" y="6999"/>
                  </a:lnTo>
                  <a:lnTo>
                    <a:pt x="464" y="6774"/>
                  </a:lnTo>
                  <a:lnTo>
                    <a:pt x="742" y="6472"/>
                  </a:lnTo>
                  <a:lnTo>
                    <a:pt x="1391" y="6021"/>
                  </a:lnTo>
                  <a:lnTo>
                    <a:pt x="1947" y="5569"/>
                  </a:lnTo>
                  <a:lnTo>
                    <a:pt x="2132" y="4817"/>
                  </a:lnTo>
                  <a:lnTo>
                    <a:pt x="2132" y="4064"/>
                  </a:lnTo>
                  <a:lnTo>
                    <a:pt x="2039" y="2709"/>
                  </a:lnTo>
                  <a:lnTo>
                    <a:pt x="2225" y="2634"/>
                  </a:lnTo>
                  <a:lnTo>
                    <a:pt x="2688" y="2785"/>
                  </a:lnTo>
                  <a:lnTo>
                    <a:pt x="2781" y="3086"/>
                  </a:lnTo>
                  <a:lnTo>
                    <a:pt x="3059" y="3613"/>
                  </a:lnTo>
                  <a:lnTo>
                    <a:pt x="3337" y="3914"/>
                  </a:lnTo>
                  <a:lnTo>
                    <a:pt x="3523" y="4139"/>
                  </a:lnTo>
                  <a:lnTo>
                    <a:pt x="3801" y="4365"/>
                  </a:lnTo>
                  <a:lnTo>
                    <a:pt x="4172" y="4516"/>
                  </a:lnTo>
                  <a:lnTo>
                    <a:pt x="5099" y="4516"/>
                  </a:lnTo>
                  <a:lnTo>
                    <a:pt x="5470" y="3914"/>
                  </a:lnTo>
                  <a:lnTo>
                    <a:pt x="5840" y="3010"/>
                  </a:lnTo>
                  <a:lnTo>
                    <a:pt x="6118" y="2484"/>
                  </a:lnTo>
                  <a:lnTo>
                    <a:pt x="6211" y="2032"/>
                  </a:lnTo>
                  <a:lnTo>
                    <a:pt x="4450" y="677"/>
                  </a:lnTo>
                  <a:lnTo>
                    <a:pt x="4542" y="376"/>
                  </a:lnTo>
                  <a:lnTo>
                    <a:pt x="4728" y="226"/>
                  </a:lnTo>
                  <a:lnTo>
                    <a:pt x="4913" y="151"/>
                  </a:lnTo>
                  <a:lnTo>
                    <a:pt x="5191" y="0"/>
                  </a:lnTo>
                  <a:lnTo>
                    <a:pt x="5470" y="0"/>
                  </a:lnTo>
                  <a:lnTo>
                    <a:pt x="5933" y="452"/>
                  </a:lnTo>
                  <a:lnTo>
                    <a:pt x="6489" y="903"/>
                  </a:lnTo>
                  <a:lnTo>
                    <a:pt x="6953" y="1505"/>
                  </a:lnTo>
                  <a:lnTo>
                    <a:pt x="7416" y="2258"/>
                  </a:lnTo>
                  <a:lnTo>
                    <a:pt x="8158" y="3010"/>
                  </a:lnTo>
                  <a:lnTo>
                    <a:pt x="11495" y="3537"/>
                  </a:lnTo>
                  <a:lnTo>
                    <a:pt x="12237" y="3989"/>
                  </a:lnTo>
                  <a:lnTo>
                    <a:pt x="12608" y="4741"/>
                  </a:lnTo>
                  <a:lnTo>
                    <a:pt x="12979" y="5645"/>
                  </a:lnTo>
                  <a:lnTo>
                    <a:pt x="13257" y="6096"/>
                  </a:lnTo>
                  <a:lnTo>
                    <a:pt x="13627" y="6548"/>
                  </a:lnTo>
                  <a:lnTo>
                    <a:pt x="13998" y="6924"/>
                  </a:lnTo>
                  <a:lnTo>
                    <a:pt x="14555" y="7300"/>
                  </a:lnTo>
                  <a:lnTo>
                    <a:pt x="14740" y="7601"/>
                  </a:lnTo>
                  <a:lnTo>
                    <a:pt x="15574" y="7526"/>
                  </a:lnTo>
                  <a:lnTo>
                    <a:pt x="16130" y="7451"/>
                  </a:lnTo>
                  <a:lnTo>
                    <a:pt x="16594" y="7300"/>
                  </a:lnTo>
                  <a:lnTo>
                    <a:pt x="16687" y="6849"/>
                  </a:lnTo>
                  <a:lnTo>
                    <a:pt x="16687" y="6774"/>
                  </a:lnTo>
                  <a:lnTo>
                    <a:pt x="17614" y="6774"/>
                  </a:lnTo>
                  <a:lnTo>
                    <a:pt x="17985" y="7300"/>
                  </a:lnTo>
                  <a:lnTo>
                    <a:pt x="18170" y="7752"/>
                  </a:lnTo>
                  <a:lnTo>
                    <a:pt x="18263" y="8279"/>
                  </a:lnTo>
                  <a:lnTo>
                    <a:pt x="17706" y="8429"/>
                  </a:lnTo>
                  <a:lnTo>
                    <a:pt x="17150" y="8505"/>
                  </a:lnTo>
                  <a:lnTo>
                    <a:pt x="16130" y="8505"/>
                  </a:lnTo>
                  <a:lnTo>
                    <a:pt x="15667" y="9408"/>
                  </a:lnTo>
                  <a:lnTo>
                    <a:pt x="15482" y="10311"/>
                  </a:lnTo>
                  <a:lnTo>
                    <a:pt x="15296" y="10537"/>
                  </a:lnTo>
                  <a:lnTo>
                    <a:pt x="15111" y="10687"/>
                  </a:lnTo>
                  <a:lnTo>
                    <a:pt x="15111" y="11364"/>
                  </a:lnTo>
                  <a:lnTo>
                    <a:pt x="17058" y="12870"/>
                  </a:lnTo>
                  <a:lnTo>
                    <a:pt x="17243" y="12945"/>
                  </a:lnTo>
                  <a:lnTo>
                    <a:pt x="17614" y="13020"/>
                  </a:lnTo>
                  <a:lnTo>
                    <a:pt x="17985" y="13171"/>
                  </a:lnTo>
                  <a:lnTo>
                    <a:pt x="18077" y="13321"/>
                  </a:lnTo>
                  <a:lnTo>
                    <a:pt x="18170" y="13547"/>
                  </a:lnTo>
                  <a:lnTo>
                    <a:pt x="18912" y="14074"/>
                  </a:lnTo>
                  <a:lnTo>
                    <a:pt x="21136" y="14224"/>
                  </a:lnTo>
                  <a:lnTo>
                    <a:pt x="21600" y="14525"/>
                  </a:lnTo>
                  <a:lnTo>
                    <a:pt x="21600" y="15128"/>
                  </a:lnTo>
                  <a:lnTo>
                    <a:pt x="21229" y="15353"/>
                  </a:lnTo>
                  <a:lnTo>
                    <a:pt x="20858" y="15504"/>
                  </a:lnTo>
                  <a:lnTo>
                    <a:pt x="20117" y="15654"/>
                  </a:lnTo>
                  <a:lnTo>
                    <a:pt x="19746" y="15805"/>
                  </a:lnTo>
                  <a:lnTo>
                    <a:pt x="19561" y="15955"/>
                  </a:lnTo>
                  <a:lnTo>
                    <a:pt x="19375" y="16181"/>
                  </a:lnTo>
                  <a:lnTo>
                    <a:pt x="19282" y="16557"/>
                  </a:lnTo>
                  <a:lnTo>
                    <a:pt x="19468" y="16934"/>
                  </a:lnTo>
                  <a:lnTo>
                    <a:pt x="19468" y="17310"/>
                  </a:lnTo>
                  <a:lnTo>
                    <a:pt x="18912" y="17536"/>
                  </a:lnTo>
                  <a:lnTo>
                    <a:pt x="18541" y="17762"/>
                  </a:lnTo>
                  <a:lnTo>
                    <a:pt x="18541" y="19643"/>
                  </a:lnTo>
                  <a:lnTo>
                    <a:pt x="18170" y="20020"/>
                  </a:lnTo>
                  <a:lnTo>
                    <a:pt x="17521" y="20546"/>
                  </a:lnTo>
                  <a:lnTo>
                    <a:pt x="17058" y="20697"/>
                  </a:lnTo>
                  <a:lnTo>
                    <a:pt x="16316" y="20923"/>
                  </a:lnTo>
                  <a:lnTo>
                    <a:pt x="15296" y="21073"/>
                  </a:lnTo>
                  <a:lnTo>
                    <a:pt x="14647" y="21299"/>
                  </a:lnTo>
                  <a:lnTo>
                    <a:pt x="13998" y="21449"/>
                  </a:lnTo>
                  <a:lnTo>
                    <a:pt x="13442" y="21449"/>
                  </a:lnTo>
                  <a:lnTo>
                    <a:pt x="12886" y="21299"/>
                  </a:lnTo>
                  <a:lnTo>
                    <a:pt x="12422" y="20923"/>
                  </a:lnTo>
                  <a:lnTo>
                    <a:pt x="12052" y="20546"/>
                  </a:lnTo>
                  <a:lnTo>
                    <a:pt x="11866" y="20170"/>
                  </a:lnTo>
                  <a:lnTo>
                    <a:pt x="11588" y="19944"/>
                  </a:lnTo>
                  <a:lnTo>
                    <a:pt x="11217" y="19944"/>
                  </a:lnTo>
                  <a:lnTo>
                    <a:pt x="11032" y="20020"/>
                  </a:lnTo>
                  <a:lnTo>
                    <a:pt x="10846" y="20396"/>
                  </a:lnTo>
                  <a:lnTo>
                    <a:pt x="10476" y="21600"/>
                  </a:lnTo>
                  <a:lnTo>
                    <a:pt x="10012" y="21600"/>
                  </a:lnTo>
                  <a:close/>
                </a:path>
              </a:pathLst>
            </a:custGeom>
            <a:solidFill>
              <a:srgbClr val="DDDEE0"/>
            </a:solidFill>
            <a:ln w="9525" cap="flat">
              <a:solidFill>
                <a:srgbClr val="FFFFFF"/>
              </a:solidFill>
              <a:prstDash val="solid"/>
              <a:round/>
            </a:ln>
            <a:effectLst/>
          </p:spPr>
          <p:txBody>
            <a:bodyPr wrap="square" lIns="0" tIns="0" rIns="0" bIns="0" numCol="1" anchor="t">
              <a:noAutofit/>
            </a:bodyPr>
            <a:lstStyle/>
            <a:p>
              <a:pPr lvl="0" algn="l" defTabSz="914400">
                <a:defRPr sz="1800">
                  <a:latin typeface="Microsoft YaHei"/>
                  <a:ea typeface="Microsoft YaHei"/>
                  <a:cs typeface="Microsoft YaHei"/>
                  <a:sym typeface="Microsoft YaHei"/>
                </a:defRPr>
              </a:pPr>
              <a:endParaRPr/>
            </a:p>
          </p:txBody>
        </p:sp>
        <p:sp>
          <p:nvSpPr>
            <p:cNvPr id="174" name="Shape 174"/>
            <p:cNvSpPr/>
            <p:nvPr/>
          </p:nvSpPr>
          <p:spPr>
            <a:xfrm>
              <a:off x="7481503" y="4132013"/>
              <a:ext cx="1065431" cy="1053568"/>
            </a:xfrm>
            <a:custGeom>
              <a:avLst/>
              <a:gdLst/>
              <a:ahLst/>
              <a:cxnLst>
                <a:cxn ang="0">
                  <a:pos x="wd2" y="hd2"/>
                </a:cxn>
                <a:cxn ang="5400000">
                  <a:pos x="wd2" y="hd2"/>
                </a:cxn>
                <a:cxn ang="10800000">
                  <a:pos x="wd2" y="hd2"/>
                </a:cxn>
                <a:cxn ang="16200000">
                  <a:pos x="wd2" y="hd2"/>
                </a:cxn>
              </a:cxnLst>
              <a:rect l="0" t="0" r="r" b="b"/>
              <a:pathLst>
                <a:path w="21600" h="21600" extrusionOk="0">
                  <a:moveTo>
                    <a:pt x="13579" y="21600"/>
                  </a:moveTo>
                  <a:lnTo>
                    <a:pt x="13103" y="21439"/>
                  </a:lnTo>
                  <a:lnTo>
                    <a:pt x="12785" y="21359"/>
                  </a:lnTo>
                  <a:lnTo>
                    <a:pt x="12229" y="21359"/>
                  </a:lnTo>
                  <a:lnTo>
                    <a:pt x="12229" y="20797"/>
                  </a:lnTo>
                  <a:lnTo>
                    <a:pt x="12071" y="20717"/>
                  </a:lnTo>
                  <a:lnTo>
                    <a:pt x="12071" y="20556"/>
                  </a:lnTo>
                  <a:lnTo>
                    <a:pt x="12229" y="20396"/>
                  </a:lnTo>
                  <a:lnTo>
                    <a:pt x="12547" y="20315"/>
                  </a:lnTo>
                  <a:lnTo>
                    <a:pt x="13659" y="19914"/>
                  </a:lnTo>
                  <a:lnTo>
                    <a:pt x="14056" y="19432"/>
                  </a:lnTo>
                  <a:lnTo>
                    <a:pt x="13976" y="18790"/>
                  </a:lnTo>
                  <a:lnTo>
                    <a:pt x="13818" y="18388"/>
                  </a:lnTo>
                  <a:lnTo>
                    <a:pt x="13579" y="18067"/>
                  </a:lnTo>
                  <a:lnTo>
                    <a:pt x="13341" y="17906"/>
                  </a:lnTo>
                  <a:lnTo>
                    <a:pt x="12944" y="17826"/>
                  </a:lnTo>
                  <a:lnTo>
                    <a:pt x="11832" y="17826"/>
                  </a:lnTo>
                  <a:lnTo>
                    <a:pt x="11356" y="17585"/>
                  </a:lnTo>
                  <a:lnTo>
                    <a:pt x="11118" y="17344"/>
                  </a:lnTo>
                  <a:lnTo>
                    <a:pt x="10800" y="16862"/>
                  </a:lnTo>
                  <a:lnTo>
                    <a:pt x="10244" y="16622"/>
                  </a:lnTo>
                  <a:lnTo>
                    <a:pt x="9847" y="16381"/>
                  </a:lnTo>
                  <a:lnTo>
                    <a:pt x="9291" y="15819"/>
                  </a:lnTo>
                  <a:lnTo>
                    <a:pt x="8815" y="15497"/>
                  </a:lnTo>
                  <a:lnTo>
                    <a:pt x="8576" y="15257"/>
                  </a:lnTo>
                  <a:lnTo>
                    <a:pt x="8497" y="15016"/>
                  </a:lnTo>
                  <a:lnTo>
                    <a:pt x="8338" y="14775"/>
                  </a:lnTo>
                  <a:lnTo>
                    <a:pt x="8576" y="14614"/>
                  </a:lnTo>
                  <a:lnTo>
                    <a:pt x="8735" y="14454"/>
                  </a:lnTo>
                  <a:lnTo>
                    <a:pt x="8815" y="14052"/>
                  </a:lnTo>
                  <a:lnTo>
                    <a:pt x="8894" y="13410"/>
                  </a:lnTo>
                  <a:lnTo>
                    <a:pt x="9132" y="12607"/>
                  </a:lnTo>
                  <a:lnTo>
                    <a:pt x="10085" y="12607"/>
                  </a:lnTo>
                  <a:lnTo>
                    <a:pt x="10562" y="12526"/>
                  </a:lnTo>
                  <a:lnTo>
                    <a:pt x="10879" y="12366"/>
                  </a:lnTo>
                  <a:lnTo>
                    <a:pt x="11118" y="12205"/>
                  </a:lnTo>
                  <a:lnTo>
                    <a:pt x="10959" y="10760"/>
                  </a:lnTo>
                  <a:lnTo>
                    <a:pt x="10482" y="10037"/>
                  </a:lnTo>
                  <a:lnTo>
                    <a:pt x="10324" y="9877"/>
                  </a:lnTo>
                  <a:lnTo>
                    <a:pt x="9529" y="9957"/>
                  </a:lnTo>
                  <a:lnTo>
                    <a:pt x="9053" y="10117"/>
                  </a:lnTo>
                  <a:lnTo>
                    <a:pt x="8894" y="10760"/>
                  </a:lnTo>
                  <a:lnTo>
                    <a:pt x="8021" y="10920"/>
                  </a:lnTo>
                  <a:lnTo>
                    <a:pt x="7862" y="10599"/>
                  </a:lnTo>
                  <a:lnTo>
                    <a:pt x="7703" y="10439"/>
                  </a:lnTo>
                  <a:lnTo>
                    <a:pt x="7385" y="10278"/>
                  </a:lnTo>
                  <a:lnTo>
                    <a:pt x="6829" y="9234"/>
                  </a:lnTo>
                  <a:lnTo>
                    <a:pt x="6432" y="8271"/>
                  </a:lnTo>
                  <a:lnTo>
                    <a:pt x="6035" y="7468"/>
                  </a:lnTo>
                  <a:lnTo>
                    <a:pt x="5559" y="6745"/>
                  </a:lnTo>
                  <a:lnTo>
                    <a:pt x="5082" y="6504"/>
                  </a:lnTo>
                  <a:lnTo>
                    <a:pt x="4606" y="6343"/>
                  </a:lnTo>
                  <a:lnTo>
                    <a:pt x="3812" y="6343"/>
                  </a:lnTo>
                  <a:lnTo>
                    <a:pt x="2303" y="5862"/>
                  </a:lnTo>
                  <a:lnTo>
                    <a:pt x="1985" y="5460"/>
                  </a:lnTo>
                  <a:lnTo>
                    <a:pt x="1588" y="4657"/>
                  </a:lnTo>
                  <a:lnTo>
                    <a:pt x="476" y="3212"/>
                  </a:lnTo>
                  <a:lnTo>
                    <a:pt x="0" y="2810"/>
                  </a:lnTo>
                  <a:lnTo>
                    <a:pt x="0" y="1526"/>
                  </a:lnTo>
                  <a:lnTo>
                    <a:pt x="159" y="1445"/>
                  </a:lnTo>
                  <a:lnTo>
                    <a:pt x="397" y="1445"/>
                  </a:lnTo>
                  <a:lnTo>
                    <a:pt x="715" y="1606"/>
                  </a:lnTo>
                  <a:lnTo>
                    <a:pt x="874" y="1927"/>
                  </a:lnTo>
                  <a:lnTo>
                    <a:pt x="1191" y="2088"/>
                  </a:lnTo>
                  <a:lnTo>
                    <a:pt x="1191" y="2248"/>
                  </a:lnTo>
                  <a:lnTo>
                    <a:pt x="1429" y="2409"/>
                  </a:lnTo>
                  <a:lnTo>
                    <a:pt x="1747" y="2730"/>
                  </a:lnTo>
                  <a:lnTo>
                    <a:pt x="1985" y="3051"/>
                  </a:lnTo>
                  <a:lnTo>
                    <a:pt x="2382" y="3613"/>
                  </a:lnTo>
                  <a:lnTo>
                    <a:pt x="2700" y="3694"/>
                  </a:lnTo>
                  <a:lnTo>
                    <a:pt x="3176" y="3854"/>
                  </a:lnTo>
                  <a:lnTo>
                    <a:pt x="4447" y="3935"/>
                  </a:lnTo>
                  <a:lnTo>
                    <a:pt x="4685" y="3774"/>
                  </a:lnTo>
                  <a:lnTo>
                    <a:pt x="4924" y="3533"/>
                  </a:lnTo>
                  <a:lnTo>
                    <a:pt x="5321" y="2971"/>
                  </a:lnTo>
                  <a:lnTo>
                    <a:pt x="5559" y="2730"/>
                  </a:lnTo>
                  <a:lnTo>
                    <a:pt x="5797" y="2650"/>
                  </a:lnTo>
                  <a:lnTo>
                    <a:pt x="5956" y="2650"/>
                  </a:lnTo>
                  <a:lnTo>
                    <a:pt x="6115" y="2730"/>
                  </a:lnTo>
                  <a:lnTo>
                    <a:pt x="6353" y="3051"/>
                  </a:lnTo>
                  <a:lnTo>
                    <a:pt x="7068" y="3132"/>
                  </a:lnTo>
                  <a:lnTo>
                    <a:pt x="7941" y="2007"/>
                  </a:lnTo>
                  <a:lnTo>
                    <a:pt x="8021" y="1285"/>
                  </a:lnTo>
                  <a:lnTo>
                    <a:pt x="8259" y="642"/>
                  </a:lnTo>
                  <a:lnTo>
                    <a:pt x="8418" y="401"/>
                  </a:lnTo>
                  <a:lnTo>
                    <a:pt x="8656" y="161"/>
                  </a:lnTo>
                  <a:lnTo>
                    <a:pt x="8974" y="80"/>
                  </a:lnTo>
                  <a:lnTo>
                    <a:pt x="9371" y="0"/>
                  </a:lnTo>
                  <a:lnTo>
                    <a:pt x="9371" y="1044"/>
                  </a:lnTo>
                  <a:lnTo>
                    <a:pt x="10641" y="2088"/>
                  </a:lnTo>
                  <a:lnTo>
                    <a:pt x="11276" y="2329"/>
                  </a:lnTo>
                  <a:lnTo>
                    <a:pt x="11912" y="2730"/>
                  </a:lnTo>
                  <a:lnTo>
                    <a:pt x="12626" y="3132"/>
                  </a:lnTo>
                  <a:lnTo>
                    <a:pt x="13421" y="3533"/>
                  </a:lnTo>
                  <a:lnTo>
                    <a:pt x="14771" y="6022"/>
                  </a:lnTo>
                  <a:lnTo>
                    <a:pt x="15485" y="7387"/>
                  </a:lnTo>
                  <a:lnTo>
                    <a:pt x="16359" y="8752"/>
                  </a:lnTo>
                  <a:lnTo>
                    <a:pt x="16438" y="9234"/>
                  </a:lnTo>
                  <a:lnTo>
                    <a:pt x="16597" y="9796"/>
                  </a:lnTo>
                  <a:lnTo>
                    <a:pt x="16835" y="10358"/>
                  </a:lnTo>
                  <a:lnTo>
                    <a:pt x="17153" y="11001"/>
                  </a:lnTo>
                  <a:lnTo>
                    <a:pt x="18979" y="11964"/>
                  </a:lnTo>
                  <a:lnTo>
                    <a:pt x="19853" y="12526"/>
                  </a:lnTo>
                  <a:lnTo>
                    <a:pt x="20885" y="13249"/>
                  </a:lnTo>
                  <a:lnTo>
                    <a:pt x="20885" y="13490"/>
                  </a:lnTo>
                  <a:lnTo>
                    <a:pt x="20726" y="13651"/>
                  </a:lnTo>
                  <a:lnTo>
                    <a:pt x="20409" y="13651"/>
                  </a:lnTo>
                  <a:lnTo>
                    <a:pt x="19694" y="13731"/>
                  </a:lnTo>
                  <a:lnTo>
                    <a:pt x="18662" y="13651"/>
                  </a:lnTo>
                  <a:lnTo>
                    <a:pt x="18662" y="14534"/>
                  </a:lnTo>
                  <a:lnTo>
                    <a:pt x="20012" y="15016"/>
                  </a:lnTo>
                  <a:lnTo>
                    <a:pt x="19853" y="15257"/>
                  </a:lnTo>
                  <a:lnTo>
                    <a:pt x="19774" y="15497"/>
                  </a:lnTo>
                  <a:lnTo>
                    <a:pt x="19774" y="15738"/>
                  </a:lnTo>
                  <a:lnTo>
                    <a:pt x="19853" y="16059"/>
                  </a:lnTo>
                  <a:lnTo>
                    <a:pt x="21441" y="16862"/>
                  </a:lnTo>
                  <a:lnTo>
                    <a:pt x="21600" y="17103"/>
                  </a:lnTo>
                  <a:lnTo>
                    <a:pt x="21521" y="17425"/>
                  </a:lnTo>
                  <a:lnTo>
                    <a:pt x="21441" y="17665"/>
                  </a:lnTo>
                  <a:lnTo>
                    <a:pt x="21282" y="17906"/>
                  </a:lnTo>
                  <a:lnTo>
                    <a:pt x="21044" y="18067"/>
                  </a:lnTo>
                  <a:lnTo>
                    <a:pt x="20488" y="18468"/>
                  </a:lnTo>
                  <a:lnTo>
                    <a:pt x="19932" y="18790"/>
                  </a:lnTo>
                  <a:lnTo>
                    <a:pt x="19932" y="18950"/>
                  </a:lnTo>
                  <a:lnTo>
                    <a:pt x="19774" y="19030"/>
                  </a:lnTo>
                  <a:lnTo>
                    <a:pt x="19535" y="19191"/>
                  </a:lnTo>
                  <a:lnTo>
                    <a:pt x="18979" y="19673"/>
                  </a:lnTo>
                  <a:lnTo>
                    <a:pt x="17947" y="20636"/>
                  </a:lnTo>
                  <a:lnTo>
                    <a:pt x="16597" y="21118"/>
                  </a:lnTo>
                  <a:lnTo>
                    <a:pt x="16518" y="21279"/>
                  </a:lnTo>
                  <a:lnTo>
                    <a:pt x="14532" y="21199"/>
                  </a:lnTo>
                  <a:lnTo>
                    <a:pt x="14056" y="21359"/>
                  </a:lnTo>
                  <a:lnTo>
                    <a:pt x="13579" y="21600"/>
                  </a:lnTo>
                  <a:close/>
                </a:path>
              </a:pathLst>
            </a:custGeom>
            <a:solidFill>
              <a:srgbClr val="DDDEE0"/>
            </a:solidFill>
            <a:ln w="9525" cap="flat">
              <a:solidFill>
                <a:srgbClr val="FFFFFF"/>
              </a:solidFill>
              <a:prstDash val="solid"/>
              <a:round/>
            </a:ln>
            <a:effectLst/>
          </p:spPr>
          <p:txBody>
            <a:bodyPr wrap="square" lIns="0" tIns="0" rIns="0" bIns="0" numCol="1" anchor="t">
              <a:noAutofit/>
            </a:bodyPr>
            <a:lstStyle/>
            <a:p>
              <a:pPr lvl="0" algn="l" defTabSz="914400">
                <a:defRPr sz="1800">
                  <a:latin typeface="Microsoft YaHei"/>
                  <a:ea typeface="Microsoft YaHei"/>
                  <a:cs typeface="Microsoft YaHei"/>
                  <a:sym typeface="Microsoft YaHei"/>
                </a:defRPr>
              </a:pPr>
              <a:endParaRPr/>
            </a:p>
          </p:txBody>
        </p:sp>
        <p:sp>
          <p:nvSpPr>
            <p:cNvPr id="175" name="Shape 175"/>
            <p:cNvSpPr/>
            <p:nvPr/>
          </p:nvSpPr>
          <p:spPr>
            <a:xfrm>
              <a:off x="6380820" y="3951849"/>
              <a:ext cx="1096768" cy="1061399"/>
            </a:xfrm>
            <a:custGeom>
              <a:avLst/>
              <a:gdLst/>
              <a:ahLst/>
              <a:cxnLst>
                <a:cxn ang="0">
                  <a:pos x="wd2" y="hd2"/>
                </a:cxn>
                <a:cxn ang="5400000">
                  <a:pos x="wd2" y="hd2"/>
                </a:cxn>
                <a:cxn ang="10800000">
                  <a:pos x="wd2" y="hd2"/>
                </a:cxn>
                <a:cxn ang="16200000">
                  <a:pos x="wd2" y="hd2"/>
                </a:cxn>
              </a:cxnLst>
              <a:rect l="0" t="0" r="r" b="b"/>
              <a:pathLst>
                <a:path w="21600" h="21600" extrusionOk="0">
                  <a:moveTo>
                    <a:pt x="18437" y="21600"/>
                  </a:moveTo>
                  <a:lnTo>
                    <a:pt x="16740" y="21361"/>
                  </a:lnTo>
                  <a:lnTo>
                    <a:pt x="15429" y="20644"/>
                  </a:lnTo>
                  <a:lnTo>
                    <a:pt x="14503" y="20644"/>
                  </a:lnTo>
                  <a:lnTo>
                    <a:pt x="13886" y="20564"/>
                  </a:lnTo>
                  <a:lnTo>
                    <a:pt x="13346" y="20404"/>
                  </a:lnTo>
                  <a:lnTo>
                    <a:pt x="12883" y="20006"/>
                  </a:lnTo>
                  <a:lnTo>
                    <a:pt x="12189" y="18970"/>
                  </a:lnTo>
                  <a:lnTo>
                    <a:pt x="10877" y="18093"/>
                  </a:lnTo>
                  <a:lnTo>
                    <a:pt x="6249" y="18013"/>
                  </a:lnTo>
                  <a:lnTo>
                    <a:pt x="4474" y="17296"/>
                  </a:lnTo>
                  <a:lnTo>
                    <a:pt x="3703" y="16897"/>
                  </a:lnTo>
                  <a:lnTo>
                    <a:pt x="3240" y="16419"/>
                  </a:lnTo>
                  <a:lnTo>
                    <a:pt x="2854" y="16180"/>
                  </a:lnTo>
                  <a:lnTo>
                    <a:pt x="2623" y="15861"/>
                  </a:lnTo>
                  <a:lnTo>
                    <a:pt x="2314" y="15383"/>
                  </a:lnTo>
                  <a:lnTo>
                    <a:pt x="2237" y="14745"/>
                  </a:lnTo>
                  <a:lnTo>
                    <a:pt x="2083" y="14187"/>
                  </a:lnTo>
                  <a:lnTo>
                    <a:pt x="1620" y="13231"/>
                  </a:lnTo>
                  <a:lnTo>
                    <a:pt x="694" y="11637"/>
                  </a:lnTo>
                  <a:lnTo>
                    <a:pt x="77" y="9804"/>
                  </a:lnTo>
                  <a:lnTo>
                    <a:pt x="0" y="8289"/>
                  </a:lnTo>
                  <a:lnTo>
                    <a:pt x="540" y="8210"/>
                  </a:lnTo>
                  <a:lnTo>
                    <a:pt x="1003" y="7891"/>
                  </a:lnTo>
                  <a:lnTo>
                    <a:pt x="1543" y="7572"/>
                  </a:lnTo>
                  <a:lnTo>
                    <a:pt x="1929" y="7253"/>
                  </a:lnTo>
                  <a:lnTo>
                    <a:pt x="2237" y="7014"/>
                  </a:lnTo>
                  <a:lnTo>
                    <a:pt x="2623" y="6855"/>
                  </a:lnTo>
                  <a:lnTo>
                    <a:pt x="3317" y="6775"/>
                  </a:lnTo>
                  <a:lnTo>
                    <a:pt x="4011" y="6536"/>
                  </a:lnTo>
                  <a:lnTo>
                    <a:pt x="4629" y="6217"/>
                  </a:lnTo>
                  <a:lnTo>
                    <a:pt x="5323" y="5739"/>
                  </a:lnTo>
                  <a:lnTo>
                    <a:pt x="5940" y="5659"/>
                  </a:lnTo>
                  <a:lnTo>
                    <a:pt x="6634" y="5500"/>
                  </a:lnTo>
                  <a:lnTo>
                    <a:pt x="8023" y="5101"/>
                  </a:lnTo>
                  <a:lnTo>
                    <a:pt x="8563" y="4703"/>
                  </a:lnTo>
                  <a:lnTo>
                    <a:pt x="10260" y="2949"/>
                  </a:lnTo>
                  <a:lnTo>
                    <a:pt x="10569" y="2551"/>
                  </a:lnTo>
                  <a:lnTo>
                    <a:pt x="10723" y="2152"/>
                  </a:lnTo>
                  <a:lnTo>
                    <a:pt x="10800" y="1754"/>
                  </a:lnTo>
                  <a:lnTo>
                    <a:pt x="10954" y="797"/>
                  </a:lnTo>
                  <a:lnTo>
                    <a:pt x="10954" y="0"/>
                  </a:lnTo>
                  <a:lnTo>
                    <a:pt x="13037" y="478"/>
                  </a:lnTo>
                  <a:lnTo>
                    <a:pt x="15969" y="478"/>
                  </a:lnTo>
                  <a:lnTo>
                    <a:pt x="16509" y="1275"/>
                  </a:lnTo>
                  <a:lnTo>
                    <a:pt x="16817" y="1514"/>
                  </a:lnTo>
                  <a:lnTo>
                    <a:pt x="17049" y="1993"/>
                  </a:lnTo>
                  <a:lnTo>
                    <a:pt x="17126" y="2311"/>
                  </a:lnTo>
                  <a:lnTo>
                    <a:pt x="17126" y="2630"/>
                  </a:lnTo>
                  <a:lnTo>
                    <a:pt x="17049" y="2949"/>
                  </a:lnTo>
                  <a:lnTo>
                    <a:pt x="16894" y="3268"/>
                  </a:lnTo>
                  <a:lnTo>
                    <a:pt x="16431" y="3507"/>
                  </a:lnTo>
                  <a:lnTo>
                    <a:pt x="16123" y="3826"/>
                  </a:lnTo>
                  <a:lnTo>
                    <a:pt x="15891" y="4145"/>
                  </a:lnTo>
                  <a:lnTo>
                    <a:pt x="15737" y="4703"/>
                  </a:lnTo>
                  <a:lnTo>
                    <a:pt x="15274" y="4862"/>
                  </a:lnTo>
                  <a:lnTo>
                    <a:pt x="15274" y="5181"/>
                  </a:lnTo>
                  <a:lnTo>
                    <a:pt x="16663" y="6217"/>
                  </a:lnTo>
                  <a:lnTo>
                    <a:pt x="16740" y="6456"/>
                  </a:lnTo>
                  <a:lnTo>
                    <a:pt x="17280" y="6934"/>
                  </a:lnTo>
                  <a:lnTo>
                    <a:pt x="17589" y="7173"/>
                  </a:lnTo>
                  <a:lnTo>
                    <a:pt x="18360" y="7652"/>
                  </a:lnTo>
                  <a:lnTo>
                    <a:pt x="18823" y="7731"/>
                  </a:lnTo>
                  <a:lnTo>
                    <a:pt x="19209" y="7652"/>
                  </a:lnTo>
                  <a:lnTo>
                    <a:pt x="19671" y="7413"/>
                  </a:lnTo>
                  <a:lnTo>
                    <a:pt x="19903" y="7492"/>
                  </a:lnTo>
                  <a:lnTo>
                    <a:pt x="20520" y="8130"/>
                  </a:lnTo>
                  <a:lnTo>
                    <a:pt x="21600" y="9007"/>
                  </a:lnTo>
                  <a:lnTo>
                    <a:pt x="21523" y="9325"/>
                  </a:lnTo>
                  <a:lnTo>
                    <a:pt x="21446" y="9565"/>
                  </a:lnTo>
                  <a:lnTo>
                    <a:pt x="21369" y="9724"/>
                  </a:lnTo>
                  <a:lnTo>
                    <a:pt x="21214" y="10202"/>
                  </a:lnTo>
                  <a:lnTo>
                    <a:pt x="21137" y="10760"/>
                  </a:lnTo>
                  <a:lnTo>
                    <a:pt x="20983" y="11238"/>
                  </a:lnTo>
                  <a:lnTo>
                    <a:pt x="20366" y="10999"/>
                  </a:lnTo>
                  <a:lnTo>
                    <a:pt x="19826" y="10202"/>
                  </a:lnTo>
                  <a:lnTo>
                    <a:pt x="19440" y="9565"/>
                  </a:lnTo>
                  <a:lnTo>
                    <a:pt x="19286" y="9325"/>
                  </a:lnTo>
                  <a:lnTo>
                    <a:pt x="18669" y="9166"/>
                  </a:lnTo>
                  <a:lnTo>
                    <a:pt x="18206" y="9246"/>
                  </a:lnTo>
                  <a:lnTo>
                    <a:pt x="18283" y="12035"/>
                  </a:lnTo>
                  <a:lnTo>
                    <a:pt x="17974" y="12593"/>
                  </a:lnTo>
                  <a:lnTo>
                    <a:pt x="17049" y="13709"/>
                  </a:lnTo>
                  <a:lnTo>
                    <a:pt x="16509" y="14108"/>
                  </a:lnTo>
                  <a:lnTo>
                    <a:pt x="16509" y="14985"/>
                  </a:lnTo>
                  <a:lnTo>
                    <a:pt x="16817" y="15303"/>
                  </a:lnTo>
                  <a:lnTo>
                    <a:pt x="17357" y="15622"/>
                  </a:lnTo>
                  <a:lnTo>
                    <a:pt x="17743" y="17137"/>
                  </a:lnTo>
                  <a:lnTo>
                    <a:pt x="17820" y="17296"/>
                  </a:lnTo>
                  <a:lnTo>
                    <a:pt x="17974" y="17455"/>
                  </a:lnTo>
                  <a:lnTo>
                    <a:pt x="18283" y="17694"/>
                  </a:lnTo>
                  <a:lnTo>
                    <a:pt x="18514" y="17774"/>
                  </a:lnTo>
                  <a:lnTo>
                    <a:pt x="18746" y="17774"/>
                  </a:lnTo>
                  <a:lnTo>
                    <a:pt x="18977" y="17535"/>
                  </a:lnTo>
                  <a:lnTo>
                    <a:pt x="19209" y="17376"/>
                  </a:lnTo>
                  <a:lnTo>
                    <a:pt x="19440" y="17296"/>
                  </a:lnTo>
                  <a:lnTo>
                    <a:pt x="19826" y="17376"/>
                  </a:lnTo>
                  <a:lnTo>
                    <a:pt x="20057" y="17854"/>
                  </a:lnTo>
                  <a:lnTo>
                    <a:pt x="20289" y="18492"/>
                  </a:lnTo>
                  <a:lnTo>
                    <a:pt x="20443" y="19289"/>
                  </a:lnTo>
                  <a:lnTo>
                    <a:pt x="20443" y="19607"/>
                  </a:lnTo>
                  <a:lnTo>
                    <a:pt x="20289" y="20006"/>
                  </a:lnTo>
                  <a:lnTo>
                    <a:pt x="19903" y="20086"/>
                  </a:lnTo>
                  <a:lnTo>
                    <a:pt x="19517" y="20325"/>
                  </a:lnTo>
                  <a:lnTo>
                    <a:pt x="18977" y="20803"/>
                  </a:lnTo>
                  <a:lnTo>
                    <a:pt x="18437" y="21600"/>
                  </a:lnTo>
                  <a:close/>
                </a:path>
              </a:pathLst>
            </a:custGeom>
            <a:solidFill>
              <a:srgbClr val="DDDEE0"/>
            </a:solidFill>
            <a:ln w="9525" cap="flat">
              <a:solidFill>
                <a:srgbClr val="FFFFFF"/>
              </a:solidFill>
              <a:prstDash val="solid"/>
              <a:round/>
            </a:ln>
            <a:effectLst/>
          </p:spPr>
          <p:txBody>
            <a:bodyPr wrap="square" lIns="0" tIns="0" rIns="0" bIns="0" numCol="1" anchor="t">
              <a:noAutofit/>
            </a:bodyPr>
            <a:lstStyle/>
            <a:p>
              <a:pPr lvl="0" algn="l" defTabSz="914400">
                <a:defRPr sz="1800">
                  <a:latin typeface="Microsoft YaHei"/>
                  <a:ea typeface="Microsoft YaHei"/>
                  <a:cs typeface="Microsoft YaHei"/>
                  <a:sym typeface="Microsoft YaHei"/>
                </a:defRPr>
              </a:pPr>
              <a:endParaRPr/>
            </a:p>
          </p:txBody>
        </p:sp>
        <p:sp>
          <p:nvSpPr>
            <p:cNvPr id="176" name="Shape 176"/>
            <p:cNvSpPr/>
            <p:nvPr/>
          </p:nvSpPr>
          <p:spPr>
            <a:xfrm>
              <a:off x="5515161" y="3266443"/>
              <a:ext cx="959670" cy="1738973"/>
            </a:xfrm>
            <a:custGeom>
              <a:avLst/>
              <a:gdLst/>
              <a:ahLst/>
              <a:cxnLst>
                <a:cxn ang="0">
                  <a:pos x="wd2" y="hd2"/>
                </a:cxn>
                <a:cxn ang="5400000">
                  <a:pos x="wd2" y="hd2"/>
                </a:cxn>
                <a:cxn ang="10800000">
                  <a:pos x="wd2" y="hd2"/>
                </a:cxn>
                <a:cxn ang="16200000">
                  <a:pos x="wd2" y="hd2"/>
                </a:cxn>
              </a:cxnLst>
              <a:rect l="0" t="0" r="r" b="b"/>
              <a:pathLst>
                <a:path w="21600" h="21600" extrusionOk="0">
                  <a:moveTo>
                    <a:pt x="15164" y="21600"/>
                  </a:moveTo>
                  <a:lnTo>
                    <a:pt x="14547" y="21503"/>
                  </a:lnTo>
                  <a:lnTo>
                    <a:pt x="14106" y="21357"/>
                  </a:lnTo>
                  <a:lnTo>
                    <a:pt x="13401" y="21065"/>
                  </a:lnTo>
                  <a:lnTo>
                    <a:pt x="12255" y="20481"/>
                  </a:lnTo>
                  <a:lnTo>
                    <a:pt x="11109" y="20286"/>
                  </a:lnTo>
                  <a:lnTo>
                    <a:pt x="9433" y="20286"/>
                  </a:lnTo>
                  <a:lnTo>
                    <a:pt x="8640" y="20384"/>
                  </a:lnTo>
                  <a:lnTo>
                    <a:pt x="8287" y="20432"/>
                  </a:lnTo>
                  <a:lnTo>
                    <a:pt x="7935" y="20530"/>
                  </a:lnTo>
                  <a:lnTo>
                    <a:pt x="7494" y="20481"/>
                  </a:lnTo>
                  <a:lnTo>
                    <a:pt x="7053" y="20335"/>
                  </a:lnTo>
                  <a:lnTo>
                    <a:pt x="6436" y="20092"/>
                  </a:lnTo>
                  <a:lnTo>
                    <a:pt x="5995" y="20043"/>
                  </a:lnTo>
                  <a:lnTo>
                    <a:pt x="5642" y="19995"/>
                  </a:lnTo>
                  <a:lnTo>
                    <a:pt x="5290" y="19897"/>
                  </a:lnTo>
                  <a:lnTo>
                    <a:pt x="5025" y="19800"/>
                  </a:lnTo>
                  <a:lnTo>
                    <a:pt x="4673" y="19557"/>
                  </a:lnTo>
                  <a:lnTo>
                    <a:pt x="4320" y="19459"/>
                  </a:lnTo>
                  <a:lnTo>
                    <a:pt x="2469" y="19459"/>
                  </a:lnTo>
                  <a:lnTo>
                    <a:pt x="529" y="19070"/>
                  </a:lnTo>
                  <a:lnTo>
                    <a:pt x="529" y="18876"/>
                  </a:lnTo>
                  <a:lnTo>
                    <a:pt x="617" y="18730"/>
                  </a:lnTo>
                  <a:lnTo>
                    <a:pt x="882" y="18438"/>
                  </a:lnTo>
                  <a:lnTo>
                    <a:pt x="882" y="18097"/>
                  </a:lnTo>
                  <a:lnTo>
                    <a:pt x="793" y="17854"/>
                  </a:lnTo>
                  <a:lnTo>
                    <a:pt x="617" y="17708"/>
                  </a:lnTo>
                  <a:lnTo>
                    <a:pt x="353" y="17659"/>
                  </a:lnTo>
                  <a:lnTo>
                    <a:pt x="88" y="17465"/>
                  </a:lnTo>
                  <a:lnTo>
                    <a:pt x="0" y="17368"/>
                  </a:lnTo>
                  <a:lnTo>
                    <a:pt x="0" y="17173"/>
                  </a:lnTo>
                  <a:lnTo>
                    <a:pt x="2557" y="17124"/>
                  </a:lnTo>
                  <a:lnTo>
                    <a:pt x="2733" y="16930"/>
                  </a:lnTo>
                  <a:lnTo>
                    <a:pt x="2909" y="16686"/>
                  </a:lnTo>
                  <a:lnTo>
                    <a:pt x="2909" y="16443"/>
                  </a:lnTo>
                  <a:lnTo>
                    <a:pt x="2998" y="16200"/>
                  </a:lnTo>
                  <a:lnTo>
                    <a:pt x="2909" y="15762"/>
                  </a:lnTo>
                  <a:lnTo>
                    <a:pt x="2821" y="15373"/>
                  </a:lnTo>
                  <a:lnTo>
                    <a:pt x="2292" y="14643"/>
                  </a:lnTo>
                  <a:lnTo>
                    <a:pt x="2028" y="13719"/>
                  </a:lnTo>
                  <a:lnTo>
                    <a:pt x="2028" y="13378"/>
                  </a:lnTo>
                  <a:lnTo>
                    <a:pt x="2204" y="13184"/>
                  </a:lnTo>
                  <a:lnTo>
                    <a:pt x="2469" y="13038"/>
                  </a:lnTo>
                  <a:lnTo>
                    <a:pt x="2998" y="12941"/>
                  </a:lnTo>
                  <a:lnTo>
                    <a:pt x="3703" y="12892"/>
                  </a:lnTo>
                  <a:lnTo>
                    <a:pt x="4584" y="12892"/>
                  </a:lnTo>
                  <a:lnTo>
                    <a:pt x="6612" y="13427"/>
                  </a:lnTo>
                  <a:lnTo>
                    <a:pt x="7141" y="13378"/>
                  </a:lnTo>
                  <a:lnTo>
                    <a:pt x="7406" y="13330"/>
                  </a:lnTo>
                  <a:lnTo>
                    <a:pt x="7582" y="13281"/>
                  </a:lnTo>
                  <a:lnTo>
                    <a:pt x="7582" y="12259"/>
                  </a:lnTo>
                  <a:lnTo>
                    <a:pt x="7670" y="12162"/>
                  </a:lnTo>
                  <a:lnTo>
                    <a:pt x="7847" y="12065"/>
                  </a:lnTo>
                  <a:lnTo>
                    <a:pt x="8023" y="12016"/>
                  </a:lnTo>
                  <a:lnTo>
                    <a:pt x="8993" y="12016"/>
                  </a:lnTo>
                  <a:lnTo>
                    <a:pt x="9257" y="12065"/>
                  </a:lnTo>
                  <a:lnTo>
                    <a:pt x="9433" y="12162"/>
                  </a:lnTo>
                  <a:lnTo>
                    <a:pt x="10668" y="12162"/>
                  </a:lnTo>
                  <a:lnTo>
                    <a:pt x="10844" y="11919"/>
                  </a:lnTo>
                  <a:lnTo>
                    <a:pt x="10932" y="11627"/>
                  </a:lnTo>
                  <a:lnTo>
                    <a:pt x="11020" y="11043"/>
                  </a:lnTo>
                  <a:lnTo>
                    <a:pt x="11020" y="10508"/>
                  </a:lnTo>
                  <a:lnTo>
                    <a:pt x="10844" y="10119"/>
                  </a:lnTo>
                  <a:lnTo>
                    <a:pt x="10932" y="9827"/>
                  </a:lnTo>
                  <a:lnTo>
                    <a:pt x="11020" y="9632"/>
                  </a:lnTo>
                  <a:lnTo>
                    <a:pt x="11285" y="9341"/>
                  </a:lnTo>
                  <a:lnTo>
                    <a:pt x="11285" y="8854"/>
                  </a:lnTo>
                  <a:lnTo>
                    <a:pt x="10580" y="8805"/>
                  </a:lnTo>
                  <a:lnTo>
                    <a:pt x="9874" y="8562"/>
                  </a:lnTo>
                  <a:lnTo>
                    <a:pt x="9257" y="8319"/>
                  </a:lnTo>
                  <a:lnTo>
                    <a:pt x="8640" y="8124"/>
                  </a:lnTo>
                  <a:lnTo>
                    <a:pt x="8287" y="7978"/>
                  </a:lnTo>
                  <a:lnTo>
                    <a:pt x="7494" y="7881"/>
                  </a:lnTo>
                  <a:lnTo>
                    <a:pt x="6700" y="7735"/>
                  </a:lnTo>
                  <a:lnTo>
                    <a:pt x="5995" y="7589"/>
                  </a:lnTo>
                  <a:lnTo>
                    <a:pt x="5554" y="7443"/>
                  </a:lnTo>
                  <a:lnTo>
                    <a:pt x="5554" y="7200"/>
                  </a:lnTo>
                  <a:lnTo>
                    <a:pt x="5642" y="7054"/>
                  </a:lnTo>
                  <a:lnTo>
                    <a:pt x="5995" y="6811"/>
                  </a:lnTo>
                  <a:lnTo>
                    <a:pt x="5731" y="5935"/>
                  </a:lnTo>
                  <a:lnTo>
                    <a:pt x="5907" y="5886"/>
                  </a:lnTo>
                  <a:lnTo>
                    <a:pt x="6171" y="5741"/>
                  </a:lnTo>
                  <a:lnTo>
                    <a:pt x="6524" y="5400"/>
                  </a:lnTo>
                  <a:lnTo>
                    <a:pt x="7582" y="5400"/>
                  </a:lnTo>
                  <a:lnTo>
                    <a:pt x="8111" y="5497"/>
                  </a:lnTo>
                  <a:lnTo>
                    <a:pt x="11638" y="5595"/>
                  </a:lnTo>
                  <a:lnTo>
                    <a:pt x="12167" y="5108"/>
                  </a:lnTo>
                  <a:lnTo>
                    <a:pt x="12343" y="4524"/>
                  </a:lnTo>
                  <a:lnTo>
                    <a:pt x="12255" y="3941"/>
                  </a:lnTo>
                  <a:lnTo>
                    <a:pt x="12255" y="3308"/>
                  </a:lnTo>
                  <a:lnTo>
                    <a:pt x="12431" y="3016"/>
                  </a:lnTo>
                  <a:lnTo>
                    <a:pt x="12607" y="2919"/>
                  </a:lnTo>
                  <a:lnTo>
                    <a:pt x="12960" y="2773"/>
                  </a:lnTo>
                  <a:lnTo>
                    <a:pt x="13401" y="2530"/>
                  </a:lnTo>
                  <a:lnTo>
                    <a:pt x="14723" y="1459"/>
                  </a:lnTo>
                  <a:lnTo>
                    <a:pt x="16046" y="924"/>
                  </a:lnTo>
                  <a:lnTo>
                    <a:pt x="16839" y="292"/>
                  </a:lnTo>
                  <a:lnTo>
                    <a:pt x="17809" y="681"/>
                  </a:lnTo>
                  <a:lnTo>
                    <a:pt x="18073" y="681"/>
                  </a:lnTo>
                  <a:lnTo>
                    <a:pt x="18602" y="389"/>
                  </a:lnTo>
                  <a:lnTo>
                    <a:pt x="18955" y="0"/>
                  </a:lnTo>
                  <a:lnTo>
                    <a:pt x="19837" y="97"/>
                  </a:lnTo>
                  <a:lnTo>
                    <a:pt x="20101" y="195"/>
                  </a:lnTo>
                  <a:lnTo>
                    <a:pt x="20278" y="292"/>
                  </a:lnTo>
                  <a:lnTo>
                    <a:pt x="20454" y="681"/>
                  </a:lnTo>
                  <a:lnTo>
                    <a:pt x="19925" y="1265"/>
                  </a:lnTo>
                  <a:lnTo>
                    <a:pt x="19837" y="1751"/>
                  </a:lnTo>
                  <a:lnTo>
                    <a:pt x="19660" y="2189"/>
                  </a:lnTo>
                  <a:lnTo>
                    <a:pt x="19572" y="2432"/>
                  </a:lnTo>
                  <a:lnTo>
                    <a:pt x="19308" y="2627"/>
                  </a:lnTo>
                  <a:lnTo>
                    <a:pt x="19043" y="2870"/>
                  </a:lnTo>
                  <a:lnTo>
                    <a:pt x="18691" y="3065"/>
                  </a:lnTo>
                  <a:lnTo>
                    <a:pt x="18514" y="3649"/>
                  </a:lnTo>
                  <a:lnTo>
                    <a:pt x="18602" y="4232"/>
                  </a:lnTo>
                  <a:lnTo>
                    <a:pt x="18955" y="5546"/>
                  </a:lnTo>
                  <a:lnTo>
                    <a:pt x="18955" y="5789"/>
                  </a:lnTo>
                  <a:lnTo>
                    <a:pt x="18867" y="5984"/>
                  </a:lnTo>
                  <a:lnTo>
                    <a:pt x="18514" y="6470"/>
                  </a:lnTo>
                  <a:lnTo>
                    <a:pt x="17985" y="6908"/>
                  </a:lnTo>
                  <a:lnTo>
                    <a:pt x="17544" y="7297"/>
                  </a:lnTo>
                  <a:lnTo>
                    <a:pt x="17544" y="9341"/>
                  </a:lnTo>
                  <a:lnTo>
                    <a:pt x="18162" y="10119"/>
                  </a:lnTo>
                  <a:lnTo>
                    <a:pt x="18338" y="10557"/>
                  </a:lnTo>
                  <a:lnTo>
                    <a:pt x="18426" y="11043"/>
                  </a:lnTo>
                  <a:lnTo>
                    <a:pt x="18250" y="11481"/>
                  </a:lnTo>
                  <a:lnTo>
                    <a:pt x="18073" y="11968"/>
                  </a:lnTo>
                  <a:lnTo>
                    <a:pt x="18073" y="12503"/>
                  </a:lnTo>
                  <a:lnTo>
                    <a:pt x="18250" y="13086"/>
                  </a:lnTo>
                  <a:lnTo>
                    <a:pt x="18602" y="13330"/>
                  </a:lnTo>
                  <a:lnTo>
                    <a:pt x="18867" y="13524"/>
                  </a:lnTo>
                  <a:lnTo>
                    <a:pt x="19131" y="13816"/>
                  </a:lnTo>
                  <a:lnTo>
                    <a:pt x="19043" y="14595"/>
                  </a:lnTo>
                  <a:lnTo>
                    <a:pt x="20101" y="16054"/>
                  </a:lnTo>
                  <a:lnTo>
                    <a:pt x="20542" y="16395"/>
                  </a:lnTo>
                  <a:lnTo>
                    <a:pt x="20983" y="16784"/>
                  </a:lnTo>
                  <a:lnTo>
                    <a:pt x="21336" y="17270"/>
                  </a:lnTo>
                  <a:lnTo>
                    <a:pt x="21600" y="17805"/>
                  </a:lnTo>
                  <a:lnTo>
                    <a:pt x="20366" y="17659"/>
                  </a:lnTo>
                  <a:lnTo>
                    <a:pt x="17809" y="17659"/>
                  </a:lnTo>
                  <a:lnTo>
                    <a:pt x="16398" y="17708"/>
                  </a:lnTo>
                  <a:lnTo>
                    <a:pt x="15958" y="17708"/>
                  </a:lnTo>
                  <a:lnTo>
                    <a:pt x="15693" y="17805"/>
                  </a:lnTo>
                  <a:lnTo>
                    <a:pt x="15605" y="18097"/>
                  </a:lnTo>
                  <a:lnTo>
                    <a:pt x="17368" y="18876"/>
                  </a:lnTo>
                  <a:lnTo>
                    <a:pt x="17544" y="19265"/>
                  </a:lnTo>
                  <a:lnTo>
                    <a:pt x="16839" y="19411"/>
                  </a:lnTo>
                  <a:lnTo>
                    <a:pt x="16310" y="19605"/>
                  </a:lnTo>
                  <a:lnTo>
                    <a:pt x="15869" y="19849"/>
                  </a:lnTo>
                  <a:lnTo>
                    <a:pt x="15429" y="20141"/>
                  </a:lnTo>
                  <a:lnTo>
                    <a:pt x="15429" y="21600"/>
                  </a:lnTo>
                  <a:lnTo>
                    <a:pt x="15164" y="21600"/>
                  </a:lnTo>
                  <a:close/>
                </a:path>
              </a:pathLst>
            </a:custGeom>
            <a:solidFill>
              <a:srgbClr val="DDDEE0"/>
            </a:solidFill>
            <a:ln w="9525" cap="flat">
              <a:solidFill>
                <a:srgbClr val="FFFFFF"/>
              </a:solidFill>
              <a:prstDash val="solid"/>
              <a:round/>
            </a:ln>
            <a:effectLst/>
          </p:spPr>
          <p:txBody>
            <a:bodyPr wrap="square" lIns="0" tIns="0" rIns="0" bIns="0" numCol="1" anchor="t">
              <a:noAutofit/>
            </a:bodyPr>
            <a:lstStyle/>
            <a:p>
              <a:pPr lvl="0" algn="l" defTabSz="914400">
                <a:defRPr sz="1800">
                  <a:latin typeface="Microsoft YaHei"/>
                  <a:ea typeface="Microsoft YaHei"/>
                  <a:cs typeface="Microsoft YaHei"/>
                  <a:sym typeface="Microsoft YaHei"/>
                </a:defRPr>
              </a:pPr>
              <a:endParaRPr/>
            </a:p>
          </p:txBody>
        </p:sp>
        <p:sp>
          <p:nvSpPr>
            <p:cNvPr id="177" name="Shape 177"/>
            <p:cNvSpPr/>
            <p:nvPr/>
          </p:nvSpPr>
          <p:spPr>
            <a:xfrm>
              <a:off x="6318149" y="3000115"/>
              <a:ext cx="665895" cy="1339478"/>
            </a:xfrm>
            <a:custGeom>
              <a:avLst/>
              <a:gdLst/>
              <a:ahLst/>
              <a:cxnLst>
                <a:cxn ang="0">
                  <a:pos x="wd2" y="hd2"/>
                </a:cxn>
                <a:cxn ang="5400000">
                  <a:pos x="wd2" y="hd2"/>
                </a:cxn>
                <a:cxn ang="10800000">
                  <a:pos x="wd2" y="hd2"/>
                </a:cxn>
                <a:cxn ang="16200000">
                  <a:pos x="wd2" y="hd2"/>
                </a:cxn>
              </a:cxnLst>
              <a:rect l="0" t="0" r="r" b="b"/>
              <a:pathLst>
                <a:path w="21600" h="21600" extrusionOk="0">
                  <a:moveTo>
                    <a:pt x="2033" y="21600"/>
                  </a:moveTo>
                  <a:lnTo>
                    <a:pt x="1016" y="21095"/>
                  </a:lnTo>
                  <a:lnTo>
                    <a:pt x="762" y="20905"/>
                  </a:lnTo>
                  <a:lnTo>
                    <a:pt x="635" y="20653"/>
                  </a:lnTo>
                  <a:lnTo>
                    <a:pt x="635" y="19705"/>
                  </a:lnTo>
                  <a:lnTo>
                    <a:pt x="1271" y="18758"/>
                  </a:lnTo>
                  <a:lnTo>
                    <a:pt x="1144" y="17684"/>
                  </a:lnTo>
                  <a:lnTo>
                    <a:pt x="0" y="16232"/>
                  </a:lnTo>
                  <a:lnTo>
                    <a:pt x="0" y="13895"/>
                  </a:lnTo>
                  <a:lnTo>
                    <a:pt x="1016" y="13011"/>
                  </a:lnTo>
                  <a:lnTo>
                    <a:pt x="1906" y="12189"/>
                  </a:lnTo>
                  <a:lnTo>
                    <a:pt x="1906" y="11305"/>
                  </a:lnTo>
                  <a:lnTo>
                    <a:pt x="1525" y="10295"/>
                  </a:lnTo>
                  <a:lnTo>
                    <a:pt x="1398" y="9789"/>
                  </a:lnTo>
                  <a:lnTo>
                    <a:pt x="1271" y="9347"/>
                  </a:lnTo>
                  <a:lnTo>
                    <a:pt x="1398" y="8905"/>
                  </a:lnTo>
                  <a:lnTo>
                    <a:pt x="1525" y="8526"/>
                  </a:lnTo>
                  <a:lnTo>
                    <a:pt x="2033" y="8147"/>
                  </a:lnTo>
                  <a:lnTo>
                    <a:pt x="2795" y="7832"/>
                  </a:lnTo>
                  <a:lnTo>
                    <a:pt x="3049" y="7326"/>
                  </a:lnTo>
                  <a:lnTo>
                    <a:pt x="3176" y="6884"/>
                  </a:lnTo>
                  <a:lnTo>
                    <a:pt x="3304" y="6063"/>
                  </a:lnTo>
                  <a:lnTo>
                    <a:pt x="4066" y="5368"/>
                  </a:lnTo>
                  <a:lnTo>
                    <a:pt x="4193" y="4989"/>
                  </a:lnTo>
                  <a:lnTo>
                    <a:pt x="4701" y="4484"/>
                  </a:lnTo>
                  <a:lnTo>
                    <a:pt x="5082" y="4232"/>
                  </a:lnTo>
                  <a:lnTo>
                    <a:pt x="5972" y="3853"/>
                  </a:lnTo>
                  <a:lnTo>
                    <a:pt x="6988" y="3474"/>
                  </a:lnTo>
                  <a:lnTo>
                    <a:pt x="8132" y="2589"/>
                  </a:lnTo>
                  <a:lnTo>
                    <a:pt x="8894" y="2147"/>
                  </a:lnTo>
                  <a:lnTo>
                    <a:pt x="9275" y="1958"/>
                  </a:lnTo>
                  <a:lnTo>
                    <a:pt x="9656" y="1832"/>
                  </a:lnTo>
                  <a:lnTo>
                    <a:pt x="10800" y="1263"/>
                  </a:lnTo>
                  <a:lnTo>
                    <a:pt x="12960" y="1326"/>
                  </a:lnTo>
                  <a:lnTo>
                    <a:pt x="13595" y="1326"/>
                  </a:lnTo>
                  <a:lnTo>
                    <a:pt x="14231" y="1263"/>
                  </a:lnTo>
                  <a:lnTo>
                    <a:pt x="14739" y="1200"/>
                  </a:lnTo>
                  <a:lnTo>
                    <a:pt x="15120" y="1011"/>
                  </a:lnTo>
                  <a:lnTo>
                    <a:pt x="15882" y="947"/>
                  </a:lnTo>
                  <a:lnTo>
                    <a:pt x="16518" y="821"/>
                  </a:lnTo>
                  <a:lnTo>
                    <a:pt x="17153" y="632"/>
                  </a:lnTo>
                  <a:lnTo>
                    <a:pt x="17915" y="316"/>
                  </a:lnTo>
                  <a:lnTo>
                    <a:pt x="18424" y="0"/>
                  </a:lnTo>
                  <a:lnTo>
                    <a:pt x="19567" y="379"/>
                  </a:lnTo>
                  <a:lnTo>
                    <a:pt x="19440" y="568"/>
                  </a:lnTo>
                  <a:lnTo>
                    <a:pt x="19186" y="758"/>
                  </a:lnTo>
                  <a:lnTo>
                    <a:pt x="18424" y="1074"/>
                  </a:lnTo>
                  <a:lnTo>
                    <a:pt x="18042" y="1263"/>
                  </a:lnTo>
                  <a:lnTo>
                    <a:pt x="17788" y="1453"/>
                  </a:lnTo>
                  <a:lnTo>
                    <a:pt x="17534" y="1705"/>
                  </a:lnTo>
                  <a:lnTo>
                    <a:pt x="17661" y="1958"/>
                  </a:lnTo>
                  <a:lnTo>
                    <a:pt x="18169" y="2021"/>
                  </a:lnTo>
                  <a:lnTo>
                    <a:pt x="18805" y="2147"/>
                  </a:lnTo>
                  <a:lnTo>
                    <a:pt x="19694" y="2589"/>
                  </a:lnTo>
                  <a:lnTo>
                    <a:pt x="20584" y="3158"/>
                  </a:lnTo>
                  <a:lnTo>
                    <a:pt x="21600" y="3916"/>
                  </a:lnTo>
                  <a:lnTo>
                    <a:pt x="21600" y="4484"/>
                  </a:lnTo>
                  <a:lnTo>
                    <a:pt x="20838" y="4989"/>
                  </a:lnTo>
                  <a:lnTo>
                    <a:pt x="20202" y="5305"/>
                  </a:lnTo>
                  <a:lnTo>
                    <a:pt x="18424" y="5874"/>
                  </a:lnTo>
                  <a:lnTo>
                    <a:pt x="17788" y="6379"/>
                  </a:lnTo>
                  <a:lnTo>
                    <a:pt x="17280" y="6884"/>
                  </a:lnTo>
                  <a:lnTo>
                    <a:pt x="17026" y="7200"/>
                  </a:lnTo>
                  <a:lnTo>
                    <a:pt x="17026" y="7832"/>
                  </a:lnTo>
                  <a:lnTo>
                    <a:pt x="17407" y="8084"/>
                  </a:lnTo>
                  <a:lnTo>
                    <a:pt x="19059" y="8779"/>
                  </a:lnTo>
                  <a:lnTo>
                    <a:pt x="20075" y="9537"/>
                  </a:lnTo>
                  <a:lnTo>
                    <a:pt x="20329" y="9853"/>
                  </a:lnTo>
                  <a:lnTo>
                    <a:pt x="20584" y="10105"/>
                  </a:lnTo>
                  <a:lnTo>
                    <a:pt x="20838" y="10863"/>
                  </a:lnTo>
                  <a:lnTo>
                    <a:pt x="20075" y="12126"/>
                  </a:lnTo>
                  <a:lnTo>
                    <a:pt x="19567" y="12568"/>
                  </a:lnTo>
                  <a:lnTo>
                    <a:pt x="18932" y="13011"/>
                  </a:lnTo>
                  <a:lnTo>
                    <a:pt x="18169" y="13453"/>
                  </a:lnTo>
                  <a:lnTo>
                    <a:pt x="17534" y="13768"/>
                  </a:lnTo>
                  <a:lnTo>
                    <a:pt x="17407" y="14147"/>
                  </a:lnTo>
                  <a:lnTo>
                    <a:pt x="18932" y="14968"/>
                  </a:lnTo>
                  <a:lnTo>
                    <a:pt x="19186" y="15411"/>
                  </a:lnTo>
                  <a:lnTo>
                    <a:pt x="19186" y="15979"/>
                  </a:lnTo>
                  <a:lnTo>
                    <a:pt x="19059" y="16547"/>
                  </a:lnTo>
                  <a:lnTo>
                    <a:pt x="18805" y="17179"/>
                  </a:lnTo>
                  <a:lnTo>
                    <a:pt x="17915" y="17684"/>
                  </a:lnTo>
                  <a:lnTo>
                    <a:pt x="17026" y="18126"/>
                  </a:lnTo>
                  <a:lnTo>
                    <a:pt x="14993" y="19011"/>
                  </a:lnTo>
                  <a:lnTo>
                    <a:pt x="10419" y="19579"/>
                  </a:lnTo>
                  <a:lnTo>
                    <a:pt x="9275" y="19958"/>
                  </a:lnTo>
                  <a:lnTo>
                    <a:pt x="8132" y="20211"/>
                  </a:lnTo>
                  <a:lnTo>
                    <a:pt x="7115" y="20337"/>
                  </a:lnTo>
                  <a:lnTo>
                    <a:pt x="5845" y="20463"/>
                  </a:lnTo>
                  <a:lnTo>
                    <a:pt x="4193" y="20968"/>
                  </a:lnTo>
                  <a:lnTo>
                    <a:pt x="3558" y="21221"/>
                  </a:lnTo>
                  <a:lnTo>
                    <a:pt x="3049" y="21411"/>
                  </a:lnTo>
                  <a:lnTo>
                    <a:pt x="2033" y="21600"/>
                  </a:lnTo>
                  <a:close/>
                </a:path>
              </a:pathLst>
            </a:custGeom>
            <a:solidFill>
              <a:srgbClr val="DDDEE0"/>
            </a:solidFill>
            <a:ln w="9525" cap="flat">
              <a:solidFill>
                <a:srgbClr val="FFFFFF"/>
              </a:solidFill>
              <a:prstDash val="solid"/>
              <a:round/>
            </a:ln>
            <a:effectLst/>
          </p:spPr>
          <p:txBody>
            <a:bodyPr wrap="square" lIns="0" tIns="0" rIns="0" bIns="0" numCol="1" anchor="t">
              <a:noAutofit/>
            </a:bodyPr>
            <a:lstStyle/>
            <a:p>
              <a:pPr lvl="0" algn="l" defTabSz="914400">
                <a:defRPr sz="1800">
                  <a:latin typeface="Microsoft YaHei"/>
                  <a:ea typeface="Microsoft YaHei"/>
                  <a:cs typeface="Microsoft YaHei"/>
                  <a:sym typeface="Microsoft YaHei"/>
                </a:defRPr>
              </a:pPr>
              <a:endParaRPr/>
            </a:p>
          </p:txBody>
        </p:sp>
        <p:sp>
          <p:nvSpPr>
            <p:cNvPr id="178" name="Shape 178"/>
            <p:cNvSpPr/>
            <p:nvPr/>
          </p:nvSpPr>
          <p:spPr>
            <a:xfrm>
              <a:off x="7191643" y="3474022"/>
              <a:ext cx="1253448" cy="838156"/>
            </a:xfrm>
            <a:custGeom>
              <a:avLst/>
              <a:gdLst/>
              <a:ahLst/>
              <a:cxnLst>
                <a:cxn ang="0">
                  <a:pos x="wd2" y="hd2"/>
                </a:cxn>
                <a:cxn ang="5400000">
                  <a:pos x="wd2" y="hd2"/>
                </a:cxn>
                <a:cxn ang="10800000">
                  <a:pos x="wd2" y="hd2"/>
                </a:cxn>
                <a:cxn ang="16200000">
                  <a:pos x="wd2" y="hd2"/>
                </a:cxn>
              </a:cxnLst>
              <a:rect l="0" t="0" r="r" b="b"/>
              <a:pathLst>
                <a:path w="21600" h="21600" extrusionOk="0">
                  <a:moveTo>
                    <a:pt x="2363" y="21600"/>
                  </a:moveTo>
                  <a:lnTo>
                    <a:pt x="1418" y="20692"/>
                  </a:lnTo>
                  <a:lnTo>
                    <a:pt x="0" y="18774"/>
                  </a:lnTo>
                  <a:lnTo>
                    <a:pt x="338" y="17764"/>
                  </a:lnTo>
                  <a:lnTo>
                    <a:pt x="878" y="17058"/>
                  </a:lnTo>
                  <a:lnTo>
                    <a:pt x="1283" y="16250"/>
                  </a:lnTo>
                  <a:lnTo>
                    <a:pt x="1283" y="14535"/>
                  </a:lnTo>
                  <a:lnTo>
                    <a:pt x="878" y="12314"/>
                  </a:lnTo>
                  <a:lnTo>
                    <a:pt x="608" y="11103"/>
                  </a:lnTo>
                  <a:lnTo>
                    <a:pt x="405" y="10497"/>
                  </a:lnTo>
                  <a:lnTo>
                    <a:pt x="405" y="9387"/>
                  </a:lnTo>
                  <a:lnTo>
                    <a:pt x="473" y="9084"/>
                  </a:lnTo>
                  <a:lnTo>
                    <a:pt x="675" y="8781"/>
                  </a:lnTo>
                  <a:lnTo>
                    <a:pt x="1013" y="7873"/>
                  </a:lnTo>
                  <a:lnTo>
                    <a:pt x="2295" y="5955"/>
                  </a:lnTo>
                  <a:lnTo>
                    <a:pt x="2565" y="5350"/>
                  </a:lnTo>
                  <a:lnTo>
                    <a:pt x="2835" y="4845"/>
                  </a:lnTo>
                  <a:lnTo>
                    <a:pt x="3105" y="4441"/>
                  </a:lnTo>
                  <a:lnTo>
                    <a:pt x="3510" y="4037"/>
                  </a:lnTo>
                  <a:lnTo>
                    <a:pt x="4252" y="3331"/>
                  </a:lnTo>
                  <a:lnTo>
                    <a:pt x="5062" y="2624"/>
                  </a:lnTo>
                  <a:lnTo>
                    <a:pt x="6818" y="0"/>
                  </a:lnTo>
                  <a:lnTo>
                    <a:pt x="7087" y="1918"/>
                  </a:lnTo>
                  <a:lnTo>
                    <a:pt x="7965" y="1918"/>
                  </a:lnTo>
                  <a:lnTo>
                    <a:pt x="8370" y="807"/>
                  </a:lnTo>
                  <a:lnTo>
                    <a:pt x="9517" y="807"/>
                  </a:lnTo>
                  <a:lnTo>
                    <a:pt x="9922" y="606"/>
                  </a:lnTo>
                  <a:lnTo>
                    <a:pt x="9922" y="807"/>
                  </a:lnTo>
                  <a:lnTo>
                    <a:pt x="10057" y="1110"/>
                  </a:lnTo>
                  <a:lnTo>
                    <a:pt x="10395" y="1817"/>
                  </a:lnTo>
                  <a:lnTo>
                    <a:pt x="10395" y="4037"/>
                  </a:lnTo>
                  <a:lnTo>
                    <a:pt x="10867" y="4542"/>
                  </a:lnTo>
                  <a:lnTo>
                    <a:pt x="11475" y="5047"/>
                  </a:lnTo>
                  <a:lnTo>
                    <a:pt x="12150" y="5450"/>
                  </a:lnTo>
                  <a:lnTo>
                    <a:pt x="12555" y="5551"/>
                  </a:lnTo>
                  <a:lnTo>
                    <a:pt x="12960" y="5551"/>
                  </a:lnTo>
                  <a:lnTo>
                    <a:pt x="14310" y="2422"/>
                  </a:lnTo>
                  <a:lnTo>
                    <a:pt x="14580" y="1918"/>
                  </a:lnTo>
                  <a:lnTo>
                    <a:pt x="14850" y="1514"/>
                  </a:lnTo>
                  <a:lnTo>
                    <a:pt x="15255" y="1211"/>
                  </a:lnTo>
                  <a:lnTo>
                    <a:pt x="15592" y="908"/>
                  </a:lnTo>
                  <a:lnTo>
                    <a:pt x="16065" y="807"/>
                  </a:lnTo>
                  <a:lnTo>
                    <a:pt x="16605" y="807"/>
                  </a:lnTo>
                  <a:lnTo>
                    <a:pt x="18090" y="1716"/>
                  </a:lnTo>
                  <a:lnTo>
                    <a:pt x="21330" y="1615"/>
                  </a:lnTo>
                  <a:lnTo>
                    <a:pt x="21600" y="1817"/>
                  </a:lnTo>
                  <a:lnTo>
                    <a:pt x="21465" y="2019"/>
                  </a:lnTo>
                  <a:lnTo>
                    <a:pt x="21465" y="2321"/>
                  </a:lnTo>
                  <a:lnTo>
                    <a:pt x="21330" y="3836"/>
                  </a:lnTo>
                  <a:lnTo>
                    <a:pt x="20182" y="4037"/>
                  </a:lnTo>
                  <a:lnTo>
                    <a:pt x="19237" y="4845"/>
                  </a:lnTo>
                  <a:lnTo>
                    <a:pt x="18225" y="5753"/>
                  </a:lnTo>
                  <a:lnTo>
                    <a:pt x="17752" y="6258"/>
                  </a:lnTo>
                  <a:lnTo>
                    <a:pt x="17347" y="6864"/>
                  </a:lnTo>
                  <a:lnTo>
                    <a:pt x="17078" y="7469"/>
                  </a:lnTo>
                  <a:lnTo>
                    <a:pt x="16875" y="8075"/>
                  </a:lnTo>
                  <a:lnTo>
                    <a:pt x="16132" y="8579"/>
                  </a:lnTo>
                  <a:lnTo>
                    <a:pt x="15930" y="8983"/>
                  </a:lnTo>
                  <a:lnTo>
                    <a:pt x="15660" y="9185"/>
                  </a:lnTo>
                  <a:lnTo>
                    <a:pt x="15052" y="9488"/>
                  </a:lnTo>
                  <a:lnTo>
                    <a:pt x="14850" y="9791"/>
                  </a:lnTo>
                  <a:lnTo>
                    <a:pt x="14782" y="11507"/>
                  </a:lnTo>
                  <a:lnTo>
                    <a:pt x="14512" y="12112"/>
                  </a:lnTo>
                  <a:lnTo>
                    <a:pt x="14107" y="12718"/>
                  </a:lnTo>
                  <a:lnTo>
                    <a:pt x="13770" y="13323"/>
                  </a:lnTo>
                  <a:lnTo>
                    <a:pt x="13500" y="13929"/>
                  </a:lnTo>
                  <a:lnTo>
                    <a:pt x="13500" y="15039"/>
                  </a:lnTo>
                  <a:lnTo>
                    <a:pt x="13365" y="15746"/>
                  </a:lnTo>
                  <a:lnTo>
                    <a:pt x="13163" y="16351"/>
                  </a:lnTo>
                  <a:lnTo>
                    <a:pt x="12892" y="16351"/>
                  </a:lnTo>
                  <a:lnTo>
                    <a:pt x="12353" y="16553"/>
                  </a:lnTo>
                  <a:lnTo>
                    <a:pt x="12150" y="16755"/>
                  </a:lnTo>
                  <a:lnTo>
                    <a:pt x="11812" y="17260"/>
                  </a:lnTo>
                  <a:lnTo>
                    <a:pt x="11543" y="17764"/>
                  </a:lnTo>
                  <a:lnTo>
                    <a:pt x="11272" y="19178"/>
                  </a:lnTo>
                  <a:lnTo>
                    <a:pt x="11002" y="19884"/>
                  </a:lnTo>
                  <a:lnTo>
                    <a:pt x="10867" y="20187"/>
                  </a:lnTo>
                  <a:lnTo>
                    <a:pt x="10598" y="20389"/>
                  </a:lnTo>
                  <a:lnTo>
                    <a:pt x="10598" y="20187"/>
                  </a:lnTo>
                  <a:lnTo>
                    <a:pt x="10260" y="19783"/>
                  </a:lnTo>
                  <a:lnTo>
                    <a:pt x="9652" y="19682"/>
                  </a:lnTo>
                  <a:lnTo>
                    <a:pt x="9247" y="20389"/>
                  </a:lnTo>
                  <a:lnTo>
                    <a:pt x="8842" y="21196"/>
                  </a:lnTo>
                  <a:lnTo>
                    <a:pt x="8437" y="21297"/>
                  </a:lnTo>
                  <a:lnTo>
                    <a:pt x="7965" y="21297"/>
                  </a:lnTo>
                  <a:lnTo>
                    <a:pt x="7492" y="21196"/>
                  </a:lnTo>
                  <a:lnTo>
                    <a:pt x="7222" y="20994"/>
                  </a:lnTo>
                  <a:lnTo>
                    <a:pt x="7020" y="20389"/>
                  </a:lnTo>
                  <a:lnTo>
                    <a:pt x="5670" y="18370"/>
                  </a:lnTo>
                  <a:lnTo>
                    <a:pt x="4793" y="18269"/>
                  </a:lnTo>
                  <a:lnTo>
                    <a:pt x="4725" y="18673"/>
                  </a:lnTo>
                  <a:lnTo>
                    <a:pt x="4657" y="19178"/>
                  </a:lnTo>
                  <a:lnTo>
                    <a:pt x="4590" y="20389"/>
                  </a:lnTo>
                  <a:lnTo>
                    <a:pt x="4252" y="20490"/>
                  </a:lnTo>
                  <a:lnTo>
                    <a:pt x="3983" y="20692"/>
                  </a:lnTo>
                  <a:lnTo>
                    <a:pt x="3780" y="20893"/>
                  </a:lnTo>
                  <a:lnTo>
                    <a:pt x="3645" y="21095"/>
                  </a:lnTo>
                  <a:lnTo>
                    <a:pt x="3240" y="21196"/>
                  </a:lnTo>
                  <a:lnTo>
                    <a:pt x="2903" y="21297"/>
                  </a:lnTo>
                  <a:lnTo>
                    <a:pt x="2363" y="21600"/>
                  </a:lnTo>
                  <a:close/>
                </a:path>
              </a:pathLst>
            </a:custGeom>
            <a:solidFill>
              <a:srgbClr val="DDDEE0"/>
            </a:solidFill>
            <a:ln w="9525" cap="flat">
              <a:solidFill>
                <a:srgbClr val="FFFFFF"/>
              </a:solidFill>
              <a:prstDash val="solid"/>
              <a:round/>
            </a:ln>
            <a:effectLst/>
          </p:spPr>
          <p:txBody>
            <a:bodyPr wrap="square" lIns="0" tIns="0" rIns="0" bIns="0" numCol="1" anchor="t">
              <a:noAutofit/>
            </a:bodyPr>
            <a:lstStyle/>
            <a:p>
              <a:pPr lvl="0" algn="l" defTabSz="914400">
                <a:defRPr sz="1800">
                  <a:latin typeface="Microsoft YaHei"/>
                  <a:ea typeface="Microsoft YaHei"/>
                  <a:cs typeface="Microsoft YaHei"/>
                  <a:sym typeface="Microsoft YaHei"/>
                </a:defRPr>
              </a:pPr>
              <a:endParaRPr/>
            </a:p>
          </p:txBody>
        </p:sp>
        <p:sp>
          <p:nvSpPr>
            <p:cNvPr id="179" name="Shape 179"/>
            <p:cNvSpPr/>
            <p:nvPr/>
          </p:nvSpPr>
          <p:spPr>
            <a:xfrm>
              <a:off x="5244885" y="3348693"/>
              <a:ext cx="540551" cy="842070"/>
            </a:xfrm>
            <a:custGeom>
              <a:avLst/>
              <a:gdLst/>
              <a:ahLst/>
              <a:cxnLst>
                <a:cxn ang="0">
                  <a:pos x="wd2" y="hd2"/>
                </a:cxn>
                <a:cxn ang="5400000">
                  <a:pos x="wd2" y="hd2"/>
                </a:cxn>
                <a:cxn ang="10800000">
                  <a:pos x="wd2" y="hd2"/>
                </a:cxn>
                <a:cxn ang="16200000">
                  <a:pos x="wd2" y="hd2"/>
                </a:cxn>
              </a:cxnLst>
              <a:rect l="0" t="0" r="r" b="b"/>
              <a:pathLst>
                <a:path w="21600" h="21600" extrusionOk="0">
                  <a:moveTo>
                    <a:pt x="8296" y="19993"/>
                  </a:moveTo>
                  <a:lnTo>
                    <a:pt x="7670" y="18285"/>
                  </a:lnTo>
                  <a:lnTo>
                    <a:pt x="7513" y="17079"/>
                  </a:lnTo>
                  <a:lnTo>
                    <a:pt x="7200" y="15974"/>
                  </a:lnTo>
                  <a:lnTo>
                    <a:pt x="6730" y="14065"/>
                  </a:lnTo>
                  <a:lnTo>
                    <a:pt x="5322" y="12960"/>
                  </a:lnTo>
                  <a:lnTo>
                    <a:pt x="4070" y="12056"/>
                  </a:lnTo>
                  <a:lnTo>
                    <a:pt x="2817" y="11353"/>
                  </a:lnTo>
                  <a:lnTo>
                    <a:pt x="2035" y="10750"/>
                  </a:lnTo>
                  <a:lnTo>
                    <a:pt x="0" y="10047"/>
                  </a:lnTo>
                  <a:lnTo>
                    <a:pt x="313" y="9846"/>
                  </a:lnTo>
                  <a:lnTo>
                    <a:pt x="783" y="9645"/>
                  </a:lnTo>
                  <a:lnTo>
                    <a:pt x="2191" y="9343"/>
                  </a:lnTo>
                  <a:lnTo>
                    <a:pt x="5322" y="9042"/>
                  </a:lnTo>
                  <a:lnTo>
                    <a:pt x="6104" y="8540"/>
                  </a:lnTo>
                  <a:lnTo>
                    <a:pt x="6574" y="8339"/>
                  </a:lnTo>
                  <a:lnTo>
                    <a:pt x="7357" y="8138"/>
                  </a:lnTo>
                  <a:lnTo>
                    <a:pt x="8765" y="8037"/>
                  </a:lnTo>
                  <a:lnTo>
                    <a:pt x="10174" y="6932"/>
                  </a:lnTo>
                  <a:lnTo>
                    <a:pt x="10017" y="4923"/>
                  </a:lnTo>
                  <a:lnTo>
                    <a:pt x="12365" y="2110"/>
                  </a:lnTo>
                  <a:lnTo>
                    <a:pt x="12678" y="603"/>
                  </a:lnTo>
                  <a:lnTo>
                    <a:pt x="13304" y="502"/>
                  </a:lnTo>
                  <a:lnTo>
                    <a:pt x="13774" y="402"/>
                  </a:lnTo>
                  <a:lnTo>
                    <a:pt x="14870" y="100"/>
                  </a:lnTo>
                  <a:lnTo>
                    <a:pt x="15496" y="0"/>
                  </a:lnTo>
                  <a:lnTo>
                    <a:pt x="15965" y="0"/>
                  </a:lnTo>
                  <a:lnTo>
                    <a:pt x="16591" y="100"/>
                  </a:lnTo>
                  <a:lnTo>
                    <a:pt x="17217" y="301"/>
                  </a:lnTo>
                  <a:lnTo>
                    <a:pt x="17687" y="1105"/>
                  </a:lnTo>
                  <a:lnTo>
                    <a:pt x="17061" y="2009"/>
                  </a:lnTo>
                  <a:lnTo>
                    <a:pt x="16591" y="2913"/>
                  </a:lnTo>
                  <a:lnTo>
                    <a:pt x="15496" y="3717"/>
                  </a:lnTo>
                  <a:lnTo>
                    <a:pt x="15339" y="4119"/>
                  </a:lnTo>
                  <a:lnTo>
                    <a:pt x="15026" y="4521"/>
                  </a:lnTo>
                  <a:lnTo>
                    <a:pt x="15026" y="5425"/>
                  </a:lnTo>
                  <a:lnTo>
                    <a:pt x="15183" y="6631"/>
                  </a:lnTo>
                  <a:lnTo>
                    <a:pt x="18157" y="6932"/>
                  </a:lnTo>
                  <a:lnTo>
                    <a:pt x="18626" y="7334"/>
                  </a:lnTo>
                  <a:lnTo>
                    <a:pt x="19409" y="7736"/>
                  </a:lnTo>
                  <a:lnTo>
                    <a:pt x="20348" y="8238"/>
                  </a:lnTo>
                  <a:lnTo>
                    <a:pt x="20974" y="8439"/>
                  </a:lnTo>
                  <a:lnTo>
                    <a:pt x="21600" y="8540"/>
                  </a:lnTo>
                  <a:lnTo>
                    <a:pt x="21443" y="8841"/>
                  </a:lnTo>
                  <a:lnTo>
                    <a:pt x="21130" y="9243"/>
                  </a:lnTo>
                  <a:lnTo>
                    <a:pt x="20661" y="9645"/>
                  </a:lnTo>
                  <a:lnTo>
                    <a:pt x="20191" y="9946"/>
                  </a:lnTo>
                  <a:lnTo>
                    <a:pt x="19722" y="10348"/>
                  </a:lnTo>
                  <a:lnTo>
                    <a:pt x="19096" y="10750"/>
                  </a:lnTo>
                  <a:lnTo>
                    <a:pt x="17843" y="11353"/>
                  </a:lnTo>
                  <a:lnTo>
                    <a:pt x="16904" y="11453"/>
                  </a:lnTo>
                  <a:lnTo>
                    <a:pt x="16122" y="11453"/>
                  </a:lnTo>
                  <a:lnTo>
                    <a:pt x="15809" y="11654"/>
                  </a:lnTo>
                  <a:lnTo>
                    <a:pt x="15652" y="11855"/>
                  </a:lnTo>
                  <a:lnTo>
                    <a:pt x="15809" y="12458"/>
                  </a:lnTo>
                  <a:lnTo>
                    <a:pt x="15652" y="12960"/>
                  </a:lnTo>
                  <a:lnTo>
                    <a:pt x="15496" y="13563"/>
                  </a:lnTo>
                  <a:lnTo>
                    <a:pt x="14713" y="14266"/>
                  </a:lnTo>
                  <a:lnTo>
                    <a:pt x="14243" y="14869"/>
                  </a:lnTo>
                  <a:lnTo>
                    <a:pt x="14087" y="15472"/>
                  </a:lnTo>
                  <a:lnTo>
                    <a:pt x="13930" y="16677"/>
                  </a:lnTo>
                  <a:lnTo>
                    <a:pt x="15183" y="17380"/>
                  </a:lnTo>
                  <a:lnTo>
                    <a:pt x="15809" y="17481"/>
                  </a:lnTo>
                  <a:lnTo>
                    <a:pt x="16748" y="17682"/>
                  </a:lnTo>
                  <a:lnTo>
                    <a:pt x="17374" y="18285"/>
                  </a:lnTo>
                  <a:lnTo>
                    <a:pt x="17530" y="18687"/>
                  </a:lnTo>
                  <a:lnTo>
                    <a:pt x="17374" y="19189"/>
                  </a:lnTo>
                  <a:lnTo>
                    <a:pt x="16904" y="19792"/>
                  </a:lnTo>
                  <a:lnTo>
                    <a:pt x="15496" y="20093"/>
                  </a:lnTo>
                  <a:lnTo>
                    <a:pt x="14400" y="20394"/>
                  </a:lnTo>
                  <a:lnTo>
                    <a:pt x="12522" y="21399"/>
                  </a:lnTo>
                  <a:lnTo>
                    <a:pt x="12052" y="21600"/>
                  </a:lnTo>
                  <a:lnTo>
                    <a:pt x="11583" y="21600"/>
                  </a:lnTo>
                  <a:lnTo>
                    <a:pt x="11113" y="21500"/>
                  </a:lnTo>
                  <a:lnTo>
                    <a:pt x="10487" y="21198"/>
                  </a:lnTo>
                  <a:lnTo>
                    <a:pt x="8296" y="19993"/>
                  </a:lnTo>
                  <a:close/>
                </a:path>
              </a:pathLst>
            </a:custGeom>
            <a:solidFill>
              <a:srgbClr val="DDDEE0"/>
            </a:solidFill>
            <a:ln w="9525" cap="flat">
              <a:solidFill>
                <a:srgbClr val="FFFFFF"/>
              </a:solidFill>
              <a:prstDash val="solid"/>
              <a:round/>
            </a:ln>
            <a:effectLst/>
          </p:spPr>
          <p:txBody>
            <a:bodyPr wrap="square" lIns="0" tIns="0" rIns="0" bIns="0" numCol="1" anchor="t">
              <a:noAutofit/>
            </a:bodyPr>
            <a:lstStyle/>
            <a:p>
              <a:pPr lvl="0" algn="l" defTabSz="914400">
                <a:defRPr sz="1800">
                  <a:latin typeface="Microsoft YaHei"/>
                  <a:ea typeface="Microsoft YaHei"/>
                  <a:cs typeface="Microsoft YaHei"/>
                  <a:sym typeface="Microsoft YaHei"/>
                </a:defRPr>
              </a:pPr>
              <a:endParaRPr/>
            </a:p>
          </p:txBody>
        </p:sp>
        <p:sp>
          <p:nvSpPr>
            <p:cNvPr id="180" name="Shape 180"/>
            <p:cNvSpPr/>
            <p:nvPr/>
          </p:nvSpPr>
          <p:spPr>
            <a:xfrm>
              <a:off x="6850863" y="2479207"/>
              <a:ext cx="1049763" cy="1503977"/>
            </a:xfrm>
            <a:custGeom>
              <a:avLst/>
              <a:gdLst/>
              <a:ahLst/>
              <a:cxnLst>
                <a:cxn ang="0">
                  <a:pos x="wd2" y="hd2"/>
                </a:cxn>
                <a:cxn ang="5400000">
                  <a:pos x="wd2" y="hd2"/>
                </a:cxn>
                <a:cxn ang="10800000">
                  <a:pos x="wd2" y="hd2"/>
                </a:cxn>
                <a:cxn ang="16200000">
                  <a:pos x="wd2" y="hd2"/>
                </a:cxn>
              </a:cxnLst>
              <a:rect l="0" t="0" r="r" b="b"/>
              <a:pathLst>
                <a:path w="21600" h="21600" extrusionOk="0">
                  <a:moveTo>
                    <a:pt x="7737" y="21600"/>
                  </a:moveTo>
                  <a:lnTo>
                    <a:pt x="7173" y="21206"/>
                  </a:lnTo>
                  <a:lnTo>
                    <a:pt x="4352" y="21206"/>
                  </a:lnTo>
                  <a:lnTo>
                    <a:pt x="1773" y="20812"/>
                  </a:lnTo>
                  <a:lnTo>
                    <a:pt x="1290" y="20531"/>
                  </a:lnTo>
                  <a:lnTo>
                    <a:pt x="887" y="20250"/>
                  </a:lnTo>
                  <a:lnTo>
                    <a:pt x="645" y="20025"/>
                  </a:lnTo>
                  <a:lnTo>
                    <a:pt x="564" y="19913"/>
                  </a:lnTo>
                  <a:lnTo>
                    <a:pt x="2096" y="18675"/>
                  </a:lnTo>
                  <a:lnTo>
                    <a:pt x="2499" y="17719"/>
                  </a:lnTo>
                  <a:lnTo>
                    <a:pt x="2660" y="17100"/>
                  </a:lnTo>
                  <a:lnTo>
                    <a:pt x="2579" y="16538"/>
                  </a:lnTo>
                  <a:lnTo>
                    <a:pt x="2337" y="16087"/>
                  </a:lnTo>
                  <a:lnTo>
                    <a:pt x="1693" y="15300"/>
                  </a:lnTo>
                  <a:lnTo>
                    <a:pt x="242" y="14288"/>
                  </a:lnTo>
                  <a:lnTo>
                    <a:pt x="242" y="13894"/>
                  </a:lnTo>
                  <a:lnTo>
                    <a:pt x="403" y="13556"/>
                  </a:lnTo>
                  <a:lnTo>
                    <a:pt x="645" y="13331"/>
                  </a:lnTo>
                  <a:lnTo>
                    <a:pt x="887" y="13050"/>
                  </a:lnTo>
                  <a:lnTo>
                    <a:pt x="1290" y="12881"/>
                  </a:lnTo>
                  <a:lnTo>
                    <a:pt x="1612" y="12656"/>
                  </a:lnTo>
                  <a:lnTo>
                    <a:pt x="2499" y="12319"/>
                  </a:lnTo>
                  <a:lnTo>
                    <a:pt x="3143" y="11588"/>
                  </a:lnTo>
                  <a:lnTo>
                    <a:pt x="3143" y="10744"/>
                  </a:lnTo>
                  <a:lnTo>
                    <a:pt x="2579" y="10181"/>
                  </a:lnTo>
                  <a:lnTo>
                    <a:pt x="2096" y="9731"/>
                  </a:lnTo>
                  <a:lnTo>
                    <a:pt x="1612" y="9394"/>
                  </a:lnTo>
                  <a:lnTo>
                    <a:pt x="1048" y="9056"/>
                  </a:lnTo>
                  <a:lnTo>
                    <a:pt x="725" y="9000"/>
                  </a:lnTo>
                  <a:lnTo>
                    <a:pt x="725" y="8887"/>
                  </a:lnTo>
                  <a:lnTo>
                    <a:pt x="1531" y="8437"/>
                  </a:lnTo>
                  <a:lnTo>
                    <a:pt x="1773" y="8100"/>
                  </a:lnTo>
                  <a:lnTo>
                    <a:pt x="1934" y="7762"/>
                  </a:lnTo>
                  <a:lnTo>
                    <a:pt x="967" y="7200"/>
                  </a:lnTo>
                  <a:lnTo>
                    <a:pt x="967" y="6637"/>
                  </a:lnTo>
                  <a:lnTo>
                    <a:pt x="403" y="6187"/>
                  </a:lnTo>
                  <a:lnTo>
                    <a:pt x="0" y="5850"/>
                  </a:lnTo>
                  <a:lnTo>
                    <a:pt x="0" y="4613"/>
                  </a:lnTo>
                  <a:lnTo>
                    <a:pt x="645" y="4106"/>
                  </a:lnTo>
                  <a:lnTo>
                    <a:pt x="1370" y="3937"/>
                  </a:lnTo>
                  <a:lnTo>
                    <a:pt x="1370" y="2644"/>
                  </a:lnTo>
                  <a:lnTo>
                    <a:pt x="1773" y="2363"/>
                  </a:lnTo>
                  <a:lnTo>
                    <a:pt x="2015" y="2250"/>
                  </a:lnTo>
                  <a:lnTo>
                    <a:pt x="2337" y="2194"/>
                  </a:lnTo>
                  <a:lnTo>
                    <a:pt x="2579" y="2306"/>
                  </a:lnTo>
                  <a:lnTo>
                    <a:pt x="2821" y="2475"/>
                  </a:lnTo>
                  <a:lnTo>
                    <a:pt x="3063" y="2756"/>
                  </a:lnTo>
                  <a:lnTo>
                    <a:pt x="3143" y="2925"/>
                  </a:lnTo>
                  <a:lnTo>
                    <a:pt x="3224" y="3150"/>
                  </a:lnTo>
                  <a:lnTo>
                    <a:pt x="2901" y="3319"/>
                  </a:lnTo>
                  <a:lnTo>
                    <a:pt x="2740" y="3488"/>
                  </a:lnTo>
                  <a:lnTo>
                    <a:pt x="2740" y="3656"/>
                  </a:lnTo>
                  <a:lnTo>
                    <a:pt x="2821" y="3825"/>
                  </a:lnTo>
                  <a:lnTo>
                    <a:pt x="3063" y="3994"/>
                  </a:lnTo>
                  <a:lnTo>
                    <a:pt x="3304" y="4219"/>
                  </a:lnTo>
                  <a:lnTo>
                    <a:pt x="3949" y="4613"/>
                  </a:lnTo>
                  <a:lnTo>
                    <a:pt x="4352" y="4613"/>
                  </a:lnTo>
                  <a:lnTo>
                    <a:pt x="4997" y="4331"/>
                  </a:lnTo>
                  <a:lnTo>
                    <a:pt x="4997" y="4162"/>
                  </a:lnTo>
                  <a:lnTo>
                    <a:pt x="5158" y="3994"/>
                  </a:lnTo>
                  <a:lnTo>
                    <a:pt x="5481" y="3769"/>
                  </a:lnTo>
                  <a:lnTo>
                    <a:pt x="5964" y="3544"/>
                  </a:lnTo>
                  <a:lnTo>
                    <a:pt x="6528" y="3375"/>
                  </a:lnTo>
                  <a:lnTo>
                    <a:pt x="6851" y="3094"/>
                  </a:lnTo>
                  <a:lnTo>
                    <a:pt x="7254" y="2981"/>
                  </a:lnTo>
                  <a:lnTo>
                    <a:pt x="7657" y="2925"/>
                  </a:lnTo>
                  <a:lnTo>
                    <a:pt x="8140" y="2869"/>
                  </a:lnTo>
                  <a:lnTo>
                    <a:pt x="9188" y="2812"/>
                  </a:lnTo>
                  <a:lnTo>
                    <a:pt x="9672" y="2756"/>
                  </a:lnTo>
                  <a:lnTo>
                    <a:pt x="10155" y="2587"/>
                  </a:lnTo>
                  <a:lnTo>
                    <a:pt x="10075" y="1125"/>
                  </a:lnTo>
                  <a:lnTo>
                    <a:pt x="10397" y="844"/>
                  </a:lnTo>
                  <a:lnTo>
                    <a:pt x="10719" y="619"/>
                  </a:lnTo>
                  <a:lnTo>
                    <a:pt x="11606" y="225"/>
                  </a:lnTo>
                  <a:lnTo>
                    <a:pt x="11928" y="56"/>
                  </a:lnTo>
                  <a:lnTo>
                    <a:pt x="12251" y="0"/>
                  </a:lnTo>
                  <a:lnTo>
                    <a:pt x="12493" y="0"/>
                  </a:lnTo>
                  <a:lnTo>
                    <a:pt x="12654" y="112"/>
                  </a:lnTo>
                  <a:lnTo>
                    <a:pt x="12815" y="281"/>
                  </a:lnTo>
                  <a:lnTo>
                    <a:pt x="12976" y="506"/>
                  </a:lnTo>
                  <a:lnTo>
                    <a:pt x="13379" y="1125"/>
                  </a:lnTo>
                  <a:lnTo>
                    <a:pt x="14910" y="2812"/>
                  </a:lnTo>
                  <a:lnTo>
                    <a:pt x="14991" y="3150"/>
                  </a:lnTo>
                  <a:lnTo>
                    <a:pt x="15072" y="3431"/>
                  </a:lnTo>
                  <a:lnTo>
                    <a:pt x="15233" y="3600"/>
                  </a:lnTo>
                  <a:lnTo>
                    <a:pt x="15394" y="3712"/>
                  </a:lnTo>
                  <a:lnTo>
                    <a:pt x="15636" y="3825"/>
                  </a:lnTo>
                  <a:lnTo>
                    <a:pt x="16039" y="3937"/>
                  </a:lnTo>
                  <a:lnTo>
                    <a:pt x="17087" y="3881"/>
                  </a:lnTo>
                  <a:lnTo>
                    <a:pt x="17812" y="3881"/>
                  </a:lnTo>
                  <a:lnTo>
                    <a:pt x="18457" y="3937"/>
                  </a:lnTo>
                  <a:lnTo>
                    <a:pt x="18134" y="4106"/>
                  </a:lnTo>
                  <a:lnTo>
                    <a:pt x="17893" y="4275"/>
                  </a:lnTo>
                  <a:lnTo>
                    <a:pt x="17570" y="4444"/>
                  </a:lnTo>
                  <a:lnTo>
                    <a:pt x="17328" y="4669"/>
                  </a:lnTo>
                  <a:lnTo>
                    <a:pt x="17328" y="5288"/>
                  </a:lnTo>
                  <a:lnTo>
                    <a:pt x="17409" y="5400"/>
                  </a:lnTo>
                  <a:lnTo>
                    <a:pt x="17731" y="5738"/>
                  </a:lnTo>
                  <a:lnTo>
                    <a:pt x="18054" y="5906"/>
                  </a:lnTo>
                  <a:lnTo>
                    <a:pt x="18457" y="5963"/>
                  </a:lnTo>
                  <a:lnTo>
                    <a:pt x="18779" y="6075"/>
                  </a:lnTo>
                  <a:lnTo>
                    <a:pt x="19424" y="6356"/>
                  </a:lnTo>
                  <a:lnTo>
                    <a:pt x="20149" y="6694"/>
                  </a:lnTo>
                  <a:lnTo>
                    <a:pt x="20955" y="7031"/>
                  </a:lnTo>
                  <a:lnTo>
                    <a:pt x="21600" y="7425"/>
                  </a:lnTo>
                  <a:lnTo>
                    <a:pt x="19666" y="9281"/>
                  </a:lnTo>
                  <a:lnTo>
                    <a:pt x="19585" y="9450"/>
                  </a:lnTo>
                  <a:lnTo>
                    <a:pt x="19424" y="9675"/>
                  </a:lnTo>
                  <a:lnTo>
                    <a:pt x="19182" y="9900"/>
                  </a:lnTo>
                  <a:lnTo>
                    <a:pt x="18860" y="10069"/>
                  </a:lnTo>
                  <a:lnTo>
                    <a:pt x="18134" y="10406"/>
                  </a:lnTo>
                  <a:lnTo>
                    <a:pt x="17570" y="10575"/>
                  </a:lnTo>
                  <a:lnTo>
                    <a:pt x="16764" y="10687"/>
                  </a:lnTo>
                  <a:lnTo>
                    <a:pt x="16039" y="10800"/>
                  </a:lnTo>
                  <a:lnTo>
                    <a:pt x="15394" y="10463"/>
                  </a:lnTo>
                  <a:lnTo>
                    <a:pt x="14910" y="10125"/>
                  </a:lnTo>
                  <a:lnTo>
                    <a:pt x="14507" y="9788"/>
                  </a:lnTo>
                  <a:lnTo>
                    <a:pt x="14104" y="9562"/>
                  </a:lnTo>
                  <a:lnTo>
                    <a:pt x="13943" y="9338"/>
                  </a:lnTo>
                  <a:lnTo>
                    <a:pt x="13943" y="8663"/>
                  </a:lnTo>
                  <a:lnTo>
                    <a:pt x="13863" y="8269"/>
                  </a:lnTo>
                  <a:lnTo>
                    <a:pt x="13863" y="8100"/>
                  </a:lnTo>
                  <a:lnTo>
                    <a:pt x="13782" y="7988"/>
                  </a:lnTo>
                  <a:lnTo>
                    <a:pt x="12493" y="7650"/>
                  </a:lnTo>
                  <a:lnTo>
                    <a:pt x="12493" y="7088"/>
                  </a:lnTo>
                  <a:lnTo>
                    <a:pt x="12573" y="6525"/>
                  </a:lnTo>
                  <a:lnTo>
                    <a:pt x="12654" y="6019"/>
                  </a:lnTo>
                  <a:lnTo>
                    <a:pt x="12654" y="5681"/>
                  </a:lnTo>
                  <a:lnTo>
                    <a:pt x="11848" y="5625"/>
                  </a:lnTo>
                  <a:lnTo>
                    <a:pt x="11203" y="5569"/>
                  </a:lnTo>
                  <a:lnTo>
                    <a:pt x="10881" y="5513"/>
                  </a:lnTo>
                  <a:lnTo>
                    <a:pt x="10639" y="5400"/>
                  </a:lnTo>
                  <a:lnTo>
                    <a:pt x="10478" y="5288"/>
                  </a:lnTo>
                  <a:lnTo>
                    <a:pt x="10397" y="5175"/>
                  </a:lnTo>
                  <a:lnTo>
                    <a:pt x="9349" y="5175"/>
                  </a:lnTo>
                  <a:lnTo>
                    <a:pt x="9188" y="5231"/>
                  </a:lnTo>
                  <a:lnTo>
                    <a:pt x="9107" y="5344"/>
                  </a:lnTo>
                  <a:lnTo>
                    <a:pt x="9027" y="5513"/>
                  </a:lnTo>
                  <a:lnTo>
                    <a:pt x="8866" y="6019"/>
                  </a:lnTo>
                  <a:lnTo>
                    <a:pt x="8301" y="6187"/>
                  </a:lnTo>
                  <a:lnTo>
                    <a:pt x="7818" y="6413"/>
                  </a:lnTo>
                  <a:lnTo>
                    <a:pt x="6931" y="6863"/>
                  </a:lnTo>
                  <a:lnTo>
                    <a:pt x="6931" y="7031"/>
                  </a:lnTo>
                  <a:lnTo>
                    <a:pt x="7012" y="7256"/>
                  </a:lnTo>
                  <a:lnTo>
                    <a:pt x="7415" y="7819"/>
                  </a:lnTo>
                  <a:lnTo>
                    <a:pt x="7334" y="8044"/>
                  </a:lnTo>
                  <a:lnTo>
                    <a:pt x="7093" y="8213"/>
                  </a:lnTo>
                  <a:lnTo>
                    <a:pt x="6931" y="8381"/>
                  </a:lnTo>
                  <a:lnTo>
                    <a:pt x="6609" y="8437"/>
                  </a:lnTo>
                  <a:lnTo>
                    <a:pt x="6125" y="8606"/>
                  </a:lnTo>
                  <a:lnTo>
                    <a:pt x="5884" y="8719"/>
                  </a:lnTo>
                  <a:lnTo>
                    <a:pt x="5722" y="8831"/>
                  </a:lnTo>
                  <a:lnTo>
                    <a:pt x="5722" y="9169"/>
                  </a:lnTo>
                  <a:lnTo>
                    <a:pt x="5561" y="9844"/>
                  </a:lnTo>
                  <a:lnTo>
                    <a:pt x="5642" y="10013"/>
                  </a:lnTo>
                  <a:lnTo>
                    <a:pt x="5722" y="10125"/>
                  </a:lnTo>
                  <a:lnTo>
                    <a:pt x="8301" y="10125"/>
                  </a:lnTo>
                  <a:lnTo>
                    <a:pt x="8624" y="9900"/>
                  </a:lnTo>
                  <a:lnTo>
                    <a:pt x="8946" y="9731"/>
                  </a:lnTo>
                  <a:lnTo>
                    <a:pt x="9188" y="9619"/>
                  </a:lnTo>
                  <a:lnTo>
                    <a:pt x="9430" y="9619"/>
                  </a:lnTo>
                  <a:lnTo>
                    <a:pt x="9752" y="9562"/>
                  </a:lnTo>
                  <a:lnTo>
                    <a:pt x="10155" y="9619"/>
                  </a:lnTo>
                  <a:lnTo>
                    <a:pt x="10316" y="9788"/>
                  </a:lnTo>
                  <a:lnTo>
                    <a:pt x="10478" y="9844"/>
                  </a:lnTo>
                  <a:lnTo>
                    <a:pt x="10719" y="10013"/>
                  </a:lnTo>
                  <a:lnTo>
                    <a:pt x="11042" y="10125"/>
                  </a:lnTo>
                  <a:lnTo>
                    <a:pt x="11364" y="10631"/>
                  </a:lnTo>
                  <a:lnTo>
                    <a:pt x="11687" y="11869"/>
                  </a:lnTo>
                  <a:lnTo>
                    <a:pt x="12090" y="12263"/>
                  </a:lnTo>
                  <a:lnTo>
                    <a:pt x="12654" y="12600"/>
                  </a:lnTo>
                  <a:lnTo>
                    <a:pt x="13299" y="12937"/>
                  </a:lnTo>
                  <a:lnTo>
                    <a:pt x="13701" y="13050"/>
                  </a:lnTo>
                  <a:lnTo>
                    <a:pt x="14185" y="13163"/>
                  </a:lnTo>
                  <a:lnTo>
                    <a:pt x="14991" y="14119"/>
                  </a:lnTo>
                  <a:lnTo>
                    <a:pt x="14830" y="14119"/>
                  </a:lnTo>
                  <a:lnTo>
                    <a:pt x="14588" y="14175"/>
                  </a:lnTo>
                  <a:lnTo>
                    <a:pt x="13701" y="14794"/>
                  </a:lnTo>
                  <a:lnTo>
                    <a:pt x="13540" y="15019"/>
                  </a:lnTo>
                  <a:lnTo>
                    <a:pt x="13218" y="15187"/>
                  </a:lnTo>
                  <a:lnTo>
                    <a:pt x="12573" y="15581"/>
                  </a:lnTo>
                  <a:lnTo>
                    <a:pt x="11928" y="15863"/>
                  </a:lnTo>
                  <a:lnTo>
                    <a:pt x="11284" y="16031"/>
                  </a:lnTo>
                  <a:lnTo>
                    <a:pt x="10719" y="16369"/>
                  </a:lnTo>
                  <a:lnTo>
                    <a:pt x="10236" y="16650"/>
                  </a:lnTo>
                  <a:lnTo>
                    <a:pt x="9430" y="17437"/>
                  </a:lnTo>
                  <a:lnTo>
                    <a:pt x="8140" y="18281"/>
                  </a:lnTo>
                  <a:lnTo>
                    <a:pt x="7657" y="18619"/>
                  </a:lnTo>
                  <a:lnTo>
                    <a:pt x="7334" y="19013"/>
                  </a:lnTo>
                  <a:lnTo>
                    <a:pt x="7093" y="19406"/>
                  </a:lnTo>
                  <a:lnTo>
                    <a:pt x="7093" y="19913"/>
                  </a:lnTo>
                  <a:lnTo>
                    <a:pt x="7254" y="20531"/>
                  </a:lnTo>
                  <a:lnTo>
                    <a:pt x="7657" y="21263"/>
                  </a:lnTo>
                  <a:lnTo>
                    <a:pt x="7737" y="21600"/>
                  </a:lnTo>
                  <a:close/>
                </a:path>
              </a:pathLst>
            </a:custGeom>
            <a:solidFill>
              <a:srgbClr val="DDDEE0"/>
            </a:solidFill>
            <a:ln w="9525" cap="flat">
              <a:solidFill>
                <a:srgbClr val="FFFFFF"/>
              </a:solidFill>
              <a:prstDash val="solid"/>
              <a:round/>
            </a:ln>
            <a:effectLst/>
          </p:spPr>
          <p:txBody>
            <a:bodyPr wrap="square" lIns="0" tIns="0" rIns="0" bIns="0" numCol="1" anchor="t">
              <a:noAutofit/>
            </a:bodyPr>
            <a:lstStyle/>
            <a:p>
              <a:pPr lvl="0" algn="l" defTabSz="914400">
                <a:defRPr sz="1800">
                  <a:latin typeface="Microsoft YaHei"/>
                  <a:ea typeface="Microsoft YaHei"/>
                  <a:cs typeface="Microsoft YaHei"/>
                  <a:sym typeface="Microsoft YaHei"/>
                </a:defRPr>
              </a:pPr>
              <a:endParaRPr/>
            </a:p>
          </p:txBody>
        </p:sp>
        <p:sp>
          <p:nvSpPr>
            <p:cNvPr id="181" name="Shape 181"/>
            <p:cNvSpPr/>
            <p:nvPr/>
          </p:nvSpPr>
          <p:spPr>
            <a:xfrm>
              <a:off x="0" y="924318"/>
              <a:ext cx="3877849" cy="2968785"/>
            </a:xfrm>
            <a:custGeom>
              <a:avLst/>
              <a:gdLst/>
              <a:ahLst/>
              <a:cxnLst>
                <a:cxn ang="0">
                  <a:pos x="wd2" y="hd2"/>
                </a:cxn>
                <a:cxn ang="5400000">
                  <a:pos x="wd2" y="hd2"/>
                </a:cxn>
                <a:cxn ang="10800000">
                  <a:pos x="wd2" y="hd2"/>
                </a:cxn>
                <a:cxn ang="16200000">
                  <a:pos x="wd2" y="hd2"/>
                </a:cxn>
              </a:cxnLst>
              <a:rect l="0" t="0" r="r" b="b"/>
              <a:pathLst>
                <a:path w="21600" h="21600" extrusionOk="0">
                  <a:moveTo>
                    <a:pt x="15447" y="21600"/>
                  </a:moveTo>
                  <a:lnTo>
                    <a:pt x="15295" y="21486"/>
                  </a:lnTo>
                  <a:lnTo>
                    <a:pt x="15033" y="21144"/>
                  </a:lnTo>
                  <a:lnTo>
                    <a:pt x="14749" y="21144"/>
                  </a:lnTo>
                  <a:lnTo>
                    <a:pt x="14705" y="21173"/>
                  </a:lnTo>
                  <a:lnTo>
                    <a:pt x="14684" y="21201"/>
                  </a:lnTo>
                  <a:lnTo>
                    <a:pt x="14618" y="21401"/>
                  </a:lnTo>
                  <a:lnTo>
                    <a:pt x="14509" y="21344"/>
                  </a:lnTo>
                  <a:lnTo>
                    <a:pt x="14225" y="21372"/>
                  </a:lnTo>
                  <a:lnTo>
                    <a:pt x="14160" y="21230"/>
                  </a:lnTo>
                  <a:lnTo>
                    <a:pt x="14138" y="21087"/>
                  </a:lnTo>
                  <a:lnTo>
                    <a:pt x="14116" y="20888"/>
                  </a:lnTo>
                  <a:lnTo>
                    <a:pt x="13920" y="20774"/>
                  </a:lnTo>
                  <a:lnTo>
                    <a:pt x="13658" y="20489"/>
                  </a:lnTo>
                  <a:lnTo>
                    <a:pt x="13549" y="20375"/>
                  </a:lnTo>
                  <a:lnTo>
                    <a:pt x="13418" y="20289"/>
                  </a:lnTo>
                  <a:lnTo>
                    <a:pt x="13287" y="20232"/>
                  </a:lnTo>
                  <a:lnTo>
                    <a:pt x="13156" y="20204"/>
                  </a:lnTo>
                  <a:lnTo>
                    <a:pt x="13025" y="20204"/>
                  </a:lnTo>
                  <a:lnTo>
                    <a:pt x="12873" y="20261"/>
                  </a:lnTo>
                  <a:lnTo>
                    <a:pt x="12458" y="20346"/>
                  </a:lnTo>
                  <a:lnTo>
                    <a:pt x="12044" y="20346"/>
                  </a:lnTo>
                  <a:lnTo>
                    <a:pt x="11651" y="20175"/>
                  </a:lnTo>
                  <a:lnTo>
                    <a:pt x="11324" y="20175"/>
                  </a:lnTo>
                  <a:lnTo>
                    <a:pt x="11105" y="20318"/>
                  </a:lnTo>
                  <a:lnTo>
                    <a:pt x="10909" y="20460"/>
                  </a:lnTo>
                  <a:lnTo>
                    <a:pt x="10735" y="20660"/>
                  </a:lnTo>
                  <a:lnTo>
                    <a:pt x="10604" y="20888"/>
                  </a:lnTo>
                  <a:lnTo>
                    <a:pt x="10233" y="20859"/>
                  </a:lnTo>
                  <a:lnTo>
                    <a:pt x="9884" y="20660"/>
                  </a:lnTo>
                  <a:lnTo>
                    <a:pt x="9644" y="20660"/>
                  </a:lnTo>
                  <a:lnTo>
                    <a:pt x="9556" y="20688"/>
                  </a:lnTo>
                  <a:lnTo>
                    <a:pt x="9491" y="20774"/>
                  </a:lnTo>
                  <a:lnTo>
                    <a:pt x="9185" y="20859"/>
                  </a:lnTo>
                  <a:lnTo>
                    <a:pt x="9011" y="20888"/>
                  </a:lnTo>
                  <a:lnTo>
                    <a:pt x="8880" y="20945"/>
                  </a:lnTo>
                  <a:lnTo>
                    <a:pt x="8749" y="21030"/>
                  </a:lnTo>
                  <a:lnTo>
                    <a:pt x="8596" y="21087"/>
                  </a:lnTo>
                  <a:lnTo>
                    <a:pt x="8465" y="21087"/>
                  </a:lnTo>
                  <a:lnTo>
                    <a:pt x="8073" y="20916"/>
                  </a:lnTo>
                  <a:lnTo>
                    <a:pt x="7855" y="20774"/>
                  </a:lnTo>
                  <a:lnTo>
                    <a:pt x="7724" y="20631"/>
                  </a:lnTo>
                  <a:lnTo>
                    <a:pt x="7702" y="20346"/>
                  </a:lnTo>
                  <a:lnTo>
                    <a:pt x="7658" y="20232"/>
                  </a:lnTo>
                  <a:lnTo>
                    <a:pt x="7571" y="20147"/>
                  </a:lnTo>
                  <a:lnTo>
                    <a:pt x="7462" y="20033"/>
                  </a:lnTo>
                  <a:lnTo>
                    <a:pt x="7244" y="20061"/>
                  </a:lnTo>
                  <a:lnTo>
                    <a:pt x="7178" y="20061"/>
                  </a:lnTo>
                  <a:lnTo>
                    <a:pt x="7135" y="20090"/>
                  </a:lnTo>
                  <a:lnTo>
                    <a:pt x="7047" y="20204"/>
                  </a:lnTo>
                  <a:lnTo>
                    <a:pt x="6916" y="20432"/>
                  </a:lnTo>
                  <a:lnTo>
                    <a:pt x="6742" y="20489"/>
                  </a:lnTo>
                  <a:lnTo>
                    <a:pt x="6393" y="20546"/>
                  </a:lnTo>
                  <a:lnTo>
                    <a:pt x="6327" y="20603"/>
                  </a:lnTo>
                  <a:lnTo>
                    <a:pt x="6240" y="20631"/>
                  </a:lnTo>
                  <a:lnTo>
                    <a:pt x="6175" y="20631"/>
                  </a:lnTo>
                  <a:lnTo>
                    <a:pt x="6131" y="20489"/>
                  </a:lnTo>
                  <a:lnTo>
                    <a:pt x="6000" y="20346"/>
                  </a:lnTo>
                  <a:lnTo>
                    <a:pt x="5891" y="20232"/>
                  </a:lnTo>
                  <a:lnTo>
                    <a:pt x="5760" y="20118"/>
                  </a:lnTo>
                  <a:lnTo>
                    <a:pt x="5498" y="19947"/>
                  </a:lnTo>
                  <a:lnTo>
                    <a:pt x="5367" y="19919"/>
                  </a:lnTo>
                  <a:lnTo>
                    <a:pt x="5258" y="19890"/>
                  </a:lnTo>
                  <a:lnTo>
                    <a:pt x="5127" y="19919"/>
                  </a:lnTo>
                  <a:lnTo>
                    <a:pt x="4887" y="20147"/>
                  </a:lnTo>
                  <a:lnTo>
                    <a:pt x="4713" y="20346"/>
                  </a:lnTo>
                  <a:lnTo>
                    <a:pt x="4582" y="20603"/>
                  </a:lnTo>
                  <a:lnTo>
                    <a:pt x="4451" y="20916"/>
                  </a:lnTo>
                  <a:lnTo>
                    <a:pt x="4342" y="21087"/>
                  </a:lnTo>
                  <a:lnTo>
                    <a:pt x="4233" y="21201"/>
                  </a:lnTo>
                  <a:lnTo>
                    <a:pt x="4102" y="21287"/>
                  </a:lnTo>
                  <a:lnTo>
                    <a:pt x="3949" y="21344"/>
                  </a:lnTo>
                  <a:lnTo>
                    <a:pt x="3622" y="21230"/>
                  </a:lnTo>
                  <a:lnTo>
                    <a:pt x="3513" y="21144"/>
                  </a:lnTo>
                  <a:lnTo>
                    <a:pt x="3469" y="21116"/>
                  </a:lnTo>
                  <a:lnTo>
                    <a:pt x="3404" y="21116"/>
                  </a:lnTo>
                  <a:lnTo>
                    <a:pt x="3360" y="20973"/>
                  </a:lnTo>
                  <a:lnTo>
                    <a:pt x="3316" y="20859"/>
                  </a:lnTo>
                  <a:lnTo>
                    <a:pt x="3251" y="20745"/>
                  </a:lnTo>
                  <a:lnTo>
                    <a:pt x="3185" y="20688"/>
                  </a:lnTo>
                  <a:lnTo>
                    <a:pt x="3033" y="20574"/>
                  </a:lnTo>
                  <a:lnTo>
                    <a:pt x="2880" y="20489"/>
                  </a:lnTo>
                  <a:lnTo>
                    <a:pt x="2749" y="20232"/>
                  </a:lnTo>
                  <a:lnTo>
                    <a:pt x="2749" y="19634"/>
                  </a:lnTo>
                  <a:lnTo>
                    <a:pt x="2793" y="19548"/>
                  </a:lnTo>
                  <a:lnTo>
                    <a:pt x="2793" y="19235"/>
                  </a:lnTo>
                  <a:lnTo>
                    <a:pt x="2727" y="19092"/>
                  </a:lnTo>
                  <a:lnTo>
                    <a:pt x="2662" y="18978"/>
                  </a:lnTo>
                  <a:lnTo>
                    <a:pt x="2553" y="18893"/>
                  </a:lnTo>
                  <a:lnTo>
                    <a:pt x="2465" y="18864"/>
                  </a:lnTo>
                  <a:lnTo>
                    <a:pt x="2247" y="18836"/>
                  </a:lnTo>
                  <a:lnTo>
                    <a:pt x="2073" y="18779"/>
                  </a:lnTo>
                  <a:lnTo>
                    <a:pt x="1898" y="18551"/>
                  </a:lnTo>
                  <a:lnTo>
                    <a:pt x="1636" y="17924"/>
                  </a:lnTo>
                  <a:lnTo>
                    <a:pt x="1244" y="17810"/>
                  </a:lnTo>
                  <a:lnTo>
                    <a:pt x="1222" y="17696"/>
                  </a:lnTo>
                  <a:lnTo>
                    <a:pt x="1222" y="17440"/>
                  </a:lnTo>
                  <a:lnTo>
                    <a:pt x="1244" y="17326"/>
                  </a:lnTo>
                  <a:lnTo>
                    <a:pt x="1309" y="17098"/>
                  </a:lnTo>
                  <a:lnTo>
                    <a:pt x="1375" y="16898"/>
                  </a:lnTo>
                  <a:lnTo>
                    <a:pt x="1331" y="16556"/>
                  </a:lnTo>
                  <a:lnTo>
                    <a:pt x="1287" y="16414"/>
                  </a:lnTo>
                  <a:lnTo>
                    <a:pt x="1222" y="16300"/>
                  </a:lnTo>
                  <a:lnTo>
                    <a:pt x="1069" y="16072"/>
                  </a:lnTo>
                  <a:lnTo>
                    <a:pt x="916" y="15872"/>
                  </a:lnTo>
                  <a:lnTo>
                    <a:pt x="415" y="15559"/>
                  </a:lnTo>
                  <a:lnTo>
                    <a:pt x="349" y="15445"/>
                  </a:lnTo>
                  <a:lnTo>
                    <a:pt x="349" y="15046"/>
                  </a:lnTo>
                  <a:lnTo>
                    <a:pt x="393" y="15017"/>
                  </a:lnTo>
                  <a:lnTo>
                    <a:pt x="436" y="14960"/>
                  </a:lnTo>
                  <a:lnTo>
                    <a:pt x="502" y="14932"/>
                  </a:lnTo>
                  <a:lnTo>
                    <a:pt x="720" y="14789"/>
                  </a:lnTo>
                  <a:lnTo>
                    <a:pt x="851" y="14647"/>
                  </a:lnTo>
                  <a:lnTo>
                    <a:pt x="895" y="14590"/>
                  </a:lnTo>
                  <a:lnTo>
                    <a:pt x="938" y="14504"/>
                  </a:lnTo>
                  <a:lnTo>
                    <a:pt x="938" y="13108"/>
                  </a:lnTo>
                  <a:lnTo>
                    <a:pt x="895" y="12880"/>
                  </a:lnTo>
                  <a:lnTo>
                    <a:pt x="829" y="12738"/>
                  </a:lnTo>
                  <a:lnTo>
                    <a:pt x="742" y="12652"/>
                  </a:lnTo>
                  <a:lnTo>
                    <a:pt x="655" y="12624"/>
                  </a:lnTo>
                  <a:lnTo>
                    <a:pt x="545" y="12595"/>
                  </a:lnTo>
                  <a:lnTo>
                    <a:pt x="218" y="12595"/>
                  </a:lnTo>
                  <a:lnTo>
                    <a:pt x="153" y="12652"/>
                  </a:lnTo>
                  <a:lnTo>
                    <a:pt x="109" y="12738"/>
                  </a:lnTo>
                  <a:lnTo>
                    <a:pt x="87" y="12738"/>
                  </a:lnTo>
                  <a:lnTo>
                    <a:pt x="87" y="12795"/>
                  </a:lnTo>
                  <a:lnTo>
                    <a:pt x="22" y="12567"/>
                  </a:lnTo>
                  <a:lnTo>
                    <a:pt x="0" y="12424"/>
                  </a:lnTo>
                  <a:lnTo>
                    <a:pt x="0" y="12310"/>
                  </a:lnTo>
                  <a:lnTo>
                    <a:pt x="22" y="12196"/>
                  </a:lnTo>
                  <a:lnTo>
                    <a:pt x="284" y="12025"/>
                  </a:lnTo>
                  <a:lnTo>
                    <a:pt x="284" y="11683"/>
                  </a:lnTo>
                  <a:lnTo>
                    <a:pt x="196" y="11512"/>
                  </a:lnTo>
                  <a:lnTo>
                    <a:pt x="87" y="11370"/>
                  </a:lnTo>
                  <a:lnTo>
                    <a:pt x="87" y="11341"/>
                  </a:lnTo>
                  <a:lnTo>
                    <a:pt x="175" y="11284"/>
                  </a:lnTo>
                  <a:lnTo>
                    <a:pt x="284" y="11199"/>
                  </a:lnTo>
                  <a:lnTo>
                    <a:pt x="436" y="11085"/>
                  </a:lnTo>
                  <a:lnTo>
                    <a:pt x="698" y="10572"/>
                  </a:lnTo>
                  <a:lnTo>
                    <a:pt x="1156" y="10344"/>
                  </a:lnTo>
                  <a:lnTo>
                    <a:pt x="1484" y="10316"/>
                  </a:lnTo>
                  <a:lnTo>
                    <a:pt x="1745" y="10287"/>
                  </a:lnTo>
                  <a:lnTo>
                    <a:pt x="2029" y="10202"/>
                  </a:lnTo>
                  <a:lnTo>
                    <a:pt x="2335" y="10031"/>
                  </a:lnTo>
                  <a:lnTo>
                    <a:pt x="2531" y="10031"/>
                  </a:lnTo>
                  <a:lnTo>
                    <a:pt x="2531" y="10202"/>
                  </a:lnTo>
                  <a:lnTo>
                    <a:pt x="2575" y="10430"/>
                  </a:lnTo>
                  <a:lnTo>
                    <a:pt x="2618" y="10515"/>
                  </a:lnTo>
                  <a:lnTo>
                    <a:pt x="2684" y="10629"/>
                  </a:lnTo>
                  <a:lnTo>
                    <a:pt x="2771" y="10715"/>
                  </a:lnTo>
                  <a:lnTo>
                    <a:pt x="2858" y="10772"/>
                  </a:lnTo>
                  <a:lnTo>
                    <a:pt x="2989" y="10772"/>
                  </a:lnTo>
                  <a:lnTo>
                    <a:pt x="3098" y="10743"/>
                  </a:lnTo>
                  <a:lnTo>
                    <a:pt x="3229" y="10715"/>
                  </a:lnTo>
                  <a:lnTo>
                    <a:pt x="3360" y="10629"/>
                  </a:lnTo>
                  <a:lnTo>
                    <a:pt x="3687" y="10059"/>
                  </a:lnTo>
                  <a:lnTo>
                    <a:pt x="3949" y="10088"/>
                  </a:lnTo>
                  <a:lnTo>
                    <a:pt x="4080" y="10088"/>
                  </a:lnTo>
                  <a:lnTo>
                    <a:pt x="4233" y="10059"/>
                  </a:lnTo>
                  <a:lnTo>
                    <a:pt x="4385" y="9888"/>
                  </a:lnTo>
                  <a:lnTo>
                    <a:pt x="4560" y="9746"/>
                  </a:lnTo>
                  <a:lnTo>
                    <a:pt x="4756" y="9717"/>
                  </a:lnTo>
                  <a:lnTo>
                    <a:pt x="4996" y="9831"/>
                  </a:lnTo>
                  <a:lnTo>
                    <a:pt x="5149" y="9888"/>
                  </a:lnTo>
                  <a:lnTo>
                    <a:pt x="5324" y="9917"/>
                  </a:lnTo>
                  <a:lnTo>
                    <a:pt x="5433" y="9860"/>
                  </a:lnTo>
                  <a:lnTo>
                    <a:pt x="5564" y="9803"/>
                  </a:lnTo>
                  <a:lnTo>
                    <a:pt x="5847" y="9774"/>
                  </a:lnTo>
                  <a:lnTo>
                    <a:pt x="6131" y="9717"/>
                  </a:lnTo>
                  <a:lnTo>
                    <a:pt x="6284" y="9660"/>
                  </a:lnTo>
                  <a:lnTo>
                    <a:pt x="6415" y="9603"/>
                  </a:lnTo>
                  <a:lnTo>
                    <a:pt x="6851" y="9261"/>
                  </a:lnTo>
                  <a:lnTo>
                    <a:pt x="6960" y="8834"/>
                  </a:lnTo>
                  <a:lnTo>
                    <a:pt x="7069" y="8777"/>
                  </a:lnTo>
                  <a:lnTo>
                    <a:pt x="7156" y="8663"/>
                  </a:lnTo>
                  <a:lnTo>
                    <a:pt x="7222" y="8549"/>
                  </a:lnTo>
                  <a:lnTo>
                    <a:pt x="7287" y="8406"/>
                  </a:lnTo>
                  <a:lnTo>
                    <a:pt x="7375" y="8093"/>
                  </a:lnTo>
                  <a:lnTo>
                    <a:pt x="7440" y="7836"/>
                  </a:lnTo>
                  <a:lnTo>
                    <a:pt x="7636" y="7722"/>
                  </a:lnTo>
                  <a:lnTo>
                    <a:pt x="7724" y="7637"/>
                  </a:lnTo>
                  <a:lnTo>
                    <a:pt x="7811" y="7523"/>
                  </a:lnTo>
                  <a:lnTo>
                    <a:pt x="7964" y="7067"/>
                  </a:lnTo>
                  <a:lnTo>
                    <a:pt x="7985" y="6241"/>
                  </a:lnTo>
                  <a:lnTo>
                    <a:pt x="7920" y="5899"/>
                  </a:lnTo>
                  <a:lnTo>
                    <a:pt x="7942" y="5585"/>
                  </a:lnTo>
                  <a:lnTo>
                    <a:pt x="7985" y="5272"/>
                  </a:lnTo>
                  <a:lnTo>
                    <a:pt x="7985" y="4987"/>
                  </a:lnTo>
                  <a:lnTo>
                    <a:pt x="7964" y="4873"/>
                  </a:lnTo>
                  <a:lnTo>
                    <a:pt x="7920" y="4759"/>
                  </a:lnTo>
                  <a:lnTo>
                    <a:pt x="7876" y="4616"/>
                  </a:lnTo>
                  <a:lnTo>
                    <a:pt x="8422" y="4645"/>
                  </a:lnTo>
                  <a:lnTo>
                    <a:pt x="8705" y="4673"/>
                  </a:lnTo>
                  <a:lnTo>
                    <a:pt x="8989" y="4730"/>
                  </a:lnTo>
                  <a:lnTo>
                    <a:pt x="9098" y="4759"/>
                  </a:lnTo>
                  <a:lnTo>
                    <a:pt x="9185" y="4816"/>
                  </a:lnTo>
                  <a:lnTo>
                    <a:pt x="9382" y="4844"/>
                  </a:lnTo>
                  <a:lnTo>
                    <a:pt x="9622" y="4901"/>
                  </a:lnTo>
                  <a:lnTo>
                    <a:pt x="9731" y="4987"/>
                  </a:lnTo>
                  <a:lnTo>
                    <a:pt x="9862" y="5072"/>
                  </a:lnTo>
                  <a:lnTo>
                    <a:pt x="10015" y="5072"/>
                  </a:lnTo>
                  <a:lnTo>
                    <a:pt x="10167" y="4873"/>
                  </a:lnTo>
                  <a:lnTo>
                    <a:pt x="10167" y="4673"/>
                  </a:lnTo>
                  <a:lnTo>
                    <a:pt x="10124" y="4474"/>
                  </a:lnTo>
                  <a:lnTo>
                    <a:pt x="10102" y="4303"/>
                  </a:lnTo>
                  <a:lnTo>
                    <a:pt x="10145" y="4132"/>
                  </a:lnTo>
                  <a:lnTo>
                    <a:pt x="10189" y="3989"/>
                  </a:lnTo>
                  <a:lnTo>
                    <a:pt x="10604" y="3334"/>
                  </a:lnTo>
                  <a:lnTo>
                    <a:pt x="10669" y="3049"/>
                  </a:lnTo>
                  <a:lnTo>
                    <a:pt x="10735" y="2850"/>
                  </a:lnTo>
                  <a:lnTo>
                    <a:pt x="10844" y="2650"/>
                  </a:lnTo>
                  <a:lnTo>
                    <a:pt x="10996" y="2451"/>
                  </a:lnTo>
                  <a:lnTo>
                    <a:pt x="11040" y="2280"/>
                  </a:lnTo>
                  <a:lnTo>
                    <a:pt x="11084" y="2194"/>
                  </a:lnTo>
                  <a:lnTo>
                    <a:pt x="11105" y="2166"/>
                  </a:lnTo>
                  <a:lnTo>
                    <a:pt x="11149" y="2137"/>
                  </a:lnTo>
                  <a:lnTo>
                    <a:pt x="11280" y="2137"/>
                  </a:lnTo>
                  <a:lnTo>
                    <a:pt x="11913" y="2650"/>
                  </a:lnTo>
                  <a:lnTo>
                    <a:pt x="12044" y="2679"/>
                  </a:lnTo>
                  <a:lnTo>
                    <a:pt x="12196" y="2707"/>
                  </a:lnTo>
                  <a:lnTo>
                    <a:pt x="12371" y="2764"/>
                  </a:lnTo>
                  <a:lnTo>
                    <a:pt x="12458" y="2821"/>
                  </a:lnTo>
                  <a:lnTo>
                    <a:pt x="12545" y="2907"/>
                  </a:lnTo>
                  <a:lnTo>
                    <a:pt x="12916" y="2907"/>
                  </a:lnTo>
                  <a:lnTo>
                    <a:pt x="13047" y="2878"/>
                  </a:lnTo>
                  <a:lnTo>
                    <a:pt x="13178" y="2821"/>
                  </a:lnTo>
                  <a:lnTo>
                    <a:pt x="13287" y="2764"/>
                  </a:lnTo>
                  <a:lnTo>
                    <a:pt x="13375" y="2650"/>
                  </a:lnTo>
                  <a:lnTo>
                    <a:pt x="13440" y="2479"/>
                  </a:lnTo>
                  <a:lnTo>
                    <a:pt x="13375" y="1510"/>
                  </a:lnTo>
                  <a:lnTo>
                    <a:pt x="13484" y="1254"/>
                  </a:lnTo>
                  <a:lnTo>
                    <a:pt x="13593" y="1083"/>
                  </a:lnTo>
                  <a:lnTo>
                    <a:pt x="13724" y="969"/>
                  </a:lnTo>
                  <a:lnTo>
                    <a:pt x="13855" y="883"/>
                  </a:lnTo>
                  <a:lnTo>
                    <a:pt x="14007" y="826"/>
                  </a:lnTo>
                  <a:lnTo>
                    <a:pt x="14160" y="798"/>
                  </a:lnTo>
                  <a:lnTo>
                    <a:pt x="14575" y="741"/>
                  </a:lnTo>
                  <a:lnTo>
                    <a:pt x="14618" y="712"/>
                  </a:lnTo>
                  <a:lnTo>
                    <a:pt x="14662" y="655"/>
                  </a:lnTo>
                  <a:lnTo>
                    <a:pt x="14749" y="513"/>
                  </a:lnTo>
                  <a:lnTo>
                    <a:pt x="14836" y="199"/>
                  </a:lnTo>
                  <a:lnTo>
                    <a:pt x="14989" y="0"/>
                  </a:lnTo>
                  <a:lnTo>
                    <a:pt x="15469" y="0"/>
                  </a:lnTo>
                  <a:lnTo>
                    <a:pt x="15491" y="28"/>
                  </a:lnTo>
                  <a:lnTo>
                    <a:pt x="15535" y="114"/>
                  </a:lnTo>
                  <a:lnTo>
                    <a:pt x="15556" y="313"/>
                  </a:lnTo>
                  <a:lnTo>
                    <a:pt x="15600" y="570"/>
                  </a:lnTo>
                  <a:lnTo>
                    <a:pt x="15665" y="826"/>
                  </a:lnTo>
                  <a:lnTo>
                    <a:pt x="16145" y="1767"/>
                  </a:lnTo>
                  <a:lnTo>
                    <a:pt x="16407" y="1909"/>
                  </a:lnTo>
                  <a:lnTo>
                    <a:pt x="16778" y="2052"/>
                  </a:lnTo>
                  <a:lnTo>
                    <a:pt x="17105" y="2337"/>
                  </a:lnTo>
                  <a:lnTo>
                    <a:pt x="17280" y="2707"/>
                  </a:lnTo>
                  <a:lnTo>
                    <a:pt x="17345" y="3448"/>
                  </a:lnTo>
                  <a:lnTo>
                    <a:pt x="17564" y="3989"/>
                  </a:lnTo>
                  <a:lnTo>
                    <a:pt x="17585" y="4246"/>
                  </a:lnTo>
                  <a:lnTo>
                    <a:pt x="17585" y="4730"/>
                  </a:lnTo>
                  <a:lnTo>
                    <a:pt x="17564" y="4873"/>
                  </a:lnTo>
                  <a:lnTo>
                    <a:pt x="17520" y="5044"/>
                  </a:lnTo>
                  <a:lnTo>
                    <a:pt x="17476" y="5186"/>
                  </a:lnTo>
                  <a:lnTo>
                    <a:pt x="17236" y="5386"/>
                  </a:lnTo>
                  <a:lnTo>
                    <a:pt x="17171" y="5443"/>
                  </a:lnTo>
                  <a:lnTo>
                    <a:pt x="17149" y="5500"/>
                  </a:lnTo>
                  <a:lnTo>
                    <a:pt x="17105" y="5557"/>
                  </a:lnTo>
                  <a:lnTo>
                    <a:pt x="17105" y="5642"/>
                  </a:lnTo>
                  <a:lnTo>
                    <a:pt x="17084" y="5984"/>
                  </a:lnTo>
                  <a:lnTo>
                    <a:pt x="17127" y="6269"/>
                  </a:lnTo>
                  <a:lnTo>
                    <a:pt x="17171" y="6440"/>
                  </a:lnTo>
                  <a:lnTo>
                    <a:pt x="17258" y="6640"/>
                  </a:lnTo>
                  <a:lnTo>
                    <a:pt x="17607" y="6953"/>
                  </a:lnTo>
                  <a:lnTo>
                    <a:pt x="18131" y="7124"/>
                  </a:lnTo>
                  <a:lnTo>
                    <a:pt x="18262" y="7209"/>
                  </a:lnTo>
                  <a:lnTo>
                    <a:pt x="18415" y="7295"/>
                  </a:lnTo>
                  <a:lnTo>
                    <a:pt x="18545" y="7352"/>
                  </a:lnTo>
                  <a:lnTo>
                    <a:pt x="18698" y="7409"/>
                  </a:lnTo>
                  <a:lnTo>
                    <a:pt x="19025" y="7466"/>
                  </a:lnTo>
                  <a:lnTo>
                    <a:pt x="19396" y="7494"/>
                  </a:lnTo>
                  <a:lnTo>
                    <a:pt x="19527" y="7608"/>
                  </a:lnTo>
                  <a:lnTo>
                    <a:pt x="19702" y="7779"/>
                  </a:lnTo>
                  <a:lnTo>
                    <a:pt x="20029" y="8207"/>
                  </a:lnTo>
                  <a:lnTo>
                    <a:pt x="20531" y="8748"/>
                  </a:lnTo>
                  <a:lnTo>
                    <a:pt x="20662" y="8777"/>
                  </a:lnTo>
                  <a:lnTo>
                    <a:pt x="20793" y="8834"/>
                  </a:lnTo>
                  <a:lnTo>
                    <a:pt x="20924" y="8948"/>
                  </a:lnTo>
                  <a:lnTo>
                    <a:pt x="21055" y="9119"/>
                  </a:lnTo>
                  <a:lnTo>
                    <a:pt x="21142" y="9575"/>
                  </a:lnTo>
                  <a:lnTo>
                    <a:pt x="21207" y="9831"/>
                  </a:lnTo>
                  <a:lnTo>
                    <a:pt x="21295" y="10116"/>
                  </a:lnTo>
                  <a:lnTo>
                    <a:pt x="21425" y="10230"/>
                  </a:lnTo>
                  <a:lnTo>
                    <a:pt x="21469" y="10316"/>
                  </a:lnTo>
                  <a:lnTo>
                    <a:pt x="21535" y="10487"/>
                  </a:lnTo>
                  <a:lnTo>
                    <a:pt x="21513" y="10914"/>
                  </a:lnTo>
                  <a:lnTo>
                    <a:pt x="21600" y="11227"/>
                  </a:lnTo>
                  <a:lnTo>
                    <a:pt x="21469" y="11341"/>
                  </a:lnTo>
                  <a:lnTo>
                    <a:pt x="21382" y="11455"/>
                  </a:lnTo>
                  <a:lnTo>
                    <a:pt x="21338" y="11598"/>
                  </a:lnTo>
                  <a:lnTo>
                    <a:pt x="21295" y="11854"/>
                  </a:lnTo>
                  <a:lnTo>
                    <a:pt x="21295" y="12310"/>
                  </a:lnTo>
                  <a:lnTo>
                    <a:pt x="21360" y="12852"/>
                  </a:lnTo>
                  <a:lnTo>
                    <a:pt x="21295" y="12909"/>
                  </a:lnTo>
                  <a:lnTo>
                    <a:pt x="20487" y="12937"/>
                  </a:lnTo>
                  <a:lnTo>
                    <a:pt x="20116" y="13023"/>
                  </a:lnTo>
                  <a:lnTo>
                    <a:pt x="19964" y="13080"/>
                  </a:lnTo>
                  <a:lnTo>
                    <a:pt x="19833" y="13137"/>
                  </a:lnTo>
                  <a:lnTo>
                    <a:pt x="19724" y="13251"/>
                  </a:lnTo>
                  <a:lnTo>
                    <a:pt x="19615" y="13393"/>
                  </a:lnTo>
                  <a:lnTo>
                    <a:pt x="19549" y="13564"/>
                  </a:lnTo>
                  <a:lnTo>
                    <a:pt x="19484" y="13792"/>
                  </a:lnTo>
                  <a:lnTo>
                    <a:pt x="19353" y="13963"/>
                  </a:lnTo>
                  <a:lnTo>
                    <a:pt x="19265" y="14106"/>
                  </a:lnTo>
                  <a:lnTo>
                    <a:pt x="19200" y="14277"/>
                  </a:lnTo>
                  <a:lnTo>
                    <a:pt x="19135" y="14504"/>
                  </a:lnTo>
                  <a:lnTo>
                    <a:pt x="19025" y="14590"/>
                  </a:lnTo>
                  <a:lnTo>
                    <a:pt x="18895" y="14647"/>
                  </a:lnTo>
                  <a:lnTo>
                    <a:pt x="18655" y="14704"/>
                  </a:lnTo>
                  <a:lnTo>
                    <a:pt x="18436" y="14732"/>
                  </a:lnTo>
                  <a:lnTo>
                    <a:pt x="18240" y="14732"/>
                  </a:lnTo>
                  <a:lnTo>
                    <a:pt x="18218" y="14875"/>
                  </a:lnTo>
                  <a:lnTo>
                    <a:pt x="18153" y="15046"/>
                  </a:lnTo>
                  <a:lnTo>
                    <a:pt x="18065" y="15188"/>
                  </a:lnTo>
                  <a:lnTo>
                    <a:pt x="17978" y="15302"/>
                  </a:lnTo>
                  <a:lnTo>
                    <a:pt x="17935" y="15416"/>
                  </a:lnTo>
                  <a:lnTo>
                    <a:pt x="17935" y="15530"/>
                  </a:lnTo>
                  <a:lnTo>
                    <a:pt x="17956" y="15758"/>
                  </a:lnTo>
                  <a:lnTo>
                    <a:pt x="18022" y="16015"/>
                  </a:lnTo>
                  <a:lnTo>
                    <a:pt x="18087" y="16328"/>
                  </a:lnTo>
                  <a:lnTo>
                    <a:pt x="18109" y="16670"/>
                  </a:lnTo>
                  <a:lnTo>
                    <a:pt x="17498" y="16841"/>
                  </a:lnTo>
                  <a:lnTo>
                    <a:pt x="17236" y="17012"/>
                  </a:lnTo>
                  <a:lnTo>
                    <a:pt x="17018" y="17183"/>
                  </a:lnTo>
                  <a:lnTo>
                    <a:pt x="16647" y="17297"/>
                  </a:lnTo>
                  <a:lnTo>
                    <a:pt x="16255" y="17383"/>
                  </a:lnTo>
                  <a:lnTo>
                    <a:pt x="15905" y="17440"/>
                  </a:lnTo>
                  <a:lnTo>
                    <a:pt x="15556" y="17440"/>
                  </a:lnTo>
                  <a:lnTo>
                    <a:pt x="15360" y="17497"/>
                  </a:lnTo>
                  <a:lnTo>
                    <a:pt x="15229" y="17611"/>
                  </a:lnTo>
                  <a:lnTo>
                    <a:pt x="15229" y="17725"/>
                  </a:lnTo>
                  <a:lnTo>
                    <a:pt x="15251" y="17810"/>
                  </a:lnTo>
                  <a:lnTo>
                    <a:pt x="15295" y="17924"/>
                  </a:lnTo>
                  <a:lnTo>
                    <a:pt x="15404" y="18123"/>
                  </a:lnTo>
                  <a:lnTo>
                    <a:pt x="15338" y="18237"/>
                  </a:lnTo>
                  <a:lnTo>
                    <a:pt x="15316" y="18351"/>
                  </a:lnTo>
                  <a:lnTo>
                    <a:pt x="15316" y="18437"/>
                  </a:lnTo>
                  <a:lnTo>
                    <a:pt x="15360" y="18551"/>
                  </a:lnTo>
                  <a:lnTo>
                    <a:pt x="15404" y="18636"/>
                  </a:lnTo>
                  <a:lnTo>
                    <a:pt x="15491" y="18722"/>
                  </a:lnTo>
                  <a:lnTo>
                    <a:pt x="15687" y="18921"/>
                  </a:lnTo>
                  <a:lnTo>
                    <a:pt x="15927" y="19377"/>
                  </a:lnTo>
                  <a:lnTo>
                    <a:pt x="16015" y="19434"/>
                  </a:lnTo>
                  <a:lnTo>
                    <a:pt x="16080" y="19520"/>
                  </a:lnTo>
                  <a:lnTo>
                    <a:pt x="16102" y="19577"/>
                  </a:lnTo>
                  <a:lnTo>
                    <a:pt x="16102" y="19890"/>
                  </a:lnTo>
                  <a:lnTo>
                    <a:pt x="15971" y="20061"/>
                  </a:lnTo>
                  <a:lnTo>
                    <a:pt x="15753" y="20204"/>
                  </a:lnTo>
                  <a:lnTo>
                    <a:pt x="15687" y="20261"/>
                  </a:lnTo>
                  <a:lnTo>
                    <a:pt x="15644" y="20318"/>
                  </a:lnTo>
                  <a:lnTo>
                    <a:pt x="15600" y="20403"/>
                  </a:lnTo>
                  <a:lnTo>
                    <a:pt x="15578" y="20489"/>
                  </a:lnTo>
                  <a:lnTo>
                    <a:pt x="15578" y="20802"/>
                  </a:lnTo>
                  <a:lnTo>
                    <a:pt x="15644" y="20888"/>
                  </a:lnTo>
                  <a:lnTo>
                    <a:pt x="15731" y="21030"/>
                  </a:lnTo>
                  <a:lnTo>
                    <a:pt x="15796" y="21201"/>
                  </a:lnTo>
                  <a:lnTo>
                    <a:pt x="15818" y="21315"/>
                  </a:lnTo>
                  <a:lnTo>
                    <a:pt x="15818" y="21429"/>
                  </a:lnTo>
                  <a:lnTo>
                    <a:pt x="15709" y="21515"/>
                  </a:lnTo>
                  <a:lnTo>
                    <a:pt x="15600" y="21543"/>
                  </a:lnTo>
                  <a:lnTo>
                    <a:pt x="15447" y="21600"/>
                  </a:lnTo>
                  <a:close/>
                </a:path>
              </a:pathLst>
            </a:custGeom>
            <a:solidFill>
              <a:srgbClr val="DDDEE0"/>
            </a:solidFill>
            <a:ln w="9525" cap="flat">
              <a:solidFill>
                <a:srgbClr val="FFFFFF"/>
              </a:solidFill>
              <a:prstDash val="solid"/>
              <a:round/>
            </a:ln>
            <a:effectLst/>
          </p:spPr>
          <p:txBody>
            <a:bodyPr wrap="square" lIns="0" tIns="0" rIns="0" bIns="0" numCol="1" anchor="t">
              <a:noAutofit/>
            </a:bodyPr>
            <a:lstStyle/>
            <a:p>
              <a:pPr lvl="0" algn="l" defTabSz="914400">
                <a:defRPr sz="1800">
                  <a:latin typeface="Microsoft YaHei"/>
                  <a:ea typeface="Microsoft YaHei"/>
                  <a:cs typeface="Microsoft YaHei"/>
                  <a:sym typeface="Microsoft YaHei"/>
                </a:defRPr>
              </a:pPr>
              <a:endParaRPr/>
            </a:p>
          </p:txBody>
        </p:sp>
        <p:sp>
          <p:nvSpPr>
            <p:cNvPr id="182" name="Shape 182"/>
            <p:cNvSpPr/>
            <p:nvPr/>
          </p:nvSpPr>
          <p:spPr>
            <a:xfrm>
              <a:off x="4105035" y="93998"/>
              <a:ext cx="4273466" cy="3658107"/>
            </a:xfrm>
            <a:custGeom>
              <a:avLst/>
              <a:gdLst/>
              <a:ahLst/>
              <a:cxnLst>
                <a:cxn ang="0">
                  <a:pos x="wd2" y="hd2"/>
                </a:cxn>
                <a:cxn ang="5400000">
                  <a:pos x="wd2" y="hd2"/>
                </a:cxn>
                <a:cxn ang="10800000">
                  <a:pos x="wd2" y="hd2"/>
                </a:cxn>
                <a:cxn ang="16200000">
                  <a:pos x="wd2" y="hd2"/>
                </a:cxn>
              </a:cxnLst>
              <a:rect l="0" t="0" r="r" b="b"/>
              <a:pathLst>
                <a:path w="21600" h="21600" extrusionOk="0">
                  <a:moveTo>
                    <a:pt x="5504" y="21600"/>
                  </a:moveTo>
                  <a:lnTo>
                    <a:pt x="5128" y="21184"/>
                  </a:lnTo>
                  <a:lnTo>
                    <a:pt x="4930" y="20721"/>
                  </a:lnTo>
                  <a:lnTo>
                    <a:pt x="4950" y="20397"/>
                  </a:lnTo>
                  <a:lnTo>
                    <a:pt x="4969" y="20282"/>
                  </a:lnTo>
                  <a:lnTo>
                    <a:pt x="5009" y="20166"/>
                  </a:lnTo>
                  <a:lnTo>
                    <a:pt x="5128" y="19981"/>
                  </a:lnTo>
                  <a:lnTo>
                    <a:pt x="5227" y="19889"/>
                  </a:lnTo>
                  <a:lnTo>
                    <a:pt x="5326" y="19819"/>
                  </a:lnTo>
                  <a:lnTo>
                    <a:pt x="5504" y="19634"/>
                  </a:lnTo>
                  <a:lnTo>
                    <a:pt x="5662" y="19357"/>
                  </a:lnTo>
                  <a:lnTo>
                    <a:pt x="5643" y="19172"/>
                  </a:lnTo>
                  <a:lnTo>
                    <a:pt x="5563" y="19033"/>
                  </a:lnTo>
                  <a:lnTo>
                    <a:pt x="5504" y="18940"/>
                  </a:lnTo>
                  <a:lnTo>
                    <a:pt x="5425" y="18894"/>
                  </a:lnTo>
                  <a:lnTo>
                    <a:pt x="5365" y="18871"/>
                  </a:lnTo>
                  <a:lnTo>
                    <a:pt x="5286" y="18848"/>
                  </a:lnTo>
                  <a:lnTo>
                    <a:pt x="5207" y="18871"/>
                  </a:lnTo>
                  <a:lnTo>
                    <a:pt x="5009" y="18940"/>
                  </a:lnTo>
                  <a:lnTo>
                    <a:pt x="4771" y="19172"/>
                  </a:lnTo>
                  <a:lnTo>
                    <a:pt x="4435" y="19357"/>
                  </a:lnTo>
                  <a:lnTo>
                    <a:pt x="4375" y="19287"/>
                  </a:lnTo>
                  <a:lnTo>
                    <a:pt x="4316" y="19241"/>
                  </a:lnTo>
                  <a:lnTo>
                    <a:pt x="4217" y="19172"/>
                  </a:lnTo>
                  <a:lnTo>
                    <a:pt x="3801" y="19172"/>
                  </a:lnTo>
                  <a:lnTo>
                    <a:pt x="3663" y="19195"/>
                  </a:lnTo>
                  <a:lnTo>
                    <a:pt x="3584" y="19241"/>
                  </a:lnTo>
                  <a:lnTo>
                    <a:pt x="3524" y="19334"/>
                  </a:lnTo>
                  <a:lnTo>
                    <a:pt x="3485" y="19449"/>
                  </a:lnTo>
                  <a:lnTo>
                    <a:pt x="3465" y="19657"/>
                  </a:lnTo>
                  <a:lnTo>
                    <a:pt x="3445" y="19912"/>
                  </a:lnTo>
                  <a:lnTo>
                    <a:pt x="3386" y="19958"/>
                  </a:lnTo>
                  <a:lnTo>
                    <a:pt x="3267" y="19958"/>
                  </a:lnTo>
                  <a:lnTo>
                    <a:pt x="3207" y="19935"/>
                  </a:lnTo>
                  <a:lnTo>
                    <a:pt x="3108" y="19866"/>
                  </a:lnTo>
                  <a:lnTo>
                    <a:pt x="3029" y="19842"/>
                  </a:lnTo>
                  <a:lnTo>
                    <a:pt x="2831" y="19542"/>
                  </a:lnTo>
                  <a:lnTo>
                    <a:pt x="2673" y="19357"/>
                  </a:lnTo>
                  <a:lnTo>
                    <a:pt x="2594" y="19125"/>
                  </a:lnTo>
                  <a:lnTo>
                    <a:pt x="2495" y="18940"/>
                  </a:lnTo>
                  <a:lnTo>
                    <a:pt x="2455" y="18871"/>
                  </a:lnTo>
                  <a:lnTo>
                    <a:pt x="2396" y="18802"/>
                  </a:lnTo>
                  <a:lnTo>
                    <a:pt x="2316" y="18779"/>
                  </a:lnTo>
                  <a:lnTo>
                    <a:pt x="2237" y="18732"/>
                  </a:lnTo>
                  <a:lnTo>
                    <a:pt x="1881" y="18293"/>
                  </a:lnTo>
                  <a:lnTo>
                    <a:pt x="1663" y="18224"/>
                  </a:lnTo>
                  <a:lnTo>
                    <a:pt x="1703" y="18039"/>
                  </a:lnTo>
                  <a:lnTo>
                    <a:pt x="1821" y="17900"/>
                  </a:lnTo>
                  <a:lnTo>
                    <a:pt x="1960" y="17784"/>
                  </a:lnTo>
                  <a:lnTo>
                    <a:pt x="2039" y="17715"/>
                  </a:lnTo>
                  <a:lnTo>
                    <a:pt x="2099" y="17645"/>
                  </a:lnTo>
                  <a:lnTo>
                    <a:pt x="2237" y="17299"/>
                  </a:lnTo>
                  <a:lnTo>
                    <a:pt x="2237" y="17160"/>
                  </a:lnTo>
                  <a:lnTo>
                    <a:pt x="2217" y="17044"/>
                  </a:lnTo>
                  <a:lnTo>
                    <a:pt x="2178" y="16975"/>
                  </a:lnTo>
                  <a:lnTo>
                    <a:pt x="2138" y="16928"/>
                  </a:lnTo>
                  <a:lnTo>
                    <a:pt x="1802" y="16928"/>
                  </a:lnTo>
                  <a:lnTo>
                    <a:pt x="1485" y="16975"/>
                  </a:lnTo>
                  <a:lnTo>
                    <a:pt x="1188" y="17044"/>
                  </a:lnTo>
                  <a:lnTo>
                    <a:pt x="911" y="17160"/>
                  </a:lnTo>
                  <a:lnTo>
                    <a:pt x="832" y="17229"/>
                  </a:lnTo>
                  <a:lnTo>
                    <a:pt x="752" y="17252"/>
                  </a:lnTo>
                  <a:lnTo>
                    <a:pt x="634" y="17252"/>
                  </a:lnTo>
                  <a:lnTo>
                    <a:pt x="653" y="16767"/>
                  </a:lnTo>
                  <a:lnTo>
                    <a:pt x="495" y="16512"/>
                  </a:lnTo>
                  <a:lnTo>
                    <a:pt x="139" y="16165"/>
                  </a:lnTo>
                  <a:lnTo>
                    <a:pt x="139" y="16027"/>
                  </a:lnTo>
                  <a:lnTo>
                    <a:pt x="178" y="15911"/>
                  </a:lnTo>
                  <a:lnTo>
                    <a:pt x="257" y="15703"/>
                  </a:lnTo>
                  <a:lnTo>
                    <a:pt x="238" y="15356"/>
                  </a:lnTo>
                  <a:lnTo>
                    <a:pt x="238" y="15217"/>
                  </a:lnTo>
                  <a:lnTo>
                    <a:pt x="198" y="15078"/>
                  </a:lnTo>
                  <a:lnTo>
                    <a:pt x="0" y="14778"/>
                  </a:lnTo>
                  <a:lnTo>
                    <a:pt x="0" y="14385"/>
                  </a:lnTo>
                  <a:lnTo>
                    <a:pt x="990" y="14662"/>
                  </a:lnTo>
                  <a:lnTo>
                    <a:pt x="2712" y="14685"/>
                  </a:lnTo>
                  <a:lnTo>
                    <a:pt x="3029" y="14778"/>
                  </a:lnTo>
                  <a:lnTo>
                    <a:pt x="3227" y="14847"/>
                  </a:lnTo>
                  <a:lnTo>
                    <a:pt x="3405" y="14916"/>
                  </a:lnTo>
                  <a:lnTo>
                    <a:pt x="3960" y="15448"/>
                  </a:lnTo>
                  <a:lnTo>
                    <a:pt x="4098" y="15518"/>
                  </a:lnTo>
                  <a:lnTo>
                    <a:pt x="4613" y="15610"/>
                  </a:lnTo>
                  <a:lnTo>
                    <a:pt x="4851" y="15795"/>
                  </a:lnTo>
                  <a:lnTo>
                    <a:pt x="5504" y="16050"/>
                  </a:lnTo>
                  <a:lnTo>
                    <a:pt x="5563" y="16096"/>
                  </a:lnTo>
                  <a:lnTo>
                    <a:pt x="5623" y="16165"/>
                  </a:lnTo>
                  <a:lnTo>
                    <a:pt x="5781" y="16327"/>
                  </a:lnTo>
                  <a:lnTo>
                    <a:pt x="5880" y="16397"/>
                  </a:lnTo>
                  <a:lnTo>
                    <a:pt x="5979" y="16420"/>
                  </a:lnTo>
                  <a:lnTo>
                    <a:pt x="6078" y="16397"/>
                  </a:lnTo>
                  <a:lnTo>
                    <a:pt x="6217" y="16327"/>
                  </a:lnTo>
                  <a:lnTo>
                    <a:pt x="6256" y="16258"/>
                  </a:lnTo>
                  <a:lnTo>
                    <a:pt x="6316" y="16188"/>
                  </a:lnTo>
                  <a:lnTo>
                    <a:pt x="6434" y="16096"/>
                  </a:lnTo>
                  <a:lnTo>
                    <a:pt x="6593" y="16027"/>
                  </a:lnTo>
                  <a:lnTo>
                    <a:pt x="6731" y="15957"/>
                  </a:lnTo>
                  <a:lnTo>
                    <a:pt x="6890" y="15818"/>
                  </a:lnTo>
                  <a:lnTo>
                    <a:pt x="7009" y="15726"/>
                  </a:lnTo>
                  <a:lnTo>
                    <a:pt x="7167" y="15657"/>
                  </a:lnTo>
                  <a:lnTo>
                    <a:pt x="7385" y="15610"/>
                  </a:lnTo>
                  <a:lnTo>
                    <a:pt x="7385" y="15564"/>
                  </a:lnTo>
                  <a:lnTo>
                    <a:pt x="7504" y="15495"/>
                  </a:lnTo>
                  <a:lnTo>
                    <a:pt x="7702" y="15402"/>
                  </a:lnTo>
                  <a:lnTo>
                    <a:pt x="7761" y="15402"/>
                  </a:lnTo>
                  <a:lnTo>
                    <a:pt x="7840" y="15356"/>
                  </a:lnTo>
                  <a:lnTo>
                    <a:pt x="7979" y="15263"/>
                  </a:lnTo>
                  <a:lnTo>
                    <a:pt x="8117" y="15148"/>
                  </a:lnTo>
                  <a:lnTo>
                    <a:pt x="8276" y="15101"/>
                  </a:lnTo>
                  <a:lnTo>
                    <a:pt x="8395" y="15032"/>
                  </a:lnTo>
                  <a:lnTo>
                    <a:pt x="8533" y="14986"/>
                  </a:lnTo>
                  <a:lnTo>
                    <a:pt x="8850" y="14986"/>
                  </a:lnTo>
                  <a:lnTo>
                    <a:pt x="9087" y="15055"/>
                  </a:lnTo>
                  <a:lnTo>
                    <a:pt x="9424" y="15101"/>
                  </a:lnTo>
                  <a:lnTo>
                    <a:pt x="9761" y="15101"/>
                  </a:lnTo>
                  <a:lnTo>
                    <a:pt x="9899" y="15055"/>
                  </a:lnTo>
                  <a:lnTo>
                    <a:pt x="9959" y="15032"/>
                  </a:lnTo>
                  <a:lnTo>
                    <a:pt x="9998" y="14986"/>
                  </a:lnTo>
                  <a:lnTo>
                    <a:pt x="10176" y="14963"/>
                  </a:lnTo>
                  <a:lnTo>
                    <a:pt x="10493" y="14778"/>
                  </a:lnTo>
                  <a:lnTo>
                    <a:pt x="10632" y="14639"/>
                  </a:lnTo>
                  <a:lnTo>
                    <a:pt x="10889" y="14338"/>
                  </a:lnTo>
                  <a:lnTo>
                    <a:pt x="11107" y="14015"/>
                  </a:lnTo>
                  <a:lnTo>
                    <a:pt x="11443" y="13668"/>
                  </a:lnTo>
                  <a:lnTo>
                    <a:pt x="11582" y="13529"/>
                  </a:lnTo>
                  <a:lnTo>
                    <a:pt x="11740" y="13390"/>
                  </a:lnTo>
                  <a:lnTo>
                    <a:pt x="11978" y="13251"/>
                  </a:lnTo>
                  <a:lnTo>
                    <a:pt x="12057" y="13159"/>
                  </a:lnTo>
                  <a:lnTo>
                    <a:pt x="12037" y="12858"/>
                  </a:lnTo>
                  <a:lnTo>
                    <a:pt x="11701" y="12488"/>
                  </a:lnTo>
                  <a:lnTo>
                    <a:pt x="11641" y="12234"/>
                  </a:lnTo>
                  <a:lnTo>
                    <a:pt x="11661" y="11933"/>
                  </a:lnTo>
                  <a:lnTo>
                    <a:pt x="11681" y="11794"/>
                  </a:lnTo>
                  <a:lnTo>
                    <a:pt x="11701" y="11679"/>
                  </a:lnTo>
                  <a:lnTo>
                    <a:pt x="11740" y="11586"/>
                  </a:lnTo>
                  <a:lnTo>
                    <a:pt x="11800" y="11494"/>
                  </a:lnTo>
                  <a:lnTo>
                    <a:pt x="11879" y="11401"/>
                  </a:lnTo>
                  <a:lnTo>
                    <a:pt x="11998" y="11355"/>
                  </a:lnTo>
                  <a:lnTo>
                    <a:pt x="12018" y="11309"/>
                  </a:lnTo>
                  <a:lnTo>
                    <a:pt x="12037" y="11286"/>
                  </a:lnTo>
                  <a:lnTo>
                    <a:pt x="12077" y="11309"/>
                  </a:lnTo>
                  <a:lnTo>
                    <a:pt x="12136" y="11355"/>
                  </a:lnTo>
                  <a:lnTo>
                    <a:pt x="12473" y="11633"/>
                  </a:lnTo>
                  <a:lnTo>
                    <a:pt x="12730" y="11725"/>
                  </a:lnTo>
                  <a:lnTo>
                    <a:pt x="13008" y="11725"/>
                  </a:lnTo>
                  <a:lnTo>
                    <a:pt x="13126" y="11679"/>
                  </a:lnTo>
                  <a:lnTo>
                    <a:pt x="13225" y="11586"/>
                  </a:lnTo>
                  <a:lnTo>
                    <a:pt x="13344" y="11471"/>
                  </a:lnTo>
                  <a:lnTo>
                    <a:pt x="13443" y="11332"/>
                  </a:lnTo>
                  <a:lnTo>
                    <a:pt x="13661" y="11054"/>
                  </a:lnTo>
                  <a:lnTo>
                    <a:pt x="13839" y="10777"/>
                  </a:lnTo>
                  <a:lnTo>
                    <a:pt x="13958" y="10684"/>
                  </a:lnTo>
                  <a:lnTo>
                    <a:pt x="14017" y="10684"/>
                  </a:lnTo>
                  <a:lnTo>
                    <a:pt x="14096" y="10661"/>
                  </a:lnTo>
                  <a:lnTo>
                    <a:pt x="14235" y="10684"/>
                  </a:lnTo>
                  <a:lnTo>
                    <a:pt x="14393" y="10707"/>
                  </a:lnTo>
                  <a:lnTo>
                    <a:pt x="14492" y="10615"/>
                  </a:lnTo>
                  <a:lnTo>
                    <a:pt x="14572" y="10569"/>
                  </a:lnTo>
                  <a:lnTo>
                    <a:pt x="14770" y="10476"/>
                  </a:lnTo>
                  <a:lnTo>
                    <a:pt x="15027" y="10199"/>
                  </a:lnTo>
                  <a:lnTo>
                    <a:pt x="15067" y="10176"/>
                  </a:lnTo>
                  <a:lnTo>
                    <a:pt x="15086" y="10129"/>
                  </a:lnTo>
                  <a:lnTo>
                    <a:pt x="15146" y="10014"/>
                  </a:lnTo>
                  <a:lnTo>
                    <a:pt x="15185" y="9806"/>
                  </a:lnTo>
                  <a:lnTo>
                    <a:pt x="15245" y="9621"/>
                  </a:lnTo>
                  <a:lnTo>
                    <a:pt x="15304" y="9505"/>
                  </a:lnTo>
                  <a:lnTo>
                    <a:pt x="15383" y="9436"/>
                  </a:lnTo>
                  <a:lnTo>
                    <a:pt x="15463" y="9389"/>
                  </a:lnTo>
                  <a:lnTo>
                    <a:pt x="15641" y="9320"/>
                  </a:lnTo>
                  <a:lnTo>
                    <a:pt x="15779" y="9297"/>
                  </a:lnTo>
                  <a:lnTo>
                    <a:pt x="15938" y="9227"/>
                  </a:lnTo>
                  <a:lnTo>
                    <a:pt x="16037" y="9089"/>
                  </a:lnTo>
                  <a:lnTo>
                    <a:pt x="16155" y="8973"/>
                  </a:lnTo>
                  <a:lnTo>
                    <a:pt x="16433" y="8788"/>
                  </a:lnTo>
                  <a:lnTo>
                    <a:pt x="16532" y="8719"/>
                  </a:lnTo>
                  <a:lnTo>
                    <a:pt x="16631" y="8696"/>
                  </a:lnTo>
                  <a:lnTo>
                    <a:pt x="16789" y="8672"/>
                  </a:lnTo>
                  <a:lnTo>
                    <a:pt x="16947" y="8672"/>
                  </a:lnTo>
                  <a:lnTo>
                    <a:pt x="17284" y="8696"/>
                  </a:lnTo>
                  <a:lnTo>
                    <a:pt x="17581" y="8742"/>
                  </a:lnTo>
                  <a:lnTo>
                    <a:pt x="17739" y="8649"/>
                  </a:lnTo>
                  <a:lnTo>
                    <a:pt x="17799" y="8557"/>
                  </a:lnTo>
                  <a:lnTo>
                    <a:pt x="17838" y="8441"/>
                  </a:lnTo>
                  <a:lnTo>
                    <a:pt x="17858" y="8325"/>
                  </a:lnTo>
                  <a:lnTo>
                    <a:pt x="17858" y="8233"/>
                  </a:lnTo>
                  <a:lnTo>
                    <a:pt x="17838" y="8117"/>
                  </a:lnTo>
                  <a:lnTo>
                    <a:pt x="17799" y="8025"/>
                  </a:lnTo>
                  <a:lnTo>
                    <a:pt x="17720" y="7863"/>
                  </a:lnTo>
                  <a:lnTo>
                    <a:pt x="17462" y="7585"/>
                  </a:lnTo>
                  <a:lnTo>
                    <a:pt x="17007" y="7262"/>
                  </a:lnTo>
                  <a:lnTo>
                    <a:pt x="16987" y="7192"/>
                  </a:lnTo>
                  <a:lnTo>
                    <a:pt x="16947" y="7100"/>
                  </a:lnTo>
                  <a:lnTo>
                    <a:pt x="16710" y="6822"/>
                  </a:lnTo>
                  <a:lnTo>
                    <a:pt x="16393" y="6822"/>
                  </a:lnTo>
                  <a:lnTo>
                    <a:pt x="16235" y="7030"/>
                  </a:lnTo>
                  <a:lnTo>
                    <a:pt x="15938" y="7030"/>
                  </a:lnTo>
                  <a:lnTo>
                    <a:pt x="15878" y="7447"/>
                  </a:lnTo>
                  <a:lnTo>
                    <a:pt x="15799" y="7470"/>
                  </a:lnTo>
                  <a:lnTo>
                    <a:pt x="15700" y="7470"/>
                  </a:lnTo>
                  <a:lnTo>
                    <a:pt x="15542" y="7424"/>
                  </a:lnTo>
                  <a:lnTo>
                    <a:pt x="15383" y="7331"/>
                  </a:lnTo>
                  <a:lnTo>
                    <a:pt x="15284" y="7285"/>
                  </a:lnTo>
                  <a:lnTo>
                    <a:pt x="15007" y="7285"/>
                  </a:lnTo>
                  <a:lnTo>
                    <a:pt x="14888" y="7331"/>
                  </a:lnTo>
                  <a:lnTo>
                    <a:pt x="14789" y="7400"/>
                  </a:lnTo>
                  <a:lnTo>
                    <a:pt x="14611" y="7562"/>
                  </a:lnTo>
                  <a:lnTo>
                    <a:pt x="14512" y="7562"/>
                  </a:lnTo>
                  <a:lnTo>
                    <a:pt x="14413" y="7516"/>
                  </a:lnTo>
                  <a:lnTo>
                    <a:pt x="14354" y="7470"/>
                  </a:lnTo>
                  <a:lnTo>
                    <a:pt x="14275" y="7331"/>
                  </a:lnTo>
                  <a:lnTo>
                    <a:pt x="14255" y="7262"/>
                  </a:lnTo>
                  <a:lnTo>
                    <a:pt x="14255" y="7123"/>
                  </a:lnTo>
                  <a:lnTo>
                    <a:pt x="14552" y="6799"/>
                  </a:lnTo>
                  <a:lnTo>
                    <a:pt x="14532" y="6429"/>
                  </a:lnTo>
                  <a:lnTo>
                    <a:pt x="14552" y="6290"/>
                  </a:lnTo>
                  <a:lnTo>
                    <a:pt x="14552" y="6152"/>
                  </a:lnTo>
                  <a:lnTo>
                    <a:pt x="14651" y="5920"/>
                  </a:lnTo>
                  <a:lnTo>
                    <a:pt x="14730" y="5712"/>
                  </a:lnTo>
                  <a:lnTo>
                    <a:pt x="14730" y="5458"/>
                  </a:lnTo>
                  <a:lnTo>
                    <a:pt x="14750" y="5273"/>
                  </a:lnTo>
                  <a:lnTo>
                    <a:pt x="14789" y="5088"/>
                  </a:lnTo>
                  <a:lnTo>
                    <a:pt x="14869" y="4926"/>
                  </a:lnTo>
                  <a:lnTo>
                    <a:pt x="15067" y="4926"/>
                  </a:lnTo>
                  <a:lnTo>
                    <a:pt x="15304" y="4972"/>
                  </a:lnTo>
                  <a:lnTo>
                    <a:pt x="15581" y="4995"/>
                  </a:lnTo>
                  <a:lnTo>
                    <a:pt x="15858" y="4949"/>
                  </a:lnTo>
                  <a:lnTo>
                    <a:pt x="15997" y="4903"/>
                  </a:lnTo>
                  <a:lnTo>
                    <a:pt x="16116" y="4810"/>
                  </a:lnTo>
                  <a:lnTo>
                    <a:pt x="16254" y="4672"/>
                  </a:lnTo>
                  <a:lnTo>
                    <a:pt x="16413" y="4510"/>
                  </a:lnTo>
                  <a:lnTo>
                    <a:pt x="16551" y="4348"/>
                  </a:lnTo>
                  <a:lnTo>
                    <a:pt x="16670" y="4186"/>
                  </a:lnTo>
                  <a:lnTo>
                    <a:pt x="16670" y="3839"/>
                  </a:lnTo>
                  <a:lnTo>
                    <a:pt x="16690" y="3423"/>
                  </a:lnTo>
                  <a:lnTo>
                    <a:pt x="16710" y="3215"/>
                  </a:lnTo>
                  <a:lnTo>
                    <a:pt x="16749" y="3030"/>
                  </a:lnTo>
                  <a:lnTo>
                    <a:pt x="16809" y="2891"/>
                  </a:lnTo>
                  <a:lnTo>
                    <a:pt x="16848" y="2845"/>
                  </a:lnTo>
                  <a:lnTo>
                    <a:pt x="16908" y="2798"/>
                  </a:lnTo>
                  <a:lnTo>
                    <a:pt x="16967" y="2683"/>
                  </a:lnTo>
                  <a:lnTo>
                    <a:pt x="17027" y="2544"/>
                  </a:lnTo>
                  <a:lnTo>
                    <a:pt x="17066" y="2290"/>
                  </a:lnTo>
                  <a:lnTo>
                    <a:pt x="17126" y="2035"/>
                  </a:lnTo>
                  <a:lnTo>
                    <a:pt x="17185" y="1919"/>
                  </a:lnTo>
                  <a:lnTo>
                    <a:pt x="17244" y="1827"/>
                  </a:lnTo>
                  <a:lnTo>
                    <a:pt x="17244" y="1341"/>
                  </a:lnTo>
                  <a:lnTo>
                    <a:pt x="17205" y="1249"/>
                  </a:lnTo>
                  <a:lnTo>
                    <a:pt x="16987" y="948"/>
                  </a:lnTo>
                  <a:lnTo>
                    <a:pt x="16789" y="833"/>
                  </a:lnTo>
                  <a:lnTo>
                    <a:pt x="16789" y="717"/>
                  </a:lnTo>
                  <a:lnTo>
                    <a:pt x="16809" y="624"/>
                  </a:lnTo>
                  <a:lnTo>
                    <a:pt x="16848" y="532"/>
                  </a:lnTo>
                  <a:lnTo>
                    <a:pt x="16888" y="463"/>
                  </a:lnTo>
                  <a:lnTo>
                    <a:pt x="16947" y="393"/>
                  </a:lnTo>
                  <a:lnTo>
                    <a:pt x="17027" y="324"/>
                  </a:lnTo>
                  <a:lnTo>
                    <a:pt x="17185" y="231"/>
                  </a:lnTo>
                  <a:lnTo>
                    <a:pt x="17264" y="231"/>
                  </a:lnTo>
                  <a:lnTo>
                    <a:pt x="17324" y="185"/>
                  </a:lnTo>
                  <a:lnTo>
                    <a:pt x="17601" y="46"/>
                  </a:lnTo>
                  <a:lnTo>
                    <a:pt x="17660" y="23"/>
                  </a:lnTo>
                  <a:lnTo>
                    <a:pt x="17759" y="0"/>
                  </a:lnTo>
                  <a:lnTo>
                    <a:pt x="17759" y="69"/>
                  </a:lnTo>
                  <a:lnTo>
                    <a:pt x="17858" y="185"/>
                  </a:lnTo>
                  <a:lnTo>
                    <a:pt x="17819" y="486"/>
                  </a:lnTo>
                  <a:lnTo>
                    <a:pt x="17739" y="601"/>
                  </a:lnTo>
                  <a:lnTo>
                    <a:pt x="17680" y="671"/>
                  </a:lnTo>
                  <a:lnTo>
                    <a:pt x="17640" y="763"/>
                  </a:lnTo>
                  <a:lnTo>
                    <a:pt x="17621" y="902"/>
                  </a:lnTo>
                  <a:lnTo>
                    <a:pt x="17858" y="1110"/>
                  </a:lnTo>
                  <a:lnTo>
                    <a:pt x="17918" y="1203"/>
                  </a:lnTo>
                  <a:lnTo>
                    <a:pt x="17977" y="1272"/>
                  </a:lnTo>
                  <a:lnTo>
                    <a:pt x="18076" y="1318"/>
                  </a:lnTo>
                  <a:lnTo>
                    <a:pt x="18234" y="1341"/>
                  </a:lnTo>
                  <a:lnTo>
                    <a:pt x="18294" y="925"/>
                  </a:lnTo>
                  <a:lnTo>
                    <a:pt x="18472" y="925"/>
                  </a:lnTo>
                  <a:lnTo>
                    <a:pt x="18591" y="971"/>
                  </a:lnTo>
                  <a:lnTo>
                    <a:pt x="18729" y="1064"/>
                  </a:lnTo>
                  <a:lnTo>
                    <a:pt x="18808" y="1203"/>
                  </a:lnTo>
                  <a:lnTo>
                    <a:pt x="18888" y="1619"/>
                  </a:lnTo>
                  <a:lnTo>
                    <a:pt x="18947" y="1850"/>
                  </a:lnTo>
                  <a:lnTo>
                    <a:pt x="19006" y="1943"/>
                  </a:lnTo>
                  <a:lnTo>
                    <a:pt x="19066" y="2058"/>
                  </a:lnTo>
                  <a:lnTo>
                    <a:pt x="19185" y="2128"/>
                  </a:lnTo>
                  <a:lnTo>
                    <a:pt x="19482" y="2104"/>
                  </a:lnTo>
                  <a:lnTo>
                    <a:pt x="19680" y="2012"/>
                  </a:lnTo>
                  <a:lnTo>
                    <a:pt x="19897" y="1989"/>
                  </a:lnTo>
                  <a:lnTo>
                    <a:pt x="20016" y="1943"/>
                  </a:lnTo>
                  <a:lnTo>
                    <a:pt x="20115" y="1919"/>
                  </a:lnTo>
                  <a:lnTo>
                    <a:pt x="20214" y="1850"/>
                  </a:lnTo>
                  <a:lnTo>
                    <a:pt x="20313" y="1758"/>
                  </a:lnTo>
                  <a:lnTo>
                    <a:pt x="20392" y="1596"/>
                  </a:lnTo>
                  <a:lnTo>
                    <a:pt x="20471" y="1480"/>
                  </a:lnTo>
                  <a:lnTo>
                    <a:pt x="20551" y="1411"/>
                  </a:lnTo>
                  <a:lnTo>
                    <a:pt x="20630" y="1364"/>
                  </a:lnTo>
                  <a:lnTo>
                    <a:pt x="20729" y="1388"/>
                  </a:lnTo>
                  <a:lnTo>
                    <a:pt x="20828" y="1434"/>
                  </a:lnTo>
                  <a:lnTo>
                    <a:pt x="20927" y="1526"/>
                  </a:lnTo>
                  <a:lnTo>
                    <a:pt x="21046" y="1688"/>
                  </a:lnTo>
                  <a:lnTo>
                    <a:pt x="21244" y="2313"/>
                  </a:lnTo>
                  <a:lnTo>
                    <a:pt x="21204" y="2544"/>
                  </a:lnTo>
                  <a:lnTo>
                    <a:pt x="21145" y="2845"/>
                  </a:lnTo>
                  <a:lnTo>
                    <a:pt x="21065" y="3168"/>
                  </a:lnTo>
                  <a:lnTo>
                    <a:pt x="20966" y="3423"/>
                  </a:lnTo>
                  <a:lnTo>
                    <a:pt x="20966" y="3700"/>
                  </a:lnTo>
                  <a:lnTo>
                    <a:pt x="21204" y="4232"/>
                  </a:lnTo>
                  <a:lnTo>
                    <a:pt x="21184" y="4325"/>
                  </a:lnTo>
                  <a:lnTo>
                    <a:pt x="21164" y="4440"/>
                  </a:lnTo>
                  <a:lnTo>
                    <a:pt x="21085" y="4695"/>
                  </a:lnTo>
                  <a:lnTo>
                    <a:pt x="21065" y="4833"/>
                  </a:lnTo>
                  <a:lnTo>
                    <a:pt x="21085" y="4949"/>
                  </a:lnTo>
                  <a:lnTo>
                    <a:pt x="21145" y="5088"/>
                  </a:lnTo>
                  <a:lnTo>
                    <a:pt x="21184" y="5134"/>
                  </a:lnTo>
                  <a:lnTo>
                    <a:pt x="21263" y="5203"/>
                  </a:lnTo>
                  <a:lnTo>
                    <a:pt x="21283" y="5342"/>
                  </a:lnTo>
                  <a:lnTo>
                    <a:pt x="21283" y="5504"/>
                  </a:lnTo>
                  <a:lnTo>
                    <a:pt x="21263" y="5897"/>
                  </a:lnTo>
                  <a:lnTo>
                    <a:pt x="21046" y="5943"/>
                  </a:lnTo>
                  <a:lnTo>
                    <a:pt x="20966" y="5805"/>
                  </a:lnTo>
                  <a:lnTo>
                    <a:pt x="20947" y="5689"/>
                  </a:lnTo>
                  <a:lnTo>
                    <a:pt x="20966" y="5504"/>
                  </a:lnTo>
                  <a:lnTo>
                    <a:pt x="20927" y="5388"/>
                  </a:lnTo>
                  <a:lnTo>
                    <a:pt x="20867" y="5296"/>
                  </a:lnTo>
                  <a:lnTo>
                    <a:pt x="20729" y="5319"/>
                  </a:lnTo>
                  <a:lnTo>
                    <a:pt x="20650" y="5342"/>
                  </a:lnTo>
                  <a:lnTo>
                    <a:pt x="20610" y="5435"/>
                  </a:lnTo>
                  <a:lnTo>
                    <a:pt x="20630" y="5597"/>
                  </a:lnTo>
                  <a:lnTo>
                    <a:pt x="20610" y="5689"/>
                  </a:lnTo>
                  <a:lnTo>
                    <a:pt x="20570" y="5782"/>
                  </a:lnTo>
                  <a:lnTo>
                    <a:pt x="20432" y="5943"/>
                  </a:lnTo>
                  <a:lnTo>
                    <a:pt x="20333" y="6105"/>
                  </a:lnTo>
                  <a:lnTo>
                    <a:pt x="20254" y="6290"/>
                  </a:lnTo>
                  <a:lnTo>
                    <a:pt x="20214" y="6522"/>
                  </a:lnTo>
                  <a:lnTo>
                    <a:pt x="20135" y="6660"/>
                  </a:lnTo>
                  <a:lnTo>
                    <a:pt x="19917" y="6915"/>
                  </a:lnTo>
                  <a:lnTo>
                    <a:pt x="19818" y="7007"/>
                  </a:lnTo>
                  <a:lnTo>
                    <a:pt x="19798" y="7424"/>
                  </a:lnTo>
                  <a:lnTo>
                    <a:pt x="19878" y="7562"/>
                  </a:lnTo>
                  <a:lnTo>
                    <a:pt x="19996" y="7794"/>
                  </a:lnTo>
                  <a:lnTo>
                    <a:pt x="20333" y="8025"/>
                  </a:lnTo>
                  <a:lnTo>
                    <a:pt x="20570" y="8002"/>
                  </a:lnTo>
                  <a:lnTo>
                    <a:pt x="20729" y="7724"/>
                  </a:lnTo>
                  <a:lnTo>
                    <a:pt x="20788" y="7863"/>
                  </a:lnTo>
                  <a:lnTo>
                    <a:pt x="20828" y="7979"/>
                  </a:lnTo>
                  <a:lnTo>
                    <a:pt x="20848" y="8117"/>
                  </a:lnTo>
                  <a:lnTo>
                    <a:pt x="20650" y="8187"/>
                  </a:lnTo>
                  <a:lnTo>
                    <a:pt x="20471" y="8279"/>
                  </a:lnTo>
                  <a:lnTo>
                    <a:pt x="20471" y="8372"/>
                  </a:lnTo>
                  <a:lnTo>
                    <a:pt x="20491" y="8464"/>
                  </a:lnTo>
                  <a:lnTo>
                    <a:pt x="20491" y="8534"/>
                  </a:lnTo>
                  <a:lnTo>
                    <a:pt x="20531" y="8580"/>
                  </a:lnTo>
                  <a:lnTo>
                    <a:pt x="20570" y="8649"/>
                  </a:lnTo>
                  <a:lnTo>
                    <a:pt x="20630" y="8672"/>
                  </a:lnTo>
                  <a:lnTo>
                    <a:pt x="20432" y="8996"/>
                  </a:lnTo>
                  <a:lnTo>
                    <a:pt x="20313" y="9135"/>
                  </a:lnTo>
                  <a:lnTo>
                    <a:pt x="20194" y="9251"/>
                  </a:lnTo>
                  <a:lnTo>
                    <a:pt x="20056" y="9204"/>
                  </a:lnTo>
                  <a:lnTo>
                    <a:pt x="19660" y="8904"/>
                  </a:lnTo>
                  <a:lnTo>
                    <a:pt x="19482" y="8904"/>
                  </a:lnTo>
                  <a:lnTo>
                    <a:pt x="19402" y="9019"/>
                  </a:lnTo>
                  <a:lnTo>
                    <a:pt x="19363" y="9158"/>
                  </a:lnTo>
                  <a:lnTo>
                    <a:pt x="19383" y="9459"/>
                  </a:lnTo>
                  <a:lnTo>
                    <a:pt x="19422" y="9528"/>
                  </a:lnTo>
                  <a:lnTo>
                    <a:pt x="19482" y="9574"/>
                  </a:lnTo>
                  <a:lnTo>
                    <a:pt x="19620" y="9690"/>
                  </a:lnTo>
                  <a:lnTo>
                    <a:pt x="19798" y="9852"/>
                  </a:lnTo>
                  <a:lnTo>
                    <a:pt x="19878" y="9944"/>
                  </a:lnTo>
                  <a:lnTo>
                    <a:pt x="19957" y="10060"/>
                  </a:lnTo>
                  <a:lnTo>
                    <a:pt x="19957" y="10499"/>
                  </a:lnTo>
                  <a:lnTo>
                    <a:pt x="20036" y="10638"/>
                  </a:lnTo>
                  <a:lnTo>
                    <a:pt x="20115" y="10846"/>
                  </a:lnTo>
                  <a:lnTo>
                    <a:pt x="20254" y="11286"/>
                  </a:lnTo>
                  <a:lnTo>
                    <a:pt x="20333" y="11401"/>
                  </a:lnTo>
                  <a:lnTo>
                    <a:pt x="20491" y="11401"/>
                  </a:lnTo>
                  <a:lnTo>
                    <a:pt x="20630" y="11078"/>
                  </a:lnTo>
                  <a:lnTo>
                    <a:pt x="20887" y="10869"/>
                  </a:lnTo>
                  <a:lnTo>
                    <a:pt x="21026" y="11124"/>
                  </a:lnTo>
                  <a:lnTo>
                    <a:pt x="21125" y="11286"/>
                  </a:lnTo>
                  <a:lnTo>
                    <a:pt x="21204" y="11494"/>
                  </a:lnTo>
                  <a:lnTo>
                    <a:pt x="21224" y="11679"/>
                  </a:lnTo>
                  <a:lnTo>
                    <a:pt x="21283" y="11864"/>
                  </a:lnTo>
                  <a:lnTo>
                    <a:pt x="21323" y="11956"/>
                  </a:lnTo>
                  <a:lnTo>
                    <a:pt x="21461" y="12118"/>
                  </a:lnTo>
                  <a:lnTo>
                    <a:pt x="21560" y="12188"/>
                  </a:lnTo>
                  <a:lnTo>
                    <a:pt x="21600" y="12280"/>
                  </a:lnTo>
                  <a:lnTo>
                    <a:pt x="21580" y="12419"/>
                  </a:lnTo>
                  <a:lnTo>
                    <a:pt x="21580" y="12951"/>
                  </a:lnTo>
                  <a:lnTo>
                    <a:pt x="21461" y="13090"/>
                  </a:lnTo>
                  <a:lnTo>
                    <a:pt x="21343" y="13066"/>
                  </a:lnTo>
                  <a:lnTo>
                    <a:pt x="21283" y="13020"/>
                  </a:lnTo>
                  <a:lnTo>
                    <a:pt x="21164" y="12951"/>
                  </a:lnTo>
                  <a:lnTo>
                    <a:pt x="20867" y="12974"/>
                  </a:lnTo>
                  <a:lnTo>
                    <a:pt x="20749" y="12997"/>
                  </a:lnTo>
                  <a:lnTo>
                    <a:pt x="20669" y="13043"/>
                  </a:lnTo>
                  <a:lnTo>
                    <a:pt x="20590" y="13113"/>
                  </a:lnTo>
                  <a:lnTo>
                    <a:pt x="20531" y="13182"/>
                  </a:lnTo>
                  <a:lnTo>
                    <a:pt x="20412" y="13436"/>
                  </a:lnTo>
                  <a:lnTo>
                    <a:pt x="20333" y="13529"/>
                  </a:lnTo>
                  <a:lnTo>
                    <a:pt x="20313" y="13598"/>
                  </a:lnTo>
                  <a:lnTo>
                    <a:pt x="20254" y="13668"/>
                  </a:lnTo>
                  <a:lnTo>
                    <a:pt x="20076" y="13830"/>
                  </a:lnTo>
                  <a:lnTo>
                    <a:pt x="19739" y="14084"/>
                  </a:lnTo>
                  <a:lnTo>
                    <a:pt x="19680" y="14200"/>
                  </a:lnTo>
                  <a:lnTo>
                    <a:pt x="19541" y="14315"/>
                  </a:lnTo>
                  <a:lnTo>
                    <a:pt x="19284" y="14523"/>
                  </a:lnTo>
                  <a:lnTo>
                    <a:pt x="19185" y="14662"/>
                  </a:lnTo>
                  <a:lnTo>
                    <a:pt x="19006" y="14708"/>
                  </a:lnTo>
                  <a:lnTo>
                    <a:pt x="18828" y="14500"/>
                  </a:lnTo>
                  <a:lnTo>
                    <a:pt x="18749" y="14292"/>
                  </a:lnTo>
                  <a:lnTo>
                    <a:pt x="18709" y="14223"/>
                  </a:lnTo>
                  <a:lnTo>
                    <a:pt x="18650" y="14176"/>
                  </a:lnTo>
                  <a:lnTo>
                    <a:pt x="18610" y="14130"/>
                  </a:lnTo>
                  <a:lnTo>
                    <a:pt x="18551" y="14130"/>
                  </a:lnTo>
                  <a:lnTo>
                    <a:pt x="18412" y="14107"/>
                  </a:lnTo>
                  <a:lnTo>
                    <a:pt x="18373" y="14200"/>
                  </a:lnTo>
                  <a:lnTo>
                    <a:pt x="18333" y="14431"/>
                  </a:lnTo>
                  <a:lnTo>
                    <a:pt x="18313" y="14570"/>
                  </a:lnTo>
                  <a:lnTo>
                    <a:pt x="18333" y="14685"/>
                  </a:lnTo>
                  <a:lnTo>
                    <a:pt x="18353" y="14824"/>
                  </a:lnTo>
                  <a:lnTo>
                    <a:pt x="18412" y="14940"/>
                  </a:lnTo>
                  <a:lnTo>
                    <a:pt x="18492" y="15055"/>
                  </a:lnTo>
                  <a:lnTo>
                    <a:pt x="18531" y="15541"/>
                  </a:lnTo>
                  <a:lnTo>
                    <a:pt x="18274" y="15564"/>
                  </a:lnTo>
                  <a:lnTo>
                    <a:pt x="18056" y="15587"/>
                  </a:lnTo>
                  <a:lnTo>
                    <a:pt x="17937" y="15564"/>
                  </a:lnTo>
                  <a:lnTo>
                    <a:pt x="17838" y="15541"/>
                  </a:lnTo>
                  <a:lnTo>
                    <a:pt x="17759" y="15518"/>
                  </a:lnTo>
                  <a:lnTo>
                    <a:pt x="17680" y="15472"/>
                  </a:lnTo>
                  <a:lnTo>
                    <a:pt x="17640" y="15217"/>
                  </a:lnTo>
                  <a:lnTo>
                    <a:pt x="17581" y="15055"/>
                  </a:lnTo>
                  <a:lnTo>
                    <a:pt x="17502" y="14940"/>
                  </a:lnTo>
                  <a:lnTo>
                    <a:pt x="17403" y="14801"/>
                  </a:lnTo>
                  <a:lnTo>
                    <a:pt x="17145" y="14130"/>
                  </a:lnTo>
                  <a:lnTo>
                    <a:pt x="17027" y="13991"/>
                  </a:lnTo>
                  <a:lnTo>
                    <a:pt x="16947" y="13945"/>
                  </a:lnTo>
                  <a:lnTo>
                    <a:pt x="16789" y="13945"/>
                  </a:lnTo>
                  <a:lnTo>
                    <a:pt x="16670" y="14061"/>
                  </a:lnTo>
                  <a:lnTo>
                    <a:pt x="16532" y="14176"/>
                  </a:lnTo>
                  <a:lnTo>
                    <a:pt x="16413" y="14269"/>
                  </a:lnTo>
                  <a:lnTo>
                    <a:pt x="16294" y="14385"/>
                  </a:lnTo>
                  <a:lnTo>
                    <a:pt x="16254" y="14523"/>
                  </a:lnTo>
                  <a:lnTo>
                    <a:pt x="16235" y="14685"/>
                  </a:lnTo>
                  <a:lnTo>
                    <a:pt x="16235" y="14893"/>
                  </a:lnTo>
                  <a:lnTo>
                    <a:pt x="16274" y="15101"/>
                  </a:lnTo>
                  <a:lnTo>
                    <a:pt x="15641" y="15171"/>
                  </a:lnTo>
                  <a:lnTo>
                    <a:pt x="15086" y="15564"/>
                  </a:lnTo>
                  <a:lnTo>
                    <a:pt x="15007" y="15749"/>
                  </a:lnTo>
                  <a:lnTo>
                    <a:pt x="14928" y="15842"/>
                  </a:lnTo>
                  <a:lnTo>
                    <a:pt x="14888" y="15842"/>
                  </a:lnTo>
                  <a:lnTo>
                    <a:pt x="14770" y="15749"/>
                  </a:lnTo>
                  <a:lnTo>
                    <a:pt x="14710" y="15680"/>
                  </a:lnTo>
                  <a:lnTo>
                    <a:pt x="14690" y="15587"/>
                  </a:lnTo>
                  <a:lnTo>
                    <a:pt x="14671" y="15518"/>
                  </a:lnTo>
                  <a:lnTo>
                    <a:pt x="14789" y="15425"/>
                  </a:lnTo>
                  <a:lnTo>
                    <a:pt x="14770" y="15287"/>
                  </a:lnTo>
                  <a:lnTo>
                    <a:pt x="14750" y="15171"/>
                  </a:lnTo>
                  <a:lnTo>
                    <a:pt x="14710" y="15078"/>
                  </a:lnTo>
                  <a:lnTo>
                    <a:pt x="14591" y="14940"/>
                  </a:lnTo>
                  <a:lnTo>
                    <a:pt x="14512" y="14893"/>
                  </a:lnTo>
                  <a:lnTo>
                    <a:pt x="14433" y="14870"/>
                  </a:lnTo>
                  <a:lnTo>
                    <a:pt x="14354" y="14870"/>
                  </a:lnTo>
                  <a:lnTo>
                    <a:pt x="14255" y="14916"/>
                  </a:lnTo>
                  <a:lnTo>
                    <a:pt x="14136" y="15055"/>
                  </a:lnTo>
                  <a:lnTo>
                    <a:pt x="14096" y="15148"/>
                  </a:lnTo>
                  <a:lnTo>
                    <a:pt x="14096" y="15356"/>
                  </a:lnTo>
                  <a:lnTo>
                    <a:pt x="14136" y="15633"/>
                  </a:lnTo>
                  <a:lnTo>
                    <a:pt x="13938" y="15680"/>
                  </a:lnTo>
                  <a:lnTo>
                    <a:pt x="13898" y="15749"/>
                  </a:lnTo>
                  <a:lnTo>
                    <a:pt x="13879" y="15842"/>
                  </a:lnTo>
                  <a:lnTo>
                    <a:pt x="13780" y="15888"/>
                  </a:lnTo>
                  <a:lnTo>
                    <a:pt x="13780" y="16535"/>
                  </a:lnTo>
                  <a:lnTo>
                    <a:pt x="13978" y="16813"/>
                  </a:lnTo>
                  <a:lnTo>
                    <a:pt x="13978" y="17021"/>
                  </a:lnTo>
                  <a:lnTo>
                    <a:pt x="13879" y="17229"/>
                  </a:lnTo>
                  <a:lnTo>
                    <a:pt x="13661" y="17391"/>
                  </a:lnTo>
                  <a:lnTo>
                    <a:pt x="13423" y="17460"/>
                  </a:lnTo>
                  <a:lnTo>
                    <a:pt x="13225" y="17507"/>
                  </a:lnTo>
                  <a:lnTo>
                    <a:pt x="13008" y="17507"/>
                  </a:lnTo>
                  <a:lnTo>
                    <a:pt x="12849" y="17530"/>
                  </a:lnTo>
                  <a:lnTo>
                    <a:pt x="12750" y="17576"/>
                  </a:lnTo>
                  <a:lnTo>
                    <a:pt x="12671" y="17645"/>
                  </a:lnTo>
                  <a:lnTo>
                    <a:pt x="12572" y="17738"/>
                  </a:lnTo>
                  <a:lnTo>
                    <a:pt x="12433" y="17877"/>
                  </a:lnTo>
                  <a:lnTo>
                    <a:pt x="12315" y="18108"/>
                  </a:lnTo>
                  <a:lnTo>
                    <a:pt x="12156" y="18339"/>
                  </a:lnTo>
                  <a:lnTo>
                    <a:pt x="11800" y="18802"/>
                  </a:lnTo>
                  <a:lnTo>
                    <a:pt x="11562" y="18617"/>
                  </a:lnTo>
                  <a:lnTo>
                    <a:pt x="11285" y="18640"/>
                  </a:lnTo>
                  <a:lnTo>
                    <a:pt x="11245" y="18802"/>
                  </a:lnTo>
                  <a:lnTo>
                    <a:pt x="11206" y="18871"/>
                  </a:lnTo>
                  <a:lnTo>
                    <a:pt x="11166" y="18917"/>
                  </a:lnTo>
                  <a:lnTo>
                    <a:pt x="11127" y="18848"/>
                  </a:lnTo>
                  <a:lnTo>
                    <a:pt x="11067" y="18802"/>
                  </a:lnTo>
                  <a:lnTo>
                    <a:pt x="10968" y="18755"/>
                  </a:lnTo>
                  <a:lnTo>
                    <a:pt x="10810" y="18755"/>
                  </a:lnTo>
                  <a:lnTo>
                    <a:pt x="10770" y="18871"/>
                  </a:lnTo>
                  <a:lnTo>
                    <a:pt x="10711" y="18964"/>
                  </a:lnTo>
                  <a:lnTo>
                    <a:pt x="10652" y="19079"/>
                  </a:lnTo>
                  <a:lnTo>
                    <a:pt x="10553" y="19172"/>
                  </a:lnTo>
                  <a:lnTo>
                    <a:pt x="10454" y="19241"/>
                  </a:lnTo>
                  <a:lnTo>
                    <a:pt x="10355" y="19357"/>
                  </a:lnTo>
                  <a:lnTo>
                    <a:pt x="10275" y="19472"/>
                  </a:lnTo>
                  <a:lnTo>
                    <a:pt x="10196" y="19611"/>
                  </a:lnTo>
                  <a:lnTo>
                    <a:pt x="10038" y="19866"/>
                  </a:lnTo>
                  <a:lnTo>
                    <a:pt x="9939" y="19981"/>
                  </a:lnTo>
                  <a:lnTo>
                    <a:pt x="9840" y="20074"/>
                  </a:lnTo>
                  <a:lnTo>
                    <a:pt x="9800" y="20212"/>
                  </a:lnTo>
                  <a:lnTo>
                    <a:pt x="9780" y="20351"/>
                  </a:lnTo>
                  <a:lnTo>
                    <a:pt x="9780" y="20952"/>
                  </a:lnTo>
                  <a:lnTo>
                    <a:pt x="9721" y="21230"/>
                  </a:lnTo>
                  <a:lnTo>
                    <a:pt x="9662" y="21276"/>
                  </a:lnTo>
                  <a:lnTo>
                    <a:pt x="9365" y="21253"/>
                  </a:lnTo>
                  <a:lnTo>
                    <a:pt x="9107" y="21207"/>
                  </a:lnTo>
                  <a:lnTo>
                    <a:pt x="8612" y="21114"/>
                  </a:lnTo>
                  <a:lnTo>
                    <a:pt x="8296" y="20929"/>
                  </a:lnTo>
                  <a:lnTo>
                    <a:pt x="8117" y="20698"/>
                  </a:lnTo>
                  <a:lnTo>
                    <a:pt x="7761" y="20606"/>
                  </a:lnTo>
                  <a:lnTo>
                    <a:pt x="7761" y="20259"/>
                  </a:lnTo>
                  <a:lnTo>
                    <a:pt x="7999" y="19842"/>
                  </a:lnTo>
                  <a:lnTo>
                    <a:pt x="8078" y="19611"/>
                  </a:lnTo>
                  <a:lnTo>
                    <a:pt x="8098" y="19496"/>
                  </a:lnTo>
                  <a:lnTo>
                    <a:pt x="8098" y="19380"/>
                  </a:lnTo>
                  <a:lnTo>
                    <a:pt x="8058" y="19264"/>
                  </a:lnTo>
                  <a:lnTo>
                    <a:pt x="8018" y="19195"/>
                  </a:lnTo>
                  <a:lnTo>
                    <a:pt x="7900" y="19102"/>
                  </a:lnTo>
                  <a:lnTo>
                    <a:pt x="7642" y="19102"/>
                  </a:lnTo>
                  <a:lnTo>
                    <a:pt x="7563" y="19149"/>
                  </a:lnTo>
                  <a:lnTo>
                    <a:pt x="7504" y="19195"/>
                  </a:lnTo>
                  <a:lnTo>
                    <a:pt x="7325" y="19218"/>
                  </a:lnTo>
                  <a:lnTo>
                    <a:pt x="7266" y="19241"/>
                  </a:lnTo>
                  <a:lnTo>
                    <a:pt x="7246" y="19287"/>
                  </a:lnTo>
                  <a:lnTo>
                    <a:pt x="7246" y="19403"/>
                  </a:lnTo>
                  <a:lnTo>
                    <a:pt x="7226" y="19657"/>
                  </a:lnTo>
                  <a:lnTo>
                    <a:pt x="7147" y="19750"/>
                  </a:lnTo>
                  <a:lnTo>
                    <a:pt x="7108" y="19889"/>
                  </a:lnTo>
                  <a:lnTo>
                    <a:pt x="6910" y="20305"/>
                  </a:lnTo>
                  <a:lnTo>
                    <a:pt x="6929" y="20767"/>
                  </a:lnTo>
                  <a:lnTo>
                    <a:pt x="6811" y="20929"/>
                  </a:lnTo>
                  <a:lnTo>
                    <a:pt x="6652" y="20976"/>
                  </a:lnTo>
                  <a:lnTo>
                    <a:pt x="6553" y="20999"/>
                  </a:lnTo>
                  <a:lnTo>
                    <a:pt x="6474" y="21068"/>
                  </a:lnTo>
                  <a:lnTo>
                    <a:pt x="6375" y="21161"/>
                  </a:lnTo>
                  <a:lnTo>
                    <a:pt x="6118" y="21230"/>
                  </a:lnTo>
                  <a:lnTo>
                    <a:pt x="5841" y="21299"/>
                  </a:lnTo>
                  <a:lnTo>
                    <a:pt x="5742" y="21392"/>
                  </a:lnTo>
                  <a:lnTo>
                    <a:pt x="5662" y="21461"/>
                  </a:lnTo>
                  <a:lnTo>
                    <a:pt x="5603" y="21554"/>
                  </a:lnTo>
                  <a:lnTo>
                    <a:pt x="5504" y="21600"/>
                  </a:lnTo>
                  <a:close/>
                </a:path>
              </a:pathLst>
            </a:custGeom>
            <a:solidFill>
              <a:srgbClr val="DDDEE0"/>
            </a:solidFill>
            <a:ln w="9525" cap="flat">
              <a:solidFill>
                <a:srgbClr val="FFFFFF"/>
              </a:solidFill>
              <a:prstDash val="solid"/>
              <a:round/>
            </a:ln>
            <a:effectLst/>
          </p:spPr>
          <p:txBody>
            <a:bodyPr wrap="square" lIns="0" tIns="0" rIns="0" bIns="0" numCol="1" anchor="t">
              <a:noAutofit/>
            </a:bodyPr>
            <a:lstStyle/>
            <a:p>
              <a:pPr lvl="0" algn="l" defTabSz="914400">
                <a:defRPr sz="1800">
                  <a:latin typeface="Microsoft YaHei"/>
                  <a:ea typeface="Microsoft YaHei"/>
                  <a:cs typeface="Microsoft YaHei"/>
                  <a:sym typeface="Microsoft YaHei"/>
                </a:defRPr>
              </a:pPr>
              <a:endParaRPr/>
            </a:p>
          </p:txBody>
        </p:sp>
        <p:sp>
          <p:nvSpPr>
            <p:cNvPr id="183" name="Shape 183"/>
            <p:cNvSpPr/>
            <p:nvPr/>
          </p:nvSpPr>
          <p:spPr>
            <a:xfrm>
              <a:off x="7144639" y="2855202"/>
              <a:ext cx="454376" cy="516993"/>
            </a:xfrm>
            <a:custGeom>
              <a:avLst/>
              <a:gdLst/>
              <a:ahLst/>
              <a:cxnLst>
                <a:cxn ang="0">
                  <a:pos x="wd2" y="hd2"/>
                </a:cxn>
                <a:cxn ang="5400000">
                  <a:pos x="wd2" y="hd2"/>
                </a:cxn>
                <a:cxn ang="10800000">
                  <a:pos x="wd2" y="hd2"/>
                </a:cxn>
                <a:cxn ang="16200000">
                  <a:pos x="wd2" y="hd2"/>
                </a:cxn>
              </a:cxnLst>
              <a:rect l="0" t="0" r="r" b="b"/>
              <a:pathLst>
                <a:path w="21600" h="21600" extrusionOk="0">
                  <a:moveTo>
                    <a:pt x="18248" y="21600"/>
                  </a:moveTo>
                  <a:lnTo>
                    <a:pt x="16945" y="20945"/>
                  </a:lnTo>
                  <a:lnTo>
                    <a:pt x="15828" y="20291"/>
                  </a:lnTo>
                  <a:lnTo>
                    <a:pt x="14710" y="19473"/>
                  </a:lnTo>
                  <a:lnTo>
                    <a:pt x="14152" y="18655"/>
                  </a:lnTo>
                  <a:lnTo>
                    <a:pt x="13779" y="17836"/>
                  </a:lnTo>
                  <a:lnTo>
                    <a:pt x="13407" y="15218"/>
                  </a:lnTo>
                  <a:lnTo>
                    <a:pt x="13034" y="14564"/>
                  </a:lnTo>
                  <a:lnTo>
                    <a:pt x="12662" y="13582"/>
                  </a:lnTo>
                  <a:lnTo>
                    <a:pt x="10800" y="12109"/>
                  </a:lnTo>
                  <a:lnTo>
                    <a:pt x="9310" y="11455"/>
                  </a:lnTo>
                  <a:lnTo>
                    <a:pt x="8566" y="11291"/>
                  </a:lnTo>
                  <a:lnTo>
                    <a:pt x="5772" y="11782"/>
                  </a:lnTo>
                  <a:lnTo>
                    <a:pt x="5214" y="12436"/>
                  </a:lnTo>
                  <a:lnTo>
                    <a:pt x="4655" y="12927"/>
                  </a:lnTo>
                  <a:lnTo>
                    <a:pt x="0" y="13091"/>
                  </a:lnTo>
                  <a:lnTo>
                    <a:pt x="0" y="11945"/>
                  </a:lnTo>
                  <a:lnTo>
                    <a:pt x="186" y="10964"/>
                  </a:lnTo>
                  <a:lnTo>
                    <a:pt x="186" y="10636"/>
                  </a:lnTo>
                  <a:lnTo>
                    <a:pt x="559" y="10309"/>
                  </a:lnTo>
                  <a:lnTo>
                    <a:pt x="931" y="10145"/>
                  </a:lnTo>
                  <a:lnTo>
                    <a:pt x="1676" y="9982"/>
                  </a:lnTo>
                  <a:lnTo>
                    <a:pt x="3724" y="8509"/>
                  </a:lnTo>
                  <a:lnTo>
                    <a:pt x="4097" y="7200"/>
                  </a:lnTo>
                  <a:lnTo>
                    <a:pt x="4097" y="6709"/>
                  </a:lnTo>
                  <a:lnTo>
                    <a:pt x="3910" y="6218"/>
                  </a:lnTo>
                  <a:lnTo>
                    <a:pt x="3352" y="5400"/>
                  </a:lnTo>
                  <a:lnTo>
                    <a:pt x="3166" y="4909"/>
                  </a:lnTo>
                  <a:lnTo>
                    <a:pt x="3166" y="4582"/>
                  </a:lnTo>
                  <a:lnTo>
                    <a:pt x="5400" y="3436"/>
                  </a:lnTo>
                  <a:lnTo>
                    <a:pt x="7634" y="1800"/>
                  </a:lnTo>
                  <a:lnTo>
                    <a:pt x="7821" y="982"/>
                  </a:lnTo>
                  <a:lnTo>
                    <a:pt x="8007" y="491"/>
                  </a:lnTo>
                  <a:lnTo>
                    <a:pt x="8379" y="164"/>
                  </a:lnTo>
                  <a:lnTo>
                    <a:pt x="9310" y="0"/>
                  </a:lnTo>
                  <a:lnTo>
                    <a:pt x="10986" y="1309"/>
                  </a:lnTo>
                  <a:lnTo>
                    <a:pt x="14338" y="1636"/>
                  </a:lnTo>
                  <a:lnTo>
                    <a:pt x="13966" y="2618"/>
                  </a:lnTo>
                  <a:lnTo>
                    <a:pt x="13779" y="4255"/>
                  </a:lnTo>
                  <a:lnTo>
                    <a:pt x="13966" y="6055"/>
                  </a:lnTo>
                  <a:lnTo>
                    <a:pt x="14152" y="6873"/>
                  </a:lnTo>
                  <a:lnTo>
                    <a:pt x="14524" y="7691"/>
                  </a:lnTo>
                  <a:lnTo>
                    <a:pt x="16200" y="7855"/>
                  </a:lnTo>
                  <a:lnTo>
                    <a:pt x="17317" y="8509"/>
                  </a:lnTo>
                  <a:lnTo>
                    <a:pt x="17131" y="10145"/>
                  </a:lnTo>
                  <a:lnTo>
                    <a:pt x="17131" y="10800"/>
                  </a:lnTo>
                  <a:lnTo>
                    <a:pt x="17317" y="11455"/>
                  </a:lnTo>
                  <a:lnTo>
                    <a:pt x="17503" y="11945"/>
                  </a:lnTo>
                  <a:lnTo>
                    <a:pt x="18621" y="13255"/>
                  </a:lnTo>
                  <a:lnTo>
                    <a:pt x="19738" y="13909"/>
                  </a:lnTo>
                  <a:lnTo>
                    <a:pt x="21600" y="16036"/>
                  </a:lnTo>
                  <a:lnTo>
                    <a:pt x="19366" y="17018"/>
                  </a:lnTo>
                  <a:lnTo>
                    <a:pt x="18621" y="17509"/>
                  </a:lnTo>
                  <a:lnTo>
                    <a:pt x="18062" y="18327"/>
                  </a:lnTo>
                  <a:lnTo>
                    <a:pt x="18248" y="21600"/>
                  </a:lnTo>
                  <a:close/>
                </a:path>
              </a:pathLst>
            </a:custGeom>
            <a:solidFill>
              <a:srgbClr val="DDDEE0"/>
            </a:solidFill>
            <a:ln w="9525" cap="flat">
              <a:solidFill>
                <a:srgbClr val="FFFFFF"/>
              </a:solidFill>
              <a:prstDash val="solid"/>
              <a:round/>
            </a:ln>
            <a:effectLst/>
          </p:spPr>
          <p:txBody>
            <a:bodyPr wrap="square" lIns="0" tIns="0" rIns="0" bIns="0" numCol="1" anchor="t">
              <a:noAutofit/>
            </a:bodyPr>
            <a:lstStyle/>
            <a:p>
              <a:pPr lvl="0" algn="l" defTabSz="914400">
                <a:defRPr sz="1800">
                  <a:latin typeface="Microsoft YaHei"/>
                  <a:ea typeface="Microsoft YaHei"/>
                  <a:cs typeface="Microsoft YaHei"/>
                  <a:sym typeface="Microsoft YaHei"/>
                </a:defRPr>
              </a:pPr>
              <a:endParaRPr/>
            </a:p>
          </p:txBody>
        </p:sp>
        <p:sp>
          <p:nvSpPr>
            <p:cNvPr id="184" name="Shape 184"/>
            <p:cNvSpPr/>
            <p:nvPr/>
          </p:nvSpPr>
          <p:spPr>
            <a:xfrm>
              <a:off x="7712607" y="2165881"/>
              <a:ext cx="1151604" cy="1084898"/>
            </a:xfrm>
            <a:custGeom>
              <a:avLst/>
              <a:gdLst/>
              <a:ahLst/>
              <a:cxnLst>
                <a:cxn ang="0">
                  <a:pos x="wd2" y="hd2"/>
                </a:cxn>
                <a:cxn ang="5400000">
                  <a:pos x="wd2" y="hd2"/>
                </a:cxn>
                <a:cxn ang="10800000">
                  <a:pos x="wd2" y="hd2"/>
                </a:cxn>
                <a:cxn ang="16200000">
                  <a:pos x="wd2" y="hd2"/>
                </a:cxn>
              </a:cxnLst>
              <a:rect l="0" t="0" r="r" b="b"/>
              <a:pathLst>
                <a:path w="21600" h="21600" extrusionOk="0">
                  <a:moveTo>
                    <a:pt x="8669" y="21600"/>
                  </a:moveTo>
                  <a:lnTo>
                    <a:pt x="8596" y="21444"/>
                  </a:lnTo>
                  <a:lnTo>
                    <a:pt x="8816" y="20898"/>
                  </a:lnTo>
                  <a:lnTo>
                    <a:pt x="9110" y="20664"/>
                  </a:lnTo>
                  <a:lnTo>
                    <a:pt x="9331" y="20430"/>
                  </a:lnTo>
                  <a:lnTo>
                    <a:pt x="9698" y="20118"/>
                  </a:lnTo>
                  <a:lnTo>
                    <a:pt x="10065" y="19339"/>
                  </a:lnTo>
                  <a:lnTo>
                    <a:pt x="10065" y="18715"/>
                  </a:lnTo>
                  <a:lnTo>
                    <a:pt x="9257" y="18247"/>
                  </a:lnTo>
                  <a:lnTo>
                    <a:pt x="9184" y="17779"/>
                  </a:lnTo>
                  <a:lnTo>
                    <a:pt x="9184" y="17389"/>
                  </a:lnTo>
                  <a:lnTo>
                    <a:pt x="9257" y="17077"/>
                  </a:lnTo>
                  <a:lnTo>
                    <a:pt x="9404" y="16765"/>
                  </a:lnTo>
                  <a:lnTo>
                    <a:pt x="9771" y="16219"/>
                  </a:lnTo>
                  <a:lnTo>
                    <a:pt x="10286" y="15752"/>
                  </a:lnTo>
                  <a:lnTo>
                    <a:pt x="10580" y="15128"/>
                  </a:lnTo>
                  <a:lnTo>
                    <a:pt x="10653" y="14426"/>
                  </a:lnTo>
                  <a:lnTo>
                    <a:pt x="10653" y="13334"/>
                  </a:lnTo>
                  <a:lnTo>
                    <a:pt x="9257" y="11697"/>
                  </a:lnTo>
                  <a:lnTo>
                    <a:pt x="8596" y="11619"/>
                  </a:lnTo>
                  <a:lnTo>
                    <a:pt x="7347" y="11853"/>
                  </a:lnTo>
                  <a:lnTo>
                    <a:pt x="6833" y="12321"/>
                  </a:lnTo>
                  <a:lnTo>
                    <a:pt x="6392" y="12866"/>
                  </a:lnTo>
                  <a:lnTo>
                    <a:pt x="5437" y="14036"/>
                  </a:lnTo>
                  <a:lnTo>
                    <a:pt x="4776" y="15206"/>
                  </a:lnTo>
                  <a:lnTo>
                    <a:pt x="4408" y="15752"/>
                  </a:lnTo>
                  <a:lnTo>
                    <a:pt x="4041" y="16219"/>
                  </a:lnTo>
                  <a:lnTo>
                    <a:pt x="2571" y="15206"/>
                  </a:lnTo>
                  <a:lnTo>
                    <a:pt x="1910" y="14660"/>
                  </a:lnTo>
                  <a:lnTo>
                    <a:pt x="1322" y="14192"/>
                  </a:lnTo>
                  <a:lnTo>
                    <a:pt x="808" y="14114"/>
                  </a:lnTo>
                  <a:lnTo>
                    <a:pt x="441" y="13958"/>
                  </a:lnTo>
                  <a:lnTo>
                    <a:pt x="220" y="13724"/>
                  </a:lnTo>
                  <a:lnTo>
                    <a:pt x="0" y="13568"/>
                  </a:lnTo>
                  <a:lnTo>
                    <a:pt x="0" y="13022"/>
                  </a:lnTo>
                  <a:lnTo>
                    <a:pt x="73" y="12710"/>
                  </a:lnTo>
                  <a:lnTo>
                    <a:pt x="220" y="12555"/>
                  </a:lnTo>
                  <a:lnTo>
                    <a:pt x="661" y="12477"/>
                  </a:lnTo>
                  <a:lnTo>
                    <a:pt x="1029" y="11931"/>
                  </a:lnTo>
                  <a:lnTo>
                    <a:pt x="1469" y="11385"/>
                  </a:lnTo>
                  <a:lnTo>
                    <a:pt x="1396" y="9357"/>
                  </a:lnTo>
                  <a:lnTo>
                    <a:pt x="1249" y="9279"/>
                  </a:lnTo>
                  <a:lnTo>
                    <a:pt x="1029" y="8890"/>
                  </a:lnTo>
                  <a:lnTo>
                    <a:pt x="735" y="8032"/>
                  </a:lnTo>
                  <a:lnTo>
                    <a:pt x="735" y="7252"/>
                  </a:lnTo>
                  <a:lnTo>
                    <a:pt x="808" y="6940"/>
                  </a:lnTo>
                  <a:lnTo>
                    <a:pt x="955" y="6706"/>
                  </a:lnTo>
                  <a:lnTo>
                    <a:pt x="1249" y="6862"/>
                  </a:lnTo>
                  <a:lnTo>
                    <a:pt x="1469" y="7018"/>
                  </a:lnTo>
                  <a:lnTo>
                    <a:pt x="1616" y="7408"/>
                  </a:lnTo>
                  <a:lnTo>
                    <a:pt x="1763" y="7876"/>
                  </a:lnTo>
                  <a:lnTo>
                    <a:pt x="2498" y="8500"/>
                  </a:lnTo>
                  <a:lnTo>
                    <a:pt x="2718" y="8656"/>
                  </a:lnTo>
                  <a:lnTo>
                    <a:pt x="2939" y="8734"/>
                  </a:lnTo>
                  <a:lnTo>
                    <a:pt x="3233" y="8734"/>
                  </a:lnTo>
                  <a:lnTo>
                    <a:pt x="3673" y="8656"/>
                  </a:lnTo>
                  <a:lnTo>
                    <a:pt x="4335" y="7954"/>
                  </a:lnTo>
                  <a:lnTo>
                    <a:pt x="5216" y="7252"/>
                  </a:lnTo>
                  <a:lnTo>
                    <a:pt x="6171" y="6472"/>
                  </a:lnTo>
                  <a:lnTo>
                    <a:pt x="7053" y="5692"/>
                  </a:lnTo>
                  <a:lnTo>
                    <a:pt x="7935" y="4991"/>
                  </a:lnTo>
                  <a:lnTo>
                    <a:pt x="8302" y="4523"/>
                  </a:lnTo>
                  <a:lnTo>
                    <a:pt x="8522" y="4055"/>
                  </a:lnTo>
                  <a:lnTo>
                    <a:pt x="8963" y="3197"/>
                  </a:lnTo>
                  <a:lnTo>
                    <a:pt x="9624" y="2963"/>
                  </a:lnTo>
                  <a:lnTo>
                    <a:pt x="10212" y="2807"/>
                  </a:lnTo>
                  <a:lnTo>
                    <a:pt x="10433" y="2807"/>
                  </a:lnTo>
                  <a:lnTo>
                    <a:pt x="10727" y="2885"/>
                  </a:lnTo>
                  <a:lnTo>
                    <a:pt x="11094" y="3041"/>
                  </a:lnTo>
                  <a:lnTo>
                    <a:pt x="11461" y="3275"/>
                  </a:lnTo>
                  <a:lnTo>
                    <a:pt x="12196" y="3275"/>
                  </a:lnTo>
                  <a:lnTo>
                    <a:pt x="12784" y="2573"/>
                  </a:lnTo>
                  <a:lnTo>
                    <a:pt x="12784" y="624"/>
                  </a:lnTo>
                  <a:lnTo>
                    <a:pt x="13004" y="0"/>
                  </a:lnTo>
                  <a:lnTo>
                    <a:pt x="13298" y="78"/>
                  </a:lnTo>
                  <a:lnTo>
                    <a:pt x="13739" y="312"/>
                  </a:lnTo>
                  <a:lnTo>
                    <a:pt x="14106" y="702"/>
                  </a:lnTo>
                  <a:lnTo>
                    <a:pt x="14547" y="1248"/>
                  </a:lnTo>
                  <a:lnTo>
                    <a:pt x="14988" y="1638"/>
                  </a:lnTo>
                  <a:lnTo>
                    <a:pt x="15355" y="1794"/>
                  </a:lnTo>
                  <a:lnTo>
                    <a:pt x="15869" y="1871"/>
                  </a:lnTo>
                  <a:lnTo>
                    <a:pt x="16016" y="1716"/>
                  </a:lnTo>
                  <a:lnTo>
                    <a:pt x="16163" y="1092"/>
                  </a:lnTo>
                  <a:lnTo>
                    <a:pt x="16531" y="624"/>
                  </a:lnTo>
                  <a:lnTo>
                    <a:pt x="16824" y="936"/>
                  </a:lnTo>
                  <a:lnTo>
                    <a:pt x="16898" y="2417"/>
                  </a:lnTo>
                  <a:lnTo>
                    <a:pt x="17339" y="2963"/>
                  </a:lnTo>
                  <a:lnTo>
                    <a:pt x="17780" y="3587"/>
                  </a:lnTo>
                  <a:lnTo>
                    <a:pt x="18294" y="4289"/>
                  </a:lnTo>
                  <a:lnTo>
                    <a:pt x="18955" y="4991"/>
                  </a:lnTo>
                  <a:lnTo>
                    <a:pt x="18955" y="6940"/>
                  </a:lnTo>
                  <a:lnTo>
                    <a:pt x="19469" y="7642"/>
                  </a:lnTo>
                  <a:lnTo>
                    <a:pt x="20718" y="8578"/>
                  </a:lnTo>
                  <a:lnTo>
                    <a:pt x="21600" y="9201"/>
                  </a:lnTo>
                  <a:lnTo>
                    <a:pt x="21527" y="9435"/>
                  </a:lnTo>
                  <a:lnTo>
                    <a:pt x="21306" y="9747"/>
                  </a:lnTo>
                  <a:lnTo>
                    <a:pt x="20498" y="10371"/>
                  </a:lnTo>
                  <a:lnTo>
                    <a:pt x="19616" y="10995"/>
                  </a:lnTo>
                  <a:lnTo>
                    <a:pt x="19102" y="11385"/>
                  </a:lnTo>
                  <a:lnTo>
                    <a:pt x="18441" y="12087"/>
                  </a:lnTo>
                  <a:lnTo>
                    <a:pt x="17853" y="12788"/>
                  </a:lnTo>
                  <a:lnTo>
                    <a:pt x="17339" y="13490"/>
                  </a:lnTo>
                  <a:lnTo>
                    <a:pt x="17265" y="13802"/>
                  </a:lnTo>
                  <a:lnTo>
                    <a:pt x="17118" y="14582"/>
                  </a:lnTo>
                  <a:lnTo>
                    <a:pt x="16971" y="14972"/>
                  </a:lnTo>
                  <a:lnTo>
                    <a:pt x="16457" y="15206"/>
                  </a:lnTo>
                  <a:lnTo>
                    <a:pt x="15869" y="15518"/>
                  </a:lnTo>
                  <a:lnTo>
                    <a:pt x="15135" y="15674"/>
                  </a:lnTo>
                  <a:lnTo>
                    <a:pt x="14473" y="15908"/>
                  </a:lnTo>
                  <a:lnTo>
                    <a:pt x="13298" y="16531"/>
                  </a:lnTo>
                  <a:lnTo>
                    <a:pt x="12784" y="16921"/>
                  </a:lnTo>
                  <a:lnTo>
                    <a:pt x="11829" y="17935"/>
                  </a:lnTo>
                  <a:lnTo>
                    <a:pt x="11388" y="18559"/>
                  </a:lnTo>
                  <a:lnTo>
                    <a:pt x="10873" y="20196"/>
                  </a:lnTo>
                  <a:lnTo>
                    <a:pt x="10653" y="21132"/>
                  </a:lnTo>
                  <a:lnTo>
                    <a:pt x="9551" y="21444"/>
                  </a:lnTo>
                  <a:lnTo>
                    <a:pt x="8669" y="21600"/>
                  </a:lnTo>
                  <a:close/>
                </a:path>
              </a:pathLst>
            </a:custGeom>
            <a:solidFill>
              <a:srgbClr val="DDDEE0"/>
            </a:solidFill>
            <a:ln w="9525" cap="flat">
              <a:solidFill>
                <a:srgbClr val="FFFFFF"/>
              </a:solidFill>
              <a:prstDash val="solid"/>
              <a:round/>
            </a:ln>
            <a:effectLst/>
          </p:spPr>
          <p:txBody>
            <a:bodyPr wrap="square" lIns="0" tIns="0" rIns="0" bIns="0" numCol="1" anchor="t">
              <a:noAutofit/>
            </a:bodyPr>
            <a:lstStyle/>
            <a:p>
              <a:pPr lvl="0" algn="l" defTabSz="914400">
                <a:defRPr sz="1800">
                  <a:latin typeface="Microsoft YaHei"/>
                  <a:ea typeface="Microsoft YaHei"/>
                  <a:cs typeface="Microsoft YaHei"/>
                  <a:sym typeface="Microsoft YaHei"/>
                </a:defRPr>
              </a:pPr>
              <a:endParaRPr/>
            </a:p>
          </p:txBody>
        </p:sp>
        <p:sp>
          <p:nvSpPr>
            <p:cNvPr id="185" name="Shape 185"/>
            <p:cNvSpPr/>
            <p:nvPr/>
          </p:nvSpPr>
          <p:spPr>
            <a:xfrm>
              <a:off x="7955463" y="1562724"/>
              <a:ext cx="1641232" cy="1041817"/>
            </a:xfrm>
            <a:custGeom>
              <a:avLst/>
              <a:gdLst/>
              <a:ahLst/>
              <a:cxnLst>
                <a:cxn ang="0">
                  <a:pos x="wd2" y="hd2"/>
                </a:cxn>
                <a:cxn ang="5400000">
                  <a:pos x="wd2" y="hd2"/>
                </a:cxn>
                <a:cxn ang="10800000">
                  <a:pos x="wd2" y="hd2"/>
                </a:cxn>
                <a:cxn ang="16200000">
                  <a:pos x="wd2" y="hd2"/>
                </a:cxn>
              </a:cxnLst>
              <a:rect l="0" t="0" r="r" b="b"/>
              <a:pathLst>
                <a:path w="21600" h="21600" extrusionOk="0">
                  <a:moveTo>
                    <a:pt x="11960" y="21600"/>
                  </a:moveTo>
                  <a:lnTo>
                    <a:pt x="11651" y="21113"/>
                  </a:lnTo>
                  <a:lnTo>
                    <a:pt x="11238" y="20626"/>
                  </a:lnTo>
                  <a:lnTo>
                    <a:pt x="10568" y="19976"/>
                  </a:lnTo>
                  <a:lnTo>
                    <a:pt x="10362" y="19570"/>
                  </a:lnTo>
                  <a:lnTo>
                    <a:pt x="10413" y="18271"/>
                  </a:lnTo>
                  <a:lnTo>
                    <a:pt x="10362" y="17783"/>
                  </a:lnTo>
                  <a:lnTo>
                    <a:pt x="10259" y="17296"/>
                  </a:lnTo>
                  <a:lnTo>
                    <a:pt x="9846" y="16647"/>
                  </a:lnTo>
                  <a:lnTo>
                    <a:pt x="9692" y="16159"/>
                  </a:lnTo>
                  <a:lnTo>
                    <a:pt x="8970" y="14941"/>
                  </a:lnTo>
                  <a:lnTo>
                    <a:pt x="8918" y="14860"/>
                  </a:lnTo>
                  <a:lnTo>
                    <a:pt x="8867" y="13236"/>
                  </a:lnTo>
                  <a:lnTo>
                    <a:pt x="8661" y="12911"/>
                  </a:lnTo>
                  <a:lnTo>
                    <a:pt x="8506" y="12749"/>
                  </a:lnTo>
                  <a:lnTo>
                    <a:pt x="8197" y="12749"/>
                  </a:lnTo>
                  <a:lnTo>
                    <a:pt x="8042" y="13074"/>
                  </a:lnTo>
                  <a:lnTo>
                    <a:pt x="7939" y="13317"/>
                  </a:lnTo>
                  <a:lnTo>
                    <a:pt x="7733" y="14048"/>
                  </a:lnTo>
                  <a:lnTo>
                    <a:pt x="7630" y="14048"/>
                  </a:lnTo>
                  <a:lnTo>
                    <a:pt x="6650" y="12505"/>
                  </a:lnTo>
                  <a:lnTo>
                    <a:pt x="6341" y="12180"/>
                  </a:lnTo>
                  <a:lnTo>
                    <a:pt x="5877" y="12018"/>
                  </a:lnTo>
                  <a:lnTo>
                    <a:pt x="5568" y="11856"/>
                  </a:lnTo>
                  <a:lnTo>
                    <a:pt x="5310" y="11693"/>
                  </a:lnTo>
                  <a:lnTo>
                    <a:pt x="5155" y="11368"/>
                  </a:lnTo>
                  <a:lnTo>
                    <a:pt x="5000" y="11125"/>
                  </a:lnTo>
                  <a:lnTo>
                    <a:pt x="4949" y="10719"/>
                  </a:lnTo>
                  <a:lnTo>
                    <a:pt x="4794" y="9744"/>
                  </a:lnTo>
                  <a:lnTo>
                    <a:pt x="4640" y="9095"/>
                  </a:lnTo>
                  <a:lnTo>
                    <a:pt x="4382" y="8526"/>
                  </a:lnTo>
                  <a:lnTo>
                    <a:pt x="4021" y="7714"/>
                  </a:lnTo>
                  <a:lnTo>
                    <a:pt x="3918" y="7065"/>
                  </a:lnTo>
                  <a:lnTo>
                    <a:pt x="3712" y="6983"/>
                  </a:lnTo>
                  <a:lnTo>
                    <a:pt x="2887" y="8120"/>
                  </a:lnTo>
                  <a:lnTo>
                    <a:pt x="2526" y="9176"/>
                  </a:lnTo>
                  <a:lnTo>
                    <a:pt x="2320" y="8932"/>
                  </a:lnTo>
                  <a:lnTo>
                    <a:pt x="2217" y="8689"/>
                  </a:lnTo>
                  <a:lnTo>
                    <a:pt x="2062" y="8120"/>
                  </a:lnTo>
                  <a:lnTo>
                    <a:pt x="1959" y="7552"/>
                  </a:lnTo>
                  <a:lnTo>
                    <a:pt x="1856" y="7227"/>
                  </a:lnTo>
                  <a:lnTo>
                    <a:pt x="1547" y="6171"/>
                  </a:lnTo>
                  <a:lnTo>
                    <a:pt x="1547" y="4710"/>
                  </a:lnTo>
                  <a:lnTo>
                    <a:pt x="1237" y="4060"/>
                  </a:lnTo>
                  <a:lnTo>
                    <a:pt x="928" y="3573"/>
                  </a:lnTo>
                  <a:lnTo>
                    <a:pt x="309" y="2761"/>
                  </a:lnTo>
                  <a:lnTo>
                    <a:pt x="155" y="2680"/>
                  </a:lnTo>
                  <a:lnTo>
                    <a:pt x="52" y="2598"/>
                  </a:lnTo>
                  <a:lnTo>
                    <a:pt x="0" y="2355"/>
                  </a:lnTo>
                  <a:lnTo>
                    <a:pt x="0" y="2111"/>
                  </a:lnTo>
                  <a:lnTo>
                    <a:pt x="103" y="1543"/>
                  </a:lnTo>
                  <a:lnTo>
                    <a:pt x="206" y="1299"/>
                  </a:lnTo>
                  <a:lnTo>
                    <a:pt x="361" y="1218"/>
                  </a:lnTo>
                  <a:lnTo>
                    <a:pt x="1083" y="2030"/>
                  </a:lnTo>
                  <a:lnTo>
                    <a:pt x="1495" y="2274"/>
                  </a:lnTo>
                  <a:lnTo>
                    <a:pt x="1753" y="2436"/>
                  </a:lnTo>
                  <a:lnTo>
                    <a:pt x="2011" y="2436"/>
                  </a:lnTo>
                  <a:lnTo>
                    <a:pt x="2268" y="2111"/>
                  </a:lnTo>
                  <a:lnTo>
                    <a:pt x="2784" y="1299"/>
                  </a:lnTo>
                  <a:lnTo>
                    <a:pt x="3042" y="974"/>
                  </a:lnTo>
                  <a:lnTo>
                    <a:pt x="3299" y="325"/>
                  </a:lnTo>
                  <a:lnTo>
                    <a:pt x="3454" y="162"/>
                  </a:lnTo>
                  <a:lnTo>
                    <a:pt x="3557" y="0"/>
                  </a:lnTo>
                  <a:lnTo>
                    <a:pt x="3712" y="0"/>
                  </a:lnTo>
                  <a:lnTo>
                    <a:pt x="3918" y="162"/>
                  </a:lnTo>
                  <a:lnTo>
                    <a:pt x="4073" y="406"/>
                  </a:lnTo>
                  <a:lnTo>
                    <a:pt x="4279" y="893"/>
                  </a:lnTo>
                  <a:lnTo>
                    <a:pt x="4330" y="1299"/>
                  </a:lnTo>
                  <a:lnTo>
                    <a:pt x="4433" y="1705"/>
                  </a:lnTo>
                  <a:lnTo>
                    <a:pt x="4640" y="2111"/>
                  </a:lnTo>
                  <a:lnTo>
                    <a:pt x="4846" y="2436"/>
                  </a:lnTo>
                  <a:lnTo>
                    <a:pt x="5104" y="2761"/>
                  </a:lnTo>
                  <a:lnTo>
                    <a:pt x="5413" y="3005"/>
                  </a:lnTo>
                  <a:lnTo>
                    <a:pt x="6135" y="3329"/>
                  </a:lnTo>
                  <a:lnTo>
                    <a:pt x="7578" y="2680"/>
                  </a:lnTo>
                  <a:lnTo>
                    <a:pt x="8764" y="1056"/>
                  </a:lnTo>
                  <a:lnTo>
                    <a:pt x="9021" y="1218"/>
                  </a:lnTo>
                  <a:lnTo>
                    <a:pt x="8970" y="1868"/>
                  </a:lnTo>
                  <a:lnTo>
                    <a:pt x="8970" y="2598"/>
                  </a:lnTo>
                  <a:lnTo>
                    <a:pt x="9073" y="2923"/>
                  </a:lnTo>
                  <a:lnTo>
                    <a:pt x="9228" y="3248"/>
                  </a:lnTo>
                  <a:lnTo>
                    <a:pt x="9434" y="3411"/>
                  </a:lnTo>
                  <a:lnTo>
                    <a:pt x="9795" y="3492"/>
                  </a:lnTo>
                  <a:lnTo>
                    <a:pt x="10001" y="3329"/>
                  </a:lnTo>
                  <a:lnTo>
                    <a:pt x="10259" y="3167"/>
                  </a:lnTo>
                  <a:lnTo>
                    <a:pt x="10413" y="3005"/>
                  </a:lnTo>
                  <a:lnTo>
                    <a:pt x="10568" y="2923"/>
                  </a:lnTo>
                  <a:lnTo>
                    <a:pt x="10877" y="3086"/>
                  </a:lnTo>
                  <a:lnTo>
                    <a:pt x="11187" y="3573"/>
                  </a:lnTo>
                  <a:lnTo>
                    <a:pt x="11496" y="4141"/>
                  </a:lnTo>
                  <a:lnTo>
                    <a:pt x="12115" y="4466"/>
                  </a:lnTo>
                  <a:lnTo>
                    <a:pt x="12321" y="4953"/>
                  </a:lnTo>
                  <a:lnTo>
                    <a:pt x="12579" y="5522"/>
                  </a:lnTo>
                  <a:lnTo>
                    <a:pt x="12888" y="6171"/>
                  </a:lnTo>
                  <a:lnTo>
                    <a:pt x="13352" y="6740"/>
                  </a:lnTo>
                  <a:lnTo>
                    <a:pt x="13558" y="6740"/>
                  </a:lnTo>
                  <a:lnTo>
                    <a:pt x="13816" y="6334"/>
                  </a:lnTo>
                  <a:lnTo>
                    <a:pt x="13970" y="5847"/>
                  </a:lnTo>
                  <a:lnTo>
                    <a:pt x="14074" y="5441"/>
                  </a:lnTo>
                  <a:lnTo>
                    <a:pt x="14177" y="4953"/>
                  </a:lnTo>
                  <a:lnTo>
                    <a:pt x="14641" y="5197"/>
                  </a:lnTo>
                  <a:lnTo>
                    <a:pt x="14744" y="5684"/>
                  </a:lnTo>
                  <a:lnTo>
                    <a:pt x="14950" y="6253"/>
                  </a:lnTo>
                  <a:lnTo>
                    <a:pt x="15259" y="6821"/>
                  </a:lnTo>
                  <a:lnTo>
                    <a:pt x="15620" y="7308"/>
                  </a:lnTo>
                  <a:lnTo>
                    <a:pt x="15620" y="7471"/>
                  </a:lnTo>
                  <a:lnTo>
                    <a:pt x="16290" y="8364"/>
                  </a:lnTo>
                  <a:lnTo>
                    <a:pt x="17115" y="8283"/>
                  </a:lnTo>
                  <a:lnTo>
                    <a:pt x="17270" y="7958"/>
                  </a:lnTo>
                  <a:lnTo>
                    <a:pt x="17476" y="7714"/>
                  </a:lnTo>
                  <a:lnTo>
                    <a:pt x="17527" y="7633"/>
                  </a:lnTo>
                  <a:lnTo>
                    <a:pt x="17631" y="7552"/>
                  </a:lnTo>
                  <a:lnTo>
                    <a:pt x="17785" y="7308"/>
                  </a:lnTo>
                  <a:lnTo>
                    <a:pt x="17785" y="6983"/>
                  </a:lnTo>
                  <a:lnTo>
                    <a:pt x="17631" y="6821"/>
                  </a:lnTo>
                  <a:lnTo>
                    <a:pt x="17631" y="6659"/>
                  </a:lnTo>
                  <a:lnTo>
                    <a:pt x="17734" y="6496"/>
                  </a:lnTo>
                  <a:lnTo>
                    <a:pt x="18043" y="6253"/>
                  </a:lnTo>
                  <a:lnTo>
                    <a:pt x="18662" y="5928"/>
                  </a:lnTo>
                  <a:lnTo>
                    <a:pt x="18816" y="5765"/>
                  </a:lnTo>
                  <a:lnTo>
                    <a:pt x="18919" y="5684"/>
                  </a:lnTo>
                  <a:lnTo>
                    <a:pt x="19126" y="5359"/>
                  </a:lnTo>
                  <a:lnTo>
                    <a:pt x="19229" y="5522"/>
                  </a:lnTo>
                  <a:lnTo>
                    <a:pt x="19332" y="5847"/>
                  </a:lnTo>
                  <a:lnTo>
                    <a:pt x="19486" y="6253"/>
                  </a:lnTo>
                  <a:lnTo>
                    <a:pt x="19641" y="6415"/>
                  </a:lnTo>
                  <a:lnTo>
                    <a:pt x="19847" y="6577"/>
                  </a:lnTo>
                  <a:lnTo>
                    <a:pt x="20775" y="7633"/>
                  </a:lnTo>
                  <a:lnTo>
                    <a:pt x="21600" y="7877"/>
                  </a:lnTo>
                  <a:lnTo>
                    <a:pt x="21600" y="9257"/>
                  </a:lnTo>
                  <a:lnTo>
                    <a:pt x="21548" y="9582"/>
                  </a:lnTo>
                  <a:lnTo>
                    <a:pt x="21497" y="9826"/>
                  </a:lnTo>
                  <a:lnTo>
                    <a:pt x="21342" y="9988"/>
                  </a:lnTo>
                  <a:lnTo>
                    <a:pt x="21084" y="11044"/>
                  </a:lnTo>
                  <a:lnTo>
                    <a:pt x="20930" y="12424"/>
                  </a:lnTo>
                  <a:lnTo>
                    <a:pt x="20672" y="12505"/>
                  </a:lnTo>
                  <a:lnTo>
                    <a:pt x="20621" y="12262"/>
                  </a:lnTo>
                  <a:lnTo>
                    <a:pt x="20414" y="12099"/>
                  </a:lnTo>
                  <a:lnTo>
                    <a:pt x="20311" y="12099"/>
                  </a:lnTo>
                  <a:lnTo>
                    <a:pt x="20053" y="12180"/>
                  </a:lnTo>
                  <a:lnTo>
                    <a:pt x="19950" y="12262"/>
                  </a:lnTo>
                  <a:lnTo>
                    <a:pt x="19847" y="12180"/>
                  </a:lnTo>
                  <a:lnTo>
                    <a:pt x="19847" y="10475"/>
                  </a:lnTo>
                  <a:lnTo>
                    <a:pt x="19641" y="10069"/>
                  </a:lnTo>
                  <a:lnTo>
                    <a:pt x="19486" y="9907"/>
                  </a:lnTo>
                  <a:lnTo>
                    <a:pt x="19332" y="9826"/>
                  </a:lnTo>
                  <a:lnTo>
                    <a:pt x="19177" y="9826"/>
                  </a:lnTo>
                  <a:lnTo>
                    <a:pt x="19022" y="9907"/>
                  </a:lnTo>
                  <a:lnTo>
                    <a:pt x="18868" y="10150"/>
                  </a:lnTo>
                  <a:lnTo>
                    <a:pt x="18610" y="10719"/>
                  </a:lnTo>
                  <a:lnTo>
                    <a:pt x="18455" y="11450"/>
                  </a:lnTo>
                  <a:lnTo>
                    <a:pt x="18249" y="12262"/>
                  </a:lnTo>
                  <a:lnTo>
                    <a:pt x="17991" y="12992"/>
                  </a:lnTo>
                  <a:lnTo>
                    <a:pt x="17785" y="13805"/>
                  </a:lnTo>
                  <a:lnTo>
                    <a:pt x="17682" y="14048"/>
                  </a:lnTo>
                  <a:lnTo>
                    <a:pt x="17527" y="14373"/>
                  </a:lnTo>
                  <a:lnTo>
                    <a:pt x="17167" y="14698"/>
                  </a:lnTo>
                  <a:lnTo>
                    <a:pt x="16806" y="14860"/>
                  </a:lnTo>
                  <a:lnTo>
                    <a:pt x="16290" y="14941"/>
                  </a:lnTo>
                  <a:lnTo>
                    <a:pt x="16084" y="15104"/>
                  </a:lnTo>
                  <a:lnTo>
                    <a:pt x="16032" y="15185"/>
                  </a:lnTo>
                  <a:lnTo>
                    <a:pt x="15981" y="15347"/>
                  </a:lnTo>
                  <a:lnTo>
                    <a:pt x="15929" y="15835"/>
                  </a:lnTo>
                  <a:lnTo>
                    <a:pt x="15929" y="16647"/>
                  </a:lnTo>
                  <a:lnTo>
                    <a:pt x="16600" y="17540"/>
                  </a:lnTo>
                  <a:lnTo>
                    <a:pt x="16548" y="17783"/>
                  </a:lnTo>
                  <a:lnTo>
                    <a:pt x="16445" y="18027"/>
                  </a:lnTo>
                  <a:lnTo>
                    <a:pt x="16187" y="18433"/>
                  </a:lnTo>
                  <a:lnTo>
                    <a:pt x="15981" y="18514"/>
                  </a:lnTo>
                  <a:lnTo>
                    <a:pt x="15156" y="18514"/>
                  </a:lnTo>
                  <a:lnTo>
                    <a:pt x="14692" y="18352"/>
                  </a:lnTo>
                  <a:lnTo>
                    <a:pt x="14331" y="18189"/>
                  </a:lnTo>
                  <a:lnTo>
                    <a:pt x="14125" y="17946"/>
                  </a:lnTo>
                  <a:lnTo>
                    <a:pt x="13919" y="17783"/>
                  </a:lnTo>
                  <a:lnTo>
                    <a:pt x="13713" y="17702"/>
                  </a:lnTo>
                  <a:lnTo>
                    <a:pt x="13403" y="17865"/>
                  </a:lnTo>
                  <a:lnTo>
                    <a:pt x="13249" y="18108"/>
                  </a:lnTo>
                  <a:lnTo>
                    <a:pt x="12939" y="18514"/>
                  </a:lnTo>
                  <a:lnTo>
                    <a:pt x="12372" y="21113"/>
                  </a:lnTo>
                  <a:lnTo>
                    <a:pt x="12269" y="21519"/>
                  </a:lnTo>
                  <a:lnTo>
                    <a:pt x="11960" y="21600"/>
                  </a:lnTo>
                  <a:close/>
                </a:path>
              </a:pathLst>
            </a:custGeom>
            <a:solidFill>
              <a:srgbClr val="DDDEE0"/>
            </a:solidFill>
            <a:ln w="9525" cap="flat">
              <a:solidFill>
                <a:srgbClr val="FFFFFF"/>
              </a:solidFill>
              <a:prstDash val="solid"/>
              <a:round/>
            </a:ln>
            <a:effectLst/>
          </p:spPr>
          <p:txBody>
            <a:bodyPr wrap="square" lIns="0" tIns="0" rIns="0" bIns="0" numCol="1" anchor="t">
              <a:noAutofit/>
            </a:bodyPr>
            <a:lstStyle/>
            <a:p>
              <a:pPr lvl="0" algn="l" defTabSz="914400">
                <a:defRPr sz="1800">
                  <a:latin typeface="Microsoft YaHei"/>
                  <a:ea typeface="Microsoft YaHei"/>
                  <a:cs typeface="Microsoft YaHei"/>
                  <a:sym typeface="Microsoft YaHei"/>
                </a:defRPr>
              </a:pPr>
              <a:endParaRPr/>
            </a:p>
          </p:txBody>
        </p:sp>
        <p:sp>
          <p:nvSpPr>
            <p:cNvPr id="186" name="Shape 186"/>
            <p:cNvSpPr/>
            <p:nvPr/>
          </p:nvSpPr>
          <p:spPr>
            <a:xfrm>
              <a:off x="7614681" y="1"/>
              <a:ext cx="2181782" cy="1950469"/>
            </a:xfrm>
            <a:custGeom>
              <a:avLst/>
              <a:gdLst/>
              <a:ahLst/>
              <a:cxnLst>
                <a:cxn ang="0">
                  <a:pos x="wd2" y="hd2"/>
                </a:cxn>
                <a:cxn ang="5400000">
                  <a:pos x="wd2" y="hd2"/>
                </a:cxn>
                <a:cxn ang="10800000">
                  <a:pos x="wd2" y="hd2"/>
                </a:cxn>
                <a:cxn ang="16200000">
                  <a:pos x="wd2" y="hd2"/>
                </a:cxn>
              </a:cxnLst>
              <a:rect l="0" t="0" r="r" b="b"/>
              <a:pathLst>
                <a:path w="21600" h="21600" extrusionOk="0">
                  <a:moveTo>
                    <a:pt x="15744" y="21600"/>
                  </a:moveTo>
                  <a:lnTo>
                    <a:pt x="14969" y="20776"/>
                  </a:lnTo>
                  <a:lnTo>
                    <a:pt x="14736" y="20299"/>
                  </a:lnTo>
                  <a:lnTo>
                    <a:pt x="14620" y="20082"/>
                  </a:lnTo>
                  <a:lnTo>
                    <a:pt x="14542" y="19952"/>
                  </a:lnTo>
                  <a:lnTo>
                    <a:pt x="14387" y="19865"/>
                  </a:lnTo>
                  <a:lnTo>
                    <a:pt x="14271" y="19778"/>
                  </a:lnTo>
                  <a:lnTo>
                    <a:pt x="14077" y="19735"/>
                  </a:lnTo>
                  <a:lnTo>
                    <a:pt x="13883" y="19778"/>
                  </a:lnTo>
                  <a:lnTo>
                    <a:pt x="13534" y="20646"/>
                  </a:lnTo>
                  <a:lnTo>
                    <a:pt x="13418" y="20602"/>
                  </a:lnTo>
                  <a:lnTo>
                    <a:pt x="13262" y="20516"/>
                  </a:lnTo>
                  <a:lnTo>
                    <a:pt x="13030" y="20212"/>
                  </a:lnTo>
                  <a:lnTo>
                    <a:pt x="12875" y="19908"/>
                  </a:lnTo>
                  <a:lnTo>
                    <a:pt x="12797" y="19735"/>
                  </a:lnTo>
                  <a:lnTo>
                    <a:pt x="12720" y="19692"/>
                  </a:lnTo>
                  <a:lnTo>
                    <a:pt x="12603" y="19431"/>
                  </a:lnTo>
                  <a:lnTo>
                    <a:pt x="12177" y="19345"/>
                  </a:lnTo>
                  <a:lnTo>
                    <a:pt x="12022" y="19084"/>
                  </a:lnTo>
                  <a:lnTo>
                    <a:pt x="11905" y="18911"/>
                  </a:lnTo>
                  <a:lnTo>
                    <a:pt x="11673" y="18737"/>
                  </a:lnTo>
                  <a:lnTo>
                    <a:pt x="11401" y="18694"/>
                  </a:lnTo>
                  <a:lnTo>
                    <a:pt x="11091" y="18651"/>
                  </a:lnTo>
                  <a:lnTo>
                    <a:pt x="11013" y="18781"/>
                  </a:lnTo>
                  <a:lnTo>
                    <a:pt x="10742" y="18867"/>
                  </a:lnTo>
                  <a:lnTo>
                    <a:pt x="10548" y="18867"/>
                  </a:lnTo>
                  <a:lnTo>
                    <a:pt x="10432" y="18781"/>
                  </a:lnTo>
                  <a:lnTo>
                    <a:pt x="10393" y="18651"/>
                  </a:lnTo>
                  <a:lnTo>
                    <a:pt x="10354" y="18477"/>
                  </a:lnTo>
                  <a:lnTo>
                    <a:pt x="10354" y="17870"/>
                  </a:lnTo>
                  <a:lnTo>
                    <a:pt x="10199" y="17696"/>
                  </a:lnTo>
                  <a:lnTo>
                    <a:pt x="9966" y="17610"/>
                  </a:lnTo>
                  <a:lnTo>
                    <a:pt x="9811" y="17610"/>
                  </a:lnTo>
                  <a:lnTo>
                    <a:pt x="9462" y="18087"/>
                  </a:lnTo>
                  <a:lnTo>
                    <a:pt x="9191" y="18260"/>
                  </a:lnTo>
                  <a:lnTo>
                    <a:pt x="9074" y="18390"/>
                  </a:lnTo>
                  <a:lnTo>
                    <a:pt x="8919" y="18477"/>
                  </a:lnTo>
                  <a:lnTo>
                    <a:pt x="8764" y="18607"/>
                  </a:lnTo>
                  <a:lnTo>
                    <a:pt x="8570" y="18651"/>
                  </a:lnTo>
                  <a:lnTo>
                    <a:pt x="8182" y="18781"/>
                  </a:lnTo>
                  <a:lnTo>
                    <a:pt x="7833" y="18824"/>
                  </a:lnTo>
                  <a:lnTo>
                    <a:pt x="7368" y="18607"/>
                  </a:lnTo>
                  <a:lnTo>
                    <a:pt x="7058" y="18347"/>
                  </a:lnTo>
                  <a:lnTo>
                    <a:pt x="6980" y="18217"/>
                  </a:lnTo>
                  <a:lnTo>
                    <a:pt x="6864" y="18043"/>
                  </a:lnTo>
                  <a:lnTo>
                    <a:pt x="6748" y="17653"/>
                  </a:lnTo>
                  <a:lnTo>
                    <a:pt x="6515" y="17263"/>
                  </a:lnTo>
                  <a:lnTo>
                    <a:pt x="6399" y="17133"/>
                  </a:lnTo>
                  <a:lnTo>
                    <a:pt x="6205" y="17133"/>
                  </a:lnTo>
                  <a:lnTo>
                    <a:pt x="5894" y="17089"/>
                  </a:lnTo>
                  <a:lnTo>
                    <a:pt x="5856" y="17133"/>
                  </a:lnTo>
                  <a:lnTo>
                    <a:pt x="5701" y="17046"/>
                  </a:lnTo>
                  <a:lnTo>
                    <a:pt x="5623" y="16959"/>
                  </a:lnTo>
                  <a:lnTo>
                    <a:pt x="5545" y="16699"/>
                  </a:lnTo>
                  <a:lnTo>
                    <a:pt x="5701" y="16655"/>
                  </a:lnTo>
                  <a:lnTo>
                    <a:pt x="5894" y="16612"/>
                  </a:lnTo>
                  <a:lnTo>
                    <a:pt x="6088" y="16525"/>
                  </a:lnTo>
                  <a:lnTo>
                    <a:pt x="6282" y="16395"/>
                  </a:lnTo>
                  <a:lnTo>
                    <a:pt x="6243" y="15961"/>
                  </a:lnTo>
                  <a:lnTo>
                    <a:pt x="6166" y="15658"/>
                  </a:lnTo>
                  <a:lnTo>
                    <a:pt x="6011" y="15354"/>
                  </a:lnTo>
                  <a:lnTo>
                    <a:pt x="5739" y="15354"/>
                  </a:lnTo>
                  <a:lnTo>
                    <a:pt x="5584" y="15441"/>
                  </a:lnTo>
                  <a:lnTo>
                    <a:pt x="5390" y="15875"/>
                  </a:lnTo>
                  <a:lnTo>
                    <a:pt x="5235" y="15875"/>
                  </a:lnTo>
                  <a:lnTo>
                    <a:pt x="5119" y="15831"/>
                  </a:lnTo>
                  <a:lnTo>
                    <a:pt x="4886" y="15701"/>
                  </a:lnTo>
                  <a:lnTo>
                    <a:pt x="4731" y="15528"/>
                  </a:lnTo>
                  <a:lnTo>
                    <a:pt x="4537" y="15441"/>
                  </a:lnTo>
                  <a:lnTo>
                    <a:pt x="4498" y="15224"/>
                  </a:lnTo>
                  <a:lnTo>
                    <a:pt x="4421" y="15094"/>
                  </a:lnTo>
                  <a:lnTo>
                    <a:pt x="4266" y="14877"/>
                  </a:lnTo>
                  <a:lnTo>
                    <a:pt x="4266" y="14357"/>
                  </a:lnTo>
                  <a:lnTo>
                    <a:pt x="4498" y="14096"/>
                  </a:lnTo>
                  <a:lnTo>
                    <a:pt x="4731" y="13880"/>
                  </a:lnTo>
                  <a:lnTo>
                    <a:pt x="5041" y="13359"/>
                  </a:lnTo>
                  <a:lnTo>
                    <a:pt x="5119" y="13055"/>
                  </a:lnTo>
                  <a:lnTo>
                    <a:pt x="5196" y="12839"/>
                  </a:lnTo>
                  <a:lnTo>
                    <a:pt x="5429" y="12405"/>
                  </a:lnTo>
                  <a:lnTo>
                    <a:pt x="5662" y="12058"/>
                  </a:lnTo>
                  <a:lnTo>
                    <a:pt x="5778" y="11841"/>
                  </a:lnTo>
                  <a:lnTo>
                    <a:pt x="5856" y="11624"/>
                  </a:lnTo>
                  <a:lnTo>
                    <a:pt x="5894" y="11190"/>
                  </a:lnTo>
                  <a:lnTo>
                    <a:pt x="6050" y="11277"/>
                  </a:lnTo>
                  <a:lnTo>
                    <a:pt x="6127" y="11451"/>
                  </a:lnTo>
                  <a:lnTo>
                    <a:pt x="6127" y="11667"/>
                  </a:lnTo>
                  <a:lnTo>
                    <a:pt x="6088" y="11928"/>
                  </a:lnTo>
                  <a:lnTo>
                    <a:pt x="6166" y="12188"/>
                  </a:lnTo>
                  <a:lnTo>
                    <a:pt x="6243" y="12318"/>
                  </a:lnTo>
                  <a:lnTo>
                    <a:pt x="6399" y="12405"/>
                  </a:lnTo>
                  <a:lnTo>
                    <a:pt x="6748" y="12405"/>
                  </a:lnTo>
                  <a:lnTo>
                    <a:pt x="6941" y="12318"/>
                  </a:lnTo>
                  <a:lnTo>
                    <a:pt x="7097" y="12188"/>
                  </a:lnTo>
                  <a:lnTo>
                    <a:pt x="7135" y="11364"/>
                  </a:lnTo>
                  <a:lnTo>
                    <a:pt x="7135" y="11017"/>
                  </a:lnTo>
                  <a:lnTo>
                    <a:pt x="7097" y="10713"/>
                  </a:lnTo>
                  <a:lnTo>
                    <a:pt x="6941" y="10496"/>
                  </a:lnTo>
                  <a:lnTo>
                    <a:pt x="6825" y="10280"/>
                  </a:lnTo>
                  <a:lnTo>
                    <a:pt x="6748" y="10106"/>
                  </a:lnTo>
                  <a:lnTo>
                    <a:pt x="6748" y="9933"/>
                  </a:lnTo>
                  <a:lnTo>
                    <a:pt x="6786" y="9802"/>
                  </a:lnTo>
                  <a:lnTo>
                    <a:pt x="6825" y="9629"/>
                  </a:lnTo>
                  <a:lnTo>
                    <a:pt x="6980" y="9282"/>
                  </a:lnTo>
                  <a:lnTo>
                    <a:pt x="6941" y="8892"/>
                  </a:lnTo>
                  <a:lnTo>
                    <a:pt x="6825" y="8501"/>
                  </a:lnTo>
                  <a:lnTo>
                    <a:pt x="6709" y="8241"/>
                  </a:lnTo>
                  <a:lnTo>
                    <a:pt x="6592" y="8067"/>
                  </a:lnTo>
                  <a:lnTo>
                    <a:pt x="6554" y="7547"/>
                  </a:lnTo>
                  <a:lnTo>
                    <a:pt x="6786" y="6940"/>
                  </a:lnTo>
                  <a:lnTo>
                    <a:pt x="6825" y="6636"/>
                  </a:lnTo>
                  <a:lnTo>
                    <a:pt x="6864" y="6376"/>
                  </a:lnTo>
                  <a:lnTo>
                    <a:pt x="7058" y="5812"/>
                  </a:lnTo>
                  <a:lnTo>
                    <a:pt x="6980" y="5118"/>
                  </a:lnTo>
                  <a:lnTo>
                    <a:pt x="6903" y="4728"/>
                  </a:lnTo>
                  <a:lnTo>
                    <a:pt x="6786" y="4381"/>
                  </a:lnTo>
                  <a:lnTo>
                    <a:pt x="6476" y="3773"/>
                  </a:lnTo>
                  <a:lnTo>
                    <a:pt x="6282" y="3557"/>
                  </a:lnTo>
                  <a:lnTo>
                    <a:pt x="6088" y="3427"/>
                  </a:lnTo>
                  <a:lnTo>
                    <a:pt x="5739" y="3427"/>
                  </a:lnTo>
                  <a:lnTo>
                    <a:pt x="5507" y="3470"/>
                  </a:lnTo>
                  <a:lnTo>
                    <a:pt x="5274" y="3557"/>
                  </a:lnTo>
                  <a:lnTo>
                    <a:pt x="5080" y="3730"/>
                  </a:lnTo>
                  <a:lnTo>
                    <a:pt x="4886" y="4077"/>
                  </a:lnTo>
                  <a:lnTo>
                    <a:pt x="4731" y="4294"/>
                  </a:lnTo>
                  <a:lnTo>
                    <a:pt x="4537" y="4424"/>
                  </a:lnTo>
                  <a:lnTo>
                    <a:pt x="4188" y="4511"/>
                  </a:lnTo>
                  <a:lnTo>
                    <a:pt x="3839" y="4554"/>
                  </a:lnTo>
                  <a:lnTo>
                    <a:pt x="3219" y="4728"/>
                  </a:lnTo>
                  <a:lnTo>
                    <a:pt x="2947" y="4814"/>
                  </a:lnTo>
                  <a:lnTo>
                    <a:pt x="2792" y="4728"/>
                  </a:lnTo>
                  <a:lnTo>
                    <a:pt x="2598" y="4511"/>
                  </a:lnTo>
                  <a:lnTo>
                    <a:pt x="2559" y="4381"/>
                  </a:lnTo>
                  <a:lnTo>
                    <a:pt x="2521" y="4164"/>
                  </a:lnTo>
                  <a:lnTo>
                    <a:pt x="2482" y="3990"/>
                  </a:lnTo>
                  <a:lnTo>
                    <a:pt x="2404" y="3557"/>
                  </a:lnTo>
                  <a:lnTo>
                    <a:pt x="2288" y="3210"/>
                  </a:lnTo>
                  <a:lnTo>
                    <a:pt x="2133" y="2949"/>
                  </a:lnTo>
                  <a:lnTo>
                    <a:pt x="1978" y="2733"/>
                  </a:lnTo>
                  <a:lnTo>
                    <a:pt x="1668" y="2602"/>
                  </a:lnTo>
                  <a:lnTo>
                    <a:pt x="1396" y="2516"/>
                  </a:lnTo>
                  <a:lnTo>
                    <a:pt x="1202" y="2472"/>
                  </a:lnTo>
                  <a:lnTo>
                    <a:pt x="1047" y="2516"/>
                  </a:lnTo>
                  <a:lnTo>
                    <a:pt x="931" y="2646"/>
                  </a:lnTo>
                  <a:lnTo>
                    <a:pt x="892" y="2819"/>
                  </a:lnTo>
                  <a:lnTo>
                    <a:pt x="853" y="3036"/>
                  </a:lnTo>
                  <a:lnTo>
                    <a:pt x="853" y="3383"/>
                  </a:lnTo>
                  <a:lnTo>
                    <a:pt x="0" y="2689"/>
                  </a:lnTo>
                  <a:lnTo>
                    <a:pt x="0" y="2559"/>
                  </a:lnTo>
                  <a:lnTo>
                    <a:pt x="388" y="2082"/>
                  </a:lnTo>
                  <a:lnTo>
                    <a:pt x="465" y="1258"/>
                  </a:lnTo>
                  <a:lnTo>
                    <a:pt x="194" y="998"/>
                  </a:lnTo>
                  <a:lnTo>
                    <a:pt x="1396" y="217"/>
                  </a:lnTo>
                  <a:lnTo>
                    <a:pt x="1706" y="87"/>
                  </a:lnTo>
                  <a:lnTo>
                    <a:pt x="2017" y="0"/>
                  </a:lnTo>
                  <a:lnTo>
                    <a:pt x="2366" y="0"/>
                  </a:lnTo>
                  <a:lnTo>
                    <a:pt x="2753" y="43"/>
                  </a:lnTo>
                  <a:lnTo>
                    <a:pt x="3025" y="217"/>
                  </a:lnTo>
                  <a:lnTo>
                    <a:pt x="3257" y="347"/>
                  </a:lnTo>
                  <a:lnTo>
                    <a:pt x="3568" y="390"/>
                  </a:lnTo>
                  <a:lnTo>
                    <a:pt x="3955" y="434"/>
                  </a:lnTo>
                  <a:lnTo>
                    <a:pt x="4343" y="347"/>
                  </a:lnTo>
                  <a:lnTo>
                    <a:pt x="4654" y="304"/>
                  </a:lnTo>
                  <a:lnTo>
                    <a:pt x="5003" y="390"/>
                  </a:lnTo>
                  <a:lnTo>
                    <a:pt x="5468" y="564"/>
                  </a:lnTo>
                  <a:lnTo>
                    <a:pt x="6282" y="1692"/>
                  </a:lnTo>
                  <a:lnTo>
                    <a:pt x="6748" y="2299"/>
                  </a:lnTo>
                  <a:lnTo>
                    <a:pt x="7252" y="2949"/>
                  </a:lnTo>
                  <a:lnTo>
                    <a:pt x="7601" y="3990"/>
                  </a:lnTo>
                  <a:lnTo>
                    <a:pt x="8454" y="4814"/>
                  </a:lnTo>
                  <a:lnTo>
                    <a:pt x="8648" y="5118"/>
                  </a:lnTo>
                  <a:lnTo>
                    <a:pt x="8764" y="5335"/>
                  </a:lnTo>
                  <a:lnTo>
                    <a:pt x="8842" y="5595"/>
                  </a:lnTo>
                  <a:lnTo>
                    <a:pt x="8880" y="6029"/>
                  </a:lnTo>
                  <a:lnTo>
                    <a:pt x="9113" y="6289"/>
                  </a:lnTo>
                  <a:lnTo>
                    <a:pt x="9540" y="6636"/>
                  </a:lnTo>
                  <a:lnTo>
                    <a:pt x="9617" y="6810"/>
                  </a:lnTo>
                  <a:lnTo>
                    <a:pt x="9656" y="7157"/>
                  </a:lnTo>
                  <a:lnTo>
                    <a:pt x="9772" y="7677"/>
                  </a:lnTo>
                  <a:lnTo>
                    <a:pt x="9966" y="7764"/>
                  </a:lnTo>
                  <a:lnTo>
                    <a:pt x="10315" y="7764"/>
                  </a:lnTo>
                  <a:lnTo>
                    <a:pt x="10703" y="7720"/>
                  </a:lnTo>
                  <a:lnTo>
                    <a:pt x="11052" y="7677"/>
                  </a:lnTo>
                  <a:lnTo>
                    <a:pt x="11401" y="7677"/>
                  </a:lnTo>
                  <a:lnTo>
                    <a:pt x="11634" y="7764"/>
                  </a:lnTo>
                  <a:lnTo>
                    <a:pt x="11905" y="7937"/>
                  </a:lnTo>
                  <a:lnTo>
                    <a:pt x="12371" y="7937"/>
                  </a:lnTo>
                  <a:lnTo>
                    <a:pt x="12448" y="7851"/>
                  </a:lnTo>
                  <a:lnTo>
                    <a:pt x="12526" y="7807"/>
                  </a:lnTo>
                  <a:lnTo>
                    <a:pt x="12836" y="7764"/>
                  </a:lnTo>
                  <a:lnTo>
                    <a:pt x="13650" y="8588"/>
                  </a:lnTo>
                  <a:lnTo>
                    <a:pt x="14116" y="8588"/>
                  </a:lnTo>
                  <a:lnTo>
                    <a:pt x="14348" y="8675"/>
                  </a:lnTo>
                  <a:lnTo>
                    <a:pt x="14503" y="8761"/>
                  </a:lnTo>
                  <a:lnTo>
                    <a:pt x="14620" y="8892"/>
                  </a:lnTo>
                  <a:lnTo>
                    <a:pt x="14930" y="9716"/>
                  </a:lnTo>
                  <a:lnTo>
                    <a:pt x="14969" y="9933"/>
                  </a:lnTo>
                  <a:lnTo>
                    <a:pt x="15085" y="10193"/>
                  </a:lnTo>
                  <a:lnTo>
                    <a:pt x="15201" y="10496"/>
                  </a:lnTo>
                  <a:lnTo>
                    <a:pt x="15357" y="10757"/>
                  </a:lnTo>
                  <a:lnTo>
                    <a:pt x="15550" y="10973"/>
                  </a:lnTo>
                  <a:lnTo>
                    <a:pt x="15667" y="11060"/>
                  </a:lnTo>
                  <a:lnTo>
                    <a:pt x="15783" y="11104"/>
                  </a:lnTo>
                  <a:lnTo>
                    <a:pt x="15938" y="11147"/>
                  </a:lnTo>
                  <a:lnTo>
                    <a:pt x="16248" y="11060"/>
                  </a:lnTo>
                  <a:lnTo>
                    <a:pt x="16404" y="10973"/>
                  </a:lnTo>
                  <a:lnTo>
                    <a:pt x="17024" y="10800"/>
                  </a:lnTo>
                  <a:lnTo>
                    <a:pt x="17683" y="10540"/>
                  </a:lnTo>
                  <a:lnTo>
                    <a:pt x="17994" y="10323"/>
                  </a:lnTo>
                  <a:lnTo>
                    <a:pt x="18265" y="9846"/>
                  </a:lnTo>
                  <a:lnTo>
                    <a:pt x="18536" y="9455"/>
                  </a:lnTo>
                  <a:lnTo>
                    <a:pt x="18847" y="9108"/>
                  </a:lnTo>
                  <a:lnTo>
                    <a:pt x="19196" y="8761"/>
                  </a:lnTo>
                  <a:lnTo>
                    <a:pt x="19700" y="8154"/>
                  </a:lnTo>
                  <a:lnTo>
                    <a:pt x="20631" y="7287"/>
                  </a:lnTo>
                  <a:lnTo>
                    <a:pt x="20902" y="7330"/>
                  </a:lnTo>
                  <a:lnTo>
                    <a:pt x="21018" y="7373"/>
                  </a:lnTo>
                  <a:lnTo>
                    <a:pt x="21057" y="7417"/>
                  </a:lnTo>
                  <a:lnTo>
                    <a:pt x="21096" y="7504"/>
                  </a:lnTo>
                  <a:lnTo>
                    <a:pt x="21057" y="7590"/>
                  </a:lnTo>
                  <a:lnTo>
                    <a:pt x="21018" y="8024"/>
                  </a:lnTo>
                  <a:lnTo>
                    <a:pt x="21018" y="8935"/>
                  </a:lnTo>
                  <a:lnTo>
                    <a:pt x="21329" y="9282"/>
                  </a:lnTo>
                  <a:lnTo>
                    <a:pt x="21484" y="9586"/>
                  </a:lnTo>
                  <a:lnTo>
                    <a:pt x="21561" y="9716"/>
                  </a:lnTo>
                  <a:lnTo>
                    <a:pt x="21600" y="9889"/>
                  </a:lnTo>
                  <a:lnTo>
                    <a:pt x="21561" y="10800"/>
                  </a:lnTo>
                  <a:lnTo>
                    <a:pt x="21367" y="11364"/>
                  </a:lnTo>
                  <a:lnTo>
                    <a:pt x="21212" y="11624"/>
                  </a:lnTo>
                  <a:lnTo>
                    <a:pt x="21173" y="11928"/>
                  </a:lnTo>
                  <a:lnTo>
                    <a:pt x="21212" y="12275"/>
                  </a:lnTo>
                  <a:lnTo>
                    <a:pt x="21251" y="12665"/>
                  </a:lnTo>
                  <a:lnTo>
                    <a:pt x="21251" y="14096"/>
                  </a:lnTo>
                  <a:lnTo>
                    <a:pt x="21057" y="14964"/>
                  </a:lnTo>
                  <a:lnTo>
                    <a:pt x="21096" y="15875"/>
                  </a:lnTo>
                  <a:lnTo>
                    <a:pt x="20941" y="16092"/>
                  </a:lnTo>
                  <a:lnTo>
                    <a:pt x="20708" y="16265"/>
                  </a:lnTo>
                  <a:lnTo>
                    <a:pt x="20282" y="16308"/>
                  </a:lnTo>
                  <a:lnTo>
                    <a:pt x="19932" y="16222"/>
                  </a:lnTo>
                  <a:lnTo>
                    <a:pt x="19661" y="16178"/>
                  </a:lnTo>
                  <a:lnTo>
                    <a:pt x="19196" y="16135"/>
                  </a:lnTo>
                  <a:lnTo>
                    <a:pt x="19118" y="16308"/>
                  </a:lnTo>
                  <a:lnTo>
                    <a:pt x="18963" y="16569"/>
                  </a:lnTo>
                  <a:lnTo>
                    <a:pt x="18885" y="16742"/>
                  </a:lnTo>
                  <a:lnTo>
                    <a:pt x="18692" y="16786"/>
                  </a:lnTo>
                  <a:lnTo>
                    <a:pt x="18536" y="16872"/>
                  </a:lnTo>
                  <a:lnTo>
                    <a:pt x="18420" y="16959"/>
                  </a:lnTo>
                  <a:lnTo>
                    <a:pt x="18343" y="17089"/>
                  </a:lnTo>
                  <a:lnTo>
                    <a:pt x="18265" y="17349"/>
                  </a:lnTo>
                  <a:lnTo>
                    <a:pt x="18304" y="17783"/>
                  </a:lnTo>
                  <a:lnTo>
                    <a:pt x="18614" y="18347"/>
                  </a:lnTo>
                  <a:lnTo>
                    <a:pt x="18692" y="18781"/>
                  </a:lnTo>
                  <a:lnTo>
                    <a:pt x="18847" y="19258"/>
                  </a:lnTo>
                  <a:lnTo>
                    <a:pt x="19079" y="19735"/>
                  </a:lnTo>
                  <a:lnTo>
                    <a:pt x="19312" y="20299"/>
                  </a:lnTo>
                  <a:lnTo>
                    <a:pt x="19506" y="21166"/>
                  </a:lnTo>
                  <a:lnTo>
                    <a:pt x="19234" y="21166"/>
                  </a:lnTo>
                  <a:lnTo>
                    <a:pt x="18847" y="20993"/>
                  </a:lnTo>
                  <a:lnTo>
                    <a:pt x="18653" y="20863"/>
                  </a:lnTo>
                  <a:lnTo>
                    <a:pt x="18381" y="20602"/>
                  </a:lnTo>
                  <a:lnTo>
                    <a:pt x="18149" y="20429"/>
                  </a:lnTo>
                  <a:lnTo>
                    <a:pt x="18110" y="20255"/>
                  </a:lnTo>
                  <a:lnTo>
                    <a:pt x="18071" y="20125"/>
                  </a:lnTo>
                  <a:lnTo>
                    <a:pt x="17916" y="19952"/>
                  </a:lnTo>
                  <a:lnTo>
                    <a:pt x="17800" y="19952"/>
                  </a:lnTo>
                  <a:lnTo>
                    <a:pt x="17722" y="19908"/>
                  </a:lnTo>
                  <a:lnTo>
                    <a:pt x="17567" y="19995"/>
                  </a:lnTo>
                  <a:lnTo>
                    <a:pt x="17528" y="20169"/>
                  </a:lnTo>
                  <a:lnTo>
                    <a:pt x="17218" y="20255"/>
                  </a:lnTo>
                  <a:lnTo>
                    <a:pt x="16946" y="20386"/>
                  </a:lnTo>
                  <a:lnTo>
                    <a:pt x="16442" y="20689"/>
                  </a:lnTo>
                  <a:lnTo>
                    <a:pt x="16442" y="21080"/>
                  </a:lnTo>
                  <a:lnTo>
                    <a:pt x="16520" y="21166"/>
                  </a:lnTo>
                  <a:lnTo>
                    <a:pt x="16287" y="21296"/>
                  </a:lnTo>
                  <a:lnTo>
                    <a:pt x="16132" y="21513"/>
                  </a:lnTo>
                  <a:lnTo>
                    <a:pt x="15744" y="21600"/>
                  </a:lnTo>
                  <a:close/>
                </a:path>
              </a:pathLst>
            </a:custGeom>
            <a:solidFill>
              <a:srgbClr val="DDDEE0"/>
            </a:solidFill>
            <a:ln w="9525" cap="flat">
              <a:solidFill>
                <a:srgbClr val="FFFFFF"/>
              </a:solidFill>
              <a:prstDash val="solid"/>
              <a:round/>
            </a:ln>
            <a:effectLst/>
          </p:spPr>
          <p:txBody>
            <a:bodyPr wrap="square" lIns="0" tIns="0" rIns="0" bIns="0" numCol="1" anchor="t">
              <a:noAutofit/>
            </a:bodyPr>
            <a:lstStyle/>
            <a:p>
              <a:pPr lvl="0" algn="l" defTabSz="914400">
                <a:defRPr sz="1800">
                  <a:latin typeface="Microsoft YaHei"/>
                  <a:ea typeface="Microsoft YaHei"/>
                  <a:cs typeface="Microsoft YaHei"/>
                  <a:sym typeface="Microsoft YaHei"/>
                </a:defRPr>
              </a:pPr>
              <a:endParaRPr/>
            </a:p>
          </p:txBody>
        </p:sp>
        <p:sp>
          <p:nvSpPr>
            <p:cNvPr id="187" name="Shape 187"/>
            <p:cNvSpPr/>
            <p:nvPr/>
          </p:nvSpPr>
          <p:spPr>
            <a:xfrm>
              <a:off x="3239373" y="2487041"/>
              <a:ext cx="2761499" cy="2349962"/>
            </a:xfrm>
            <a:custGeom>
              <a:avLst/>
              <a:gdLst/>
              <a:ahLst/>
              <a:cxnLst>
                <a:cxn ang="0">
                  <a:pos x="wd2" y="hd2"/>
                </a:cxn>
                <a:cxn ang="5400000">
                  <a:pos x="wd2" y="hd2"/>
                </a:cxn>
                <a:cxn ang="10800000">
                  <a:pos x="wd2" y="hd2"/>
                </a:cxn>
                <a:cxn ang="16200000">
                  <a:pos x="wd2" y="hd2"/>
                </a:cxn>
              </a:cxnLst>
              <a:rect l="0" t="0" r="r" b="b"/>
              <a:pathLst>
                <a:path w="21600" h="21600" extrusionOk="0">
                  <a:moveTo>
                    <a:pt x="20129" y="16920"/>
                  </a:moveTo>
                  <a:lnTo>
                    <a:pt x="19946" y="16776"/>
                  </a:lnTo>
                  <a:lnTo>
                    <a:pt x="19762" y="16668"/>
                  </a:lnTo>
                  <a:lnTo>
                    <a:pt x="19455" y="16524"/>
                  </a:lnTo>
                  <a:lnTo>
                    <a:pt x="19149" y="16488"/>
                  </a:lnTo>
                  <a:lnTo>
                    <a:pt x="18843" y="16524"/>
                  </a:lnTo>
                  <a:lnTo>
                    <a:pt x="18689" y="16560"/>
                  </a:lnTo>
                  <a:lnTo>
                    <a:pt x="18506" y="16632"/>
                  </a:lnTo>
                  <a:lnTo>
                    <a:pt x="18414" y="16848"/>
                  </a:lnTo>
                  <a:lnTo>
                    <a:pt x="18352" y="17100"/>
                  </a:lnTo>
                  <a:lnTo>
                    <a:pt x="18322" y="17316"/>
                  </a:lnTo>
                  <a:lnTo>
                    <a:pt x="18322" y="17568"/>
                  </a:lnTo>
                  <a:lnTo>
                    <a:pt x="18383" y="17820"/>
                  </a:lnTo>
                  <a:lnTo>
                    <a:pt x="18444" y="18108"/>
                  </a:lnTo>
                  <a:lnTo>
                    <a:pt x="18628" y="18648"/>
                  </a:lnTo>
                  <a:lnTo>
                    <a:pt x="18659" y="19116"/>
                  </a:lnTo>
                  <a:lnTo>
                    <a:pt x="18659" y="19368"/>
                  </a:lnTo>
                  <a:lnTo>
                    <a:pt x="18597" y="19656"/>
                  </a:lnTo>
                  <a:lnTo>
                    <a:pt x="17831" y="19656"/>
                  </a:lnTo>
                  <a:lnTo>
                    <a:pt x="17678" y="19764"/>
                  </a:lnTo>
                  <a:lnTo>
                    <a:pt x="17648" y="19836"/>
                  </a:lnTo>
                  <a:lnTo>
                    <a:pt x="17617" y="20160"/>
                  </a:lnTo>
                  <a:lnTo>
                    <a:pt x="17954" y="20448"/>
                  </a:lnTo>
                  <a:lnTo>
                    <a:pt x="17954" y="20700"/>
                  </a:lnTo>
                  <a:lnTo>
                    <a:pt x="17770" y="21276"/>
                  </a:lnTo>
                  <a:lnTo>
                    <a:pt x="17525" y="21312"/>
                  </a:lnTo>
                  <a:lnTo>
                    <a:pt x="17372" y="21384"/>
                  </a:lnTo>
                  <a:lnTo>
                    <a:pt x="17219" y="21492"/>
                  </a:lnTo>
                  <a:lnTo>
                    <a:pt x="17035" y="21564"/>
                  </a:lnTo>
                  <a:lnTo>
                    <a:pt x="16177" y="21600"/>
                  </a:lnTo>
                  <a:lnTo>
                    <a:pt x="16085" y="21564"/>
                  </a:lnTo>
                  <a:lnTo>
                    <a:pt x="15993" y="21384"/>
                  </a:lnTo>
                  <a:lnTo>
                    <a:pt x="15871" y="21276"/>
                  </a:lnTo>
                  <a:lnTo>
                    <a:pt x="15779" y="21204"/>
                  </a:lnTo>
                  <a:lnTo>
                    <a:pt x="15687" y="21168"/>
                  </a:lnTo>
                  <a:lnTo>
                    <a:pt x="15595" y="20880"/>
                  </a:lnTo>
                  <a:lnTo>
                    <a:pt x="15258" y="20088"/>
                  </a:lnTo>
                  <a:lnTo>
                    <a:pt x="14890" y="19728"/>
                  </a:lnTo>
                  <a:lnTo>
                    <a:pt x="14829" y="19620"/>
                  </a:lnTo>
                  <a:lnTo>
                    <a:pt x="14737" y="19512"/>
                  </a:lnTo>
                  <a:lnTo>
                    <a:pt x="14553" y="19332"/>
                  </a:lnTo>
                  <a:lnTo>
                    <a:pt x="14369" y="19260"/>
                  </a:lnTo>
                  <a:lnTo>
                    <a:pt x="14216" y="19188"/>
                  </a:lnTo>
                  <a:lnTo>
                    <a:pt x="13910" y="18972"/>
                  </a:lnTo>
                  <a:lnTo>
                    <a:pt x="13787" y="18648"/>
                  </a:lnTo>
                  <a:lnTo>
                    <a:pt x="13665" y="18432"/>
                  </a:lnTo>
                  <a:lnTo>
                    <a:pt x="13542" y="18288"/>
                  </a:lnTo>
                  <a:lnTo>
                    <a:pt x="13420" y="18252"/>
                  </a:lnTo>
                  <a:lnTo>
                    <a:pt x="13297" y="18252"/>
                  </a:lnTo>
                  <a:lnTo>
                    <a:pt x="13144" y="18288"/>
                  </a:lnTo>
                  <a:lnTo>
                    <a:pt x="12776" y="18540"/>
                  </a:lnTo>
                  <a:lnTo>
                    <a:pt x="12562" y="18792"/>
                  </a:lnTo>
                  <a:lnTo>
                    <a:pt x="12531" y="18936"/>
                  </a:lnTo>
                  <a:lnTo>
                    <a:pt x="12531" y="19188"/>
                  </a:lnTo>
                  <a:lnTo>
                    <a:pt x="12592" y="19332"/>
                  </a:lnTo>
                  <a:lnTo>
                    <a:pt x="12654" y="19440"/>
                  </a:lnTo>
                  <a:lnTo>
                    <a:pt x="12684" y="19620"/>
                  </a:lnTo>
                  <a:lnTo>
                    <a:pt x="12715" y="19872"/>
                  </a:lnTo>
                  <a:lnTo>
                    <a:pt x="12439" y="20088"/>
                  </a:lnTo>
                  <a:lnTo>
                    <a:pt x="12317" y="20124"/>
                  </a:lnTo>
                  <a:lnTo>
                    <a:pt x="12071" y="20160"/>
                  </a:lnTo>
                  <a:lnTo>
                    <a:pt x="11704" y="19872"/>
                  </a:lnTo>
                  <a:lnTo>
                    <a:pt x="11367" y="19620"/>
                  </a:lnTo>
                  <a:lnTo>
                    <a:pt x="11091" y="19332"/>
                  </a:lnTo>
                  <a:lnTo>
                    <a:pt x="10662" y="18828"/>
                  </a:lnTo>
                  <a:lnTo>
                    <a:pt x="10601" y="18648"/>
                  </a:lnTo>
                  <a:lnTo>
                    <a:pt x="10570" y="18504"/>
                  </a:lnTo>
                  <a:lnTo>
                    <a:pt x="10540" y="18180"/>
                  </a:lnTo>
                  <a:lnTo>
                    <a:pt x="10540" y="17964"/>
                  </a:lnTo>
                  <a:lnTo>
                    <a:pt x="11183" y="18000"/>
                  </a:lnTo>
                  <a:lnTo>
                    <a:pt x="11704" y="18396"/>
                  </a:lnTo>
                  <a:lnTo>
                    <a:pt x="12163" y="18396"/>
                  </a:lnTo>
                  <a:lnTo>
                    <a:pt x="12255" y="18360"/>
                  </a:lnTo>
                  <a:lnTo>
                    <a:pt x="12347" y="18288"/>
                  </a:lnTo>
                  <a:lnTo>
                    <a:pt x="12439" y="18180"/>
                  </a:lnTo>
                  <a:lnTo>
                    <a:pt x="12439" y="17892"/>
                  </a:lnTo>
                  <a:lnTo>
                    <a:pt x="12102" y="17532"/>
                  </a:lnTo>
                  <a:lnTo>
                    <a:pt x="11980" y="17388"/>
                  </a:lnTo>
                  <a:lnTo>
                    <a:pt x="11918" y="17244"/>
                  </a:lnTo>
                  <a:lnTo>
                    <a:pt x="12225" y="16992"/>
                  </a:lnTo>
                  <a:lnTo>
                    <a:pt x="12531" y="16596"/>
                  </a:lnTo>
                  <a:lnTo>
                    <a:pt x="12807" y="16200"/>
                  </a:lnTo>
                  <a:lnTo>
                    <a:pt x="12899" y="15984"/>
                  </a:lnTo>
                  <a:lnTo>
                    <a:pt x="12960" y="15804"/>
                  </a:lnTo>
                  <a:lnTo>
                    <a:pt x="13205" y="15660"/>
                  </a:lnTo>
                  <a:lnTo>
                    <a:pt x="13389" y="15516"/>
                  </a:lnTo>
                  <a:lnTo>
                    <a:pt x="13450" y="15480"/>
                  </a:lnTo>
                  <a:lnTo>
                    <a:pt x="13542" y="15408"/>
                  </a:lnTo>
                  <a:lnTo>
                    <a:pt x="13665" y="15228"/>
                  </a:lnTo>
                  <a:lnTo>
                    <a:pt x="13634" y="14472"/>
                  </a:lnTo>
                  <a:lnTo>
                    <a:pt x="13542" y="14328"/>
                  </a:lnTo>
                  <a:lnTo>
                    <a:pt x="13450" y="14148"/>
                  </a:lnTo>
                  <a:lnTo>
                    <a:pt x="13420" y="13968"/>
                  </a:lnTo>
                  <a:lnTo>
                    <a:pt x="13389" y="13824"/>
                  </a:lnTo>
                  <a:lnTo>
                    <a:pt x="13389" y="13464"/>
                  </a:lnTo>
                  <a:lnTo>
                    <a:pt x="13358" y="13428"/>
                  </a:lnTo>
                  <a:lnTo>
                    <a:pt x="13052" y="12528"/>
                  </a:lnTo>
                  <a:lnTo>
                    <a:pt x="12960" y="11916"/>
                  </a:lnTo>
                  <a:lnTo>
                    <a:pt x="12623" y="11124"/>
                  </a:lnTo>
                  <a:lnTo>
                    <a:pt x="12531" y="11016"/>
                  </a:lnTo>
                  <a:lnTo>
                    <a:pt x="11796" y="11016"/>
                  </a:lnTo>
                  <a:lnTo>
                    <a:pt x="11643" y="10944"/>
                  </a:lnTo>
                  <a:lnTo>
                    <a:pt x="11459" y="10836"/>
                  </a:lnTo>
                  <a:lnTo>
                    <a:pt x="11152" y="10584"/>
                  </a:lnTo>
                  <a:lnTo>
                    <a:pt x="10877" y="10368"/>
                  </a:lnTo>
                  <a:lnTo>
                    <a:pt x="10662" y="10188"/>
                  </a:lnTo>
                  <a:lnTo>
                    <a:pt x="9927" y="9180"/>
                  </a:lnTo>
                  <a:lnTo>
                    <a:pt x="9774" y="9180"/>
                  </a:lnTo>
                  <a:lnTo>
                    <a:pt x="9651" y="9216"/>
                  </a:lnTo>
                  <a:lnTo>
                    <a:pt x="9467" y="9288"/>
                  </a:lnTo>
                  <a:lnTo>
                    <a:pt x="9100" y="9252"/>
                  </a:lnTo>
                  <a:lnTo>
                    <a:pt x="8395" y="8568"/>
                  </a:lnTo>
                  <a:lnTo>
                    <a:pt x="7751" y="8208"/>
                  </a:lnTo>
                  <a:lnTo>
                    <a:pt x="7445" y="8172"/>
                  </a:lnTo>
                  <a:lnTo>
                    <a:pt x="7200" y="8136"/>
                  </a:lnTo>
                  <a:lnTo>
                    <a:pt x="6771" y="8028"/>
                  </a:lnTo>
                  <a:lnTo>
                    <a:pt x="6587" y="7848"/>
                  </a:lnTo>
                  <a:lnTo>
                    <a:pt x="6465" y="7776"/>
                  </a:lnTo>
                  <a:lnTo>
                    <a:pt x="6311" y="7704"/>
                  </a:lnTo>
                  <a:lnTo>
                    <a:pt x="6220" y="7668"/>
                  </a:lnTo>
                  <a:lnTo>
                    <a:pt x="5668" y="7668"/>
                  </a:lnTo>
                  <a:lnTo>
                    <a:pt x="5392" y="7848"/>
                  </a:lnTo>
                  <a:lnTo>
                    <a:pt x="5484" y="8496"/>
                  </a:lnTo>
                  <a:lnTo>
                    <a:pt x="5454" y="8820"/>
                  </a:lnTo>
                  <a:lnTo>
                    <a:pt x="5392" y="8892"/>
                  </a:lnTo>
                  <a:lnTo>
                    <a:pt x="5300" y="8928"/>
                  </a:lnTo>
                  <a:lnTo>
                    <a:pt x="5178" y="8964"/>
                  </a:lnTo>
                  <a:lnTo>
                    <a:pt x="5086" y="8964"/>
                  </a:lnTo>
                  <a:lnTo>
                    <a:pt x="4871" y="8892"/>
                  </a:lnTo>
                  <a:lnTo>
                    <a:pt x="4443" y="8604"/>
                  </a:lnTo>
                  <a:lnTo>
                    <a:pt x="4259" y="8424"/>
                  </a:lnTo>
                  <a:lnTo>
                    <a:pt x="4014" y="8136"/>
                  </a:lnTo>
                  <a:lnTo>
                    <a:pt x="3401" y="7560"/>
                  </a:lnTo>
                  <a:lnTo>
                    <a:pt x="2788" y="7164"/>
                  </a:lnTo>
                  <a:lnTo>
                    <a:pt x="2512" y="7020"/>
                  </a:lnTo>
                  <a:lnTo>
                    <a:pt x="2267" y="6912"/>
                  </a:lnTo>
                  <a:lnTo>
                    <a:pt x="1072" y="6912"/>
                  </a:lnTo>
                  <a:lnTo>
                    <a:pt x="858" y="6876"/>
                  </a:lnTo>
                  <a:lnTo>
                    <a:pt x="643" y="6804"/>
                  </a:lnTo>
                  <a:lnTo>
                    <a:pt x="460" y="6732"/>
                  </a:lnTo>
                  <a:lnTo>
                    <a:pt x="306" y="6696"/>
                  </a:lnTo>
                  <a:lnTo>
                    <a:pt x="276" y="6444"/>
                  </a:lnTo>
                  <a:lnTo>
                    <a:pt x="214" y="6192"/>
                  </a:lnTo>
                  <a:lnTo>
                    <a:pt x="184" y="5976"/>
                  </a:lnTo>
                  <a:lnTo>
                    <a:pt x="123" y="5868"/>
                  </a:lnTo>
                  <a:lnTo>
                    <a:pt x="61" y="5580"/>
                  </a:lnTo>
                  <a:lnTo>
                    <a:pt x="0" y="5328"/>
                  </a:lnTo>
                  <a:lnTo>
                    <a:pt x="0" y="5220"/>
                  </a:lnTo>
                  <a:lnTo>
                    <a:pt x="31" y="5112"/>
                  </a:lnTo>
                  <a:lnTo>
                    <a:pt x="61" y="5040"/>
                  </a:lnTo>
                  <a:lnTo>
                    <a:pt x="184" y="5004"/>
                  </a:lnTo>
                  <a:lnTo>
                    <a:pt x="429" y="4428"/>
                  </a:lnTo>
                  <a:lnTo>
                    <a:pt x="705" y="4428"/>
                  </a:lnTo>
                  <a:lnTo>
                    <a:pt x="1042" y="4392"/>
                  </a:lnTo>
                  <a:lnTo>
                    <a:pt x="1226" y="4356"/>
                  </a:lnTo>
                  <a:lnTo>
                    <a:pt x="1379" y="4284"/>
                  </a:lnTo>
                  <a:lnTo>
                    <a:pt x="1532" y="4176"/>
                  </a:lnTo>
                  <a:lnTo>
                    <a:pt x="1654" y="4068"/>
                  </a:lnTo>
                  <a:lnTo>
                    <a:pt x="1838" y="3600"/>
                  </a:lnTo>
                  <a:lnTo>
                    <a:pt x="2175" y="3168"/>
                  </a:lnTo>
                  <a:lnTo>
                    <a:pt x="2298" y="2844"/>
                  </a:lnTo>
                  <a:lnTo>
                    <a:pt x="2390" y="2628"/>
                  </a:lnTo>
                  <a:lnTo>
                    <a:pt x="2543" y="2448"/>
                  </a:lnTo>
                  <a:lnTo>
                    <a:pt x="2696" y="2340"/>
                  </a:lnTo>
                  <a:lnTo>
                    <a:pt x="2880" y="2268"/>
                  </a:lnTo>
                  <a:lnTo>
                    <a:pt x="3094" y="2232"/>
                  </a:lnTo>
                  <a:lnTo>
                    <a:pt x="3646" y="2160"/>
                  </a:lnTo>
                  <a:lnTo>
                    <a:pt x="4381" y="2160"/>
                  </a:lnTo>
                  <a:lnTo>
                    <a:pt x="4565" y="2124"/>
                  </a:lnTo>
                  <a:lnTo>
                    <a:pt x="4718" y="2052"/>
                  </a:lnTo>
                  <a:lnTo>
                    <a:pt x="4841" y="1944"/>
                  </a:lnTo>
                  <a:lnTo>
                    <a:pt x="4718" y="1116"/>
                  </a:lnTo>
                  <a:lnTo>
                    <a:pt x="4718" y="684"/>
                  </a:lnTo>
                  <a:lnTo>
                    <a:pt x="4749" y="468"/>
                  </a:lnTo>
                  <a:lnTo>
                    <a:pt x="4780" y="288"/>
                  </a:lnTo>
                  <a:lnTo>
                    <a:pt x="4871" y="144"/>
                  </a:lnTo>
                  <a:lnTo>
                    <a:pt x="4963" y="36"/>
                  </a:lnTo>
                  <a:lnTo>
                    <a:pt x="5025" y="0"/>
                  </a:lnTo>
                  <a:lnTo>
                    <a:pt x="5117" y="0"/>
                  </a:lnTo>
                  <a:lnTo>
                    <a:pt x="5300" y="72"/>
                  </a:lnTo>
                  <a:lnTo>
                    <a:pt x="6649" y="288"/>
                  </a:lnTo>
                  <a:lnTo>
                    <a:pt x="6618" y="432"/>
                  </a:lnTo>
                  <a:lnTo>
                    <a:pt x="6587" y="648"/>
                  </a:lnTo>
                  <a:lnTo>
                    <a:pt x="6618" y="1080"/>
                  </a:lnTo>
                  <a:lnTo>
                    <a:pt x="6894" y="1620"/>
                  </a:lnTo>
                  <a:lnTo>
                    <a:pt x="6986" y="1908"/>
                  </a:lnTo>
                  <a:lnTo>
                    <a:pt x="6986" y="2340"/>
                  </a:lnTo>
                  <a:lnTo>
                    <a:pt x="6863" y="2736"/>
                  </a:lnTo>
                  <a:lnTo>
                    <a:pt x="6802" y="2988"/>
                  </a:lnTo>
                  <a:lnTo>
                    <a:pt x="6832" y="3240"/>
                  </a:lnTo>
                  <a:lnTo>
                    <a:pt x="7506" y="3996"/>
                  </a:lnTo>
                  <a:lnTo>
                    <a:pt x="7598" y="4212"/>
                  </a:lnTo>
                  <a:lnTo>
                    <a:pt x="7598" y="4968"/>
                  </a:lnTo>
                  <a:lnTo>
                    <a:pt x="7660" y="5004"/>
                  </a:lnTo>
                  <a:lnTo>
                    <a:pt x="7751" y="5040"/>
                  </a:lnTo>
                  <a:lnTo>
                    <a:pt x="8058" y="5076"/>
                  </a:lnTo>
                  <a:lnTo>
                    <a:pt x="8242" y="4932"/>
                  </a:lnTo>
                  <a:lnTo>
                    <a:pt x="8456" y="4788"/>
                  </a:lnTo>
                  <a:lnTo>
                    <a:pt x="8671" y="4716"/>
                  </a:lnTo>
                  <a:lnTo>
                    <a:pt x="8916" y="4644"/>
                  </a:lnTo>
                  <a:lnTo>
                    <a:pt x="9467" y="4572"/>
                  </a:lnTo>
                  <a:lnTo>
                    <a:pt x="9988" y="4536"/>
                  </a:lnTo>
                  <a:lnTo>
                    <a:pt x="10080" y="4824"/>
                  </a:lnTo>
                  <a:lnTo>
                    <a:pt x="9957" y="5112"/>
                  </a:lnTo>
                  <a:lnTo>
                    <a:pt x="9866" y="5364"/>
                  </a:lnTo>
                  <a:lnTo>
                    <a:pt x="9743" y="5544"/>
                  </a:lnTo>
                  <a:lnTo>
                    <a:pt x="9590" y="5652"/>
                  </a:lnTo>
                  <a:lnTo>
                    <a:pt x="9375" y="5832"/>
                  </a:lnTo>
                  <a:lnTo>
                    <a:pt x="9283" y="5940"/>
                  </a:lnTo>
                  <a:lnTo>
                    <a:pt x="9222" y="6084"/>
                  </a:lnTo>
                  <a:lnTo>
                    <a:pt x="9191" y="6264"/>
                  </a:lnTo>
                  <a:lnTo>
                    <a:pt x="9191" y="6480"/>
                  </a:lnTo>
                  <a:lnTo>
                    <a:pt x="9682" y="6696"/>
                  </a:lnTo>
                  <a:lnTo>
                    <a:pt x="9804" y="6912"/>
                  </a:lnTo>
                  <a:lnTo>
                    <a:pt x="9988" y="7128"/>
                  </a:lnTo>
                  <a:lnTo>
                    <a:pt x="10172" y="7308"/>
                  </a:lnTo>
                  <a:lnTo>
                    <a:pt x="10417" y="7488"/>
                  </a:lnTo>
                  <a:lnTo>
                    <a:pt x="10509" y="7704"/>
                  </a:lnTo>
                  <a:lnTo>
                    <a:pt x="10601" y="7956"/>
                  </a:lnTo>
                  <a:lnTo>
                    <a:pt x="10754" y="8208"/>
                  </a:lnTo>
                  <a:lnTo>
                    <a:pt x="10815" y="8280"/>
                  </a:lnTo>
                  <a:lnTo>
                    <a:pt x="10938" y="8352"/>
                  </a:lnTo>
                  <a:lnTo>
                    <a:pt x="11397" y="9072"/>
                  </a:lnTo>
                  <a:lnTo>
                    <a:pt x="11551" y="9144"/>
                  </a:lnTo>
                  <a:lnTo>
                    <a:pt x="11826" y="9252"/>
                  </a:lnTo>
                  <a:lnTo>
                    <a:pt x="12071" y="9252"/>
                  </a:lnTo>
                  <a:lnTo>
                    <a:pt x="12194" y="9180"/>
                  </a:lnTo>
                  <a:lnTo>
                    <a:pt x="12286" y="9072"/>
                  </a:lnTo>
                  <a:lnTo>
                    <a:pt x="12286" y="8424"/>
                  </a:lnTo>
                  <a:lnTo>
                    <a:pt x="12317" y="8280"/>
                  </a:lnTo>
                  <a:lnTo>
                    <a:pt x="12439" y="8136"/>
                  </a:lnTo>
                  <a:lnTo>
                    <a:pt x="12592" y="8064"/>
                  </a:lnTo>
                  <a:lnTo>
                    <a:pt x="12776" y="8028"/>
                  </a:lnTo>
                  <a:lnTo>
                    <a:pt x="13113" y="8028"/>
                  </a:lnTo>
                  <a:lnTo>
                    <a:pt x="13297" y="8100"/>
                  </a:lnTo>
                  <a:lnTo>
                    <a:pt x="13420" y="8172"/>
                  </a:lnTo>
                  <a:lnTo>
                    <a:pt x="13511" y="8280"/>
                  </a:lnTo>
                  <a:lnTo>
                    <a:pt x="13757" y="8316"/>
                  </a:lnTo>
                  <a:lnTo>
                    <a:pt x="14186" y="8028"/>
                  </a:lnTo>
                  <a:lnTo>
                    <a:pt x="14553" y="7740"/>
                  </a:lnTo>
                  <a:lnTo>
                    <a:pt x="14645" y="7632"/>
                  </a:lnTo>
                  <a:lnTo>
                    <a:pt x="14768" y="7596"/>
                  </a:lnTo>
                  <a:lnTo>
                    <a:pt x="15135" y="7560"/>
                  </a:lnTo>
                  <a:lnTo>
                    <a:pt x="15350" y="7920"/>
                  </a:lnTo>
                  <a:lnTo>
                    <a:pt x="15319" y="8064"/>
                  </a:lnTo>
                  <a:lnTo>
                    <a:pt x="15258" y="8208"/>
                  </a:lnTo>
                  <a:lnTo>
                    <a:pt x="15074" y="8496"/>
                  </a:lnTo>
                  <a:lnTo>
                    <a:pt x="14584" y="8928"/>
                  </a:lnTo>
                  <a:lnTo>
                    <a:pt x="14400" y="9216"/>
                  </a:lnTo>
                  <a:lnTo>
                    <a:pt x="14308" y="9540"/>
                  </a:lnTo>
                  <a:lnTo>
                    <a:pt x="14277" y="9900"/>
                  </a:lnTo>
                  <a:lnTo>
                    <a:pt x="14247" y="10332"/>
                  </a:lnTo>
                  <a:lnTo>
                    <a:pt x="14614" y="11124"/>
                  </a:lnTo>
                  <a:lnTo>
                    <a:pt x="14737" y="11340"/>
                  </a:lnTo>
                  <a:lnTo>
                    <a:pt x="14921" y="11556"/>
                  </a:lnTo>
                  <a:lnTo>
                    <a:pt x="15043" y="11664"/>
                  </a:lnTo>
                  <a:lnTo>
                    <a:pt x="15166" y="11736"/>
                  </a:lnTo>
                  <a:lnTo>
                    <a:pt x="15319" y="11808"/>
                  </a:lnTo>
                  <a:lnTo>
                    <a:pt x="15472" y="11808"/>
                  </a:lnTo>
                  <a:lnTo>
                    <a:pt x="15503" y="11736"/>
                  </a:lnTo>
                  <a:lnTo>
                    <a:pt x="15687" y="11736"/>
                  </a:lnTo>
                  <a:lnTo>
                    <a:pt x="15809" y="11808"/>
                  </a:lnTo>
                  <a:lnTo>
                    <a:pt x="15932" y="11916"/>
                  </a:lnTo>
                  <a:lnTo>
                    <a:pt x="16238" y="12240"/>
                  </a:lnTo>
                  <a:lnTo>
                    <a:pt x="16575" y="12672"/>
                  </a:lnTo>
                  <a:lnTo>
                    <a:pt x="16820" y="13068"/>
                  </a:lnTo>
                  <a:lnTo>
                    <a:pt x="16943" y="13716"/>
                  </a:lnTo>
                  <a:lnTo>
                    <a:pt x="16974" y="14112"/>
                  </a:lnTo>
                  <a:lnTo>
                    <a:pt x="17035" y="14580"/>
                  </a:lnTo>
                  <a:lnTo>
                    <a:pt x="17127" y="15120"/>
                  </a:lnTo>
                  <a:lnTo>
                    <a:pt x="17311" y="15336"/>
                  </a:lnTo>
                  <a:lnTo>
                    <a:pt x="17464" y="15480"/>
                  </a:lnTo>
                  <a:lnTo>
                    <a:pt x="17648" y="15624"/>
                  </a:lnTo>
                  <a:lnTo>
                    <a:pt x="17954" y="15876"/>
                  </a:lnTo>
                  <a:lnTo>
                    <a:pt x="18199" y="15768"/>
                  </a:lnTo>
                  <a:lnTo>
                    <a:pt x="18597" y="15588"/>
                  </a:lnTo>
                  <a:lnTo>
                    <a:pt x="18628" y="15444"/>
                  </a:lnTo>
                  <a:lnTo>
                    <a:pt x="18689" y="15372"/>
                  </a:lnTo>
                  <a:lnTo>
                    <a:pt x="18843" y="15300"/>
                  </a:lnTo>
                  <a:lnTo>
                    <a:pt x="19088" y="15228"/>
                  </a:lnTo>
                  <a:lnTo>
                    <a:pt x="19271" y="14868"/>
                  </a:lnTo>
                  <a:lnTo>
                    <a:pt x="19271" y="14544"/>
                  </a:lnTo>
                  <a:lnTo>
                    <a:pt x="19149" y="14256"/>
                  </a:lnTo>
                  <a:lnTo>
                    <a:pt x="18996" y="14040"/>
                  </a:lnTo>
                  <a:lnTo>
                    <a:pt x="18720" y="13932"/>
                  </a:lnTo>
                  <a:lnTo>
                    <a:pt x="18628" y="13860"/>
                  </a:lnTo>
                  <a:lnTo>
                    <a:pt x="18567" y="13716"/>
                  </a:lnTo>
                  <a:lnTo>
                    <a:pt x="18567" y="13608"/>
                  </a:lnTo>
                  <a:lnTo>
                    <a:pt x="18597" y="13356"/>
                  </a:lnTo>
                  <a:lnTo>
                    <a:pt x="18904" y="12816"/>
                  </a:lnTo>
                  <a:lnTo>
                    <a:pt x="18904" y="12276"/>
                  </a:lnTo>
                  <a:lnTo>
                    <a:pt x="18996" y="12204"/>
                  </a:lnTo>
                  <a:lnTo>
                    <a:pt x="19271" y="12204"/>
                  </a:lnTo>
                  <a:lnTo>
                    <a:pt x="19455" y="11952"/>
                  </a:lnTo>
                  <a:lnTo>
                    <a:pt x="19670" y="11808"/>
                  </a:lnTo>
                  <a:lnTo>
                    <a:pt x="19700" y="12060"/>
                  </a:lnTo>
                  <a:lnTo>
                    <a:pt x="19670" y="12204"/>
                  </a:lnTo>
                  <a:lnTo>
                    <a:pt x="19609" y="12312"/>
                  </a:lnTo>
                  <a:lnTo>
                    <a:pt x="19578" y="12384"/>
                  </a:lnTo>
                  <a:lnTo>
                    <a:pt x="19547" y="12744"/>
                  </a:lnTo>
                  <a:lnTo>
                    <a:pt x="19609" y="12852"/>
                  </a:lnTo>
                  <a:lnTo>
                    <a:pt x="19976" y="13068"/>
                  </a:lnTo>
                  <a:lnTo>
                    <a:pt x="20589" y="13248"/>
                  </a:lnTo>
                  <a:lnTo>
                    <a:pt x="21355" y="13860"/>
                  </a:lnTo>
                  <a:lnTo>
                    <a:pt x="21600" y="13860"/>
                  </a:lnTo>
                  <a:lnTo>
                    <a:pt x="21508" y="14112"/>
                  </a:lnTo>
                  <a:lnTo>
                    <a:pt x="21386" y="14400"/>
                  </a:lnTo>
                  <a:lnTo>
                    <a:pt x="21508" y="15480"/>
                  </a:lnTo>
                  <a:lnTo>
                    <a:pt x="21355" y="15984"/>
                  </a:lnTo>
                  <a:lnTo>
                    <a:pt x="21232" y="15984"/>
                  </a:lnTo>
                  <a:lnTo>
                    <a:pt x="21171" y="15948"/>
                  </a:lnTo>
                  <a:lnTo>
                    <a:pt x="21079" y="15912"/>
                  </a:lnTo>
                  <a:lnTo>
                    <a:pt x="20834" y="15840"/>
                  </a:lnTo>
                  <a:lnTo>
                    <a:pt x="20620" y="15876"/>
                  </a:lnTo>
                  <a:lnTo>
                    <a:pt x="20436" y="15948"/>
                  </a:lnTo>
                  <a:lnTo>
                    <a:pt x="20344" y="16056"/>
                  </a:lnTo>
                  <a:lnTo>
                    <a:pt x="20283" y="16164"/>
                  </a:lnTo>
                  <a:lnTo>
                    <a:pt x="20283" y="16884"/>
                  </a:lnTo>
                  <a:lnTo>
                    <a:pt x="20129" y="16920"/>
                  </a:lnTo>
                  <a:close/>
                </a:path>
              </a:pathLst>
            </a:custGeom>
            <a:solidFill>
              <a:srgbClr val="DDDEE0"/>
            </a:solidFill>
            <a:ln w="9525" cap="flat">
              <a:solidFill>
                <a:srgbClr val="FFFFFF"/>
              </a:solidFill>
              <a:prstDash val="solid"/>
              <a:round/>
            </a:ln>
            <a:effectLst/>
          </p:spPr>
          <p:txBody>
            <a:bodyPr wrap="square" lIns="0" tIns="0" rIns="0" bIns="0" numCol="1" anchor="t">
              <a:noAutofit/>
            </a:bodyPr>
            <a:lstStyle/>
            <a:p>
              <a:pPr lvl="0" algn="l" defTabSz="914400">
                <a:defRPr sz="1800">
                  <a:latin typeface="Microsoft YaHei"/>
                  <a:ea typeface="Microsoft YaHei"/>
                  <a:cs typeface="Microsoft YaHei"/>
                  <a:sym typeface="Microsoft YaHei"/>
                </a:defRPr>
              </a:pPr>
              <a:endParaRPr/>
            </a:p>
          </p:txBody>
        </p:sp>
        <p:sp>
          <p:nvSpPr>
            <p:cNvPr id="188" name="Shape 188"/>
            <p:cNvSpPr/>
            <p:nvPr/>
          </p:nvSpPr>
          <p:spPr>
            <a:xfrm>
              <a:off x="2518643" y="2040549"/>
              <a:ext cx="97927" cy="101833"/>
            </a:xfrm>
            <a:custGeom>
              <a:avLst/>
              <a:gdLst/>
              <a:ahLst/>
              <a:cxnLst>
                <a:cxn ang="0">
                  <a:pos x="wd2" y="hd2"/>
                </a:cxn>
                <a:cxn ang="5400000">
                  <a:pos x="wd2" y="hd2"/>
                </a:cxn>
                <a:cxn ang="10800000">
                  <a:pos x="wd2" y="hd2"/>
                </a:cxn>
                <a:cxn ang="16200000">
                  <a:pos x="wd2" y="hd2"/>
                </a:cxn>
              </a:cxnLst>
              <a:rect l="0" t="0" r="r" b="b"/>
              <a:pathLst>
                <a:path w="21600" h="21600" extrusionOk="0">
                  <a:moveTo>
                    <a:pt x="11232" y="0"/>
                  </a:moveTo>
                  <a:lnTo>
                    <a:pt x="15552" y="831"/>
                  </a:lnTo>
                  <a:lnTo>
                    <a:pt x="19008" y="3323"/>
                  </a:lnTo>
                  <a:lnTo>
                    <a:pt x="20736" y="6646"/>
                  </a:lnTo>
                  <a:lnTo>
                    <a:pt x="21600" y="10800"/>
                  </a:lnTo>
                  <a:lnTo>
                    <a:pt x="20736" y="14954"/>
                  </a:lnTo>
                  <a:lnTo>
                    <a:pt x="19008" y="18277"/>
                  </a:lnTo>
                  <a:lnTo>
                    <a:pt x="15552" y="20769"/>
                  </a:lnTo>
                  <a:lnTo>
                    <a:pt x="11232" y="21600"/>
                  </a:lnTo>
                  <a:lnTo>
                    <a:pt x="6912" y="20769"/>
                  </a:lnTo>
                  <a:lnTo>
                    <a:pt x="2592" y="18277"/>
                  </a:lnTo>
                  <a:lnTo>
                    <a:pt x="864" y="14954"/>
                  </a:lnTo>
                  <a:lnTo>
                    <a:pt x="0" y="10800"/>
                  </a:lnTo>
                  <a:lnTo>
                    <a:pt x="864" y="6646"/>
                  </a:lnTo>
                  <a:lnTo>
                    <a:pt x="2592" y="3323"/>
                  </a:lnTo>
                  <a:lnTo>
                    <a:pt x="6912" y="831"/>
                  </a:lnTo>
                  <a:lnTo>
                    <a:pt x="11232" y="0"/>
                  </a:lnTo>
                  <a:close/>
                </a:path>
              </a:pathLst>
            </a:custGeom>
            <a:solidFill>
              <a:srgbClr val="DDDEE0"/>
            </a:solidFill>
            <a:ln w="9525" cap="flat">
              <a:solidFill>
                <a:srgbClr val="FFFFFF"/>
              </a:solidFill>
              <a:prstDash val="solid"/>
              <a:round/>
            </a:ln>
            <a:effectLst/>
          </p:spPr>
          <p:txBody>
            <a:bodyPr wrap="square" lIns="0" tIns="0" rIns="0" bIns="0" numCol="1" anchor="t">
              <a:noAutofit/>
            </a:bodyPr>
            <a:lstStyle/>
            <a:p>
              <a:pPr lvl="0" algn="l" defTabSz="914400">
                <a:defRPr sz="1800">
                  <a:latin typeface="Microsoft YaHei"/>
                  <a:ea typeface="Microsoft YaHei"/>
                  <a:cs typeface="Microsoft YaHei"/>
                  <a:sym typeface="Microsoft YaHei"/>
                </a:defRPr>
              </a:pPr>
              <a:endParaRPr/>
            </a:p>
          </p:txBody>
        </p:sp>
        <p:sp>
          <p:nvSpPr>
            <p:cNvPr id="189" name="Shape 189"/>
            <p:cNvSpPr/>
            <p:nvPr/>
          </p:nvSpPr>
          <p:spPr>
            <a:xfrm>
              <a:off x="4723922" y="3920516"/>
              <a:ext cx="97928" cy="101835"/>
            </a:xfrm>
            <a:custGeom>
              <a:avLst/>
              <a:gdLst/>
              <a:ahLst/>
              <a:cxnLst>
                <a:cxn ang="0">
                  <a:pos x="wd2" y="hd2"/>
                </a:cxn>
                <a:cxn ang="5400000">
                  <a:pos x="wd2" y="hd2"/>
                </a:cxn>
                <a:cxn ang="10800000">
                  <a:pos x="wd2" y="hd2"/>
                </a:cxn>
                <a:cxn ang="16200000">
                  <a:pos x="wd2" y="hd2"/>
                </a:cxn>
              </a:cxnLst>
              <a:rect l="0" t="0" r="r" b="b"/>
              <a:pathLst>
                <a:path w="21600" h="21600" extrusionOk="0">
                  <a:moveTo>
                    <a:pt x="10368" y="0"/>
                  </a:moveTo>
                  <a:lnTo>
                    <a:pt x="14688" y="831"/>
                  </a:lnTo>
                  <a:lnTo>
                    <a:pt x="18144" y="3323"/>
                  </a:lnTo>
                  <a:lnTo>
                    <a:pt x="20736" y="6646"/>
                  </a:lnTo>
                  <a:lnTo>
                    <a:pt x="21600" y="10800"/>
                  </a:lnTo>
                  <a:lnTo>
                    <a:pt x="20736" y="14954"/>
                  </a:lnTo>
                  <a:lnTo>
                    <a:pt x="18144" y="18277"/>
                  </a:lnTo>
                  <a:lnTo>
                    <a:pt x="14688" y="20769"/>
                  </a:lnTo>
                  <a:lnTo>
                    <a:pt x="10368" y="21600"/>
                  </a:lnTo>
                  <a:lnTo>
                    <a:pt x="6048" y="20769"/>
                  </a:lnTo>
                  <a:lnTo>
                    <a:pt x="2592" y="18277"/>
                  </a:lnTo>
                  <a:lnTo>
                    <a:pt x="864" y="14954"/>
                  </a:lnTo>
                  <a:lnTo>
                    <a:pt x="0" y="10800"/>
                  </a:lnTo>
                  <a:lnTo>
                    <a:pt x="864" y="6646"/>
                  </a:lnTo>
                  <a:lnTo>
                    <a:pt x="2592" y="3323"/>
                  </a:lnTo>
                  <a:lnTo>
                    <a:pt x="6048" y="831"/>
                  </a:lnTo>
                  <a:lnTo>
                    <a:pt x="10368" y="0"/>
                  </a:lnTo>
                  <a:close/>
                </a:path>
              </a:pathLst>
            </a:custGeom>
            <a:solidFill>
              <a:srgbClr val="DDDEE0"/>
            </a:solidFill>
            <a:ln w="9525" cap="flat">
              <a:solidFill>
                <a:srgbClr val="FFFFFF"/>
              </a:solidFill>
              <a:prstDash val="solid"/>
              <a:round/>
            </a:ln>
            <a:effectLst/>
          </p:spPr>
          <p:txBody>
            <a:bodyPr wrap="square" lIns="0" tIns="0" rIns="0" bIns="0" numCol="1" anchor="t">
              <a:noAutofit/>
            </a:bodyPr>
            <a:lstStyle/>
            <a:p>
              <a:pPr lvl="0" algn="l" defTabSz="914400">
                <a:defRPr sz="1800">
                  <a:latin typeface="Microsoft YaHei"/>
                  <a:ea typeface="Microsoft YaHei"/>
                  <a:cs typeface="Microsoft YaHei"/>
                  <a:sym typeface="Microsoft YaHei"/>
                </a:defRPr>
              </a:pPr>
              <a:endParaRPr/>
            </a:p>
          </p:txBody>
        </p:sp>
        <p:sp>
          <p:nvSpPr>
            <p:cNvPr id="190" name="Shape 190"/>
            <p:cNvSpPr/>
            <p:nvPr/>
          </p:nvSpPr>
          <p:spPr>
            <a:xfrm>
              <a:off x="5158711" y="5252159"/>
              <a:ext cx="78343" cy="82251"/>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15120" y="1029"/>
                  </a:lnTo>
                  <a:lnTo>
                    <a:pt x="18360" y="3086"/>
                  </a:lnTo>
                  <a:lnTo>
                    <a:pt x="20520" y="6171"/>
                  </a:lnTo>
                  <a:lnTo>
                    <a:pt x="21600" y="10286"/>
                  </a:lnTo>
                  <a:lnTo>
                    <a:pt x="20520" y="14400"/>
                  </a:lnTo>
                  <a:lnTo>
                    <a:pt x="18360" y="18514"/>
                  </a:lnTo>
                  <a:lnTo>
                    <a:pt x="15120" y="20571"/>
                  </a:lnTo>
                  <a:lnTo>
                    <a:pt x="10800" y="21600"/>
                  </a:lnTo>
                  <a:lnTo>
                    <a:pt x="6480" y="20571"/>
                  </a:lnTo>
                  <a:lnTo>
                    <a:pt x="3240" y="18514"/>
                  </a:lnTo>
                  <a:lnTo>
                    <a:pt x="0" y="14400"/>
                  </a:lnTo>
                  <a:lnTo>
                    <a:pt x="0" y="6171"/>
                  </a:lnTo>
                  <a:lnTo>
                    <a:pt x="3240" y="3086"/>
                  </a:lnTo>
                  <a:lnTo>
                    <a:pt x="6480" y="1029"/>
                  </a:lnTo>
                  <a:lnTo>
                    <a:pt x="10800" y="0"/>
                  </a:lnTo>
                  <a:close/>
                </a:path>
              </a:pathLst>
            </a:custGeom>
            <a:solidFill>
              <a:srgbClr val="DDDEE0"/>
            </a:solidFill>
            <a:ln w="9525" cap="flat">
              <a:solidFill>
                <a:srgbClr val="FFFFFF"/>
              </a:solidFill>
              <a:prstDash val="solid"/>
              <a:round/>
            </a:ln>
            <a:effectLst/>
          </p:spPr>
          <p:txBody>
            <a:bodyPr wrap="square" lIns="0" tIns="0" rIns="0" bIns="0" numCol="1" anchor="t">
              <a:noAutofit/>
            </a:bodyPr>
            <a:lstStyle/>
            <a:p>
              <a:pPr lvl="0" algn="l" defTabSz="914400">
                <a:defRPr sz="1800">
                  <a:latin typeface="Microsoft YaHei"/>
                  <a:ea typeface="Microsoft YaHei"/>
                  <a:cs typeface="Microsoft YaHei"/>
                  <a:sym typeface="Microsoft YaHei"/>
                </a:defRPr>
              </a:pPr>
              <a:endParaRPr/>
            </a:p>
          </p:txBody>
        </p:sp>
        <p:sp>
          <p:nvSpPr>
            <p:cNvPr id="191" name="Shape 191"/>
            <p:cNvSpPr/>
            <p:nvPr/>
          </p:nvSpPr>
          <p:spPr>
            <a:xfrm>
              <a:off x="4861019" y="6532887"/>
              <a:ext cx="82261" cy="78335"/>
            </a:xfrm>
            <a:custGeom>
              <a:avLst/>
              <a:gdLst/>
              <a:ahLst/>
              <a:cxnLst>
                <a:cxn ang="0">
                  <a:pos x="wd2" y="hd2"/>
                </a:cxn>
                <a:cxn ang="5400000">
                  <a:pos x="wd2" y="hd2"/>
                </a:cxn>
                <a:cxn ang="10800000">
                  <a:pos x="wd2" y="hd2"/>
                </a:cxn>
                <a:cxn ang="16200000">
                  <a:pos x="wd2" y="hd2"/>
                </a:cxn>
              </a:cxnLst>
              <a:rect l="0" t="0" r="r" b="b"/>
              <a:pathLst>
                <a:path w="21600" h="21600" extrusionOk="0">
                  <a:moveTo>
                    <a:pt x="11314" y="0"/>
                  </a:moveTo>
                  <a:lnTo>
                    <a:pt x="15429" y="1080"/>
                  </a:lnTo>
                  <a:lnTo>
                    <a:pt x="18514" y="3240"/>
                  </a:lnTo>
                  <a:lnTo>
                    <a:pt x="20571" y="6480"/>
                  </a:lnTo>
                  <a:lnTo>
                    <a:pt x="21600" y="10800"/>
                  </a:lnTo>
                  <a:lnTo>
                    <a:pt x="20571" y="15120"/>
                  </a:lnTo>
                  <a:lnTo>
                    <a:pt x="18514" y="18360"/>
                  </a:lnTo>
                  <a:lnTo>
                    <a:pt x="15429" y="20520"/>
                  </a:lnTo>
                  <a:lnTo>
                    <a:pt x="11314" y="21600"/>
                  </a:lnTo>
                  <a:lnTo>
                    <a:pt x="7200" y="20520"/>
                  </a:lnTo>
                  <a:lnTo>
                    <a:pt x="3086" y="18360"/>
                  </a:lnTo>
                  <a:lnTo>
                    <a:pt x="1029" y="15120"/>
                  </a:lnTo>
                  <a:lnTo>
                    <a:pt x="0" y="10800"/>
                  </a:lnTo>
                  <a:lnTo>
                    <a:pt x="1029" y="6480"/>
                  </a:lnTo>
                  <a:lnTo>
                    <a:pt x="3086" y="3240"/>
                  </a:lnTo>
                  <a:lnTo>
                    <a:pt x="7200" y="1080"/>
                  </a:lnTo>
                  <a:lnTo>
                    <a:pt x="11314" y="0"/>
                  </a:lnTo>
                  <a:close/>
                </a:path>
              </a:pathLst>
            </a:custGeom>
            <a:solidFill>
              <a:srgbClr val="DDDEE0"/>
            </a:solidFill>
            <a:ln w="9525" cap="flat">
              <a:solidFill>
                <a:srgbClr val="FFFFFF"/>
              </a:solidFill>
              <a:prstDash val="solid"/>
              <a:round/>
            </a:ln>
            <a:effectLst/>
          </p:spPr>
          <p:txBody>
            <a:bodyPr wrap="square" lIns="0" tIns="0" rIns="0" bIns="0" numCol="1" anchor="t">
              <a:noAutofit/>
            </a:bodyPr>
            <a:lstStyle/>
            <a:p>
              <a:pPr lvl="0" algn="l" defTabSz="914400">
                <a:defRPr sz="1800">
                  <a:latin typeface="Microsoft YaHei"/>
                  <a:ea typeface="Microsoft YaHei"/>
                  <a:cs typeface="Microsoft YaHei"/>
                  <a:sym typeface="Microsoft YaHei"/>
                </a:defRPr>
              </a:pPr>
              <a:endParaRPr/>
            </a:p>
          </p:txBody>
        </p:sp>
        <p:sp>
          <p:nvSpPr>
            <p:cNvPr id="192" name="Shape 192"/>
            <p:cNvSpPr/>
            <p:nvPr/>
          </p:nvSpPr>
          <p:spPr>
            <a:xfrm>
              <a:off x="2690990" y="5240411"/>
              <a:ext cx="78344" cy="78334"/>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15120" y="1080"/>
                  </a:lnTo>
                  <a:lnTo>
                    <a:pt x="18360" y="3240"/>
                  </a:lnTo>
                  <a:lnTo>
                    <a:pt x="20520" y="6480"/>
                  </a:lnTo>
                  <a:lnTo>
                    <a:pt x="21600" y="10800"/>
                  </a:lnTo>
                  <a:lnTo>
                    <a:pt x="20520" y="15120"/>
                  </a:lnTo>
                  <a:lnTo>
                    <a:pt x="18360" y="18360"/>
                  </a:lnTo>
                  <a:lnTo>
                    <a:pt x="15120" y="21600"/>
                  </a:lnTo>
                  <a:lnTo>
                    <a:pt x="6480" y="21600"/>
                  </a:lnTo>
                  <a:lnTo>
                    <a:pt x="2160" y="18360"/>
                  </a:lnTo>
                  <a:lnTo>
                    <a:pt x="0" y="15120"/>
                  </a:lnTo>
                  <a:lnTo>
                    <a:pt x="0" y="6480"/>
                  </a:lnTo>
                  <a:lnTo>
                    <a:pt x="2160" y="3240"/>
                  </a:lnTo>
                  <a:lnTo>
                    <a:pt x="6480" y="1080"/>
                  </a:lnTo>
                  <a:lnTo>
                    <a:pt x="10800" y="0"/>
                  </a:lnTo>
                  <a:close/>
                </a:path>
              </a:pathLst>
            </a:custGeom>
            <a:solidFill>
              <a:srgbClr val="DDDEE0"/>
            </a:solidFill>
            <a:ln w="9525" cap="flat">
              <a:solidFill>
                <a:srgbClr val="FFFFFF"/>
              </a:solidFill>
              <a:prstDash val="solid"/>
              <a:round/>
            </a:ln>
            <a:effectLst/>
          </p:spPr>
          <p:txBody>
            <a:bodyPr wrap="square" lIns="0" tIns="0" rIns="0" bIns="0" numCol="1" anchor="t">
              <a:noAutofit/>
            </a:bodyPr>
            <a:lstStyle/>
            <a:p>
              <a:pPr lvl="0" algn="l" defTabSz="914400">
                <a:defRPr sz="1800">
                  <a:latin typeface="Microsoft YaHei"/>
                  <a:ea typeface="Microsoft YaHei"/>
                  <a:cs typeface="Microsoft YaHei"/>
                  <a:sym typeface="Microsoft YaHei"/>
                </a:defRPr>
              </a:pPr>
              <a:endParaRPr/>
            </a:p>
          </p:txBody>
        </p:sp>
        <p:sp>
          <p:nvSpPr>
            <p:cNvPr id="193" name="Shape 193"/>
            <p:cNvSpPr/>
            <p:nvPr/>
          </p:nvSpPr>
          <p:spPr>
            <a:xfrm>
              <a:off x="6040041" y="7022464"/>
              <a:ext cx="78342" cy="78334"/>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15120" y="1080"/>
                  </a:lnTo>
                  <a:lnTo>
                    <a:pt x="18360" y="3240"/>
                  </a:lnTo>
                  <a:lnTo>
                    <a:pt x="20520" y="6480"/>
                  </a:lnTo>
                  <a:lnTo>
                    <a:pt x="21600" y="10800"/>
                  </a:lnTo>
                  <a:lnTo>
                    <a:pt x="20520" y="15120"/>
                  </a:lnTo>
                  <a:lnTo>
                    <a:pt x="18360" y="18360"/>
                  </a:lnTo>
                  <a:lnTo>
                    <a:pt x="15120" y="21600"/>
                  </a:lnTo>
                  <a:lnTo>
                    <a:pt x="6480" y="21600"/>
                  </a:lnTo>
                  <a:lnTo>
                    <a:pt x="0" y="15120"/>
                  </a:lnTo>
                  <a:lnTo>
                    <a:pt x="0" y="6480"/>
                  </a:lnTo>
                  <a:lnTo>
                    <a:pt x="3240" y="3240"/>
                  </a:lnTo>
                  <a:lnTo>
                    <a:pt x="6480" y="1080"/>
                  </a:lnTo>
                  <a:lnTo>
                    <a:pt x="10800" y="0"/>
                  </a:lnTo>
                  <a:close/>
                </a:path>
              </a:pathLst>
            </a:custGeom>
            <a:solidFill>
              <a:srgbClr val="DDDEE0"/>
            </a:solidFill>
            <a:ln w="9525" cap="flat">
              <a:solidFill>
                <a:srgbClr val="FFFFFF"/>
              </a:solidFill>
              <a:prstDash val="solid"/>
              <a:round/>
            </a:ln>
            <a:effectLst/>
          </p:spPr>
          <p:txBody>
            <a:bodyPr wrap="square" lIns="0" tIns="0" rIns="0" bIns="0" numCol="1" anchor="t">
              <a:noAutofit/>
            </a:bodyPr>
            <a:lstStyle/>
            <a:p>
              <a:pPr lvl="0" algn="l" defTabSz="914400">
                <a:defRPr sz="1800">
                  <a:latin typeface="Microsoft YaHei"/>
                  <a:ea typeface="Microsoft YaHei"/>
                  <a:cs typeface="Microsoft YaHei"/>
                  <a:sym typeface="Microsoft YaHei"/>
                </a:defRPr>
              </a:pPr>
              <a:endParaRPr/>
            </a:p>
          </p:txBody>
        </p:sp>
        <p:sp>
          <p:nvSpPr>
            <p:cNvPr id="194" name="Shape 194"/>
            <p:cNvSpPr/>
            <p:nvPr/>
          </p:nvSpPr>
          <p:spPr>
            <a:xfrm>
              <a:off x="5707094" y="6188227"/>
              <a:ext cx="82261" cy="82252"/>
            </a:xfrm>
            <a:custGeom>
              <a:avLst/>
              <a:gdLst/>
              <a:ahLst/>
              <a:cxnLst>
                <a:cxn ang="0">
                  <a:pos x="wd2" y="hd2"/>
                </a:cxn>
                <a:cxn ang="5400000">
                  <a:pos x="wd2" y="hd2"/>
                </a:cxn>
                <a:cxn ang="10800000">
                  <a:pos x="wd2" y="hd2"/>
                </a:cxn>
                <a:cxn ang="16200000">
                  <a:pos x="wd2" y="hd2"/>
                </a:cxn>
              </a:cxnLst>
              <a:rect l="0" t="0" r="r" b="b"/>
              <a:pathLst>
                <a:path w="21600" h="21600" extrusionOk="0">
                  <a:moveTo>
                    <a:pt x="10286" y="0"/>
                  </a:moveTo>
                  <a:lnTo>
                    <a:pt x="14400" y="1029"/>
                  </a:lnTo>
                  <a:lnTo>
                    <a:pt x="18514" y="3086"/>
                  </a:lnTo>
                  <a:lnTo>
                    <a:pt x="20571" y="7200"/>
                  </a:lnTo>
                  <a:lnTo>
                    <a:pt x="21600" y="11314"/>
                  </a:lnTo>
                  <a:lnTo>
                    <a:pt x="20571" y="15429"/>
                  </a:lnTo>
                  <a:lnTo>
                    <a:pt x="18514" y="18514"/>
                  </a:lnTo>
                  <a:lnTo>
                    <a:pt x="14400" y="20571"/>
                  </a:lnTo>
                  <a:lnTo>
                    <a:pt x="10286" y="21600"/>
                  </a:lnTo>
                  <a:lnTo>
                    <a:pt x="6171" y="20571"/>
                  </a:lnTo>
                  <a:lnTo>
                    <a:pt x="3086" y="18514"/>
                  </a:lnTo>
                  <a:lnTo>
                    <a:pt x="1029" y="15429"/>
                  </a:lnTo>
                  <a:lnTo>
                    <a:pt x="0" y="11314"/>
                  </a:lnTo>
                  <a:lnTo>
                    <a:pt x="1029" y="7200"/>
                  </a:lnTo>
                  <a:lnTo>
                    <a:pt x="3086" y="3086"/>
                  </a:lnTo>
                  <a:lnTo>
                    <a:pt x="6171" y="1029"/>
                  </a:lnTo>
                  <a:lnTo>
                    <a:pt x="10286" y="0"/>
                  </a:lnTo>
                  <a:close/>
                </a:path>
              </a:pathLst>
            </a:custGeom>
            <a:solidFill>
              <a:srgbClr val="DDDEE0"/>
            </a:solidFill>
            <a:ln w="9525" cap="flat">
              <a:solidFill>
                <a:srgbClr val="FFFFFF"/>
              </a:solidFill>
              <a:prstDash val="solid"/>
              <a:round/>
            </a:ln>
            <a:effectLst/>
          </p:spPr>
          <p:txBody>
            <a:bodyPr wrap="square" lIns="0" tIns="0" rIns="0" bIns="0" numCol="1" anchor="t">
              <a:noAutofit/>
            </a:bodyPr>
            <a:lstStyle/>
            <a:p>
              <a:pPr lvl="0" algn="l" defTabSz="914400">
                <a:defRPr sz="1800">
                  <a:latin typeface="Microsoft YaHei"/>
                  <a:ea typeface="Microsoft YaHei"/>
                  <a:cs typeface="Microsoft YaHei"/>
                  <a:sym typeface="Microsoft YaHei"/>
                </a:defRPr>
              </a:pPr>
              <a:endParaRPr/>
            </a:p>
          </p:txBody>
        </p:sp>
        <p:sp>
          <p:nvSpPr>
            <p:cNvPr id="195" name="Shape 195"/>
            <p:cNvSpPr/>
            <p:nvPr/>
          </p:nvSpPr>
          <p:spPr>
            <a:xfrm>
              <a:off x="6897866" y="5761318"/>
              <a:ext cx="78343" cy="78334"/>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15120" y="1080"/>
                  </a:lnTo>
                  <a:lnTo>
                    <a:pt x="18360" y="3240"/>
                  </a:lnTo>
                  <a:lnTo>
                    <a:pt x="20520" y="6480"/>
                  </a:lnTo>
                  <a:lnTo>
                    <a:pt x="21600" y="10800"/>
                  </a:lnTo>
                  <a:lnTo>
                    <a:pt x="20520" y="15120"/>
                  </a:lnTo>
                  <a:lnTo>
                    <a:pt x="18360" y="18360"/>
                  </a:lnTo>
                  <a:lnTo>
                    <a:pt x="15120" y="21600"/>
                  </a:lnTo>
                  <a:lnTo>
                    <a:pt x="6480" y="21600"/>
                  </a:lnTo>
                  <a:lnTo>
                    <a:pt x="2160" y="18360"/>
                  </a:lnTo>
                  <a:lnTo>
                    <a:pt x="0" y="15120"/>
                  </a:lnTo>
                  <a:lnTo>
                    <a:pt x="0" y="6480"/>
                  </a:lnTo>
                  <a:lnTo>
                    <a:pt x="2160" y="3240"/>
                  </a:lnTo>
                  <a:lnTo>
                    <a:pt x="6480" y="1080"/>
                  </a:lnTo>
                  <a:lnTo>
                    <a:pt x="10800" y="0"/>
                  </a:lnTo>
                  <a:close/>
                </a:path>
              </a:pathLst>
            </a:custGeom>
            <a:solidFill>
              <a:srgbClr val="DDDEE0"/>
            </a:solidFill>
            <a:ln w="9525" cap="flat">
              <a:solidFill>
                <a:srgbClr val="FFFFFF"/>
              </a:solidFill>
              <a:prstDash val="solid"/>
              <a:round/>
            </a:ln>
            <a:effectLst/>
          </p:spPr>
          <p:txBody>
            <a:bodyPr wrap="square" lIns="0" tIns="0" rIns="0" bIns="0" numCol="1" anchor="t">
              <a:noAutofit/>
            </a:bodyPr>
            <a:lstStyle/>
            <a:p>
              <a:pPr lvl="0" algn="l" defTabSz="914400">
                <a:defRPr sz="1800">
                  <a:latin typeface="Microsoft YaHei"/>
                  <a:ea typeface="Microsoft YaHei"/>
                  <a:cs typeface="Microsoft YaHei"/>
                  <a:sym typeface="Microsoft YaHei"/>
                </a:defRPr>
              </a:pPr>
              <a:endParaRPr/>
            </a:p>
          </p:txBody>
        </p:sp>
        <p:sp>
          <p:nvSpPr>
            <p:cNvPr id="196" name="Shape 196"/>
            <p:cNvSpPr/>
            <p:nvPr/>
          </p:nvSpPr>
          <p:spPr>
            <a:xfrm>
              <a:off x="7097636" y="6877549"/>
              <a:ext cx="78342" cy="78335"/>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15120" y="0"/>
                  </a:lnTo>
                  <a:lnTo>
                    <a:pt x="18360" y="2160"/>
                  </a:lnTo>
                  <a:lnTo>
                    <a:pt x="21600" y="6480"/>
                  </a:lnTo>
                  <a:lnTo>
                    <a:pt x="21600" y="15120"/>
                  </a:lnTo>
                  <a:lnTo>
                    <a:pt x="18360" y="18360"/>
                  </a:lnTo>
                  <a:lnTo>
                    <a:pt x="15120" y="20520"/>
                  </a:lnTo>
                  <a:lnTo>
                    <a:pt x="10800" y="21600"/>
                  </a:lnTo>
                  <a:lnTo>
                    <a:pt x="6480" y="20520"/>
                  </a:lnTo>
                  <a:lnTo>
                    <a:pt x="3240" y="18360"/>
                  </a:lnTo>
                  <a:lnTo>
                    <a:pt x="1080" y="15120"/>
                  </a:lnTo>
                  <a:lnTo>
                    <a:pt x="0" y="10800"/>
                  </a:lnTo>
                  <a:lnTo>
                    <a:pt x="1080" y="6480"/>
                  </a:lnTo>
                  <a:lnTo>
                    <a:pt x="3240" y="2160"/>
                  </a:lnTo>
                  <a:lnTo>
                    <a:pt x="6480" y="0"/>
                  </a:lnTo>
                  <a:lnTo>
                    <a:pt x="10800" y="0"/>
                  </a:lnTo>
                  <a:close/>
                </a:path>
              </a:pathLst>
            </a:custGeom>
            <a:solidFill>
              <a:srgbClr val="DDDEE0"/>
            </a:solidFill>
            <a:ln w="9525" cap="flat">
              <a:solidFill>
                <a:srgbClr val="FFFFFF"/>
              </a:solidFill>
              <a:prstDash val="solid"/>
              <a:round/>
            </a:ln>
            <a:effectLst/>
          </p:spPr>
          <p:txBody>
            <a:bodyPr wrap="square" lIns="0" tIns="0" rIns="0" bIns="0" numCol="1" anchor="t">
              <a:noAutofit/>
            </a:bodyPr>
            <a:lstStyle/>
            <a:p>
              <a:pPr lvl="0" algn="l" defTabSz="914400">
                <a:defRPr sz="1800">
                  <a:latin typeface="Microsoft YaHei"/>
                  <a:ea typeface="Microsoft YaHei"/>
                  <a:cs typeface="Microsoft YaHei"/>
                  <a:sym typeface="Microsoft YaHei"/>
                </a:defRPr>
              </a:pPr>
              <a:endParaRPr/>
            </a:p>
          </p:txBody>
        </p:sp>
        <p:sp>
          <p:nvSpPr>
            <p:cNvPr id="197" name="Shape 197"/>
            <p:cNvSpPr/>
            <p:nvPr/>
          </p:nvSpPr>
          <p:spPr>
            <a:xfrm>
              <a:off x="7508923" y="5632070"/>
              <a:ext cx="78343" cy="78334"/>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15120" y="1080"/>
                  </a:lnTo>
                  <a:lnTo>
                    <a:pt x="18360" y="3240"/>
                  </a:lnTo>
                  <a:lnTo>
                    <a:pt x="20520" y="6480"/>
                  </a:lnTo>
                  <a:lnTo>
                    <a:pt x="21600" y="10800"/>
                  </a:lnTo>
                  <a:lnTo>
                    <a:pt x="20520" y="15120"/>
                  </a:lnTo>
                  <a:lnTo>
                    <a:pt x="18360" y="19440"/>
                  </a:lnTo>
                  <a:lnTo>
                    <a:pt x="15120" y="21600"/>
                  </a:lnTo>
                  <a:lnTo>
                    <a:pt x="6480" y="21600"/>
                  </a:lnTo>
                  <a:lnTo>
                    <a:pt x="3240" y="19440"/>
                  </a:lnTo>
                  <a:lnTo>
                    <a:pt x="1080" y="15120"/>
                  </a:lnTo>
                  <a:lnTo>
                    <a:pt x="0" y="10800"/>
                  </a:lnTo>
                  <a:lnTo>
                    <a:pt x="1080" y="6480"/>
                  </a:lnTo>
                  <a:lnTo>
                    <a:pt x="3240" y="3240"/>
                  </a:lnTo>
                  <a:lnTo>
                    <a:pt x="6480" y="1080"/>
                  </a:lnTo>
                  <a:lnTo>
                    <a:pt x="10800" y="0"/>
                  </a:lnTo>
                  <a:close/>
                </a:path>
              </a:pathLst>
            </a:custGeom>
            <a:solidFill>
              <a:srgbClr val="DDDEE0"/>
            </a:solidFill>
            <a:ln w="9525" cap="flat">
              <a:solidFill>
                <a:srgbClr val="FFFFFF"/>
              </a:solidFill>
              <a:prstDash val="solid"/>
              <a:round/>
            </a:ln>
            <a:effectLst/>
          </p:spPr>
          <p:txBody>
            <a:bodyPr wrap="square" lIns="0" tIns="0" rIns="0" bIns="0" numCol="1" anchor="t">
              <a:noAutofit/>
            </a:bodyPr>
            <a:lstStyle/>
            <a:p>
              <a:pPr lvl="0" algn="l" defTabSz="914400">
                <a:defRPr sz="1800">
                  <a:latin typeface="Microsoft YaHei"/>
                  <a:ea typeface="Microsoft YaHei"/>
                  <a:cs typeface="Microsoft YaHei"/>
                  <a:sym typeface="Microsoft YaHei"/>
                </a:defRPr>
              </a:pPr>
              <a:endParaRPr/>
            </a:p>
          </p:txBody>
        </p:sp>
        <p:sp>
          <p:nvSpPr>
            <p:cNvPr id="198" name="Shape 198"/>
            <p:cNvSpPr/>
            <p:nvPr/>
          </p:nvSpPr>
          <p:spPr>
            <a:xfrm>
              <a:off x="8213986" y="6129477"/>
              <a:ext cx="78342" cy="78335"/>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15120" y="1080"/>
                  </a:lnTo>
                  <a:lnTo>
                    <a:pt x="18360" y="3240"/>
                  </a:lnTo>
                  <a:lnTo>
                    <a:pt x="20520" y="6480"/>
                  </a:lnTo>
                  <a:lnTo>
                    <a:pt x="21600" y="10800"/>
                  </a:lnTo>
                  <a:lnTo>
                    <a:pt x="20520" y="15120"/>
                  </a:lnTo>
                  <a:lnTo>
                    <a:pt x="18360" y="18360"/>
                  </a:lnTo>
                  <a:lnTo>
                    <a:pt x="15120" y="20520"/>
                  </a:lnTo>
                  <a:lnTo>
                    <a:pt x="10800" y="21600"/>
                  </a:lnTo>
                  <a:lnTo>
                    <a:pt x="6480" y="20520"/>
                  </a:lnTo>
                  <a:lnTo>
                    <a:pt x="3240" y="18360"/>
                  </a:lnTo>
                  <a:lnTo>
                    <a:pt x="0" y="15120"/>
                  </a:lnTo>
                  <a:lnTo>
                    <a:pt x="0" y="6480"/>
                  </a:lnTo>
                  <a:lnTo>
                    <a:pt x="3240" y="3240"/>
                  </a:lnTo>
                  <a:lnTo>
                    <a:pt x="6480" y="1080"/>
                  </a:lnTo>
                  <a:lnTo>
                    <a:pt x="10800" y="0"/>
                  </a:lnTo>
                  <a:close/>
                </a:path>
              </a:pathLst>
            </a:custGeom>
            <a:solidFill>
              <a:srgbClr val="DDDEE0"/>
            </a:solidFill>
            <a:ln w="9525" cap="flat">
              <a:solidFill>
                <a:srgbClr val="FFFFFF"/>
              </a:solidFill>
              <a:prstDash val="solid"/>
              <a:round/>
            </a:ln>
            <a:effectLst/>
          </p:spPr>
          <p:txBody>
            <a:bodyPr wrap="square" lIns="0" tIns="0" rIns="0" bIns="0" numCol="1" anchor="t">
              <a:noAutofit/>
            </a:bodyPr>
            <a:lstStyle/>
            <a:p>
              <a:pPr lvl="0" algn="l" defTabSz="914400">
                <a:defRPr sz="1800">
                  <a:latin typeface="Microsoft YaHei"/>
                  <a:ea typeface="Microsoft YaHei"/>
                  <a:cs typeface="Microsoft YaHei"/>
                  <a:sym typeface="Microsoft YaHei"/>
                </a:defRPr>
              </a:pPr>
              <a:endParaRPr/>
            </a:p>
          </p:txBody>
        </p:sp>
        <p:sp>
          <p:nvSpPr>
            <p:cNvPr id="199" name="Shape 199"/>
            <p:cNvSpPr/>
            <p:nvPr/>
          </p:nvSpPr>
          <p:spPr>
            <a:xfrm>
              <a:off x="8217903" y="5165995"/>
              <a:ext cx="82260" cy="82251"/>
            </a:xfrm>
            <a:custGeom>
              <a:avLst/>
              <a:gdLst/>
              <a:ahLst/>
              <a:cxnLst>
                <a:cxn ang="0">
                  <a:pos x="wd2" y="hd2"/>
                </a:cxn>
                <a:cxn ang="5400000">
                  <a:pos x="wd2" y="hd2"/>
                </a:cxn>
                <a:cxn ang="10800000">
                  <a:pos x="wd2" y="hd2"/>
                </a:cxn>
                <a:cxn ang="16200000">
                  <a:pos x="wd2" y="hd2"/>
                </a:cxn>
              </a:cxnLst>
              <a:rect l="0" t="0" r="r" b="b"/>
              <a:pathLst>
                <a:path w="21600" h="21600" extrusionOk="0">
                  <a:moveTo>
                    <a:pt x="10286" y="0"/>
                  </a:moveTo>
                  <a:lnTo>
                    <a:pt x="14400" y="1029"/>
                  </a:lnTo>
                  <a:lnTo>
                    <a:pt x="18514" y="3086"/>
                  </a:lnTo>
                  <a:lnTo>
                    <a:pt x="20571" y="7200"/>
                  </a:lnTo>
                  <a:lnTo>
                    <a:pt x="21600" y="11314"/>
                  </a:lnTo>
                  <a:lnTo>
                    <a:pt x="20571" y="14400"/>
                  </a:lnTo>
                  <a:lnTo>
                    <a:pt x="18514" y="18514"/>
                  </a:lnTo>
                  <a:lnTo>
                    <a:pt x="14400" y="20571"/>
                  </a:lnTo>
                  <a:lnTo>
                    <a:pt x="10286" y="21600"/>
                  </a:lnTo>
                  <a:lnTo>
                    <a:pt x="6171" y="20571"/>
                  </a:lnTo>
                  <a:lnTo>
                    <a:pt x="3086" y="18514"/>
                  </a:lnTo>
                  <a:lnTo>
                    <a:pt x="1029" y="14400"/>
                  </a:lnTo>
                  <a:lnTo>
                    <a:pt x="0" y="11314"/>
                  </a:lnTo>
                  <a:lnTo>
                    <a:pt x="1029" y="7200"/>
                  </a:lnTo>
                  <a:lnTo>
                    <a:pt x="3086" y="3086"/>
                  </a:lnTo>
                  <a:lnTo>
                    <a:pt x="6171" y="1029"/>
                  </a:lnTo>
                  <a:lnTo>
                    <a:pt x="10286" y="0"/>
                  </a:lnTo>
                  <a:close/>
                </a:path>
              </a:pathLst>
            </a:custGeom>
            <a:solidFill>
              <a:srgbClr val="DDDEE0"/>
            </a:solidFill>
            <a:ln w="9525" cap="flat">
              <a:solidFill>
                <a:srgbClr val="FFFFFF"/>
              </a:solidFill>
              <a:prstDash val="solid"/>
              <a:round/>
            </a:ln>
            <a:effectLst/>
          </p:spPr>
          <p:txBody>
            <a:bodyPr wrap="square" lIns="0" tIns="0" rIns="0" bIns="0" numCol="1" anchor="t">
              <a:noAutofit/>
            </a:bodyPr>
            <a:lstStyle/>
            <a:p>
              <a:pPr lvl="0" algn="l" defTabSz="914400">
                <a:defRPr sz="1800">
                  <a:latin typeface="Microsoft YaHei"/>
                  <a:ea typeface="Microsoft YaHei"/>
                  <a:cs typeface="Microsoft YaHei"/>
                  <a:sym typeface="Microsoft YaHei"/>
                </a:defRPr>
              </a:pPr>
              <a:endParaRPr/>
            </a:p>
          </p:txBody>
        </p:sp>
        <p:sp>
          <p:nvSpPr>
            <p:cNvPr id="200" name="Shape 200"/>
            <p:cNvSpPr/>
            <p:nvPr/>
          </p:nvSpPr>
          <p:spPr>
            <a:xfrm>
              <a:off x="7693021" y="4837001"/>
              <a:ext cx="78344" cy="78334"/>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15120" y="1080"/>
                  </a:lnTo>
                  <a:lnTo>
                    <a:pt x="18360" y="3240"/>
                  </a:lnTo>
                  <a:lnTo>
                    <a:pt x="20520" y="6480"/>
                  </a:lnTo>
                  <a:lnTo>
                    <a:pt x="21600" y="10800"/>
                  </a:lnTo>
                  <a:lnTo>
                    <a:pt x="20520" y="15120"/>
                  </a:lnTo>
                  <a:lnTo>
                    <a:pt x="18360" y="18360"/>
                  </a:lnTo>
                  <a:lnTo>
                    <a:pt x="15120" y="20520"/>
                  </a:lnTo>
                  <a:lnTo>
                    <a:pt x="10800" y="21600"/>
                  </a:lnTo>
                  <a:lnTo>
                    <a:pt x="6480" y="20520"/>
                  </a:lnTo>
                  <a:lnTo>
                    <a:pt x="3240" y="18360"/>
                  </a:lnTo>
                  <a:lnTo>
                    <a:pt x="1080" y="15120"/>
                  </a:lnTo>
                  <a:lnTo>
                    <a:pt x="0" y="10800"/>
                  </a:lnTo>
                  <a:lnTo>
                    <a:pt x="1080" y="6480"/>
                  </a:lnTo>
                  <a:lnTo>
                    <a:pt x="3240" y="3240"/>
                  </a:lnTo>
                  <a:lnTo>
                    <a:pt x="6480" y="1080"/>
                  </a:lnTo>
                  <a:lnTo>
                    <a:pt x="10800" y="0"/>
                  </a:lnTo>
                  <a:close/>
                </a:path>
              </a:pathLst>
            </a:custGeom>
            <a:solidFill>
              <a:srgbClr val="DDDEE0"/>
            </a:solidFill>
            <a:ln w="9525" cap="flat">
              <a:solidFill>
                <a:srgbClr val="FFFFFF"/>
              </a:solidFill>
              <a:prstDash val="solid"/>
              <a:round/>
            </a:ln>
            <a:effectLst/>
          </p:spPr>
          <p:txBody>
            <a:bodyPr wrap="square" lIns="0" tIns="0" rIns="0" bIns="0" numCol="1" anchor="t">
              <a:noAutofit/>
            </a:bodyPr>
            <a:lstStyle/>
            <a:p>
              <a:pPr lvl="0" algn="l" defTabSz="914400">
                <a:defRPr sz="1800">
                  <a:latin typeface="Microsoft YaHei"/>
                  <a:ea typeface="Microsoft YaHei"/>
                  <a:cs typeface="Microsoft YaHei"/>
                  <a:sym typeface="Microsoft YaHei"/>
                </a:defRPr>
              </a:pPr>
              <a:endParaRPr/>
            </a:p>
          </p:txBody>
        </p:sp>
        <p:sp>
          <p:nvSpPr>
            <p:cNvPr id="201" name="Shape 201"/>
            <p:cNvSpPr/>
            <p:nvPr/>
          </p:nvSpPr>
          <p:spPr>
            <a:xfrm>
              <a:off x="8041636" y="4837001"/>
              <a:ext cx="78342" cy="78334"/>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15120" y="1080"/>
                  </a:lnTo>
                  <a:lnTo>
                    <a:pt x="18360" y="3240"/>
                  </a:lnTo>
                  <a:lnTo>
                    <a:pt x="20520" y="6480"/>
                  </a:lnTo>
                  <a:lnTo>
                    <a:pt x="21600" y="10800"/>
                  </a:lnTo>
                  <a:lnTo>
                    <a:pt x="20520" y="15120"/>
                  </a:lnTo>
                  <a:lnTo>
                    <a:pt x="18360" y="18360"/>
                  </a:lnTo>
                  <a:lnTo>
                    <a:pt x="15120" y="20520"/>
                  </a:lnTo>
                  <a:lnTo>
                    <a:pt x="10800" y="21600"/>
                  </a:lnTo>
                  <a:lnTo>
                    <a:pt x="6480" y="20520"/>
                  </a:lnTo>
                  <a:lnTo>
                    <a:pt x="3240" y="18360"/>
                  </a:lnTo>
                  <a:lnTo>
                    <a:pt x="1080" y="15120"/>
                  </a:lnTo>
                  <a:lnTo>
                    <a:pt x="0" y="10800"/>
                  </a:lnTo>
                  <a:lnTo>
                    <a:pt x="1080" y="6480"/>
                  </a:lnTo>
                  <a:lnTo>
                    <a:pt x="3240" y="3240"/>
                  </a:lnTo>
                  <a:lnTo>
                    <a:pt x="6480" y="1080"/>
                  </a:lnTo>
                  <a:lnTo>
                    <a:pt x="10800" y="0"/>
                  </a:lnTo>
                  <a:close/>
                </a:path>
              </a:pathLst>
            </a:custGeom>
            <a:solidFill>
              <a:srgbClr val="DDDEE0"/>
            </a:solidFill>
            <a:ln w="9525" cap="flat">
              <a:solidFill>
                <a:srgbClr val="FFFFFF"/>
              </a:solidFill>
              <a:prstDash val="solid"/>
              <a:round/>
            </a:ln>
            <a:effectLst/>
          </p:spPr>
          <p:txBody>
            <a:bodyPr wrap="square" lIns="0" tIns="0" rIns="0" bIns="0" numCol="1" anchor="t">
              <a:noAutofit/>
            </a:bodyPr>
            <a:lstStyle/>
            <a:p>
              <a:pPr lvl="0" algn="l" defTabSz="914400">
                <a:defRPr sz="1800">
                  <a:latin typeface="Microsoft YaHei"/>
                  <a:ea typeface="Microsoft YaHei"/>
                  <a:cs typeface="Microsoft YaHei"/>
                  <a:sym typeface="Microsoft YaHei"/>
                </a:defRPr>
              </a:pPr>
              <a:endParaRPr/>
            </a:p>
          </p:txBody>
        </p:sp>
        <p:sp>
          <p:nvSpPr>
            <p:cNvPr id="202" name="Shape 202"/>
            <p:cNvSpPr/>
            <p:nvPr/>
          </p:nvSpPr>
          <p:spPr>
            <a:xfrm>
              <a:off x="6921371" y="4284759"/>
              <a:ext cx="78342" cy="82251"/>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15120" y="1029"/>
                  </a:lnTo>
                  <a:lnTo>
                    <a:pt x="18360" y="3086"/>
                  </a:lnTo>
                  <a:lnTo>
                    <a:pt x="20520" y="6171"/>
                  </a:lnTo>
                  <a:lnTo>
                    <a:pt x="21600" y="10286"/>
                  </a:lnTo>
                  <a:lnTo>
                    <a:pt x="20520" y="14400"/>
                  </a:lnTo>
                  <a:lnTo>
                    <a:pt x="18360" y="18514"/>
                  </a:lnTo>
                  <a:lnTo>
                    <a:pt x="15120" y="20571"/>
                  </a:lnTo>
                  <a:lnTo>
                    <a:pt x="10800" y="21600"/>
                  </a:lnTo>
                  <a:lnTo>
                    <a:pt x="6480" y="20571"/>
                  </a:lnTo>
                  <a:lnTo>
                    <a:pt x="3240" y="18514"/>
                  </a:lnTo>
                  <a:lnTo>
                    <a:pt x="1080" y="14400"/>
                  </a:lnTo>
                  <a:lnTo>
                    <a:pt x="0" y="10286"/>
                  </a:lnTo>
                  <a:lnTo>
                    <a:pt x="1080" y="6171"/>
                  </a:lnTo>
                  <a:lnTo>
                    <a:pt x="3240" y="3086"/>
                  </a:lnTo>
                  <a:lnTo>
                    <a:pt x="6480" y="1029"/>
                  </a:lnTo>
                  <a:lnTo>
                    <a:pt x="10800" y="0"/>
                  </a:lnTo>
                  <a:close/>
                </a:path>
              </a:pathLst>
            </a:custGeom>
            <a:solidFill>
              <a:srgbClr val="DDDEE0"/>
            </a:solidFill>
            <a:ln w="9525" cap="flat">
              <a:solidFill>
                <a:srgbClr val="FFFFFF"/>
              </a:solidFill>
              <a:prstDash val="solid"/>
              <a:round/>
            </a:ln>
            <a:effectLst/>
          </p:spPr>
          <p:txBody>
            <a:bodyPr wrap="square" lIns="0" tIns="0" rIns="0" bIns="0" numCol="1" anchor="t">
              <a:noAutofit/>
            </a:bodyPr>
            <a:lstStyle/>
            <a:p>
              <a:pPr lvl="0" algn="l" defTabSz="914400">
                <a:defRPr sz="1800">
                  <a:latin typeface="Microsoft YaHei"/>
                  <a:ea typeface="Microsoft YaHei"/>
                  <a:cs typeface="Microsoft YaHei"/>
                  <a:sym typeface="Microsoft YaHei"/>
                </a:defRPr>
              </a:pPr>
              <a:endParaRPr/>
            </a:p>
          </p:txBody>
        </p:sp>
        <p:sp>
          <p:nvSpPr>
            <p:cNvPr id="203" name="Shape 203"/>
            <p:cNvSpPr/>
            <p:nvPr/>
          </p:nvSpPr>
          <p:spPr>
            <a:xfrm>
              <a:off x="6055708" y="4433591"/>
              <a:ext cx="82260" cy="78335"/>
            </a:xfrm>
            <a:custGeom>
              <a:avLst/>
              <a:gdLst/>
              <a:ahLst/>
              <a:cxnLst>
                <a:cxn ang="0">
                  <a:pos x="wd2" y="hd2"/>
                </a:cxn>
                <a:cxn ang="5400000">
                  <a:pos x="wd2" y="hd2"/>
                </a:cxn>
                <a:cxn ang="10800000">
                  <a:pos x="wd2" y="hd2"/>
                </a:cxn>
                <a:cxn ang="16200000">
                  <a:pos x="wd2" y="hd2"/>
                </a:cxn>
              </a:cxnLst>
              <a:rect l="0" t="0" r="r" b="b"/>
              <a:pathLst>
                <a:path w="21600" h="21600" extrusionOk="0">
                  <a:moveTo>
                    <a:pt x="10286" y="0"/>
                  </a:moveTo>
                  <a:lnTo>
                    <a:pt x="14400" y="1080"/>
                  </a:lnTo>
                  <a:lnTo>
                    <a:pt x="18514" y="3240"/>
                  </a:lnTo>
                  <a:lnTo>
                    <a:pt x="20571" y="6480"/>
                  </a:lnTo>
                  <a:lnTo>
                    <a:pt x="21600" y="10800"/>
                  </a:lnTo>
                  <a:lnTo>
                    <a:pt x="20571" y="15120"/>
                  </a:lnTo>
                  <a:lnTo>
                    <a:pt x="18514" y="18360"/>
                  </a:lnTo>
                  <a:lnTo>
                    <a:pt x="14400" y="20520"/>
                  </a:lnTo>
                  <a:lnTo>
                    <a:pt x="10286" y="21600"/>
                  </a:lnTo>
                  <a:lnTo>
                    <a:pt x="7200" y="20520"/>
                  </a:lnTo>
                  <a:lnTo>
                    <a:pt x="3086" y="18360"/>
                  </a:lnTo>
                  <a:lnTo>
                    <a:pt x="1029" y="15120"/>
                  </a:lnTo>
                  <a:lnTo>
                    <a:pt x="0" y="10800"/>
                  </a:lnTo>
                  <a:lnTo>
                    <a:pt x="1029" y="6480"/>
                  </a:lnTo>
                  <a:lnTo>
                    <a:pt x="3086" y="3240"/>
                  </a:lnTo>
                  <a:lnTo>
                    <a:pt x="7200" y="1080"/>
                  </a:lnTo>
                  <a:lnTo>
                    <a:pt x="10286" y="0"/>
                  </a:lnTo>
                  <a:close/>
                </a:path>
              </a:pathLst>
            </a:custGeom>
            <a:solidFill>
              <a:srgbClr val="DDDEE0"/>
            </a:solidFill>
            <a:ln w="9525" cap="flat">
              <a:solidFill>
                <a:srgbClr val="FFFFFF"/>
              </a:solidFill>
              <a:prstDash val="solid"/>
              <a:round/>
            </a:ln>
            <a:effectLst/>
          </p:spPr>
          <p:txBody>
            <a:bodyPr wrap="square" lIns="0" tIns="0" rIns="0" bIns="0" numCol="1" anchor="t">
              <a:noAutofit/>
            </a:bodyPr>
            <a:lstStyle/>
            <a:p>
              <a:pPr lvl="0" algn="l" defTabSz="914400">
                <a:defRPr sz="1800">
                  <a:latin typeface="Microsoft YaHei"/>
                  <a:ea typeface="Microsoft YaHei"/>
                  <a:cs typeface="Microsoft YaHei"/>
                  <a:sym typeface="Microsoft YaHei"/>
                </a:defRPr>
              </a:pPr>
              <a:endParaRPr/>
            </a:p>
          </p:txBody>
        </p:sp>
        <p:sp>
          <p:nvSpPr>
            <p:cNvPr id="204" name="Shape 204"/>
            <p:cNvSpPr/>
            <p:nvPr/>
          </p:nvSpPr>
          <p:spPr>
            <a:xfrm>
              <a:off x="6682432" y="3575855"/>
              <a:ext cx="78343" cy="78335"/>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15120" y="1080"/>
                  </a:lnTo>
                  <a:lnTo>
                    <a:pt x="18360" y="3240"/>
                  </a:lnTo>
                  <a:lnTo>
                    <a:pt x="20520" y="6480"/>
                  </a:lnTo>
                  <a:lnTo>
                    <a:pt x="21600" y="10800"/>
                  </a:lnTo>
                  <a:lnTo>
                    <a:pt x="20520" y="15120"/>
                  </a:lnTo>
                  <a:lnTo>
                    <a:pt x="18360" y="18360"/>
                  </a:lnTo>
                  <a:lnTo>
                    <a:pt x="15120" y="20520"/>
                  </a:lnTo>
                  <a:lnTo>
                    <a:pt x="10800" y="21600"/>
                  </a:lnTo>
                  <a:lnTo>
                    <a:pt x="6480" y="20520"/>
                  </a:lnTo>
                  <a:lnTo>
                    <a:pt x="3240" y="18360"/>
                  </a:lnTo>
                  <a:lnTo>
                    <a:pt x="1080" y="15120"/>
                  </a:lnTo>
                  <a:lnTo>
                    <a:pt x="0" y="10800"/>
                  </a:lnTo>
                  <a:lnTo>
                    <a:pt x="1080" y="6480"/>
                  </a:lnTo>
                  <a:lnTo>
                    <a:pt x="3240" y="3240"/>
                  </a:lnTo>
                  <a:lnTo>
                    <a:pt x="6480" y="1080"/>
                  </a:lnTo>
                  <a:lnTo>
                    <a:pt x="10800" y="0"/>
                  </a:lnTo>
                  <a:close/>
                </a:path>
              </a:pathLst>
            </a:custGeom>
            <a:solidFill>
              <a:srgbClr val="DDDEE0"/>
            </a:solidFill>
            <a:ln w="9525" cap="flat">
              <a:solidFill>
                <a:srgbClr val="FFFFFF"/>
              </a:solidFill>
              <a:prstDash val="solid"/>
              <a:round/>
            </a:ln>
            <a:effectLst/>
          </p:spPr>
          <p:txBody>
            <a:bodyPr wrap="square" lIns="0" tIns="0" rIns="0" bIns="0" numCol="1" anchor="t">
              <a:noAutofit/>
            </a:bodyPr>
            <a:lstStyle/>
            <a:p>
              <a:pPr lvl="0" algn="l" defTabSz="914400">
                <a:defRPr sz="1800">
                  <a:latin typeface="Microsoft YaHei"/>
                  <a:ea typeface="Microsoft YaHei"/>
                  <a:cs typeface="Microsoft YaHei"/>
                  <a:sym typeface="Microsoft YaHei"/>
                </a:defRPr>
              </a:pPr>
              <a:endParaRPr/>
            </a:p>
          </p:txBody>
        </p:sp>
        <p:sp>
          <p:nvSpPr>
            <p:cNvPr id="205" name="Shape 205"/>
            <p:cNvSpPr/>
            <p:nvPr/>
          </p:nvSpPr>
          <p:spPr>
            <a:xfrm>
              <a:off x="7031046" y="3458357"/>
              <a:ext cx="78342" cy="82251"/>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15120" y="1029"/>
                  </a:lnTo>
                  <a:lnTo>
                    <a:pt x="18360" y="3086"/>
                  </a:lnTo>
                  <a:lnTo>
                    <a:pt x="20520" y="6171"/>
                  </a:lnTo>
                  <a:lnTo>
                    <a:pt x="21600" y="10286"/>
                  </a:lnTo>
                  <a:lnTo>
                    <a:pt x="20520" y="14400"/>
                  </a:lnTo>
                  <a:lnTo>
                    <a:pt x="18360" y="18514"/>
                  </a:lnTo>
                  <a:lnTo>
                    <a:pt x="15120" y="20571"/>
                  </a:lnTo>
                  <a:lnTo>
                    <a:pt x="10800" y="21600"/>
                  </a:lnTo>
                  <a:lnTo>
                    <a:pt x="6480" y="20571"/>
                  </a:lnTo>
                  <a:lnTo>
                    <a:pt x="3240" y="18514"/>
                  </a:lnTo>
                  <a:lnTo>
                    <a:pt x="1080" y="14400"/>
                  </a:lnTo>
                  <a:lnTo>
                    <a:pt x="0" y="10286"/>
                  </a:lnTo>
                  <a:lnTo>
                    <a:pt x="1080" y="6171"/>
                  </a:lnTo>
                  <a:lnTo>
                    <a:pt x="3240" y="3086"/>
                  </a:lnTo>
                  <a:lnTo>
                    <a:pt x="6480" y="1029"/>
                  </a:lnTo>
                  <a:lnTo>
                    <a:pt x="10800" y="0"/>
                  </a:lnTo>
                  <a:close/>
                </a:path>
              </a:pathLst>
            </a:custGeom>
            <a:solidFill>
              <a:srgbClr val="DDDEE0"/>
            </a:solidFill>
            <a:ln w="9525" cap="flat">
              <a:solidFill>
                <a:srgbClr val="FFFFFF"/>
              </a:solidFill>
              <a:prstDash val="solid"/>
              <a:round/>
            </a:ln>
            <a:effectLst/>
          </p:spPr>
          <p:txBody>
            <a:bodyPr wrap="square" lIns="0" tIns="0" rIns="0" bIns="0" numCol="1" anchor="t">
              <a:noAutofit/>
            </a:bodyPr>
            <a:lstStyle/>
            <a:p>
              <a:pPr lvl="0" algn="l" defTabSz="914400">
                <a:defRPr sz="1800">
                  <a:latin typeface="Microsoft YaHei"/>
                  <a:ea typeface="Microsoft YaHei"/>
                  <a:cs typeface="Microsoft YaHei"/>
                  <a:sym typeface="Microsoft YaHei"/>
                </a:defRPr>
              </a:pPr>
              <a:endParaRPr/>
            </a:p>
          </p:txBody>
        </p:sp>
        <p:sp>
          <p:nvSpPr>
            <p:cNvPr id="206" name="Shape 206"/>
            <p:cNvSpPr/>
            <p:nvPr/>
          </p:nvSpPr>
          <p:spPr>
            <a:xfrm>
              <a:off x="7540258" y="3775603"/>
              <a:ext cx="78342" cy="82251"/>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15120" y="1029"/>
                  </a:lnTo>
                  <a:lnTo>
                    <a:pt x="18360" y="3086"/>
                  </a:lnTo>
                  <a:lnTo>
                    <a:pt x="20520" y="7200"/>
                  </a:lnTo>
                  <a:lnTo>
                    <a:pt x="21600" y="11314"/>
                  </a:lnTo>
                  <a:lnTo>
                    <a:pt x="20520" y="15429"/>
                  </a:lnTo>
                  <a:lnTo>
                    <a:pt x="18360" y="18514"/>
                  </a:lnTo>
                  <a:lnTo>
                    <a:pt x="15120" y="20571"/>
                  </a:lnTo>
                  <a:lnTo>
                    <a:pt x="10800" y="21600"/>
                  </a:lnTo>
                  <a:lnTo>
                    <a:pt x="6480" y="20571"/>
                  </a:lnTo>
                  <a:lnTo>
                    <a:pt x="3240" y="18514"/>
                  </a:lnTo>
                  <a:lnTo>
                    <a:pt x="0" y="15429"/>
                  </a:lnTo>
                  <a:lnTo>
                    <a:pt x="0" y="7200"/>
                  </a:lnTo>
                  <a:lnTo>
                    <a:pt x="3240" y="3086"/>
                  </a:lnTo>
                  <a:lnTo>
                    <a:pt x="6480" y="1029"/>
                  </a:lnTo>
                  <a:lnTo>
                    <a:pt x="10800" y="0"/>
                  </a:lnTo>
                  <a:close/>
                </a:path>
              </a:pathLst>
            </a:custGeom>
            <a:solidFill>
              <a:srgbClr val="DDDEE0"/>
            </a:solidFill>
            <a:ln w="9525" cap="flat">
              <a:solidFill>
                <a:srgbClr val="FFFFFF"/>
              </a:solidFill>
              <a:prstDash val="solid"/>
              <a:round/>
            </a:ln>
            <a:effectLst/>
          </p:spPr>
          <p:txBody>
            <a:bodyPr wrap="square" lIns="0" tIns="0" rIns="0" bIns="0" numCol="1" anchor="t">
              <a:noAutofit/>
            </a:bodyPr>
            <a:lstStyle/>
            <a:p>
              <a:pPr lvl="0" algn="l" defTabSz="914400">
                <a:defRPr sz="1800">
                  <a:latin typeface="Microsoft YaHei"/>
                  <a:ea typeface="Microsoft YaHei"/>
                  <a:cs typeface="Microsoft YaHei"/>
                  <a:sym typeface="Microsoft YaHei"/>
                </a:defRPr>
              </a:pPr>
              <a:endParaRPr/>
            </a:p>
          </p:txBody>
        </p:sp>
        <p:sp>
          <p:nvSpPr>
            <p:cNvPr id="207" name="Shape 207"/>
            <p:cNvSpPr/>
            <p:nvPr/>
          </p:nvSpPr>
          <p:spPr>
            <a:xfrm>
              <a:off x="5550412" y="3446609"/>
              <a:ext cx="78344" cy="78334"/>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15120" y="1080"/>
                  </a:lnTo>
                  <a:lnTo>
                    <a:pt x="18360" y="3240"/>
                  </a:lnTo>
                  <a:lnTo>
                    <a:pt x="20520" y="6480"/>
                  </a:lnTo>
                  <a:lnTo>
                    <a:pt x="21600" y="10800"/>
                  </a:lnTo>
                  <a:lnTo>
                    <a:pt x="20520" y="15120"/>
                  </a:lnTo>
                  <a:lnTo>
                    <a:pt x="18360" y="18360"/>
                  </a:lnTo>
                  <a:lnTo>
                    <a:pt x="15120" y="21600"/>
                  </a:lnTo>
                  <a:lnTo>
                    <a:pt x="6480" y="21600"/>
                  </a:lnTo>
                  <a:lnTo>
                    <a:pt x="0" y="15120"/>
                  </a:lnTo>
                  <a:lnTo>
                    <a:pt x="0" y="6480"/>
                  </a:lnTo>
                  <a:lnTo>
                    <a:pt x="3240" y="3240"/>
                  </a:lnTo>
                  <a:lnTo>
                    <a:pt x="6480" y="1080"/>
                  </a:lnTo>
                  <a:lnTo>
                    <a:pt x="10800" y="0"/>
                  </a:lnTo>
                  <a:close/>
                </a:path>
              </a:pathLst>
            </a:custGeom>
            <a:solidFill>
              <a:srgbClr val="DDDEE0"/>
            </a:solidFill>
            <a:ln w="9525" cap="flat">
              <a:solidFill>
                <a:srgbClr val="FFFFFF"/>
              </a:solidFill>
              <a:prstDash val="solid"/>
              <a:round/>
            </a:ln>
            <a:effectLst/>
          </p:spPr>
          <p:txBody>
            <a:bodyPr wrap="square" lIns="0" tIns="0" rIns="0" bIns="0" numCol="1" anchor="t">
              <a:noAutofit/>
            </a:bodyPr>
            <a:lstStyle/>
            <a:p>
              <a:pPr lvl="0" algn="l" defTabSz="914400">
                <a:defRPr sz="1800">
                  <a:latin typeface="Microsoft YaHei"/>
                  <a:ea typeface="Microsoft YaHei"/>
                  <a:cs typeface="Microsoft YaHei"/>
                  <a:sym typeface="Microsoft YaHei"/>
                </a:defRPr>
              </a:pPr>
              <a:endParaRPr/>
            </a:p>
          </p:txBody>
        </p:sp>
        <p:sp>
          <p:nvSpPr>
            <p:cNvPr id="208" name="Shape 208"/>
            <p:cNvSpPr/>
            <p:nvPr/>
          </p:nvSpPr>
          <p:spPr>
            <a:xfrm>
              <a:off x="6474828" y="2921784"/>
              <a:ext cx="78343" cy="78335"/>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15120" y="0"/>
                  </a:lnTo>
                  <a:lnTo>
                    <a:pt x="18360" y="3240"/>
                  </a:lnTo>
                  <a:lnTo>
                    <a:pt x="20520" y="6480"/>
                  </a:lnTo>
                  <a:lnTo>
                    <a:pt x="21600" y="10800"/>
                  </a:lnTo>
                  <a:lnTo>
                    <a:pt x="20520" y="15120"/>
                  </a:lnTo>
                  <a:lnTo>
                    <a:pt x="18360" y="18360"/>
                  </a:lnTo>
                  <a:lnTo>
                    <a:pt x="15120" y="20520"/>
                  </a:lnTo>
                  <a:lnTo>
                    <a:pt x="10800" y="21600"/>
                  </a:lnTo>
                  <a:lnTo>
                    <a:pt x="6480" y="20520"/>
                  </a:lnTo>
                  <a:lnTo>
                    <a:pt x="3240" y="18360"/>
                  </a:lnTo>
                  <a:lnTo>
                    <a:pt x="0" y="15120"/>
                  </a:lnTo>
                  <a:lnTo>
                    <a:pt x="0" y="6480"/>
                  </a:lnTo>
                  <a:lnTo>
                    <a:pt x="6480" y="0"/>
                  </a:lnTo>
                  <a:lnTo>
                    <a:pt x="10800" y="0"/>
                  </a:lnTo>
                  <a:close/>
                </a:path>
              </a:pathLst>
            </a:custGeom>
            <a:solidFill>
              <a:srgbClr val="DDDEE0"/>
            </a:solidFill>
            <a:ln w="9525" cap="flat">
              <a:solidFill>
                <a:srgbClr val="FFFFFF"/>
              </a:solidFill>
              <a:prstDash val="solid"/>
              <a:round/>
            </a:ln>
            <a:effectLst/>
          </p:spPr>
          <p:txBody>
            <a:bodyPr wrap="square" lIns="0" tIns="0" rIns="0" bIns="0" numCol="1" anchor="t">
              <a:noAutofit/>
            </a:bodyPr>
            <a:lstStyle/>
            <a:p>
              <a:pPr lvl="0" algn="l" defTabSz="914400">
                <a:defRPr sz="1800">
                  <a:latin typeface="Microsoft YaHei"/>
                  <a:ea typeface="Microsoft YaHei"/>
                  <a:cs typeface="Microsoft YaHei"/>
                  <a:sym typeface="Microsoft YaHei"/>
                </a:defRPr>
              </a:pPr>
              <a:endParaRPr/>
            </a:p>
          </p:txBody>
        </p:sp>
        <p:sp>
          <p:nvSpPr>
            <p:cNvPr id="209" name="Shape 209"/>
            <p:cNvSpPr/>
            <p:nvPr/>
          </p:nvSpPr>
          <p:spPr>
            <a:xfrm>
              <a:off x="7512840" y="3188113"/>
              <a:ext cx="82260" cy="82252"/>
            </a:xfrm>
            <a:custGeom>
              <a:avLst/>
              <a:gdLst/>
              <a:ahLst/>
              <a:cxnLst>
                <a:cxn ang="0">
                  <a:pos x="wd2" y="hd2"/>
                </a:cxn>
                <a:cxn ang="5400000">
                  <a:pos x="wd2" y="hd2"/>
                </a:cxn>
                <a:cxn ang="10800000">
                  <a:pos x="wd2" y="hd2"/>
                </a:cxn>
                <a:cxn ang="16200000">
                  <a:pos x="wd2" y="hd2"/>
                </a:cxn>
              </a:cxnLst>
              <a:rect l="0" t="0" r="r" b="b"/>
              <a:pathLst>
                <a:path w="21600" h="21600" extrusionOk="0">
                  <a:moveTo>
                    <a:pt x="11314" y="0"/>
                  </a:moveTo>
                  <a:lnTo>
                    <a:pt x="15429" y="1029"/>
                  </a:lnTo>
                  <a:lnTo>
                    <a:pt x="18514" y="3086"/>
                  </a:lnTo>
                  <a:lnTo>
                    <a:pt x="20571" y="7200"/>
                  </a:lnTo>
                  <a:lnTo>
                    <a:pt x="21600" y="11314"/>
                  </a:lnTo>
                  <a:lnTo>
                    <a:pt x="20571" y="15429"/>
                  </a:lnTo>
                  <a:lnTo>
                    <a:pt x="18514" y="18514"/>
                  </a:lnTo>
                  <a:lnTo>
                    <a:pt x="15429" y="20571"/>
                  </a:lnTo>
                  <a:lnTo>
                    <a:pt x="11314" y="21600"/>
                  </a:lnTo>
                  <a:lnTo>
                    <a:pt x="7200" y="20571"/>
                  </a:lnTo>
                  <a:lnTo>
                    <a:pt x="3086" y="18514"/>
                  </a:lnTo>
                  <a:lnTo>
                    <a:pt x="1029" y="15429"/>
                  </a:lnTo>
                  <a:lnTo>
                    <a:pt x="0" y="11314"/>
                  </a:lnTo>
                  <a:lnTo>
                    <a:pt x="1029" y="7200"/>
                  </a:lnTo>
                  <a:lnTo>
                    <a:pt x="3086" y="3086"/>
                  </a:lnTo>
                  <a:lnTo>
                    <a:pt x="7200" y="1029"/>
                  </a:lnTo>
                  <a:lnTo>
                    <a:pt x="11314" y="0"/>
                  </a:lnTo>
                  <a:close/>
                </a:path>
              </a:pathLst>
            </a:custGeom>
            <a:solidFill>
              <a:srgbClr val="DDDEE0"/>
            </a:solidFill>
            <a:ln w="9525" cap="flat">
              <a:solidFill>
                <a:srgbClr val="FFFFFF"/>
              </a:solidFill>
              <a:prstDash val="solid"/>
              <a:round/>
            </a:ln>
            <a:effectLst/>
          </p:spPr>
          <p:txBody>
            <a:bodyPr wrap="square" lIns="0" tIns="0" rIns="0" bIns="0" numCol="1" anchor="t">
              <a:noAutofit/>
            </a:bodyPr>
            <a:lstStyle/>
            <a:p>
              <a:pPr lvl="0" algn="l" defTabSz="914400">
                <a:defRPr sz="1800">
                  <a:latin typeface="Microsoft YaHei"/>
                  <a:ea typeface="Microsoft YaHei"/>
                  <a:cs typeface="Microsoft YaHei"/>
                  <a:sym typeface="Microsoft YaHei"/>
                </a:defRPr>
              </a:pPr>
              <a:endParaRPr/>
            </a:p>
          </p:txBody>
        </p:sp>
        <p:sp>
          <p:nvSpPr>
            <p:cNvPr id="210" name="Shape 210"/>
            <p:cNvSpPr/>
            <p:nvPr/>
          </p:nvSpPr>
          <p:spPr>
            <a:xfrm>
              <a:off x="8437254" y="2443958"/>
              <a:ext cx="82261" cy="78336"/>
            </a:xfrm>
            <a:custGeom>
              <a:avLst/>
              <a:gdLst/>
              <a:ahLst/>
              <a:cxnLst>
                <a:cxn ang="0">
                  <a:pos x="wd2" y="hd2"/>
                </a:cxn>
                <a:cxn ang="5400000">
                  <a:pos x="wd2" y="hd2"/>
                </a:cxn>
                <a:cxn ang="10800000">
                  <a:pos x="wd2" y="hd2"/>
                </a:cxn>
                <a:cxn ang="16200000">
                  <a:pos x="wd2" y="hd2"/>
                </a:cxn>
              </a:cxnLst>
              <a:rect l="0" t="0" r="r" b="b"/>
              <a:pathLst>
                <a:path w="21600" h="21600" extrusionOk="0">
                  <a:moveTo>
                    <a:pt x="11314" y="0"/>
                  </a:moveTo>
                  <a:lnTo>
                    <a:pt x="15429" y="0"/>
                  </a:lnTo>
                  <a:lnTo>
                    <a:pt x="18514" y="3240"/>
                  </a:lnTo>
                  <a:lnTo>
                    <a:pt x="20571" y="6480"/>
                  </a:lnTo>
                  <a:lnTo>
                    <a:pt x="21600" y="10800"/>
                  </a:lnTo>
                  <a:lnTo>
                    <a:pt x="20571" y="15120"/>
                  </a:lnTo>
                  <a:lnTo>
                    <a:pt x="18514" y="18360"/>
                  </a:lnTo>
                  <a:lnTo>
                    <a:pt x="15429" y="20520"/>
                  </a:lnTo>
                  <a:lnTo>
                    <a:pt x="11314" y="21600"/>
                  </a:lnTo>
                  <a:lnTo>
                    <a:pt x="7200" y="20520"/>
                  </a:lnTo>
                  <a:lnTo>
                    <a:pt x="3086" y="18360"/>
                  </a:lnTo>
                  <a:lnTo>
                    <a:pt x="1029" y="15120"/>
                  </a:lnTo>
                  <a:lnTo>
                    <a:pt x="0" y="10800"/>
                  </a:lnTo>
                  <a:lnTo>
                    <a:pt x="1029" y="6480"/>
                  </a:lnTo>
                  <a:lnTo>
                    <a:pt x="3086" y="3240"/>
                  </a:lnTo>
                  <a:lnTo>
                    <a:pt x="7200" y="0"/>
                  </a:lnTo>
                  <a:lnTo>
                    <a:pt x="11314" y="0"/>
                  </a:lnTo>
                  <a:close/>
                </a:path>
              </a:pathLst>
            </a:custGeom>
            <a:solidFill>
              <a:srgbClr val="DDDEE0"/>
            </a:solidFill>
            <a:ln w="9525" cap="flat">
              <a:solidFill>
                <a:srgbClr val="FFFFFF"/>
              </a:solidFill>
              <a:prstDash val="solid"/>
              <a:round/>
            </a:ln>
            <a:effectLst/>
          </p:spPr>
          <p:txBody>
            <a:bodyPr wrap="square" lIns="0" tIns="0" rIns="0" bIns="0" numCol="1" anchor="t">
              <a:noAutofit/>
            </a:bodyPr>
            <a:lstStyle/>
            <a:p>
              <a:pPr lvl="0" algn="l" defTabSz="914400">
                <a:defRPr sz="1800">
                  <a:latin typeface="Microsoft YaHei"/>
                  <a:ea typeface="Microsoft YaHei"/>
                  <a:cs typeface="Microsoft YaHei"/>
                  <a:sym typeface="Microsoft YaHei"/>
                </a:defRPr>
              </a:pPr>
              <a:endParaRPr/>
            </a:p>
          </p:txBody>
        </p:sp>
        <p:sp>
          <p:nvSpPr>
            <p:cNvPr id="211" name="Shape 211"/>
            <p:cNvSpPr/>
            <p:nvPr/>
          </p:nvSpPr>
          <p:spPr>
            <a:xfrm>
              <a:off x="8640940" y="1970050"/>
              <a:ext cx="78344" cy="82251"/>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15120" y="1029"/>
                  </a:lnTo>
                  <a:lnTo>
                    <a:pt x="18360" y="3086"/>
                  </a:lnTo>
                  <a:lnTo>
                    <a:pt x="21600" y="7200"/>
                  </a:lnTo>
                  <a:lnTo>
                    <a:pt x="21600" y="14400"/>
                  </a:lnTo>
                  <a:lnTo>
                    <a:pt x="18360" y="18514"/>
                  </a:lnTo>
                  <a:lnTo>
                    <a:pt x="15120" y="20571"/>
                  </a:lnTo>
                  <a:lnTo>
                    <a:pt x="10800" y="21600"/>
                  </a:lnTo>
                  <a:lnTo>
                    <a:pt x="6480" y="20571"/>
                  </a:lnTo>
                  <a:lnTo>
                    <a:pt x="3240" y="18514"/>
                  </a:lnTo>
                  <a:lnTo>
                    <a:pt x="1080" y="14400"/>
                  </a:lnTo>
                  <a:lnTo>
                    <a:pt x="0" y="10286"/>
                  </a:lnTo>
                  <a:lnTo>
                    <a:pt x="1080" y="7200"/>
                  </a:lnTo>
                  <a:lnTo>
                    <a:pt x="3240" y="3086"/>
                  </a:lnTo>
                  <a:lnTo>
                    <a:pt x="6480" y="1029"/>
                  </a:lnTo>
                  <a:lnTo>
                    <a:pt x="10800" y="0"/>
                  </a:lnTo>
                  <a:close/>
                </a:path>
              </a:pathLst>
            </a:custGeom>
            <a:solidFill>
              <a:srgbClr val="DDDEE0"/>
            </a:solidFill>
            <a:ln w="9525" cap="flat">
              <a:solidFill>
                <a:srgbClr val="FFFFFF"/>
              </a:solidFill>
              <a:prstDash val="solid"/>
              <a:round/>
            </a:ln>
            <a:effectLst/>
          </p:spPr>
          <p:txBody>
            <a:bodyPr wrap="square" lIns="0" tIns="0" rIns="0" bIns="0" numCol="1" anchor="t">
              <a:noAutofit/>
            </a:bodyPr>
            <a:lstStyle/>
            <a:p>
              <a:pPr lvl="0" algn="l" defTabSz="914400">
                <a:defRPr sz="1800">
                  <a:latin typeface="Microsoft YaHei"/>
                  <a:ea typeface="Microsoft YaHei"/>
                  <a:cs typeface="Microsoft YaHei"/>
                  <a:sym typeface="Microsoft YaHei"/>
                </a:defRPr>
              </a:pPr>
              <a:endParaRPr/>
            </a:p>
          </p:txBody>
        </p:sp>
        <p:sp>
          <p:nvSpPr>
            <p:cNvPr id="212" name="Shape 212"/>
            <p:cNvSpPr/>
            <p:nvPr/>
          </p:nvSpPr>
          <p:spPr>
            <a:xfrm>
              <a:off x="8746699" y="1547057"/>
              <a:ext cx="78342" cy="82252"/>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15120" y="1029"/>
                  </a:lnTo>
                  <a:lnTo>
                    <a:pt x="18360" y="3086"/>
                  </a:lnTo>
                  <a:lnTo>
                    <a:pt x="20520" y="7200"/>
                  </a:lnTo>
                  <a:lnTo>
                    <a:pt x="21600" y="11314"/>
                  </a:lnTo>
                  <a:lnTo>
                    <a:pt x="20520" y="15429"/>
                  </a:lnTo>
                  <a:lnTo>
                    <a:pt x="18360" y="18514"/>
                  </a:lnTo>
                  <a:lnTo>
                    <a:pt x="15120" y="20571"/>
                  </a:lnTo>
                  <a:lnTo>
                    <a:pt x="10800" y="21600"/>
                  </a:lnTo>
                  <a:lnTo>
                    <a:pt x="6480" y="20571"/>
                  </a:lnTo>
                  <a:lnTo>
                    <a:pt x="3240" y="18514"/>
                  </a:lnTo>
                  <a:lnTo>
                    <a:pt x="0" y="15429"/>
                  </a:lnTo>
                  <a:lnTo>
                    <a:pt x="0" y="7200"/>
                  </a:lnTo>
                  <a:lnTo>
                    <a:pt x="3240" y="3086"/>
                  </a:lnTo>
                  <a:lnTo>
                    <a:pt x="6480" y="1029"/>
                  </a:lnTo>
                  <a:lnTo>
                    <a:pt x="10800" y="0"/>
                  </a:lnTo>
                  <a:close/>
                </a:path>
              </a:pathLst>
            </a:custGeom>
            <a:solidFill>
              <a:srgbClr val="DDDEE0"/>
            </a:solidFill>
            <a:ln w="9525" cap="flat">
              <a:solidFill>
                <a:srgbClr val="FFFFFF"/>
              </a:solidFill>
              <a:prstDash val="solid"/>
              <a:round/>
            </a:ln>
            <a:effectLst/>
          </p:spPr>
          <p:txBody>
            <a:bodyPr wrap="square" lIns="0" tIns="0" rIns="0" bIns="0" numCol="1" anchor="t">
              <a:noAutofit/>
            </a:bodyPr>
            <a:lstStyle/>
            <a:p>
              <a:pPr lvl="0" algn="l" defTabSz="914400">
                <a:defRPr sz="1800">
                  <a:latin typeface="Microsoft YaHei"/>
                  <a:ea typeface="Microsoft YaHei"/>
                  <a:cs typeface="Microsoft YaHei"/>
                  <a:sym typeface="Microsoft YaHei"/>
                </a:defRPr>
              </a:pPr>
              <a:endParaRPr/>
            </a:p>
          </p:txBody>
        </p:sp>
        <p:sp>
          <p:nvSpPr>
            <p:cNvPr id="213" name="Shape 213"/>
            <p:cNvSpPr/>
            <p:nvPr/>
          </p:nvSpPr>
          <p:spPr>
            <a:xfrm>
              <a:off x="5123458" y="4085013"/>
              <a:ext cx="101845" cy="101835"/>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14954" y="1662"/>
                  </a:lnTo>
                  <a:lnTo>
                    <a:pt x="18277" y="3323"/>
                  </a:lnTo>
                  <a:lnTo>
                    <a:pt x="20769" y="6646"/>
                  </a:lnTo>
                  <a:lnTo>
                    <a:pt x="21600" y="10800"/>
                  </a:lnTo>
                  <a:lnTo>
                    <a:pt x="20769" y="14954"/>
                  </a:lnTo>
                  <a:lnTo>
                    <a:pt x="18277" y="18277"/>
                  </a:lnTo>
                  <a:lnTo>
                    <a:pt x="14954" y="20769"/>
                  </a:lnTo>
                  <a:lnTo>
                    <a:pt x="10800" y="21600"/>
                  </a:lnTo>
                  <a:lnTo>
                    <a:pt x="6646" y="20769"/>
                  </a:lnTo>
                  <a:lnTo>
                    <a:pt x="3323" y="18277"/>
                  </a:lnTo>
                  <a:lnTo>
                    <a:pt x="831" y="14954"/>
                  </a:lnTo>
                  <a:lnTo>
                    <a:pt x="0" y="10800"/>
                  </a:lnTo>
                  <a:lnTo>
                    <a:pt x="831" y="6646"/>
                  </a:lnTo>
                  <a:lnTo>
                    <a:pt x="3323" y="3323"/>
                  </a:lnTo>
                  <a:lnTo>
                    <a:pt x="6646" y="1662"/>
                  </a:lnTo>
                  <a:lnTo>
                    <a:pt x="10800" y="0"/>
                  </a:lnTo>
                  <a:close/>
                </a:path>
              </a:pathLst>
            </a:custGeom>
            <a:solidFill>
              <a:srgbClr val="DDDEE0"/>
            </a:solidFill>
            <a:ln w="9525" cap="flat">
              <a:solidFill>
                <a:srgbClr val="FFFFFF"/>
              </a:solidFill>
              <a:prstDash val="solid"/>
              <a:round/>
            </a:ln>
            <a:effectLst/>
          </p:spPr>
          <p:txBody>
            <a:bodyPr wrap="square" lIns="0" tIns="0" rIns="0" bIns="0" numCol="1" anchor="t">
              <a:noAutofit/>
            </a:bodyPr>
            <a:lstStyle/>
            <a:p>
              <a:pPr lvl="0" algn="l" defTabSz="914400">
                <a:defRPr sz="1800">
                  <a:latin typeface="Microsoft YaHei"/>
                  <a:ea typeface="Microsoft YaHei"/>
                  <a:cs typeface="Microsoft YaHei"/>
                  <a:sym typeface="Microsoft YaHei"/>
                </a:defRPr>
              </a:pPr>
              <a:endParaRPr/>
            </a:p>
          </p:txBody>
        </p:sp>
        <p:sp>
          <p:nvSpPr>
            <p:cNvPr id="214" name="Shape 214"/>
            <p:cNvSpPr/>
            <p:nvPr/>
          </p:nvSpPr>
          <p:spPr>
            <a:xfrm>
              <a:off x="6419992" y="7711785"/>
              <a:ext cx="78343" cy="78334"/>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15120" y="1080"/>
                  </a:lnTo>
                  <a:lnTo>
                    <a:pt x="18360" y="3240"/>
                  </a:lnTo>
                  <a:lnTo>
                    <a:pt x="20520" y="6480"/>
                  </a:lnTo>
                  <a:lnTo>
                    <a:pt x="21600" y="10800"/>
                  </a:lnTo>
                  <a:lnTo>
                    <a:pt x="20520" y="15120"/>
                  </a:lnTo>
                  <a:lnTo>
                    <a:pt x="18360" y="18360"/>
                  </a:lnTo>
                  <a:lnTo>
                    <a:pt x="15120" y="20520"/>
                  </a:lnTo>
                  <a:lnTo>
                    <a:pt x="10800" y="21600"/>
                  </a:lnTo>
                  <a:lnTo>
                    <a:pt x="6480" y="20520"/>
                  </a:lnTo>
                  <a:lnTo>
                    <a:pt x="3240" y="18360"/>
                  </a:lnTo>
                  <a:lnTo>
                    <a:pt x="0" y="15120"/>
                  </a:lnTo>
                  <a:lnTo>
                    <a:pt x="0" y="6480"/>
                  </a:lnTo>
                  <a:lnTo>
                    <a:pt x="3240" y="3240"/>
                  </a:lnTo>
                  <a:lnTo>
                    <a:pt x="6480" y="1080"/>
                  </a:lnTo>
                  <a:lnTo>
                    <a:pt x="10800" y="0"/>
                  </a:lnTo>
                  <a:close/>
                </a:path>
              </a:pathLst>
            </a:custGeom>
            <a:solidFill>
              <a:srgbClr val="DDDEE0"/>
            </a:solidFill>
            <a:ln w="9525" cap="flat">
              <a:solidFill>
                <a:srgbClr val="FFFFFF"/>
              </a:solidFill>
              <a:prstDash val="solid"/>
              <a:round/>
            </a:ln>
            <a:effectLst/>
          </p:spPr>
          <p:txBody>
            <a:bodyPr wrap="square" lIns="0" tIns="0" rIns="0" bIns="0" numCol="1" anchor="t">
              <a:noAutofit/>
            </a:bodyPr>
            <a:lstStyle/>
            <a:p>
              <a:pPr lvl="0" algn="l" defTabSz="914400">
                <a:defRPr sz="1800">
                  <a:latin typeface="Microsoft YaHei"/>
                  <a:ea typeface="Microsoft YaHei"/>
                  <a:cs typeface="Microsoft YaHei"/>
                  <a:sym typeface="Microsoft YaHei"/>
                </a:defRPr>
              </a:pPr>
              <a:endParaRPr/>
            </a:p>
          </p:txBody>
        </p:sp>
        <p:sp>
          <p:nvSpPr>
            <p:cNvPr id="215" name="Shape 215"/>
            <p:cNvSpPr/>
            <p:nvPr/>
          </p:nvSpPr>
          <p:spPr>
            <a:xfrm>
              <a:off x="7246482" y="7104711"/>
              <a:ext cx="82260" cy="78335"/>
            </a:xfrm>
            <a:custGeom>
              <a:avLst/>
              <a:gdLst/>
              <a:ahLst/>
              <a:cxnLst>
                <a:cxn ang="0">
                  <a:pos x="wd2" y="hd2"/>
                </a:cxn>
                <a:cxn ang="5400000">
                  <a:pos x="wd2" y="hd2"/>
                </a:cxn>
                <a:cxn ang="10800000">
                  <a:pos x="wd2" y="hd2"/>
                </a:cxn>
                <a:cxn ang="16200000">
                  <a:pos x="wd2" y="hd2"/>
                </a:cxn>
              </a:cxnLst>
              <a:rect l="0" t="0" r="r" b="b"/>
              <a:pathLst>
                <a:path w="21600" h="21600" extrusionOk="0">
                  <a:moveTo>
                    <a:pt x="11314" y="0"/>
                  </a:moveTo>
                  <a:lnTo>
                    <a:pt x="15429" y="1080"/>
                  </a:lnTo>
                  <a:lnTo>
                    <a:pt x="18514" y="3240"/>
                  </a:lnTo>
                  <a:lnTo>
                    <a:pt x="20571" y="6480"/>
                  </a:lnTo>
                  <a:lnTo>
                    <a:pt x="21600" y="10800"/>
                  </a:lnTo>
                  <a:lnTo>
                    <a:pt x="20571" y="15120"/>
                  </a:lnTo>
                  <a:lnTo>
                    <a:pt x="18514" y="18360"/>
                  </a:lnTo>
                  <a:lnTo>
                    <a:pt x="15429" y="21600"/>
                  </a:lnTo>
                  <a:lnTo>
                    <a:pt x="7200" y="21600"/>
                  </a:lnTo>
                  <a:lnTo>
                    <a:pt x="3086" y="18360"/>
                  </a:lnTo>
                  <a:lnTo>
                    <a:pt x="1029" y="15120"/>
                  </a:lnTo>
                  <a:lnTo>
                    <a:pt x="0" y="10800"/>
                  </a:lnTo>
                  <a:lnTo>
                    <a:pt x="1029" y="6480"/>
                  </a:lnTo>
                  <a:lnTo>
                    <a:pt x="3086" y="3240"/>
                  </a:lnTo>
                  <a:lnTo>
                    <a:pt x="7200" y="1080"/>
                  </a:lnTo>
                  <a:lnTo>
                    <a:pt x="11314" y="0"/>
                  </a:lnTo>
                  <a:close/>
                </a:path>
              </a:pathLst>
            </a:custGeom>
            <a:solidFill>
              <a:srgbClr val="DDDEE0"/>
            </a:solidFill>
            <a:ln w="9525" cap="flat">
              <a:solidFill>
                <a:srgbClr val="FFFFFF"/>
              </a:solidFill>
              <a:prstDash val="solid"/>
              <a:round/>
            </a:ln>
            <a:effectLst/>
          </p:spPr>
          <p:txBody>
            <a:bodyPr wrap="square" lIns="0" tIns="0" rIns="0" bIns="0" numCol="1" anchor="t">
              <a:noAutofit/>
            </a:bodyPr>
            <a:lstStyle/>
            <a:p>
              <a:pPr lvl="0" algn="l" defTabSz="914400">
                <a:defRPr sz="1800">
                  <a:latin typeface="Microsoft YaHei"/>
                  <a:ea typeface="Microsoft YaHei"/>
                  <a:cs typeface="Microsoft YaHei"/>
                  <a:sym typeface="Microsoft YaHei"/>
                </a:defRPr>
              </a:pPr>
              <a:endParaRPr/>
            </a:p>
          </p:txBody>
        </p:sp>
        <p:sp>
          <p:nvSpPr>
            <p:cNvPr id="216" name="Shape 216"/>
            <p:cNvSpPr/>
            <p:nvPr/>
          </p:nvSpPr>
          <p:spPr>
            <a:xfrm>
              <a:off x="8691862" y="6333142"/>
              <a:ext cx="78342" cy="78334"/>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15120" y="1080"/>
                  </a:lnTo>
                  <a:lnTo>
                    <a:pt x="18360" y="3240"/>
                  </a:lnTo>
                  <a:lnTo>
                    <a:pt x="21600" y="6480"/>
                  </a:lnTo>
                  <a:lnTo>
                    <a:pt x="21600" y="15120"/>
                  </a:lnTo>
                  <a:lnTo>
                    <a:pt x="18360" y="18360"/>
                  </a:lnTo>
                  <a:lnTo>
                    <a:pt x="15120" y="20520"/>
                  </a:lnTo>
                  <a:lnTo>
                    <a:pt x="10800" y="21600"/>
                  </a:lnTo>
                  <a:lnTo>
                    <a:pt x="6480" y="20520"/>
                  </a:lnTo>
                  <a:lnTo>
                    <a:pt x="3240" y="18360"/>
                  </a:lnTo>
                  <a:lnTo>
                    <a:pt x="1080" y="15120"/>
                  </a:lnTo>
                  <a:lnTo>
                    <a:pt x="0" y="10800"/>
                  </a:lnTo>
                  <a:lnTo>
                    <a:pt x="1080" y="6480"/>
                  </a:lnTo>
                  <a:lnTo>
                    <a:pt x="3240" y="3240"/>
                  </a:lnTo>
                  <a:lnTo>
                    <a:pt x="6480" y="1080"/>
                  </a:lnTo>
                  <a:lnTo>
                    <a:pt x="10800" y="0"/>
                  </a:lnTo>
                  <a:close/>
                </a:path>
              </a:pathLst>
            </a:custGeom>
            <a:solidFill>
              <a:srgbClr val="DDDEE0"/>
            </a:solidFill>
            <a:ln w="9525" cap="flat">
              <a:solidFill>
                <a:srgbClr val="FFFFFF"/>
              </a:solidFill>
              <a:prstDash val="solid"/>
              <a:round/>
            </a:ln>
            <a:effectLst/>
          </p:spPr>
          <p:txBody>
            <a:bodyPr wrap="square" lIns="0" tIns="0" rIns="0" bIns="0" numCol="1" anchor="t">
              <a:noAutofit/>
            </a:bodyPr>
            <a:lstStyle/>
            <a:p>
              <a:pPr lvl="0" algn="l" defTabSz="914400">
                <a:defRPr sz="1800">
                  <a:latin typeface="Microsoft YaHei"/>
                  <a:ea typeface="Microsoft YaHei"/>
                  <a:cs typeface="Microsoft YaHei"/>
                  <a:sym typeface="Microsoft YaHei"/>
                </a:defRPr>
              </a:pPr>
              <a:endParaRPr/>
            </a:p>
          </p:txBody>
        </p:sp>
        <p:sp>
          <p:nvSpPr>
            <p:cNvPr id="217" name="Shape 217"/>
            <p:cNvSpPr/>
            <p:nvPr/>
          </p:nvSpPr>
          <p:spPr>
            <a:xfrm>
              <a:off x="8476426" y="4891833"/>
              <a:ext cx="117513" cy="117501"/>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12960" y="720"/>
                  </a:lnTo>
                  <a:lnTo>
                    <a:pt x="15120" y="720"/>
                  </a:lnTo>
                  <a:lnTo>
                    <a:pt x="18720" y="3600"/>
                  </a:lnTo>
                  <a:lnTo>
                    <a:pt x="20880" y="7200"/>
                  </a:lnTo>
                  <a:lnTo>
                    <a:pt x="21600" y="8640"/>
                  </a:lnTo>
                  <a:lnTo>
                    <a:pt x="21600" y="12960"/>
                  </a:lnTo>
                  <a:lnTo>
                    <a:pt x="20880" y="15120"/>
                  </a:lnTo>
                  <a:lnTo>
                    <a:pt x="18720" y="18720"/>
                  </a:lnTo>
                  <a:lnTo>
                    <a:pt x="15120" y="20880"/>
                  </a:lnTo>
                  <a:lnTo>
                    <a:pt x="12960" y="21600"/>
                  </a:lnTo>
                  <a:lnTo>
                    <a:pt x="8640" y="21600"/>
                  </a:lnTo>
                  <a:lnTo>
                    <a:pt x="6480" y="20880"/>
                  </a:lnTo>
                  <a:lnTo>
                    <a:pt x="2880" y="18720"/>
                  </a:lnTo>
                  <a:lnTo>
                    <a:pt x="720" y="15120"/>
                  </a:lnTo>
                  <a:lnTo>
                    <a:pt x="0" y="12960"/>
                  </a:lnTo>
                  <a:lnTo>
                    <a:pt x="0" y="8640"/>
                  </a:lnTo>
                  <a:lnTo>
                    <a:pt x="720" y="7200"/>
                  </a:lnTo>
                  <a:lnTo>
                    <a:pt x="2880" y="3600"/>
                  </a:lnTo>
                  <a:lnTo>
                    <a:pt x="6480" y="720"/>
                  </a:lnTo>
                  <a:lnTo>
                    <a:pt x="8640" y="720"/>
                  </a:lnTo>
                  <a:lnTo>
                    <a:pt x="10800" y="0"/>
                  </a:lnTo>
                  <a:close/>
                </a:path>
              </a:pathLst>
            </a:custGeom>
            <a:solidFill>
              <a:srgbClr val="DDDEE0"/>
            </a:solidFill>
            <a:ln w="9525" cap="flat">
              <a:solidFill>
                <a:srgbClr val="FFFFFF"/>
              </a:solidFill>
              <a:prstDash val="solid"/>
              <a:round/>
            </a:ln>
            <a:effectLst/>
          </p:spPr>
          <p:txBody>
            <a:bodyPr wrap="square" lIns="0" tIns="0" rIns="0" bIns="0" numCol="1" anchor="t">
              <a:noAutofit/>
            </a:bodyPr>
            <a:lstStyle/>
            <a:p>
              <a:pPr lvl="0" algn="l" defTabSz="914400">
                <a:defRPr sz="1800">
                  <a:latin typeface="Microsoft YaHei"/>
                  <a:ea typeface="Microsoft YaHei"/>
                  <a:cs typeface="Microsoft YaHei"/>
                  <a:sym typeface="Microsoft YaHei"/>
                </a:defRPr>
              </a:pPr>
              <a:endParaRPr/>
            </a:p>
          </p:txBody>
        </p:sp>
        <p:sp>
          <p:nvSpPr>
            <p:cNvPr id="218" name="Shape 218"/>
            <p:cNvSpPr/>
            <p:nvPr/>
          </p:nvSpPr>
          <p:spPr>
            <a:xfrm>
              <a:off x="7164223" y="5224744"/>
              <a:ext cx="82261" cy="78335"/>
            </a:xfrm>
            <a:custGeom>
              <a:avLst/>
              <a:gdLst/>
              <a:ahLst/>
              <a:cxnLst>
                <a:cxn ang="0">
                  <a:pos x="wd2" y="hd2"/>
                </a:cxn>
                <a:cxn ang="5400000">
                  <a:pos x="wd2" y="hd2"/>
                </a:cxn>
                <a:cxn ang="10800000">
                  <a:pos x="wd2" y="hd2"/>
                </a:cxn>
                <a:cxn ang="16200000">
                  <a:pos x="wd2" y="hd2"/>
                </a:cxn>
              </a:cxnLst>
              <a:rect l="0" t="0" r="r" b="b"/>
              <a:pathLst>
                <a:path w="21600" h="21600" extrusionOk="0">
                  <a:moveTo>
                    <a:pt x="11314" y="0"/>
                  </a:moveTo>
                  <a:lnTo>
                    <a:pt x="14400" y="1080"/>
                  </a:lnTo>
                  <a:lnTo>
                    <a:pt x="18514" y="3240"/>
                  </a:lnTo>
                  <a:lnTo>
                    <a:pt x="20571" y="6480"/>
                  </a:lnTo>
                  <a:lnTo>
                    <a:pt x="21600" y="10800"/>
                  </a:lnTo>
                  <a:lnTo>
                    <a:pt x="20571" y="15120"/>
                  </a:lnTo>
                  <a:lnTo>
                    <a:pt x="18514" y="18360"/>
                  </a:lnTo>
                  <a:lnTo>
                    <a:pt x="14400" y="20520"/>
                  </a:lnTo>
                  <a:lnTo>
                    <a:pt x="11314" y="21600"/>
                  </a:lnTo>
                  <a:lnTo>
                    <a:pt x="7200" y="20520"/>
                  </a:lnTo>
                  <a:lnTo>
                    <a:pt x="3086" y="18360"/>
                  </a:lnTo>
                  <a:lnTo>
                    <a:pt x="1029" y="15120"/>
                  </a:lnTo>
                  <a:lnTo>
                    <a:pt x="0" y="10800"/>
                  </a:lnTo>
                  <a:lnTo>
                    <a:pt x="1029" y="6480"/>
                  </a:lnTo>
                  <a:lnTo>
                    <a:pt x="3086" y="3240"/>
                  </a:lnTo>
                  <a:lnTo>
                    <a:pt x="7200" y="1080"/>
                  </a:lnTo>
                  <a:lnTo>
                    <a:pt x="11314" y="0"/>
                  </a:lnTo>
                  <a:close/>
                </a:path>
              </a:pathLst>
            </a:custGeom>
            <a:solidFill>
              <a:srgbClr val="DDDEE0"/>
            </a:solidFill>
            <a:ln w="9525" cap="flat">
              <a:solidFill>
                <a:srgbClr val="FFFFFF"/>
              </a:solidFill>
              <a:prstDash val="solid"/>
              <a:round/>
            </a:ln>
            <a:effectLst/>
          </p:spPr>
          <p:txBody>
            <a:bodyPr wrap="square" lIns="0" tIns="0" rIns="0" bIns="0" numCol="1" anchor="t">
              <a:noAutofit/>
            </a:bodyPr>
            <a:lstStyle/>
            <a:p>
              <a:pPr lvl="0" algn="l" defTabSz="914400">
                <a:defRPr sz="1800">
                  <a:latin typeface="Microsoft YaHei"/>
                  <a:ea typeface="Microsoft YaHei"/>
                  <a:cs typeface="Microsoft YaHei"/>
                  <a:sym typeface="Microsoft YaHei"/>
                </a:defRPr>
              </a:pPr>
              <a:endParaRPr/>
            </a:p>
          </p:txBody>
        </p:sp>
        <p:sp>
          <p:nvSpPr>
            <p:cNvPr id="219" name="Shape 219"/>
            <p:cNvSpPr/>
            <p:nvPr/>
          </p:nvSpPr>
          <p:spPr>
            <a:xfrm>
              <a:off x="7230812" y="3007948"/>
              <a:ext cx="152767" cy="148834"/>
            </a:xfrm>
            <a:custGeom>
              <a:avLst/>
              <a:gdLst/>
              <a:ahLst/>
              <a:cxnLst>
                <a:cxn ang="0">
                  <a:pos x="wd2" y="hd2"/>
                </a:cxn>
                <a:cxn ang="5400000">
                  <a:pos x="wd2" y="hd2"/>
                </a:cxn>
                <a:cxn ang="10800000">
                  <a:pos x="wd2" y="hd2"/>
                </a:cxn>
                <a:cxn ang="16200000">
                  <a:pos x="wd2" y="hd2"/>
                </a:cxn>
              </a:cxnLst>
              <a:rect l="0" t="0" r="r" b="b"/>
              <a:pathLst>
                <a:path w="21600" h="21600" extrusionOk="0">
                  <a:moveTo>
                    <a:pt x="11077" y="0"/>
                  </a:moveTo>
                  <a:lnTo>
                    <a:pt x="13292" y="9095"/>
                  </a:lnTo>
                  <a:lnTo>
                    <a:pt x="21600" y="7958"/>
                  </a:lnTo>
                  <a:lnTo>
                    <a:pt x="14400" y="13074"/>
                  </a:lnTo>
                  <a:lnTo>
                    <a:pt x="17723" y="21600"/>
                  </a:lnTo>
                  <a:lnTo>
                    <a:pt x="11077" y="15347"/>
                  </a:lnTo>
                  <a:lnTo>
                    <a:pt x="4431" y="21600"/>
                  </a:lnTo>
                  <a:lnTo>
                    <a:pt x="7754" y="13074"/>
                  </a:lnTo>
                  <a:lnTo>
                    <a:pt x="0" y="7958"/>
                  </a:lnTo>
                  <a:lnTo>
                    <a:pt x="8862" y="9095"/>
                  </a:lnTo>
                  <a:lnTo>
                    <a:pt x="11077" y="0"/>
                  </a:lnTo>
                  <a:close/>
                </a:path>
              </a:pathLst>
            </a:custGeom>
            <a:solidFill>
              <a:srgbClr val="DDDEE0"/>
            </a:solidFill>
            <a:ln w="9525" cap="flat">
              <a:solidFill>
                <a:srgbClr val="FF0000"/>
              </a:solidFill>
              <a:prstDash val="solid"/>
              <a:round/>
            </a:ln>
            <a:effectLst/>
          </p:spPr>
          <p:txBody>
            <a:bodyPr wrap="square" lIns="0" tIns="0" rIns="0" bIns="0" numCol="1" anchor="t">
              <a:noAutofit/>
            </a:bodyPr>
            <a:lstStyle/>
            <a:p>
              <a:pPr lvl="0" algn="l" defTabSz="914400">
                <a:defRPr sz="1800">
                  <a:latin typeface="Microsoft YaHei"/>
                  <a:ea typeface="Microsoft YaHei"/>
                  <a:cs typeface="Microsoft YaHei"/>
                  <a:sym typeface="Microsoft YaHei"/>
                </a:defRPr>
              </a:pPr>
              <a:endParaRPr/>
            </a:p>
          </p:txBody>
        </p:sp>
        <p:sp>
          <p:nvSpPr>
            <p:cNvPr id="220" name="Shape 220"/>
            <p:cNvSpPr/>
            <p:nvPr/>
          </p:nvSpPr>
          <p:spPr>
            <a:xfrm>
              <a:off x="6976207" y="7147794"/>
              <a:ext cx="82260" cy="82252"/>
            </a:xfrm>
            <a:custGeom>
              <a:avLst/>
              <a:gdLst/>
              <a:ahLst/>
              <a:cxnLst>
                <a:cxn ang="0">
                  <a:pos x="wd2" y="hd2"/>
                </a:cxn>
                <a:cxn ang="5400000">
                  <a:pos x="wd2" y="hd2"/>
                </a:cxn>
                <a:cxn ang="10800000">
                  <a:pos x="wd2" y="hd2"/>
                </a:cxn>
                <a:cxn ang="16200000">
                  <a:pos x="wd2" y="hd2"/>
                </a:cxn>
              </a:cxnLst>
              <a:rect l="0" t="0" r="r" b="b"/>
              <a:pathLst>
                <a:path w="21600" h="21600" extrusionOk="0">
                  <a:moveTo>
                    <a:pt x="10286" y="0"/>
                  </a:moveTo>
                  <a:lnTo>
                    <a:pt x="14400" y="1029"/>
                  </a:lnTo>
                  <a:lnTo>
                    <a:pt x="18514" y="3086"/>
                  </a:lnTo>
                  <a:lnTo>
                    <a:pt x="20571" y="7200"/>
                  </a:lnTo>
                  <a:lnTo>
                    <a:pt x="21600" y="10286"/>
                  </a:lnTo>
                  <a:lnTo>
                    <a:pt x="20571" y="14400"/>
                  </a:lnTo>
                  <a:lnTo>
                    <a:pt x="18514" y="18514"/>
                  </a:lnTo>
                  <a:lnTo>
                    <a:pt x="14400" y="20571"/>
                  </a:lnTo>
                  <a:lnTo>
                    <a:pt x="10286" y="21600"/>
                  </a:lnTo>
                  <a:lnTo>
                    <a:pt x="7200" y="20571"/>
                  </a:lnTo>
                  <a:lnTo>
                    <a:pt x="3086" y="18514"/>
                  </a:lnTo>
                  <a:lnTo>
                    <a:pt x="1029" y="14400"/>
                  </a:lnTo>
                  <a:lnTo>
                    <a:pt x="0" y="10286"/>
                  </a:lnTo>
                  <a:lnTo>
                    <a:pt x="1029" y="7200"/>
                  </a:lnTo>
                  <a:lnTo>
                    <a:pt x="3086" y="3086"/>
                  </a:lnTo>
                  <a:lnTo>
                    <a:pt x="7200" y="1029"/>
                  </a:lnTo>
                  <a:lnTo>
                    <a:pt x="10286" y="0"/>
                  </a:lnTo>
                  <a:close/>
                </a:path>
              </a:pathLst>
            </a:custGeom>
            <a:solidFill>
              <a:srgbClr val="DDDEE0"/>
            </a:solidFill>
            <a:ln w="9525" cap="flat">
              <a:solidFill>
                <a:srgbClr val="FFFFFF"/>
              </a:solidFill>
              <a:prstDash val="solid"/>
              <a:round/>
            </a:ln>
            <a:effectLst/>
          </p:spPr>
          <p:txBody>
            <a:bodyPr wrap="square" lIns="0" tIns="0" rIns="0" bIns="0" numCol="1" anchor="t">
              <a:noAutofit/>
            </a:bodyPr>
            <a:lstStyle/>
            <a:p>
              <a:pPr lvl="0" algn="l" defTabSz="914400">
                <a:defRPr sz="1800">
                  <a:latin typeface="Microsoft YaHei"/>
                  <a:ea typeface="Microsoft YaHei"/>
                  <a:cs typeface="Microsoft YaHei"/>
                  <a:sym typeface="Microsoft YaHei"/>
                </a:defRPr>
              </a:pPr>
              <a:endParaRPr/>
            </a:p>
          </p:txBody>
        </p:sp>
        <p:sp>
          <p:nvSpPr>
            <p:cNvPr id="221" name="Shape 221"/>
            <p:cNvSpPr/>
            <p:nvPr/>
          </p:nvSpPr>
          <p:spPr>
            <a:xfrm>
              <a:off x="5644421" y="5440158"/>
              <a:ext cx="78343" cy="78334"/>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15120" y="0"/>
                  </a:lnTo>
                  <a:lnTo>
                    <a:pt x="18360" y="3240"/>
                  </a:lnTo>
                  <a:lnTo>
                    <a:pt x="20520" y="6480"/>
                  </a:lnTo>
                  <a:lnTo>
                    <a:pt x="21600" y="10800"/>
                  </a:lnTo>
                  <a:lnTo>
                    <a:pt x="20520" y="15120"/>
                  </a:lnTo>
                  <a:lnTo>
                    <a:pt x="18360" y="18360"/>
                  </a:lnTo>
                  <a:lnTo>
                    <a:pt x="15120" y="20520"/>
                  </a:lnTo>
                  <a:lnTo>
                    <a:pt x="10800" y="21600"/>
                  </a:lnTo>
                  <a:lnTo>
                    <a:pt x="6480" y="20520"/>
                  </a:lnTo>
                  <a:lnTo>
                    <a:pt x="3240" y="18360"/>
                  </a:lnTo>
                  <a:lnTo>
                    <a:pt x="1080" y="15120"/>
                  </a:lnTo>
                  <a:lnTo>
                    <a:pt x="0" y="10800"/>
                  </a:lnTo>
                  <a:lnTo>
                    <a:pt x="1080" y="6480"/>
                  </a:lnTo>
                  <a:lnTo>
                    <a:pt x="3240" y="3240"/>
                  </a:lnTo>
                  <a:lnTo>
                    <a:pt x="6480" y="0"/>
                  </a:lnTo>
                  <a:lnTo>
                    <a:pt x="10800" y="0"/>
                  </a:lnTo>
                  <a:close/>
                </a:path>
              </a:pathLst>
            </a:custGeom>
            <a:solidFill>
              <a:srgbClr val="DDDEE0"/>
            </a:solidFill>
            <a:ln w="9525" cap="flat">
              <a:solidFill>
                <a:srgbClr val="FFFFFF"/>
              </a:solidFill>
              <a:prstDash val="solid"/>
              <a:round/>
            </a:ln>
            <a:effectLst/>
          </p:spPr>
          <p:txBody>
            <a:bodyPr wrap="square" lIns="0" tIns="0" rIns="0" bIns="0" numCol="1" anchor="t">
              <a:noAutofit/>
            </a:bodyPr>
            <a:lstStyle/>
            <a:p>
              <a:pPr lvl="0" algn="l" defTabSz="914400">
                <a:defRPr sz="1800">
                  <a:latin typeface="Microsoft YaHei"/>
                  <a:ea typeface="Microsoft YaHei"/>
                  <a:cs typeface="Microsoft YaHei"/>
                  <a:sym typeface="Microsoft YaHei"/>
                </a:defRPr>
              </a:pPr>
              <a:endParaRPr/>
            </a:p>
          </p:txBody>
        </p:sp>
      </p:grpSp>
      <p:sp>
        <p:nvSpPr>
          <p:cNvPr id="223" name="Shape 223"/>
          <p:cNvSpPr/>
          <p:nvPr/>
        </p:nvSpPr>
        <p:spPr>
          <a:xfrm>
            <a:off x="2501899" y="296862"/>
            <a:ext cx="5041902" cy="995681"/>
          </a:xfrm>
          <a:prstGeom prst="rect">
            <a:avLst/>
          </a:prstGeom>
          <a:ln w="12700">
            <a:miter lim="400000"/>
          </a:ln>
          <a:extLst>
            <a:ext uri="{C572A759-6A51-4108-AA02-DFA0A04FC94B}">
              <ma14:wrappingTextBoxFlag xmlns:ma14="http://schemas.microsoft.com/office/mac/drawingml/2011/main" val="1"/>
            </a:ext>
          </a:extLst>
        </p:spPr>
        <p:txBody>
          <a:bodyPr tIns="91439" bIns="91439">
            <a:spAutoFit/>
          </a:bodyPr>
          <a:lstStyle>
            <a:lvl1pPr algn="l" defTabSz="914400">
              <a:defRPr>
                <a:solidFill>
                  <a:srgbClr val="0250DE"/>
                </a:solidFill>
                <a:latin typeface="Microsoft YaHei"/>
                <a:ea typeface="Microsoft YaHei"/>
                <a:cs typeface="Microsoft YaHei"/>
                <a:sym typeface="Microsoft YaHei"/>
              </a:defRPr>
            </a:lvl1pPr>
          </a:lstStyle>
          <a:p>
            <a:pPr lvl="0">
              <a:defRPr sz="1800">
                <a:solidFill>
                  <a:srgbClr val="000000"/>
                </a:solidFill>
              </a:defRPr>
            </a:pPr>
            <a:r>
              <a:rPr sz="4800">
                <a:solidFill>
                  <a:srgbClr val="0250DE"/>
                </a:solidFill>
              </a:rPr>
              <a:t>2.国内外研究现状</a:t>
            </a:r>
          </a:p>
        </p:txBody>
      </p:sp>
      <p:sp>
        <p:nvSpPr>
          <p:cNvPr id="224" name="Shape 224"/>
          <p:cNvSpPr/>
          <p:nvPr/>
        </p:nvSpPr>
        <p:spPr>
          <a:xfrm flipV="1">
            <a:off x="17491075" y="3379787"/>
            <a:ext cx="0" cy="1771651"/>
          </a:xfrm>
          <a:prstGeom prst="line">
            <a:avLst/>
          </a:prstGeom>
          <a:ln w="63500">
            <a:solidFill>
              <a:srgbClr val="0250DE"/>
            </a:solidFill>
            <a:round/>
          </a:ln>
        </p:spPr>
        <p:txBody>
          <a:bodyPr lIns="0" tIns="0" rIns="0" bIns="0"/>
          <a:lstStyle/>
          <a:p>
            <a:pPr lvl="0" algn="l" defTabSz="457200">
              <a:defRPr sz="1200">
                <a:latin typeface="+mn-lt"/>
                <a:ea typeface="+mn-ea"/>
                <a:cs typeface="+mn-cs"/>
                <a:sym typeface="Helvetica"/>
              </a:defRPr>
            </a:pPr>
            <a:endParaRPr/>
          </a:p>
        </p:txBody>
      </p:sp>
      <p:sp>
        <p:nvSpPr>
          <p:cNvPr id="225" name="Shape 225"/>
          <p:cNvSpPr/>
          <p:nvPr/>
        </p:nvSpPr>
        <p:spPr>
          <a:xfrm>
            <a:off x="17767300" y="3379787"/>
            <a:ext cx="5041901" cy="779781"/>
          </a:xfrm>
          <a:prstGeom prst="rect">
            <a:avLst/>
          </a:prstGeom>
          <a:ln w="12700">
            <a:miter lim="400000"/>
          </a:ln>
          <a:extLst>
            <a:ext uri="{C572A759-6A51-4108-AA02-DFA0A04FC94B}">
              <ma14:wrappingTextBoxFlag xmlns:ma14="http://schemas.microsoft.com/office/mac/drawingml/2011/main" val="1"/>
            </a:ext>
          </a:extLst>
        </p:spPr>
        <p:txBody>
          <a:bodyPr tIns="91439" bIns="91439">
            <a:spAutoFit/>
          </a:bodyPr>
          <a:lstStyle>
            <a:lvl1pPr algn="l" defTabSz="914400">
              <a:defRPr sz="3600">
                <a:solidFill>
                  <a:srgbClr val="0250DE"/>
                </a:solidFill>
                <a:latin typeface="Microsoft YaHei"/>
                <a:ea typeface="Microsoft YaHei"/>
                <a:cs typeface="Microsoft YaHei"/>
                <a:sym typeface="Microsoft YaHei"/>
              </a:defRPr>
            </a:lvl1pPr>
          </a:lstStyle>
          <a:p>
            <a:pPr lvl="0">
              <a:defRPr sz="1800">
                <a:solidFill>
                  <a:srgbClr val="000000"/>
                </a:solidFill>
              </a:defRPr>
            </a:pPr>
            <a:r>
              <a:rPr sz="3600">
                <a:solidFill>
                  <a:srgbClr val="0250DE"/>
                </a:solidFill>
              </a:rPr>
              <a:t>2.国内外研究现状</a:t>
            </a:r>
          </a:p>
        </p:txBody>
      </p:sp>
      <p:sp>
        <p:nvSpPr>
          <p:cNvPr id="226" name="Shape 226"/>
          <p:cNvSpPr/>
          <p:nvPr/>
        </p:nvSpPr>
        <p:spPr>
          <a:xfrm>
            <a:off x="17522825" y="4271962"/>
            <a:ext cx="5286375" cy="1"/>
          </a:xfrm>
          <a:prstGeom prst="line">
            <a:avLst/>
          </a:prstGeom>
          <a:ln w="12700">
            <a:solidFill/>
            <a:round/>
          </a:ln>
        </p:spPr>
        <p:txBody>
          <a:bodyPr lIns="0" tIns="0" rIns="0" bIns="0"/>
          <a:lstStyle/>
          <a:p>
            <a:pPr lvl="0" algn="l" defTabSz="457200">
              <a:defRPr sz="1200">
                <a:latin typeface="+mn-lt"/>
                <a:ea typeface="+mn-ea"/>
                <a:cs typeface="+mn-cs"/>
                <a:sym typeface="Helvetica"/>
              </a:defRPr>
            </a:pPr>
            <a:endParaRPr/>
          </a:p>
        </p:txBody>
      </p:sp>
      <p:sp>
        <p:nvSpPr>
          <p:cNvPr id="227" name="Shape 227"/>
          <p:cNvSpPr/>
          <p:nvPr/>
        </p:nvSpPr>
        <p:spPr>
          <a:xfrm>
            <a:off x="17767300" y="4265612"/>
            <a:ext cx="5041901" cy="970281"/>
          </a:xfrm>
          <a:prstGeom prst="rect">
            <a:avLst/>
          </a:prstGeom>
          <a:ln w="12700">
            <a:miter lim="400000"/>
          </a:ln>
          <a:extLst>
            <a:ext uri="{C572A759-6A51-4108-AA02-DFA0A04FC94B}">
              <ma14:wrappingTextBoxFlag xmlns:ma14="http://schemas.microsoft.com/office/mac/drawingml/2011/main" val="1"/>
            </a:ext>
          </a:extLst>
        </p:spPr>
        <p:txBody>
          <a:bodyPr tIns="91439" bIns="91439">
            <a:spAutoFit/>
          </a:bodyPr>
          <a:lstStyle>
            <a:lvl1pPr algn="l" defTabSz="914400">
              <a:defRPr sz="2400">
                <a:solidFill>
                  <a:srgbClr val="A6AAA9"/>
                </a:solidFill>
                <a:latin typeface="Microsoft YaHei"/>
                <a:ea typeface="Microsoft YaHei"/>
                <a:cs typeface="Microsoft YaHei"/>
                <a:sym typeface="Microsoft YaHei"/>
              </a:defRPr>
            </a:lvl1pPr>
          </a:lstStyle>
          <a:p>
            <a:pPr lvl="0">
              <a:defRPr sz="1800">
                <a:solidFill>
                  <a:srgbClr val="000000"/>
                </a:solidFill>
              </a:defRPr>
            </a:pPr>
            <a:r>
              <a:rPr sz="2400">
                <a:solidFill>
                  <a:srgbClr val="A6AAA9"/>
                </a:solidFill>
              </a:rPr>
              <a:t>2.国内外研究现状2.国内外研究现状2.国内外研究现状2.国内外研究现状</a:t>
            </a:r>
          </a:p>
        </p:txBody>
      </p:sp>
      <p:sp>
        <p:nvSpPr>
          <p:cNvPr id="228" name="Shape 228"/>
          <p:cNvSpPr/>
          <p:nvPr/>
        </p:nvSpPr>
        <p:spPr>
          <a:xfrm flipV="1">
            <a:off x="17491075" y="9036050"/>
            <a:ext cx="0" cy="1771650"/>
          </a:xfrm>
          <a:prstGeom prst="line">
            <a:avLst/>
          </a:prstGeom>
          <a:ln w="63500">
            <a:solidFill>
              <a:srgbClr val="0250DE"/>
            </a:solidFill>
            <a:round/>
          </a:ln>
        </p:spPr>
        <p:txBody>
          <a:bodyPr lIns="0" tIns="0" rIns="0" bIns="0"/>
          <a:lstStyle/>
          <a:p>
            <a:pPr lvl="0" algn="l" defTabSz="457200">
              <a:defRPr sz="1200">
                <a:latin typeface="+mn-lt"/>
                <a:ea typeface="+mn-ea"/>
                <a:cs typeface="+mn-cs"/>
                <a:sym typeface="Helvetica"/>
              </a:defRPr>
            </a:pPr>
            <a:endParaRPr/>
          </a:p>
        </p:txBody>
      </p:sp>
      <p:sp>
        <p:nvSpPr>
          <p:cNvPr id="229" name="Shape 229"/>
          <p:cNvSpPr/>
          <p:nvPr/>
        </p:nvSpPr>
        <p:spPr>
          <a:xfrm>
            <a:off x="17767300" y="9036050"/>
            <a:ext cx="5041901" cy="779780"/>
          </a:xfrm>
          <a:prstGeom prst="rect">
            <a:avLst/>
          </a:prstGeom>
          <a:ln w="12700">
            <a:miter lim="400000"/>
          </a:ln>
          <a:extLst>
            <a:ext uri="{C572A759-6A51-4108-AA02-DFA0A04FC94B}">
              <ma14:wrappingTextBoxFlag xmlns:ma14="http://schemas.microsoft.com/office/mac/drawingml/2011/main" val="1"/>
            </a:ext>
          </a:extLst>
        </p:spPr>
        <p:txBody>
          <a:bodyPr tIns="91439" bIns="91439">
            <a:spAutoFit/>
          </a:bodyPr>
          <a:lstStyle>
            <a:lvl1pPr algn="l" defTabSz="914400">
              <a:defRPr sz="3600">
                <a:solidFill>
                  <a:srgbClr val="0250DE"/>
                </a:solidFill>
                <a:latin typeface="Microsoft YaHei"/>
                <a:ea typeface="Microsoft YaHei"/>
                <a:cs typeface="Microsoft YaHei"/>
                <a:sym typeface="Microsoft YaHei"/>
              </a:defRPr>
            </a:lvl1pPr>
          </a:lstStyle>
          <a:p>
            <a:pPr lvl="0">
              <a:defRPr sz="1800">
                <a:solidFill>
                  <a:srgbClr val="000000"/>
                </a:solidFill>
              </a:defRPr>
            </a:pPr>
            <a:r>
              <a:rPr sz="3600">
                <a:solidFill>
                  <a:srgbClr val="0250DE"/>
                </a:solidFill>
              </a:rPr>
              <a:t>2.国内外研究现状</a:t>
            </a:r>
          </a:p>
        </p:txBody>
      </p:sp>
      <p:sp>
        <p:nvSpPr>
          <p:cNvPr id="230" name="Shape 230"/>
          <p:cNvSpPr/>
          <p:nvPr/>
        </p:nvSpPr>
        <p:spPr>
          <a:xfrm>
            <a:off x="17522825" y="9928225"/>
            <a:ext cx="5286375" cy="0"/>
          </a:xfrm>
          <a:prstGeom prst="line">
            <a:avLst/>
          </a:prstGeom>
          <a:ln w="12700">
            <a:solidFill/>
            <a:round/>
          </a:ln>
        </p:spPr>
        <p:txBody>
          <a:bodyPr lIns="0" tIns="0" rIns="0" bIns="0"/>
          <a:lstStyle/>
          <a:p>
            <a:pPr lvl="0" algn="l" defTabSz="457200">
              <a:defRPr sz="1200">
                <a:latin typeface="+mn-lt"/>
                <a:ea typeface="+mn-ea"/>
                <a:cs typeface="+mn-cs"/>
                <a:sym typeface="Helvetica"/>
              </a:defRPr>
            </a:pPr>
            <a:endParaRPr/>
          </a:p>
        </p:txBody>
      </p:sp>
      <p:sp>
        <p:nvSpPr>
          <p:cNvPr id="231" name="Shape 231"/>
          <p:cNvSpPr/>
          <p:nvPr/>
        </p:nvSpPr>
        <p:spPr>
          <a:xfrm>
            <a:off x="17767300" y="9921875"/>
            <a:ext cx="5041901" cy="970280"/>
          </a:xfrm>
          <a:prstGeom prst="rect">
            <a:avLst/>
          </a:prstGeom>
          <a:ln w="12700">
            <a:miter lim="400000"/>
          </a:ln>
          <a:extLst>
            <a:ext uri="{C572A759-6A51-4108-AA02-DFA0A04FC94B}">
              <ma14:wrappingTextBoxFlag xmlns:ma14="http://schemas.microsoft.com/office/mac/drawingml/2011/main" val="1"/>
            </a:ext>
          </a:extLst>
        </p:spPr>
        <p:txBody>
          <a:bodyPr tIns="91439" bIns="91439">
            <a:spAutoFit/>
          </a:bodyPr>
          <a:lstStyle>
            <a:lvl1pPr algn="l" defTabSz="914400">
              <a:defRPr sz="2400">
                <a:solidFill>
                  <a:srgbClr val="A6AAA9"/>
                </a:solidFill>
                <a:latin typeface="Microsoft YaHei"/>
                <a:ea typeface="Microsoft YaHei"/>
                <a:cs typeface="Microsoft YaHei"/>
                <a:sym typeface="Microsoft YaHei"/>
              </a:defRPr>
            </a:lvl1pPr>
          </a:lstStyle>
          <a:p>
            <a:pPr lvl="0">
              <a:defRPr sz="1800">
                <a:solidFill>
                  <a:srgbClr val="000000"/>
                </a:solidFill>
              </a:defRPr>
            </a:pPr>
            <a:r>
              <a:rPr sz="2400">
                <a:solidFill>
                  <a:srgbClr val="A6AAA9"/>
                </a:solidFill>
              </a:rPr>
              <a:t>2.国内外研究现状2.国内外研究现状2.国内外研究现状2.国内外研究现状</a:t>
            </a:r>
          </a:p>
        </p:txBody>
      </p:sp>
      <p:sp>
        <p:nvSpPr>
          <p:cNvPr id="232" name="Shape 232"/>
          <p:cNvSpPr/>
          <p:nvPr/>
        </p:nvSpPr>
        <p:spPr>
          <a:xfrm flipV="1">
            <a:off x="6078537" y="2913062"/>
            <a:ext cx="1" cy="1773238"/>
          </a:xfrm>
          <a:prstGeom prst="line">
            <a:avLst/>
          </a:prstGeom>
          <a:ln w="63500">
            <a:solidFill>
              <a:srgbClr val="0250DE"/>
            </a:solidFill>
            <a:round/>
          </a:ln>
        </p:spPr>
        <p:txBody>
          <a:bodyPr lIns="0" tIns="0" rIns="0" bIns="0"/>
          <a:lstStyle/>
          <a:p>
            <a:pPr lvl="0" algn="l" defTabSz="457200">
              <a:defRPr sz="1200">
                <a:latin typeface="+mn-lt"/>
                <a:ea typeface="+mn-ea"/>
                <a:cs typeface="+mn-cs"/>
                <a:sym typeface="Helvetica"/>
              </a:defRPr>
            </a:pPr>
            <a:endParaRPr/>
          </a:p>
        </p:txBody>
      </p:sp>
      <p:sp>
        <p:nvSpPr>
          <p:cNvPr id="233" name="Shape 233"/>
          <p:cNvSpPr/>
          <p:nvPr/>
        </p:nvSpPr>
        <p:spPr>
          <a:xfrm>
            <a:off x="941387" y="2803525"/>
            <a:ext cx="5041901" cy="779780"/>
          </a:xfrm>
          <a:prstGeom prst="rect">
            <a:avLst/>
          </a:prstGeom>
          <a:ln w="12700">
            <a:miter lim="400000"/>
          </a:ln>
          <a:extLst>
            <a:ext uri="{C572A759-6A51-4108-AA02-DFA0A04FC94B}">
              <ma14:wrappingTextBoxFlag xmlns:ma14="http://schemas.microsoft.com/office/mac/drawingml/2011/main" val="1"/>
            </a:ext>
          </a:extLst>
        </p:spPr>
        <p:txBody>
          <a:bodyPr tIns="91439" bIns="91439">
            <a:spAutoFit/>
          </a:bodyPr>
          <a:lstStyle>
            <a:lvl1pPr algn="l" defTabSz="914400">
              <a:defRPr sz="3600">
                <a:solidFill>
                  <a:srgbClr val="0250DE"/>
                </a:solidFill>
                <a:latin typeface="Microsoft YaHei"/>
                <a:ea typeface="Microsoft YaHei"/>
                <a:cs typeface="Microsoft YaHei"/>
                <a:sym typeface="Microsoft YaHei"/>
              </a:defRPr>
            </a:lvl1pPr>
          </a:lstStyle>
          <a:p>
            <a:pPr lvl="0">
              <a:defRPr sz="1800">
                <a:solidFill>
                  <a:srgbClr val="000000"/>
                </a:solidFill>
              </a:defRPr>
            </a:pPr>
            <a:r>
              <a:rPr sz="3600">
                <a:solidFill>
                  <a:srgbClr val="0250DE"/>
                </a:solidFill>
              </a:rPr>
              <a:t>2.国内外研究现状</a:t>
            </a:r>
          </a:p>
        </p:txBody>
      </p:sp>
      <p:sp>
        <p:nvSpPr>
          <p:cNvPr id="234" name="Shape 234"/>
          <p:cNvSpPr/>
          <p:nvPr/>
        </p:nvSpPr>
        <p:spPr>
          <a:xfrm>
            <a:off x="941387" y="3722370"/>
            <a:ext cx="5041901" cy="1"/>
          </a:xfrm>
          <a:prstGeom prst="line">
            <a:avLst/>
          </a:prstGeom>
          <a:ln w="12700">
            <a:solidFill/>
            <a:round/>
          </a:ln>
        </p:spPr>
        <p:txBody>
          <a:bodyPr lIns="0" tIns="0" rIns="0" bIns="0"/>
          <a:lstStyle/>
          <a:p>
            <a:pPr lvl="0" algn="l" defTabSz="457200">
              <a:defRPr sz="1200">
                <a:latin typeface="+mn-lt"/>
                <a:ea typeface="+mn-ea"/>
                <a:cs typeface="+mn-cs"/>
                <a:sym typeface="Helvetica"/>
              </a:defRPr>
            </a:pPr>
            <a:endParaRPr/>
          </a:p>
        </p:txBody>
      </p:sp>
      <p:sp>
        <p:nvSpPr>
          <p:cNvPr id="235" name="Shape 235"/>
          <p:cNvSpPr/>
          <p:nvPr/>
        </p:nvSpPr>
        <p:spPr>
          <a:xfrm>
            <a:off x="941387" y="3714750"/>
            <a:ext cx="5041901" cy="970280"/>
          </a:xfrm>
          <a:prstGeom prst="rect">
            <a:avLst/>
          </a:prstGeom>
          <a:ln w="12700">
            <a:miter lim="400000"/>
          </a:ln>
          <a:extLst>
            <a:ext uri="{C572A759-6A51-4108-AA02-DFA0A04FC94B}">
              <ma14:wrappingTextBoxFlag xmlns:ma14="http://schemas.microsoft.com/office/mac/drawingml/2011/main" val="1"/>
            </a:ext>
          </a:extLst>
        </p:spPr>
        <p:txBody>
          <a:bodyPr tIns="91439" bIns="91439">
            <a:spAutoFit/>
          </a:bodyPr>
          <a:lstStyle>
            <a:lvl1pPr algn="l" defTabSz="914400">
              <a:defRPr sz="2400">
                <a:solidFill>
                  <a:srgbClr val="A6AAA9"/>
                </a:solidFill>
                <a:latin typeface="Microsoft YaHei"/>
                <a:ea typeface="Microsoft YaHei"/>
                <a:cs typeface="Microsoft YaHei"/>
                <a:sym typeface="Microsoft YaHei"/>
              </a:defRPr>
            </a:lvl1pPr>
          </a:lstStyle>
          <a:p>
            <a:pPr lvl="0">
              <a:defRPr sz="1800">
                <a:solidFill>
                  <a:srgbClr val="000000"/>
                </a:solidFill>
              </a:defRPr>
            </a:pPr>
            <a:r>
              <a:rPr sz="2400">
                <a:solidFill>
                  <a:srgbClr val="A6AAA9"/>
                </a:solidFill>
              </a:rPr>
              <a:t>2.国内外研究现状2.国内外研究现状2.国内外研究现状2.国内外研究现状</a:t>
            </a:r>
          </a:p>
        </p:txBody>
      </p:sp>
      <p:sp>
        <p:nvSpPr>
          <p:cNvPr id="236" name="Shape 236"/>
          <p:cNvSpPr/>
          <p:nvPr/>
        </p:nvSpPr>
        <p:spPr>
          <a:xfrm flipV="1">
            <a:off x="6078537" y="9120187"/>
            <a:ext cx="1" cy="1771651"/>
          </a:xfrm>
          <a:prstGeom prst="line">
            <a:avLst/>
          </a:prstGeom>
          <a:ln w="63500">
            <a:solidFill>
              <a:srgbClr val="0250DE"/>
            </a:solidFill>
            <a:round/>
          </a:ln>
        </p:spPr>
        <p:txBody>
          <a:bodyPr lIns="0" tIns="0" rIns="0" bIns="0"/>
          <a:lstStyle/>
          <a:p>
            <a:pPr lvl="0" algn="l" defTabSz="457200">
              <a:defRPr sz="1200">
                <a:latin typeface="+mn-lt"/>
                <a:ea typeface="+mn-ea"/>
                <a:cs typeface="+mn-cs"/>
                <a:sym typeface="Helvetica"/>
              </a:defRPr>
            </a:pPr>
            <a:endParaRPr/>
          </a:p>
        </p:txBody>
      </p:sp>
      <p:sp>
        <p:nvSpPr>
          <p:cNvPr id="237" name="Shape 237"/>
          <p:cNvSpPr/>
          <p:nvPr/>
        </p:nvSpPr>
        <p:spPr>
          <a:xfrm>
            <a:off x="1004887" y="9036050"/>
            <a:ext cx="5041901" cy="779780"/>
          </a:xfrm>
          <a:prstGeom prst="rect">
            <a:avLst/>
          </a:prstGeom>
          <a:ln w="12700">
            <a:miter lim="400000"/>
          </a:ln>
          <a:extLst>
            <a:ext uri="{C572A759-6A51-4108-AA02-DFA0A04FC94B}">
              <ma14:wrappingTextBoxFlag xmlns:ma14="http://schemas.microsoft.com/office/mac/drawingml/2011/main" val="1"/>
            </a:ext>
          </a:extLst>
        </p:spPr>
        <p:txBody>
          <a:bodyPr tIns="91439" bIns="91439">
            <a:spAutoFit/>
          </a:bodyPr>
          <a:lstStyle>
            <a:lvl1pPr algn="l" defTabSz="914400">
              <a:defRPr sz="3600">
                <a:solidFill>
                  <a:srgbClr val="0250DE"/>
                </a:solidFill>
                <a:latin typeface="Microsoft YaHei"/>
                <a:ea typeface="Microsoft YaHei"/>
                <a:cs typeface="Microsoft YaHei"/>
                <a:sym typeface="Microsoft YaHei"/>
              </a:defRPr>
            </a:lvl1pPr>
          </a:lstStyle>
          <a:p>
            <a:pPr lvl="0">
              <a:defRPr sz="1800">
                <a:solidFill>
                  <a:srgbClr val="000000"/>
                </a:solidFill>
              </a:defRPr>
            </a:pPr>
            <a:r>
              <a:rPr sz="3600">
                <a:solidFill>
                  <a:srgbClr val="0250DE"/>
                </a:solidFill>
              </a:rPr>
              <a:t>2.国内外研究现状</a:t>
            </a:r>
          </a:p>
        </p:txBody>
      </p:sp>
      <p:sp>
        <p:nvSpPr>
          <p:cNvPr id="238" name="Shape 238"/>
          <p:cNvSpPr/>
          <p:nvPr/>
        </p:nvSpPr>
        <p:spPr>
          <a:xfrm>
            <a:off x="1004887" y="9928225"/>
            <a:ext cx="5041901" cy="0"/>
          </a:xfrm>
          <a:prstGeom prst="line">
            <a:avLst/>
          </a:prstGeom>
          <a:ln w="12700">
            <a:solidFill/>
            <a:round/>
          </a:ln>
        </p:spPr>
        <p:txBody>
          <a:bodyPr lIns="0" tIns="0" rIns="0" bIns="0"/>
          <a:lstStyle/>
          <a:p>
            <a:pPr lvl="0" algn="l" defTabSz="457200">
              <a:defRPr sz="1200">
                <a:latin typeface="+mn-lt"/>
                <a:ea typeface="+mn-ea"/>
                <a:cs typeface="+mn-cs"/>
                <a:sym typeface="Helvetica"/>
              </a:defRPr>
            </a:pPr>
            <a:endParaRPr/>
          </a:p>
        </p:txBody>
      </p:sp>
      <p:sp>
        <p:nvSpPr>
          <p:cNvPr id="239" name="Shape 239"/>
          <p:cNvSpPr/>
          <p:nvPr/>
        </p:nvSpPr>
        <p:spPr>
          <a:xfrm>
            <a:off x="1004887" y="9921875"/>
            <a:ext cx="5041901" cy="970280"/>
          </a:xfrm>
          <a:prstGeom prst="rect">
            <a:avLst/>
          </a:prstGeom>
          <a:ln w="12700">
            <a:miter lim="400000"/>
          </a:ln>
          <a:extLst>
            <a:ext uri="{C572A759-6A51-4108-AA02-DFA0A04FC94B}">
              <ma14:wrappingTextBoxFlag xmlns:ma14="http://schemas.microsoft.com/office/mac/drawingml/2011/main" val="1"/>
            </a:ext>
          </a:extLst>
        </p:spPr>
        <p:txBody>
          <a:bodyPr tIns="91439" bIns="91439">
            <a:spAutoFit/>
          </a:bodyPr>
          <a:lstStyle>
            <a:lvl1pPr algn="l" defTabSz="914400">
              <a:defRPr sz="2400">
                <a:solidFill>
                  <a:srgbClr val="A6AAA9"/>
                </a:solidFill>
                <a:latin typeface="Microsoft YaHei"/>
                <a:ea typeface="Microsoft YaHei"/>
                <a:cs typeface="Microsoft YaHei"/>
                <a:sym typeface="Microsoft YaHei"/>
              </a:defRPr>
            </a:lvl1pPr>
          </a:lstStyle>
          <a:p>
            <a:pPr lvl="0">
              <a:defRPr sz="1800">
                <a:solidFill>
                  <a:srgbClr val="000000"/>
                </a:solidFill>
              </a:defRPr>
            </a:pPr>
            <a:r>
              <a:rPr sz="2400">
                <a:solidFill>
                  <a:srgbClr val="A6AAA9"/>
                </a:solidFill>
              </a:rPr>
              <a:t>2.国内外研究现状2.国内外研究现状2.国内外研究现状2.国内外研究现状</a:t>
            </a:r>
          </a:p>
        </p:txBody>
      </p:sp>
      <p:sp>
        <p:nvSpPr>
          <p:cNvPr id="240" name="Shape 240"/>
          <p:cNvSpPr/>
          <p:nvPr/>
        </p:nvSpPr>
        <p:spPr>
          <a:xfrm>
            <a:off x="6856412" y="3584575"/>
            <a:ext cx="2422526" cy="1476000"/>
          </a:xfrm>
          <a:prstGeom prst="line">
            <a:avLst/>
          </a:prstGeom>
          <a:ln w="3175">
            <a:solidFill>
              <a:schemeClr val="tx2">
                <a:lumMod val="75000"/>
              </a:schemeClr>
            </a:solidFill>
            <a:round/>
          </a:ln>
        </p:spPr>
        <p:txBody>
          <a:bodyPr lIns="0" tIns="0" rIns="0" bIns="0"/>
          <a:lstStyle/>
          <a:p>
            <a:pPr algn="l" defTabSz="457200"/>
            <a:endParaRPr sz="1200">
              <a:latin typeface="+mn-lt"/>
              <a:ea typeface="+mn-ea"/>
              <a:cs typeface="+mn-cs"/>
            </a:endParaRPr>
          </a:p>
        </p:txBody>
      </p:sp>
      <p:sp>
        <p:nvSpPr>
          <p:cNvPr id="241" name="Shape 241"/>
          <p:cNvSpPr/>
          <p:nvPr/>
        </p:nvSpPr>
        <p:spPr>
          <a:xfrm>
            <a:off x="15090775" y="4157662"/>
            <a:ext cx="2124075" cy="1"/>
          </a:xfrm>
          <a:prstGeom prst="line">
            <a:avLst/>
          </a:prstGeom>
          <a:ln w="3175">
            <a:solidFill>
              <a:schemeClr val="tx2">
                <a:lumMod val="75000"/>
              </a:schemeClr>
            </a:solidFill>
            <a:round/>
          </a:ln>
        </p:spPr>
        <p:txBody>
          <a:bodyPr lIns="0" tIns="0" rIns="0" bIns="0"/>
          <a:lstStyle/>
          <a:p>
            <a:pPr algn="l" defTabSz="457200"/>
            <a:endParaRPr sz="1200">
              <a:latin typeface="+mn-lt"/>
              <a:ea typeface="+mn-ea"/>
              <a:cs typeface="+mn-cs"/>
            </a:endParaRPr>
          </a:p>
        </p:txBody>
      </p:sp>
      <p:sp>
        <p:nvSpPr>
          <p:cNvPr id="242" name="Shape 242"/>
          <p:cNvSpPr/>
          <p:nvPr/>
        </p:nvSpPr>
        <p:spPr>
          <a:xfrm flipV="1">
            <a:off x="6615112" y="7735887"/>
            <a:ext cx="2905126" cy="2438401"/>
          </a:xfrm>
          <a:prstGeom prst="line">
            <a:avLst/>
          </a:prstGeom>
          <a:ln w="3175">
            <a:solidFill>
              <a:schemeClr val="tx2">
                <a:lumMod val="75000"/>
              </a:schemeClr>
            </a:solidFill>
            <a:round/>
          </a:ln>
        </p:spPr>
        <p:txBody>
          <a:bodyPr lIns="0" tIns="0" rIns="0" bIns="0"/>
          <a:lstStyle/>
          <a:p>
            <a:pPr algn="l" defTabSz="457200"/>
            <a:endParaRPr sz="1200">
              <a:latin typeface="+mn-lt"/>
              <a:ea typeface="+mn-ea"/>
              <a:cs typeface="+mn-cs"/>
            </a:endParaRPr>
          </a:p>
        </p:txBody>
      </p:sp>
      <p:sp>
        <p:nvSpPr>
          <p:cNvPr id="243" name="Shape 243"/>
          <p:cNvSpPr/>
          <p:nvPr/>
        </p:nvSpPr>
        <p:spPr>
          <a:xfrm>
            <a:off x="12725399" y="8526461"/>
            <a:ext cx="4489451" cy="1287465"/>
          </a:xfrm>
          <a:prstGeom prst="line">
            <a:avLst/>
          </a:prstGeom>
          <a:ln w="3175">
            <a:solidFill>
              <a:schemeClr val="tx2">
                <a:lumMod val="75000"/>
              </a:schemeClr>
            </a:solidFill>
            <a:round/>
          </a:ln>
        </p:spPr>
        <p:txBody>
          <a:bodyPr lIns="0" tIns="0" rIns="0" bIns="0"/>
          <a:lstStyle/>
          <a:p>
            <a:pPr algn="l" defTabSz="457200"/>
            <a:endParaRPr sz="1200">
              <a:latin typeface="+mn-lt"/>
              <a:ea typeface="+mn-ea"/>
              <a:cs typeface="+mn-cs"/>
            </a:endParaRPr>
          </a:p>
        </p:txBody>
      </p:sp>
    </p:spTree>
  </p:cSld>
  <p:clrMapOvr>
    <a:masterClrMapping/>
  </p:clrMapOvr>
  <p:transition spd="med"/>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 name="Shape 245"/>
          <p:cNvSpPr/>
          <p:nvPr/>
        </p:nvSpPr>
        <p:spPr>
          <a:xfrm>
            <a:off x="0" y="12890500"/>
            <a:ext cx="24382413" cy="838200"/>
          </a:xfrm>
          <a:prstGeom prst="rect">
            <a:avLst/>
          </a:prstGeom>
          <a:solidFill>
            <a:srgbClr val="DCDEE0"/>
          </a:solidFill>
          <a:ln w="12700">
            <a:miter lim="400000"/>
          </a:ln>
        </p:spPr>
        <p:txBody>
          <a:bodyPr lIns="0" tIns="0" rIns="0" bIns="0" anchor="ctr"/>
          <a:lstStyle/>
          <a:p>
            <a:pPr lvl="0" defTabSz="914400">
              <a:defRPr sz="3600">
                <a:solidFill>
                  <a:srgbClr val="FFFFFF"/>
                </a:solidFill>
              </a:defRPr>
            </a:pPr>
            <a:endParaRPr/>
          </a:p>
        </p:txBody>
      </p:sp>
      <p:sp>
        <p:nvSpPr>
          <p:cNvPr id="246" name="Shape 246"/>
          <p:cNvSpPr/>
          <p:nvPr/>
        </p:nvSpPr>
        <p:spPr>
          <a:xfrm>
            <a:off x="0" y="12890500"/>
            <a:ext cx="2124075" cy="838200"/>
          </a:xfrm>
          <a:prstGeom prst="rect">
            <a:avLst/>
          </a:prstGeom>
          <a:solidFill>
            <a:srgbClr val="0250DE"/>
          </a:solidFill>
          <a:ln w="12700">
            <a:miter lim="400000"/>
          </a:ln>
        </p:spPr>
        <p:txBody>
          <a:bodyPr lIns="0" tIns="0" rIns="0" bIns="0" anchor="ctr"/>
          <a:lstStyle/>
          <a:p>
            <a:pPr lvl="0" defTabSz="914400">
              <a:defRPr sz="3600">
                <a:solidFill>
                  <a:srgbClr val="FFFFFF"/>
                </a:solidFill>
              </a:defRPr>
            </a:pPr>
            <a:endParaRPr/>
          </a:p>
        </p:txBody>
      </p:sp>
      <p:sp>
        <p:nvSpPr>
          <p:cNvPr id="247" name="Shape 247"/>
          <p:cNvSpPr/>
          <p:nvPr/>
        </p:nvSpPr>
        <p:spPr>
          <a:xfrm>
            <a:off x="0" y="0"/>
            <a:ext cx="1270000" cy="1641475"/>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14047"/>
                </a:lnTo>
                <a:lnTo>
                  <a:pt x="21452" y="14047"/>
                </a:lnTo>
                <a:lnTo>
                  <a:pt x="21452" y="0"/>
                </a:lnTo>
                <a:lnTo>
                  <a:pt x="0" y="0"/>
                </a:lnTo>
                <a:close/>
              </a:path>
            </a:pathLst>
          </a:custGeom>
          <a:solidFill>
            <a:srgbClr val="59595B"/>
          </a:solidFill>
          <a:ln w="12700">
            <a:miter lim="400000"/>
          </a:ln>
        </p:spPr>
        <p:txBody>
          <a:bodyPr lIns="0" tIns="0" rIns="0" bIns="0" anchor="ctr"/>
          <a:lstStyle/>
          <a:p>
            <a:pPr lvl="0" defTabSz="914400">
              <a:defRPr sz="3600">
                <a:solidFill>
                  <a:srgbClr val="FFFFFF"/>
                </a:solidFill>
              </a:defRPr>
            </a:pPr>
            <a:endParaRPr/>
          </a:p>
        </p:txBody>
      </p:sp>
      <p:sp>
        <p:nvSpPr>
          <p:cNvPr id="248" name="Shape 248"/>
          <p:cNvSpPr/>
          <p:nvPr/>
        </p:nvSpPr>
        <p:spPr>
          <a:xfrm>
            <a:off x="1647825" y="0"/>
            <a:ext cx="476250" cy="1063625"/>
          </a:xfrm>
          <a:prstGeom prst="rect">
            <a:avLst/>
          </a:prstGeom>
          <a:solidFill>
            <a:srgbClr val="0250DE"/>
          </a:solidFill>
          <a:ln w="12700">
            <a:miter lim="400000"/>
          </a:ln>
        </p:spPr>
        <p:txBody>
          <a:bodyPr lIns="0" tIns="0" rIns="0" bIns="0" anchor="ctr"/>
          <a:lstStyle/>
          <a:p>
            <a:pPr lvl="0" defTabSz="914400">
              <a:defRPr sz="3600">
                <a:solidFill>
                  <a:srgbClr val="FFFFFF"/>
                </a:solidFill>
              </a:defRPr>
            </a:pPr>
            <a:endParaRPr/>
          </a:p>
        </p:txBody>
      </p:sp>
      <p:sp>
        <p:nvSpPr>
          <p:cNvPr id="249" name="Shape 249"/>
          <p:cNvSpPr/>
          <p:nvPr/>
        </p:nvSpPr>
        <p:spPr>
          <a:xfrm>
            <a:off x="11385550" y="12072937"/>
            <a:ext cx="247650" cy="239713"/>
          </a:xfrm>
          <a:custGeom>
            <a:avLst/>
            <a:gdLst/>
            <a:ahLst/>
            <a:cxnLst>
              <a:cxn ang="0">
                <a:pos x="wd2" y="hd2"/>
              </a:cxn>
              <a:cxn ang="5400000">
                <a:pos x="wd2" y="hd2"/>
              </a:cxn>
              <a:cxn ang="10800000">
                <a:pos x="wd2" y="hd2"/>
              </a:cxn>
              <a:cxn ang="16200000">
                <a:pos x="wd2" y="hd2"/>
              </a:cxn>
            </a:cxnLst>
            <a:rect l="0" t="0" r="r" b="b"/>
            <a:pathLst>
              <a:path w="21600" h="21600" extrusionOk="0">
                <a:moveTo>
                  <a:pt x="3724" y="771"/>
                </a:moveTo>
                <a:lnTo>
                  <a:pt x="2234" y="771"/>
                </a:lnTo>
                <a:lnTo>
                  <a:pt x="0" y="3086"/>
                </a:lnTo>
                <a:lnTo>
                  <a:pt x="0" y="5400"/>
                </a:lnTo>
                <a:lnTo>
                  <a:pt x="2234" y="11571"/>
                </a:lnTo>
                <a:lnTo>
                  <a:pt x="2979" y="12343"/>
                </a:lnTo>
                <a:lnTo>
                  <a:pt x="3724" y="13886"/>
                </a:lnTo>
                <a:lnTo>
                  <a:pt x="5214" y="15429"/>
                </a:lnTo>
                <a:lnTo>
                  <a:pt x="5214" y="16971"/>
                </a:lnTo>
                <a:lnTo>
                  <a:pt x="6703" y="17743"/>
                </a:lnTo>
                <a:lnTo>
                  <a:pt x="8193" y="19286"/>
                </a:lnTo>
                <a:lnTo>
                  <a:pt x="9683" y="20057"/>
                </a:lnTo>
                <a:lnTo>
                  <a:pt x="11917" y="20829"/>
                </a:lnTo>
                <a:lnTo>
                  <a:pt x="13407" y="21600"/>
                </a:lnTo>
                <a:lnTo>
                  <a:pt x="14897" y="20829"/>
                </a:lnTo>
                <a:lnTo>
                  <a:pt x="15641" y="20057"/>
                </a:lnTo>
                <a:lnTo>
                  <a:pt x="17131" y="19286"/>
                </a:lnTo>
                <a:lnTo>
                  <a:pt x="18621" y="16971"/>
                </a:lnTo>
                <a:lnTo>
                  <a:pt x="20110" y="15429"/>
                </a:lnTo>
                <a:lnTo>
                  <a:pt x="20855" y="13114"/>
                </a:lnTo>
                <a:lnTo>
                  <a:pt x="21600" y="11571"/>
                </a:lnTo>
                <a:lnTo>
                  <a:pt x="20855" y="9257"/>
                </a:lnTo>
                <a:lnTo>
                  <a:pt x="20855" y="2314"/>
                </a:lnTo>
                <a:lnTo>
                  <a:pt x="20110" y="2314"/>
                </a:lnTo>
                <a:lnTo>
                  <a:pt x="18621" y="771"/>
                </a:lnTo>
                <a:lnTo>
                  <a:pt x="17131" y="0"/>
                </a:lnTo>
                <a:lnTo>
                  <a:pt x="14897" y="0"/>
                </a:lnTo>
                <a:lnTo>
                  <a:pt x="13407" y="1543"/>
                </a:lnTo>
                <a:lnTo>
                  <a:pt x="12662" y="3086"/>
                </a:lnTo>
                <a:lnTo>
                  <a:pt x="11917" y="3857"/>
                </a:lnTo>
                <a:lnTo>
                  <a:pt x="5959" y="771"/>
                </a:lnTo>
                <a:lnTo>
                  <a:pt x="3724" y="771"/>
                </a:lnTo>
              </a:path>
            </a:pathLst>
          </a:custGeom>
          <a:ln w="12700">
            <a:solidFill>
              <a:srgbClr val="D9D9D9"/>
            </a:solidFill>
            <a:round/>
          </a:ln>
        </p:spPr>
        <p:txBody>
          <a:bodyPr lIns="0" tIns="0" rIns="0" bIns="0"/>
          <a:lstStyle/>
          <a:p>
            <a:pPr lvl="0" algn="l" defTabSz="914400">
              <a:defRPr sz="4200"/>
            </a:pPr>
            <a:endParaRPr/>
          </a:p>
        </p:txBody>
      </p:sp>
      <p:sp>
        <p:nvSpPr>
          <p:cNvPr id="250" name="Shape 250"/>
          <p:cNvSpPr/>
          <p:nvPr/>
        </p:nvSpPr>
        <p:spPr>
          <a:xfrm>
            <a:off x="12582525" y="11987212"/>
            <a:ext cx="315913" cy="469901"/>
          </a:xfrm>
          <a:custGeom>
            <a:avLst/>
            <a:gdLst/>
            <a:ahLst/>
            <a:cxnLst>
              <a:cxn ang="0">
                <a:pos x="wd2" y="hd2"/>
              </a:cxn>
              <a:cxn ang="5400000">
                <a:pos x="wd2" y="hd2"/>
              </a:cxn>
              <a:cxn ang="10800000">
                <a:pos x="wd2" y="hd2"/>
              </a:cxn>
              <a:cxn ang="16200000">
                <a:pos x="wd2" y="hd2"/>
              </a:cxn>
            </a:cxnLst>
            <a:rect l="0" t="0" r="r" b="b"/>
            <a:pathLst>
              <a:path w="21600" h="21600" extrusionOk="0">
                <a:moveTo>
                  <a:pt x="2919" y="0"/>
                </a:moveTo>
                <a:lnTo>
                  <a:pt x="2335" y="0"/>
                </a:lnTo>
                <a:lnTo>
                  <a:pt x="1751" y="393"/>
                </a:lnTo>
                <a:lnTo>
                  <a:pt x="584" y="393"/>
                </a:lnTo>
                <a:lnTo>
                  <a:pt x="584" y="785"/>
                </a:lnTo>
                <a:lnTo>
                  <a:pt x="0" y="1571"/>
                </a:lnTo>
                <a:lnTo>
                  <a:pt x="1168" y="3142"/>
                </a:lnTo>
                <a:lnTo>
                  <a:pt x="2335" y="3927"/>
                </a:lnTo>
                <a:lnTo>
                  <a:pt x="2919" y="5105"/>
                </a:lnTo>
                <a:lnTo>
                  <a:pt x="4086" y="5891"/>
                </a:lnTo>
                <a:lnTo>
                  <a:pt x="4670" y="6676"/>
                </a:lnTo>
                <a:lnTo>
                  <a:pt x="6422" y="7855"/>
                </a:lnTo>
                <a:lnTo>
                  <a:pt x="6422" y="10604"/>
                </a:lnTo>
                <a:lnTo>
                  <a:pt x="5254" y="14531"/>
                </a:lnTo>
                <a:lnTo>
                  <a:pt x="5254" y="15709"/>
                </a:lnTo>
                <a:lnTo>
                  <a:pt x="6422" y="16495"/>
                </a:lnTo>
                <a:lnTo>
                  <a:pt x="7005" y="17280"/>
                </a:lnTo>
                <a:lnTo>
                  <a:pt x="8173" y="18065"/>
                </a:lnTo>
                <a:lnTo>
                  <a:pt x="8757" y="18851"/>
                </a:lnTo>
                <a:lnTo>
                  <a:pt x="9341" y="20029"/>
                </a:lnTo>
                <a:lnTo>
                  <a:pt x="10508" y="21600"/>
                </a:lnTo>
                <a:lnTo>
                  <a:pt x="11092" y="21600"/>
                </a:lnTo>
                <a:lnTo>
                  <a:pt x="11092" y="20815"/>
                </a:lnTo>
                <a:lnTo>
                  <a:pt x="11676" y="20029"/>
                </a:lnTo>
                <a:lnTo>
                  <a:pt x="12843" y="18851"/>
                </a:lnTo>
                <a:lnTo>
                  <a:pt x="13427" y="17673"/>
                </a:lnTo>
                <a:lnTo>
                  <a:pt x="16346" y="15709"/>
                </a:lnTo>
                <a:lnTo>
                  <a:pt x="17514" y="15316"/>
                </a:lnTo>
                <a:lnTo>
                  <a:pt x="18681" y="14531"/>
                </a:lnTo>
                <a:lnTo>
                  <a:pt x="19265" y="13353"/>
                </a:lnTo>
                <a:lnTo>
                  <a:pt x="19849" y="12567"/>
                </a:lnTo>
                <a:lnTo>
                  <a:pt x="20432" y="11389"/>
                </a:lnTo>
                <a:lnTo>
                  <a:pt x="21016" y="10604"/>
                </a:lnTo>
                <a:lnTo>
                  <a:pt x="21016" y="9818"/>
                </a:lnTo>
                <a:lnTo>
                  <a:pt x="21600" y="9818"/>
                </a:lnTo>
                <a:lnTo>
                  <a:pt x="19849" y="9818"/>
                </a:lnTo>
                <a:lnTo>
                  <a:pt x="18681" y="10211"/>
                </a:lnTo>
                <a:lnTo>
                  <a:pt x="15762" y="10211"/>
                </a:lnTo>
                <a:lnTo>
                  <a:pt x="14011" y="9818"/>
                </a:lnTo>
                <a:lnTo>
                  <a:pt x="11092" y="7855"/>
                </a:lnTo>
                <a:lnTo>
                  <a:pt x="9924" y="6284"/>
                </a:lnTo>
                <a:lnTo>
                  <a:pt x="9341" y="5891"/>
                </a:lnTo>
                <a:lnTo>
                  <a:pt x="9341" y="5498"/>
                </a:lnTo>
                <a:lnTo>
                  <a:pt x="5254" y="1964"/>
                </a:lnTo>
                <a:lnTo>
                  <a:pt x="5254" y="1178"/>
                </a:lnTo>
                <a:lnTo>
                  <a:pt x="4670" y="393"/>
                </a:lnTo>
                <a:lnTo>
                  <a:pt x="3503" y="393"/>
                </a:lnTo>
                <a:lnTo>
                  <a:pt x="2919" y="0"/>
                </a:lnTo>
              </a:path>
            </a:pathLst>
          </a:custGeom>
          <a:ln w="12700">
            <a:solidFill>
              <a:srgbClr val="D9D9D9"/>
            </a:solidFill>
            <a:round/>
          </a:ln>
        </p:spPr>
        <p:txBody>
          <a:bodyPr lIns="0" tIns="0" rIns="0" bIns="0"/>
          <a:lstStyle/>
          <a:p>
            <a:pPr lvl="0" algn="l" defTabSz="914400">
              <a:defRPr sz="4200"/>
            </a:pPr>
            <a:endParaRPr/>
          </a:p>
        </p:txBody>
      </p:sp>
      <p:sp>
        <p:nvSpPr>
          <p:cNvPr id="251" name="Shape 251"/>
          <p:cNvSpPr/>
          <p:nvPr/>
        </p:nvSpPr>
        <p:spPr>
          <a:xfrm>
            <a:off x="12282487" y="12431712"/>
            <a:ext cx="393701" cy="444501"/>
          </a:xfrm>
          <a:custGeom>
            <a:avLst/>
            <a:gdLst/>
            <a:ahLst/>
            <a:cxnLst>
              <a:cxn ang="0">
                <a:pos x="wd2" y="hd2"/>
              </a:cxn>
              <a:cxn ang="5400000">
                <a:pos x="wd2" y="hd2"/>
              </a:cxn>
              <a:cxn ang="10800000">
                <a:pos x="wd2" y="hd2"/>
              </a:cxn>
              <a:cxn ang="16200000">
                <a:pos x="wd2" y="hd2"/>
              </a:cxn>
            </a:cxnLst>
            <a:rect l="0" t="0" r="r" b="b"/>
            <a:pathLst>
              <a:path w="21600" h="21600" extrusionOk="0">
                <a:moveTo>
                  <a:pt x="939" y="16615"/>
                </a:moveTo>
                <a:lnTo>
                  <a:pt x="0" y="17446"/>
                </a:lnTo>
                <a:lnTo>
                  <a:pt x="0" y="19523"/>
                </a:lnTo>
                <a:lnTo>
                  <a:pt x="939" y="19938"/>
                </a:lnTo>
                <a:lnTo>
                  <a:pt x="6574" y="21600"/>
                </a:lnTo>
                <a:lnTo>
                  <a:pt x="8452" y="21600"/>
                </a:lnTo>
                <a:lnTo>
                  <a:pt x="9391" y="21185"/>
                </a:lnTo>
                <a:lnTo>
                  <a:pt x="11270" y="19523"/>
                </a:lnTo>
                <a:lnTo>
                  <a:pt x="12209" y="17862"/>
                </a:lnTo>
                <a:lnTo>
                  <a:pt x="12209" y="16200"/>
                </a:lnTo>
                <a:lnTo>
                  <a:pt x="11739" y="15369"/>
                </a:lnTo>
                <a:lnTo>
                  <a:pt x="12678" y="13708"/>
                </a:lnTo>
                <a:lnTo>
                  <a:pt x="13617" y="13292"/>
                </a:lnTo>
                <a:lnTo>
                  <a:pt x="14557" y="12462"/>
                </a:lnTo>
                <a:lnTo>
                  <a:pt x="15496" y="11215"/>
                </a:lnTo>
                <a:lnTo>
                  <a:pt x="16435" y="10385"/>
                </a:lnTo>
                <a:lnTo>
                  <a:pt x="16904" y="9554"/>
                </a:lnTo>
                <a:lnTo>
                  <a:pt x="17374" y="9138"/>
                </a:lnTo>
                <a:lnTo>
                  <a:pt x="17374" y="8723"/>
                </a:lnTo>
                <a:lnTo>
                  <a:pt x="18783" y="6231"/>
                </a:lnTo>
                <a:lnTo>
                  <a:pt x="20191" y="4985"/>
                </a:lnTo>
                <a:lnTo>
                  <a:pt x="21600" y="2492"/>
                </a:lnTo>
                <a:lnTo>
                  <a:pt x="21600" y="1662"/>
                </a:lnTo>
                <a:lnTo>
                  <a:pt x="21130" y="1246"/>
                </a:lnTo>
                <a:lnTo>
                  <a:pt x="18313" y="0"/>
                </a:lnTo>
                <a:lnTo>
                  <a:pt x="16435" y="0"/>
                </a:lnTo>
                <a:lnTo>
                  <a:pt x="15496" y="831"/>
                </a:lnTo>
                <a:lnTo>
                  <a:pt x="15026" y="1662"/>
                </a:lnTo>
                <a:lnTo>
                  <a:pt x="14087" y="2492"/>
                </a:lnTo>
                <a:lnTo>
                  <a:pt x="13617" y="5400"/>
                </a:lnTo>
                <a:lnTo>
                  <a:pt x="9861" y="7477"/>
                </a:lnTo>
                <a:lnTo>
                  <a:pt x="7513" y="9138"/>
                </a:lnTo>
                <a:lnTo>
                  <a:pt x="4696" y="12877"/>
                </a:lnTo>
                <a:lnTo>
                  <a:pt x="3287" y="14954"/>
                </a:lnTo>
                <a:lnTo>
                  <a:pt x="1878" y="14954"/>
                </a:lnTo>
                <a:lnTo>
                  <a:pt x="939" y="16615"/>
                </a:lnTo>
              </a:path>
            </a:pathLst>
          </a:custGeom>
          <a:ln w="12700">
            <a:solidFill>
              <a:srgbClr val="D9D9D9"/>
            </a:solidFill>
            <a:round/>
          </a:ln>
        </p:spPr>
        <p:txBody>
          <a:bodyPr lIns="0" tIns="0" rIns="0" bIns="0"/>
          <a:lstStyle/>
          <a:p>
            <a:pPr lvl="0" algn="l" defTabSz="914400">
              <a:defRPr sz="4200"/>
            </a:pPr>
            <a:endParaRPr/>
          </a:p>
        </p:txBody>
      </p:sp>
      <p:grpSp>
        <p:nvGrpSpPr>
          <p:cNvPr id="435" name="Group 435"/>
          <p:cNvGrpSpPr/>
          <p:nvPr/>
        </p:nvGrpSpPr>
        <p:grpSpPr>
          <a:xfrm>
            <a:off x="2886075" y="1993901"/>
            <a:ext cx="19381789" cy="11722099"/>
            <a:chOff x="0" y="1"/>
            <a:chExt cx="19381787" cy="11722098"/>
          </a:xfrm>
        </p:grpSpPr>
        <p:sp>
          <p:nvSpPr>
            <p:cNvPr id="252" name="Shape 252"/>
            <p:cNvSpPr/>
            <p:nvPr/>
          </p:nvSpPr>
          <p:spPr>
            <a:xfrm>
              <a:off x="4200599" y="1129429"/>
              <a:ext cx="359320" cy="795736"/>
            </a:xfrm>
            <a:custGeom>
              <a:avLst/>
              <a:gdLst/>
              <a:ahLst/>
              <a:cxnLst>
                <a:cxn ang="0">
                  <a:pos x="wd2" y="hd2"/>
                </a:cxn>
                <a:cxn ang="5400000">
                  <a:pos x="wd2" y="hd2"/>
                </a:cxn>
                <a:cxn ang="10800000">
                  <a:pos x="wd2" y="hd2"/>
                </a:cxn>
                <a:cxn ang="16200000">
                  <a:pos x="wd2" y="hd2"/>
                </a:cxn>
              </a:cxnLst>
              <a:rect l="0" t="0" r="r" b="b"/>
              <a:pathLst>
                <a:path w="21600" h="21600" extrusionOk="0">
                  <a:moveTo>
                    <a:pt x="19543" y="929"/>
                  </a:moveTo>
                  <a:lnTo>
                    <a:pt x="19543" y="697"/>
                  </a:lnTo>
                  <a:lnTo>
                    <a:pt x="19029" y="465"/>
                  </a:lnTo>
                  <a:lnTo>
                    <a:pt x="19029" y="0"/>
                  </a:lnTo>
                  <a:lnTo>
                    <a:pt x="18000" y="0"/>
                  </a:lnTo>
                  <a:lnTo>
                    <a:pt x="16971" y="232"/>
                  </a:lnTo>
                  <a:lnTo>
                    <a:pt x="16457" y="929"/>
                  </a:lnTo>
                  <a:lnTo>
                    <a:pt x="11314" y="3252"/>
                  </a:lnTo>
                  <a:lnTo>
                    <a:pt x="9771" y="3484"/>
                  </a:lnTo>
                  <a:lnTo>
                    <a:pt x="9257" y="3716"/>
                  </a:lnTo>
                  <a:lnTo>
                    <a:pt x="8743" y="3716"/>
                  </a:lnTo>
                  <a:lnTo>
                    <a:pt x="2057" y="10219"/>
                  </a:lnTo>
                  <a:lnTo>
                    <a:pt x="514" y="13471"/>
                  </a:lnTo>
                  <a:lnTo>
                    <a:pt x="514" y="14400"/>
                  </a:lnTo>
                  <a:lnTo>
                    <a:pt x="0" y="17187"/>
                  </a:lnTo>
                  <a:lnTo>
                    <a:pt x="1029" y="17187"/>
                  </a:lnTo>
                  <a:lnTo>
                    <a:pt x="1543" y="17419"/>
                  </a:lnTo>
                  <a:lnTo>
                    <a:pt x="1543" y="17884"/>
                  </a:lnTo>
                  <a:lnTo>
                    <a:pt x="1029" y="18348"/>
                  </a:lnTo>
                  <a:lnTo>
                    <a:pt x="1029" y="19974"/>
                  </a:lnTo>
                  <a:lnTo>
                    <a:pt x="1543" y="20439"/>
                  </a:lnTo>
                  <a:lnTo>
                    <a:pt x="2057" y="20671"/>
                  </a:lnTo>
                  <a:lnTo>
                    <a:pt x="5143" y="20671"/>
                  </a:lnTo>
                  <a:lnTo>
                    <a:pt x="6171" y="20903"/>
                  </a:lnTo>
                  <a:lnTo>
                    <a:pt x="7200" y="21368"/>
                  </a:lnTo>
                  <a:lnTo>
                    <a:pt x="10286" y="21600"/>
                  </a:lnTo>
                  <a:lnTo>
                    <a:pt x="10800" y="21600"/>
                  </a:lnTo>
                  <a:lnTo>
                    <a:pt x="11314" y="21368"/>
                  </a:lnTo>
                  <a:lnTo>
                    <a:pt x="11829" y="21368"/>
                  </a:lnTo>
                  <a:lnTo>
                    <a:pt x="12343" y="20903"/>
                  </a:lnTo>
                  <a:lnTo>
                    <a:pt x="12857" y="20671"/>
                  </a:lnTo>
                  <a:lnTo>
                    <a:pt x="12343" y="20206"/>
                  </a:lnTo>
                  <a:lnTo>
                    <a:pt x="11314" y="19742"/>
                  </a:lnTo>
                  <a:lnTo>
                    <a:pt x="10286" y="19742"/>
                  </a:lnTo>
                  <a:lnTo>
                    <a:pt x="7714" y="18348"/>
                  </a:lnTo>
                  <a:lnTo>
                    <a:pt x="7714" y="17884"/>
                  </a:lnTo>
                  <a:lnTo>
                    <a:pt x="6686" y="16490"/>
                  </a:lnTo>
                  <a:lnTo>
                    <a:pt x="6686" y="13006"/>
                  </a:lnTo>
                  <a:lnTo>
                    <a:pt x="8743" y="11613"/>
                  </a:lnTo>
                  <a:lnTo>
                    <a:pt x="8743" y="11381"/>
                  </a:lnTo>
                  <a:lnTo>
                    <a:pt x="8229" y="11148"/>
                  </a:lnTo>
                  <a:lnTo>
                    <a:pt x="8229" y="10684"/>
                  </a:lnTo>
                  <a:lnTo>
                    <a:pt x="8743" y="9987"/>
                  </a:lnTo>
                  <a:lnTo>
                    <a:pt x="9257" y="9523"/>
                  </a:lnTo>
                  <a:lnTo>
                    <a:pt x="10286" y="8826"/>
                  </a:lnTo>
                  <a:lnTo>
                    <a:pt x="12343" y="7665"/>
                  </a:lnTo>
                  <a:lnTo>
                    <a:pt x="14400" y="5806"/>
                  </a:lnTo>
                  <a:lnTo>
                    <a:pt x="16971" y="4181"/>
                  </a:lnTo>
                  <a:lnTo>
                    <a:pt x="21600" y="2555"/>
                  </a:lnTo>
                  <a:lnTo>
                    <a:pt x="19543" y="929"/>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253" name="Shape 253"/>
            <p:cNvSpPr/>
            <p:nvPr/>
          </p:nvSpPr>
          <p:spPr>
            <a:xfrm>
              <a:off x="3439187" y="462040"/>
              <a:ext cx="470537" cy="299471"/>
            </a:xfrm>
            <a:custGeom>
              <a:avLst/>
              <a:gdLst/>
              <a:ahLst/>
              <a:cxnLst>
                <a:cxn ang="0">
                  <a:pos x="wd2" y="hd2"/>
                </a:cxn>
                <a:cxn ang="5400000">
                  <a:pos x="wd2" y="hd2"/>
                </a:cxn>
                <a:cxn ang="10800000">
                  <a:pos x="wd2" y="hd2"/>
                </a:cxn>
                <a:cxn ang="16200000">
                  <a:pos x="wd2" y="hd2"/>
                </a:cxn>
              </a:cxnLst>
              <a:rect l="0" t="0" r="r" b="b"/>
              <a:pathLst>
                <a:path w="21600" h="21600" extrusionOk="0">
                  <a:moveTo>
                    <a:pt x="5105" y="3086"/>
                  </a:moveTo>
                  <a:lnTo>
                    <a:pt x="5105" y="3703"/>
                  </a:lnTo>
                  <a:lnTo>
                    <a:pt x="4713" y="4937"/>
                  </a:lnTo>
                  <a:lnTo>
                    <a:pt x="3927" y="6171"/>
                  </a:lnTo>
                  <a:lnTo>
                    <a:pt x="2749" y="6789"/>
                  </a:lnTo>
                  <a:lnTo>
                    <a:pt x="1964" y="7406"/>
                  </a:lnTo>
                  <a:lnTo>
                    <a:pt x="785" y="7406"/>
                  </a:lnTo>
                  <a:lnTo>
                    <a:pt x="393" y="8640"/>
                  </a:lnTo>
                  <a:lnTo>
                    <a:pt x="0" y="9257"/>
                  </a:lnTo>
                  <a:lnTo>
                    <a:pt x="0" y="9874"/>
                  </a:lnTo>
                  <a:lnTo>
                    <a:pt x="393" y="10491"/>
                  </a:lnTo>
                  <a:lnTo>
                    <a:pt x="1571" y="11726"/>
                  </a:lnTo>
                  <a:lnTo>
                    <a:pt x="4320" y="12960"/>
                  </a:lnTo>
                  <a:lnTo>
                    <a:pt x="6676" y="13577"/>
                  </a:lnTo>
                  <a:lnTo>
                    <a:pt x="9818" y="13577"/>
                  </a:lnTo>
                  <a:lnTo>
                    <a:pt x="13353" y="21600"/>
                  </a:lnTo>
                  <a:lnTo>
                    <a:pt x="16887" y="17280"/>
                  </a:lnTo>
                  <a:lnTo>
                    <a:pt x="17280" y="13577"/>
                  </a:lnTo>
                  <a:lnTo>
                    <a:pt x="18851" y="12343"/>
                  </a:lnTo>
                  <a:lnTo>
                    <a:pt x="21207" y="8640"/>
                  </a:lnTo>
                  <a:lnTo>
                    <a:pt x="21600" y="6789"/>
                  </a:lnTo>
                  <a:lnTo>
                    <a:pt x="21600" y="4937"/>
                  </a:lnTo>
                  <a:lnTo>
                    <a:pt x="20815" y="4937"/>
                  </a:lnTo>
                  <a:lnTo>
                    <a:pt x="20422" y="5554"/>
                  </a:lnTo>
                  <a:lnTo>
                    <a:pt x="20029" y="5554"/>
                  </a:lnTo>
                  <a:lnTo>
                    <a:pt x="19244" y="6789"/>
                  </a:lnTo>
                  <a:lnTo>
                    <a:pt x="15709" y="9874"/>
                  </a:lnTo>
                  <a:lnTo>
                    <a:pt x="12175" y="9257"/>
                  </a:lnTo>
                  <a:lnTo>
                    <a:pt x="11782" y="8640"/>
                  </a:lnTo>
                  <a:lnTo>
                    <a:pt x="11389" y="8640"/>
                  </a:lnTo>
                  <a:lnTo>
                    <a:pt x="10996" y="7406"/>
                  </a:lnTo>
                  <a:lnTo>
                    <a:pt x="10996" y="5554"/>
                  </a:lnTo>
                  <a:lnTo>
                    <a:pt x="11389" y="4320"/>
                  </a:lnTo>
                  <a:lnTo>
                    <a:pt x="12175" y="3086"/>
                  </a:lnTo>
                  <a:lnTo>
                    <a:pt x="12567" y="1851"/>
                  </a:lnTo>
                  <a:lnTo>
                    <a:pt x="12960" y="1234"/>
                  </a:lnTo>
                  <a:lnTo>
                    <a:pt x="12175" y="617"/>
                  </a:lnTo>
                  <a:lnTo>
                    <a:pt x="10604" y="617"/>
                  </a:lnTo>
                  <a:lnTo>
                    <a:pt x="8640" y="0"/>
                  </a:lnTo>
                  <a:lnTo>
                    <a:pt x="6676" y="1234"/>
                  </a:lnTo>
                  <a:lnTo>
                    <a:pt x="5105" y="3086"/>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254" name="Shape 254"/>
            <p:cNvSpPr/>
            <p:nvPr/>
          </p:nvSpPr>
          <p:spPr>
            <a:xfrm>
              <a:off x="1856476" y="530489"/>
              <a:ext cx="470538" cy="941193"/>
            </a:xfrm>
            <a:custGeom>
              <a:avLst/>
              <a:gdLst/>
              <a:ahLst/>
              <a:cxnLst>
                <a:cxn ang="0">
                  <a:pos x="wd2" y="hd2"/>
                </a:cxn>
                <a:cxn ang="5400000">
                  <a:pos x="wd2" y="hd2"/>
                </a:cxn>
                <a:cxn ang="10800000">
                  <a:pos x="wd2" y="hd2"/>
                </a:cxn>
                <a:cxn ang="16200000">
                  <a:pos x="wd2" y="hd2"/>
                </a:cxn>
              </a:cxnLst>
              <a:rect l="0" t="0" r="r" b="b"/>
              <a:pathLst>
                <a:path w="21600" h="21600" extrusionOk="0">
                  <a:moveTo>
                    <a:pt x="8640" y="2160"/>
                  </a:moveTo>
                  <a:lnTo>
                    <a:pt x="8640" y="1964"/>
                  </a:lnTo>
                  <a:lnTo>
                    <a:pt x="7069" y="1964"/>
                  </a:lnTo>
                  <a:lnTo>
                    <a:pt x="6676" y="2160"/>
                  </a:lnTo>
                  <a:lnTo>
                    <a:pt x="6676" y="2749"/>
                  </a:lnTo>
                  <a:lnTo>
                    <a:pt x="6284" y="3142"/>
                  </a:lnTo>
                  <a:lnTo>
                    <a:pt x="6284" y="3338"/>
                  </a:lnTo>
                  <a:lnTo>
                    <a:pt x="4713" y="3338"/>
                  </a:lnTo>
                  <a:lnTo>
                    <a:pt x="3927" y="2553"/>
                  </a:lnTo>
                  <a:lnTo>
                    <a:pt x="2356" y="1767"/>
                  </a:lnTo>
                  <a:lnTo>
                    <a:pt x="1571" y="1571"/>
                  </a:lnTo>
                  <a:lnTo>
                    <a:pt x="393" y="1571"/>
                  </a:lnTo>
                  <a:lnTo>
                    <a:pt x="0" y="3535"/>
                  </a:lnTo>
                  <a:lnTo>
                    <a:pt x="0" y="6284"/>
                  </a:lnTo>
                  <a:lnTo>
                    <a:pt x="785" y="7069"/>
                  </a:lnTo>
                  <a:lnTo>
                    <a:pt x="1571" y="8247"/>
                  </a:lnTo>
                  <a:lnTo>
                    <a:pt x="2749" y="9229"/>
                  </a:lnTo>
                  <a:lnTo>
                    <a:pt x="5498" y="11193"/>
                  </a:lnTo>
                  <a:lnTo>
                    <a:pt x="8247" y="10407"/>
                  </a:lnTo>
                  <a:lnTo>
                    <a:pt x="8640" y="9229"/>
                  </a:lnTo>
                  <a:lnTo>
                    <a:pt x="11389" y="9229"/>
                  </a:lnTo>
                  <a:lnTo>
                    <a:pt x="11389" y="9425"/>
                  </a:lnTo>
                  <a:lnTo>
                    <a:pt x="11782" y="9425"/>
                  </a:lnTo>
                  <a:lnTo>
                    <a:pt x="12567" y="9622"/>
                  </a:lnTo>
                  <a:lnTo>
                    <a:pt x="12960" y="9818"/>
                  </a:lnTo>
                  <a:lnTo>
                    <a:pt x="13353" y="10211"/>
                  </a:lnTo>
                  <a:lnTo>
                    <a:pt x="13353" y="10407"/>
                  </a:lnTo>
                  <a:lnTo>
                    <a:pt x="12960" y="10800"/>
                  </a:lnTo>
                  <a:lnTo>
                    <a:pt x="10604" y="11978"/>
                  </a:lnTo>
                  <a:lnTo>
                    <a:pt x="9033" y="12371"/>
                  </a:lnTo>
                  <a:lnTo>
                    <a:pt x="7855" y="12567"/>
                  </a:lnTo>
                  <a:lnTo>
                    <a:pt x="7069" y="12960"/>
                  </a:lnTo>
                  <a:lnTo>
                    <a:pt x="7069" y="14138"/>
                  </a:lnTo>
                  <a:lnTo>
                    <a:pt x="9033" y="14924"/>
                  </a:lnTo>
                  <a:lnTo>
                    <a:pt x="7069" y="16298"/>
                  </a:lnTo>
                  <a:lnTo>
                    <a:pt x="7462" y="16691"/>
                  </a:lnTo>
                  <a:lnTo>
                    <a:pt x="8640" y="18458"/>
                  </a:lnTo>
                  <a:lnTo>
                    <a:pt x="10211" y="19244"/>
                  </a:lnTo>
                  <a:lnTo>
                    <a:pt x="10996" y="19833"/>
                  </a:lnTo>
                  <a:lnTo>
                    <a:pt x="11389" y="20422"/>
                  </a:lnTo>
                  <a:lnTo>
                    <a:pt x="12175" y="20815"/>
                  </a:lnTo>
                  <a:lnTo>
                    <a:pt x="12960" y="21600"/>
                  </a:lnTo>
                  <a:lnTo>
                    <a:pt x="14531" y="20815"/>
                  </a:lnTo>
                  <a:lnTo>
                    <a:pt x="16495" y="16887"/>
                  </a:lnTo>
                  <a:lnTo>
                    <a:pt x="17673" y="15120"/>
                  </a:lnTo>
                  <a:lnTo>
                    <a:pt x="18458" y="12960"/>
                  </a:lnTo>
                  <a:lnTo>
                    <a:pt x="20422" y="9622"/>
                  </a:lnTo>
                  <a:lnTo>
                    <a:pt x="20815" y="9425"/>
                  </a:lnTo>
                  <a:lnTo>
                    <a:pt x="21207" y="8640"/>
                  </a:lnTo>
                  <a:lnTo>
                    <a:pt x="21600" y="7462"/>
                  </a:lnTo>
                  <a:lnTo>
                    <a:pt x="21207" y="6480"/>
                  </a:lnTo>
                  <a:lnTo>
                    <a:pt x="19244" y="4516"/>
                  </a:lnTo>
                  <a:lnTo>
                    <a:pt x="20029" y="2160"/>
                  </a:lnTo>
                  <a:lnTo>
                    <a:pt x="13745" y="0"/>
                  </a:lnTo>
                  <a:lnTo>
                    <a:pt x="13745" y="196"/>
                  </a:lnTo>
                  <a:lnTo>
                    <a:pt x="12960" y="196"/>
                  </a:lnTo>
                  <a:lnTo>
                    <a:pt x="12567" y="393"/>
                  </a:lnTo>
                  <a:lnTo>
                    <a:pt x="11782" y="589"/>
                  </a:lnTo>
                  <a:lnTo>
                    <a:pt x="11389" y="785"/>
                  </a:lnTo>
                  <a:lnTo>
                    <a:pt x="11389" y="1767"/>
                  </a:lnTo>
                  <a:lnTo>
                    <a:pt x="10996" y="2356"/>
                  </a:lnTo>
                  <a:lnTo>
                    <a:pt x="10996" y="2553"/>
                  </a:lnTo>
                  <a:lnTo>
                    <a:pt x="10604" y="2945"/>
                  </a:lnTo>
                  <a:lnTo>
                    <a:pt x="8640" y="2160"/>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255" name="Shape 255"/>
            <p:cNvSpPr/>
            <p:nvPr/>
          </p:nvSpPr>
          <p:spPr>
            <a:xfrm>
              <a:off x="2232905" y="359364"/>
              <a:ext cx="521868" cy="402147"/>
            </a:xfrm>
            <a:custGeom>
              <a:avLst/>
              <a:gdLst/>
              <a:ahLst/>
              <a:cxnLst>
                <a:cxn ang="0">
                  <a:pos x="wd2" y="hd2"/>
                </a:cxn>
                <a:cxn ang="5400000">
                  <a:pos x="wd2" y="hd2"/>
                </a:cxn>
                <a:cxn ang="10800000">
                  <a:pos x="wd2" y="hd2"/>
                </a:cxn>
                <a:cxn ang="16200000">
                  <a:pos x="wd2" y="hd2"/>
                </a:cxn>
              </a:cxnLst>
              <a:rect l="0" t="0" r="r" b="b"/>
              <a:pathLst>
                <a:path w="21600" h="21600" extrusionOk="0">
                  <a:moveTo>
                    <a:pt x="3895" y="0"/>
                  </a:moveTo>
                  <a:lnTo>
                    <a:pt x="2479" y="4596"/>
                  </a:lnTo>
                  <a:lnTo>
                    <a:pt x="0" y="7353"/>
                  </a:lnTo>
                  <a:lnTo>
                    <a:pt x="708" y="9191"/>
                  </a:lnTo>
                  <a:lnTo>
                    <a:pt x="1062" y="10570"/>
                  </a:lnTo>
                  <a:lnTo>
                    <a:pt x="2479" y="12409"/>
                  </a:lnTo>
                  <a:lnTo>
                    <a:pt x="3187" y="12409"/>
                  </a:lnTo>
                  <a:lnTo>
                    <a:pt x="3895" y="12868"/>
                  </a:lnTo>
                  <a:lnTo>
                    <a:pt x="4957" y="12868"/>
                  </a:lnTo>
                  <a:lnTo>
                    <a:pt x="5666" y="13787"/>
                  </a:lnTo>
                  <a:lnTo>
                    <a:pt x="5311" y="14247"/>
                  </a:lnTo>
                  <a:lnTo>
                    <a:pt x="4957" y="15166"/>
                  </a:lnTo>
                  <a:lnTo>
                    <a:pt x="4249" y="16085"/>
                  </a:lnTo>
                  <a:lnTo>
                    <a:pt x="4249" y="17004"/>
                  </a:lnTo>
                  <a:lnTo>
                    <a:pt x="4603" y="18383"/>
                  </a:lnTo>
                  <a:lnTo>
                    <a:pt x="5666" y="19762"/>
                  </a:lnTo>
                  <a:lnTo>
                    <a:pt x="6374" y="20221"/>
                  </a:lnTo>
                  <a:lnTo>
                    <a:pt x="11331" y="20221"/>
                  </a:lnTo>
                  <a:lnTo>
                    <a:pt x="14164" y="21600"/>
                  </a:lnTo>
                  <a:lnTo>
                    <a:pt x="21600" y="9651"/>
                  </a:lnTo>
                  <a:lnTo>
                    <a:pt x="20184" y="5515"/>
                  </a:lnTo>
                  <a:lnTo>
                    <a:pt x="16289" y="4596"/>
                  </a:lnTo>
                  <a:lnTo>
                    <a:pt x="9915" y="0"/>
                  </a:lnTo>
                  <a:lnTo>
                    <a:pt x="9561" y="2757"/>
                  </a:lnTo>
                  <a:lnTo>
                    <a:pt x="7082" y="2298"/>
                  </a:lnTo>
                  <a:lnTo>
                    <a:pt x="3895" y="0"/>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256" name="Shape 256"/>
            <p:cNvSpPr/>
            <p:nvPr/>
          </p:nvSpPr>
          <p:spPr>
            <a:xfrm>
              <a:off x="2352677" y="1060979"/>
              <a:ext cx="196772" cy="196796"/>
            </a:xfrm>
            <a:custGeom>
              <a:avLst/>
              <a:gdLst/>
              <a:ahLst/>
              <a:cxnLst>
                <a:cxn ang="0">
                  <a:pos x="wd2" y="hd2"/>
                </a:cxn>
                <a:cxn ang="5400000">
                  <a:pos x="wd2" y="hd2"/>
                </a:cxn>
                <a:cxn ang="10800000">
                  <a:pos x="wd2" y="hd2"/>
                </a:cxn>
                <a:cxn ang="16200000">
                  <a:pos x="wd2" y="hd2"/>
                </a:cxn>
              </a:cxnLst>
              <a:rect l="0" t="0" r="r" b="b"/>
              <a:pathLst>
                <a:path w="21600" h="21600" extrusionOk="0">
                  <a:moveTo>
                    <a:pt x="13148" y="3757"/>
                  </a:moveTo>
                  <a:lnTo>
                    <a:pt x="13148" y="2817"/>
                  </a:lnTo>
                  <a:lnTo>
                    <a:pt x="12209" y="1878"/>
                  </a:lnTo>
                  <a:lnTo>
                    <a:pt x="10330" y="939"/>
                  </a:lnTo>
                  <a:lnTo>
                    <a:pt x="9391" y="0"/>
                  </a:lnTo>
                  <a:lnTo>
                    <a:pt x="4696" y="0"/>
                  </a:lnTo>
                  <a:lnTo>
                    <a:pt x="3757" y="1878"/>
                  </a:lnTo>
                  <a:lnTo>
                    <a:pt x="1878" y="3757"/>
                  </a:lnTo>
                  <a:lnTo>
                    <a:pt x="939" y="5635"/>
                  </a:lnTo>
                  <a:lnTo>
                    <a:pt x="939" y="7513"/>
                  </a:lnTo>
                  <a:lnTo>
                    <a:pt x="0" y="9391"/>
                  </a:lnTo>
                  <a:lnTo>
                    <a:pt x="939" y="11270"/>
                  </a:lnTo>
                  <a:lnTo>
                    <a:pt x="5635" y="15965"/>
                  </a:lnTo>
                  <a:lnTo>
                    <a:pt x="7513" y="16904"/>
                  </a:lnTo>
                  <a:lnTo>
                    <a:pt x="9391" y="18783"/>
                  </a:lnTo>
                  <a:lnTo>
                    <a:pt x="13148" y="20661"/>
                  </a:lnTo>
                  <a:lnTo>
                    <a:pt x="13148" y="21600"/>
                  </a:lnTo>
                  <a:lnTo>
                    <a:pt x="13148" y="20661"/>
                  </a:lnTo>
                  <a:lnTo>
                    <a:pt x="15026" y="20661"/>
                  </a:lnTo>
                  <a:lnTo>
                    <a:pt x="16904" y="18783"/>
                  </a:lnTo>
                  <a:lnTo>
                    <a:pt x="18783" y="17843"/>
                  </a:lnTo>
                  <a:lnTo>
                    <a:pt x="19722" y="15965"/>
                  </a:lnTo>
                  <a:lnTo>
                    <a:pt x="21600" y="15026"/>
                  </a:lnTo>
                  <a:lnTo>
                    <a:pt x="21600" y="11270"/>
                  </a:lnTo>
                  <a:lnTo>
                    <a:pt x="15026" y="4696"/>
                  </a:lnTo>
                  <a:lnTo>
                    <a:pt x="13148" y="3757"/>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257" name="Shape 257"/>
            <p:cNvSpPr/>
            <p:nvPr/>
          </p:nvSpPr>
          <p:spPr>
            <a:xfrm>
              <a:off x="8657853" y="3884549"/>
              <a:ext cx="136886" cy="701617"/>
            </a:xfrm>
            <a:custGeom>
              <a:avLst/>
              <a:gdLst/>
              <a:ahLst/>
              <a:cxnLst>
                <a:cxn ang="0">
                  <a:pos x="wd2" y="hd2"/>
                </a:cxn>
                <a:cxn ang="5400000">
                  <a:pos x="wd2" y="hd2"/>
                </a:cxn>
                <a:cxn ang="10800000">
                  <a:pos x="wd2" y="hd2"/>
                </a:cxn>
                <a:cxn ang="16200000">
                  <a:pos x="wd2" y="hd2"/>
                </a:cxn>
              </a:cxnLst>
              <a:rect l="0" t="0" r="r" b="b"/>
              <a:pathLst>
                <a:path w="21600" h="21600" extrusionOk="0">
                  <a:moveTo>
                    <a:pt x="17550" y="1054"/>
                  </a:moveTo>
                  <a:lnTo>
                    <a:pt x="17550" y="790"/>
                  </a:lnTo>
                  <a:lnTo>
                    <a:pt x="16200" y="790"/>
                  </a:lnTo>
                  <a:lnTo>
                    <a:pt x="14850" y="263"/>
                  </a:lnTo>
                  <a:lnTo>
                    <a:pt x="13500" y="263"/>
                  </a:lnTo>
                  <a:lnTo>
                    <a:pt x="12150" y="0"/>
                  </a:lnTo>
                  <a:lnTo>
                    <a:pt x="10800" y="263"/>
                  </a:lnTo>
                  <a:lnTo>
                    <a:pt x="5400" y="2371"/>
                  </a:lnTo>
                  <a:lnTo>
                    <a:pt x="5400" y="2898"/>
                  </a:lnTo>
                  <a:lnTo>
                    <a:pt x="1350" y="5532"/>
                  </a:lnTo>
                  <a:lnTo>
                    <a:pt x="1350" y="6059"/>
                  </a:lnTo>
                  <a:lnTo>
                    <a:pt x="2700" y="6849"/>
                  </a:lnTo>
                  <a:lnTo>
                    <a:pt x="2700" y="7376"/>
                  </a:lnTo>
                  <a:lnTo>
                    <a:pt x="4050" y="7902"/>
                  </a:lnTo>
                  <a:lnTo>
                    <a:pt x="4050" y="8693"/>
                  </a:lnTo>
                  <a:lnTo>
                    <a:pt x="5400" y="10800"/>
                  </a:lnTo>
                  <a:lnTo>
                    <a:pt x="4050" y="13171"/>
                  </a:lnTo>
                  <a:lnTo>
                    <a:pt x="4050" y="18702"/>
                  </a:lnTo>
                  <a:lnTo>
                    <a:pt x="1350" y="19756"/>
                  </a:lnTo>
                  <a:lnTo>
                    <a:pt x="0" y="20546"/>
                  </a:lnTo>
                  <a:lnTo>
                    <a:pt x="0" y="21073"/>
                  </a:lnTo>
                  <a:lnTo>
                    <a:pt x="5400" y="21600"/>
                  </a:lnTo>
                  <a:lnTo>
                    <a:pt x="8100" y="20020"/>
                  </a:lnTo>
                  <a:lnTo>
                    <a:pt x="14850" y="21337"/>
                  </a:lnTo>
                  <a:lnTo>
                    <a:pt x="14850" y="19229"/>
                  </a:lnTo>
                  <a:lnTo>
                    <a:pt x="13500" y="18439"/>
                  </a:lnTo>
                  <a:lnTo>
                    <a:pt x="10800" y="17122"/>
                  </a:lnTo>
                  <a:lnTo>
                    <a:pt x="10800" y="15541"/>
                  </a:lnTo>
                  <a:lnTo>
                    <a:pt x="16200" y="13961"/>
                  </a:lnTo>
                  <a:lnTo>
                    <a:pt x="18900" y="13434"/>
                  </a:lnTo>
                  <a:lnTo>
                    <a:pt x="21600" y="12644"/>
                  </a:lnTo>
                  <a:lnTo>
                    <a:pt x="21600" y="11590"/>
                  </a:lnTo>
                  <a:lnTo>
                    <a:pt x="20250" y="11063"/>
                  </a:lnTo>
                  <a:lnTo>
                    <a:pt x="20250" y="9746"/>
                  </a:lnTo>
                  <a:lnTo>
                    <a:pt x="17550" y="6585"/>
                  </a:lnTo>
                  <a:lnTo>
                    <a:pt x="16200" y="5268"/>
                  </a:lnTo>
                  <a:lnTo>
                    <a:pt x="16200" y="4741"/>
                  </a:lnTo>
                  <a:lnTo>
                    <a:pt x="14850" y="4215"/>
                  </a:lnTo>
                  <a:lnTo>
                    <a:pt x="14850" y="2107"/>
                  </a:lnTo>
                  <a:lnTo>
                    <a:pt x="17550" y="1054"/>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258" name="Shape 258"/>
            <p:cNvSpPr/>
            <p:nvPr/>
          </p:nvSpPr>
          <p:spPr>
            <a:xfrm>
              <a:off x="2155908" y="436371"/>
              <a:ext cx="9119836" cy="4962641"/>
            </a:xfrm>
            <a:custGeom>
              <a:avLst/>
              <a:gdLst/>
              <a:ahLst/>
              <a:cxnLst>
                <a:cxn ang="0">
                  <a:pos x="wd2" y="hd2"/>
                </a:cxn>
                <a:cxn ang="5400000">
                  <a:pos x="wd2" y="hd2"/>
                </a:cxn>
                <a:cxn ang="10800000">
                  <a:pos x="wd2" y="hd2"/>
                </a:cxn>
                <a:cxn ang="16200000">
                  <a:pos x="wd2" y="hd2"/>
                </a:cxn>
              </a:cxnLst>
              <a:rect l="0" t="0" r="r" b="b"/>
              <a:pathLst>
                <a:path w="21600" h="21600" extrusionOk="0">
                  <a:moveTo>
                    <a:pt x="14143" y="18583"/>
                  </a:moveTo>
                  <a:lnTo>
                    <a:pt x="14164" y="18509"/>
                  </a:lnTo>
                  <a:lnTo>
                    <a:pt x="14164" y="18546"/>
                  </a:lnTo>
                  <a:lnTo>
                    <a:pt x="14143" y="18621"/>
                  </a:lnTo>
                  <a:lnTo>
                    <a:pt x="14143" y="18658"/>
                  </a:lnTo>
                  <a:lnTo>
                    <a:pt x="14123" y="18732"/>
                  </a:lnTo>
                  <a:lnTo>
                    <a:pt x="14123" y="18844"/>
                  </a:lnTo>
                  <a:lnTo>
                    <a:pt x="14103" y="18844"/>
                  </a:lnTo>
                  <a:lnTo>
                    <a:pt x="14123" y="18956"/>
                  </a:lnTo>
                  <a:lnTo>
                    <a:pt x="14164" y="19068"/>
                  </a:lnTo>
                  <a:lnTo>
                    <a:pt x="14204" y="19142"/>
                  </a:lnTo>
                  <a:lnTo>
                    <a:pt x="14285" y="19217"/>
                  </a:lnTo>
                  <a:lnTo>
                    <a:pt x="14305" y="19254"/>
                  </a:lnTo>
                  <a:lnTo>
                    <a:pt x="14326" y="19254"/>
                  </a:lnTo>
                  <a:lnTo>
                    <a:pt x="14427" y="19105"/>
                  </a:lnTo>
                  <a:lnTo>
                    <a:pt x="14549" y="18807"/>
                  </a:lnTo>
                  <a:lnTo>
                    <a:pt x="14690" y="18472"/>
                  </a:lnTo>
                  <a:lnTo>
                    <a:pt x="14832" y="18062"/>
                  </a:lnTo>
                  <a:lnTo>
                    <a:pt x="14954" y="17690"/>
                  </a:lnTo>
                  <a:lnTo>
                    <a:pt x="15055" y="17354"/>
                  </a:lnTo>
                  <a:lnTo>
                    <a:pt x="15136" y="17057"/>
                  </a:lnTo>
                  <a:lnTo>
                    <a:pt x="15156" y="16721"/>
                  </a:lnTo>
                  <a:lnTo>
                    <a:pt x="15217" y="16461"/>
                  </a:lnTo>
                  <a:lnTo>
                    <a:pt x="15258" y="16312"/>
                  </a:lnTo>
                  <a:lnTo>
                    <a:pt x="15298" y="16237"/>
                  </a:lnTo>
                  <a:lnTo>
                    <a:pt x="15319" y="15753"/>
                  </a:lnTo>
                  <a:lnTo>
                    <a:pt x="15339" y="15679"/>
                  </a:lnTo>
                  <a:lnTo>
                    <a:pt x="15359" y="15455"/>
                  </a:lnTo>
                  <a:lnTo>
                    <a:pt x="15339" y="15232"/>
                  </a:lnTo>
                  <a:lnTo>
                    <a:pt x="15298" y="15046"/>
                  </a:lnTo>
                  <a:lnTo>
                    <a:pt x="15197" y="14971"/>
                  </a:lnTo>
                  <a:lnTo>
                    <a:pt x="15136" y="14971"/>
                  </a:lnTo>
                  <a:lnTo>
                    <a:pt x="14974" y="15046"/>
                  </a:lnTo>
                  <a:lnTo>
                    <a:pt x="14913" y="15046"/>
                  </a:lnTo>
                  <a:lnTo>
                    <a:pt x="14853" y="15008"/>
                  </a:lnTo>
                  <a:lnTo>
                    <a:pt x="14771" y="14859"/>
                  </a:lnTo>
                  <a:lnTo>
                    <a:pt x="14751" y="14859"/>
                  </a:lnTo>
                  <a:lnTo>
                    <a:pt x="14630" y="14785"/>
                  </a:lnTo>
                  <a:lnTo>
                    <a:pt x="14893" y="14338"/>
                  </a:lnTo>
                  <a:lnTo>
                    <a:pt x="14913" y="14189"/>
                  </a:lnTo>
                  <a:lnTo>
                    <a:pt x="15136" y="13742"/>
                  </a:lnTo>
                  <a:lnTo>
                    <a:pt x="15623" y="12774"/>
                  </a:lnTo>
                  <a:lnTo>
                    <a:pt x="15663" y="12774"/>
                  </a:lnTo>
                  <a:lnTo>
                    <a:pt x="15785" y="12811"/>
                  </a:lnTo>
                  <a:lnTo>
                    <a:pt x="15926" y="12886"/>
                  </a:lnTo>
                  <a:lnTo>
                    <a:pt x="16089" y="12923"/>
                  </a:lnTo>
                  <a:lnTo>
                    <a:pt x="16230" y="12997"/>
                  </a:lnTo>
                  <a:lnTo>
                    <a:pt x="16332" y="12997"/>
                  </a:lnTo>
                  <a:lnTo>
                    <a:pt x="16332" y="12774"/>
                  </a:lnTo>
                  <a:lnTo>
                    <a:pt x="16433" y="12662"/>
                  </a:lnTo>
                  <a:lnTo>
                    <a:pt x="16555" y="12699"/>
                  </a:lnTo>
                  <a:lnTo>
                    <a:pt x="16636" y="12699"/>
                  </a:lnTo>
                  <a:lnTo>
                    <a:pt x="16717" y="13034"/>
                  </a:lnTo>
                  <a:lnTo>
                    <a:pt x="17162" y="12774"/>
                  </a:lnTo>
                  <a:lnTo>
                    <a:pt x="17162" y="12588"/>
                  </a:lnTo>
                  <a:lnTo>
                    <a:pt x="17547" y="11954"/>
                  </a:lnTo>
                  <a:lnTo>
                    <a:pt x="17568" y="11954"/>
                  </a:lnTo>
                  <a:lnTo>
                    <a:pt x="17588" y="11917"/>
                  </a:lnTo>
                  <a:lnTo>
                    <a:pt x="17608" y="11843"/>
                  </a:lnTo>
                  <a:lnTo>
                    <a:pt x="17649" y="11806"/>
                  </a:lnTo>
                  <a:lnTo>
                    <a:pt x="17689" y="11731"/>
                  </a:lnTo>
                  <a:lnTo>
                    <a:pt x="17730" y="11694"/>
                  </a:lnTo>
                  <a:lnTo>
                    <a:pt x="17791" y="11657"/>
                  </a:lnTo>
                  <a:lnTo>
                    <a:pt x="17831" y="11619"/>
                  </a:lnTo>
                  <a:lnTo>
                    <a:pt x="17872" y="11694"/>
                  </a:lnTo>
                  <a:lnTo>
                    <a:pt x="17872" y="11768"/>
                  </a:lnTo>
                  <a:lnTo>
                    <a:pt x="17831" y="11880"/>
                  </a:lnTo>
                  <a:lnTo>
                    <a:pt x="17811" y="11992"/>
                  </a:lnTo>
                  <a:lnTo>
                    <a:pt x="17770" y="12066"/>
                  </a:lnTo>
                  <a:lnTo>
                    <a:pt x="17770" y="12178"/>
                  </a:lnTo>
                  <a:lnTo>
                    <a:pt x="17872" y="12178"/>
                  </a:lnTo>
                  <a:lnTo>
                    <a:pt x="17912" y="12141"/>
                  </a:lnTo>
                  <a:lnTo>
                    <a:pt x="17993" y="11992"/>
                  </a:lnTo>
                  <a:lnTo>
                    <a:pt x="18074" y="11806"/>
                  </a:lnTo>
                  <a:lnTo>
                    <a:pt x="18135" y="11619"/>
                  </a:lnTo>
                  <a:lnTo>
                    <a:pt x="18196" y="11470"/>
                  </a:lnTo>
                  <a:lnTo>
                    <a:pt x="18216" y="11433"/>
                  </a:lnTo>
                  <a:lnTo>
                    <a:pt x="18155" y="11657"/>
                  </a:lnTo>
                  <a:lnTo>
                    <a:pt x="18155" y="11880"/>
                  </a:lnTo>
                  <a:lnTo>
                    <a:pt x="18176" y="12066"/>
                  </a:lnTo>
                  <a:lnTo>
                    <a:pt x="18196" y="12141"/>
                  </a:lnTo>
                  <a:lnTo>
                    <a:pt x="17851" y="12588"/>
                  </a:lnTo>
                  <a:lnTo>
                    <a:pt x="17750" y="13146"/>
                  </a:lnTo>
                  <a:lnTo>
                    <a:pt x="17365" y="13705"/>
                  </a:lnTo>
                  <a:lnTo>
                    <a:pt x="17203" y="14450"/>
                  </a:lnTo>
                  <a:lnTo>
                    <a:pt x="17183" y="14524"/>
                  </a:lnTo>
                  <a:lnTo>
                    <a:pt x="17183" y="14599"/>
                  </a:lnTo>
                  <a:lnTo>
                    <a:pt x="17162" y="14710"/>
                  </a:lnTo>
                  <a:lnTo>
                    <a:pt x="17203" y="15008"/>
                  </a:lnTo>
                  <a:lnTo>
                    <a:pt x="17244" y="15269"/>
                  </a:lnTo>
                  <a:lnTo>
                    <a:pt x="17304" y="15604"/>
                  </a:lnTo>
                  <a:lnTo>
                    <a:pt x="17345" y="15902"/>
                  </a:lnTo>
                  <a:lnTo>
                    <a:pt x="17406" y="16163"/>
                  </a:lnTo>
                  <a:lnTo>
                    <a:pt x="17406" y="16274"/>
                  </a:lnTo>
                  <a:lnTo>
                    <a:pt x="17588" y="15790"/>
                  </a:lnTo>
                  <a:lnTo>
                    <a:pt x="17892" y="14934"/>
                  </a:lnTo>
                  <a:lnTo>
                    <a:pt x="18054" y="14859"/>
                  </a:lnTo>
                  <a:lnTo>
                    <a:pt x="18034" y="14785"/>
                  </a:lnTo>
                  <a:lnTo>
                    <a:pt x="18034" y="14599"/>
                  </a:lnTo>
                  <a:lnTo>
                    <a:pt x="18054" y="14375"/>
                  </a:lnTo>
                  <a:lnTo>
                    <a:pt x="18095" y="14114"/>
                  </a:lnTo>
                  <a:lnTo>
                    <a:pt x="18135" y="13966"/>
                  </a:lnTo>
                  <a:lnTo>
                    <a:pt x="18155" y="13854"/>
                  </a:lnTo>
                  <a:lnTo>
                    <a:pt x="18155" y="13593"/>
                  </a:lnTo>
                  <a:lnTo>
                    <a:pt x="18135" y="13593"/>
                  </a:lnTo>
                  <a:lnTo>
                    <a:pt x="18135" y="13519"/>
                  </a:lnTo>
                  <a:lnTo>
                    <a:pt x="18115" y="13481"/>
                  </a:lnTo>
                  <a:lnTo>
                    <a:pt x="18095" y="13407"/>
                  </a:lnTo>
                  <a:lnTo>
                    <a:pt x="18095" y="13258"/>
                  </a:lnTo>
                  <a:lnTo>
                    <a:pt x="18135" y="13183"/>
                  </a:lnTo>
                  <a:lnTo>
                    <a:pt x="18155" y="13109"/>
                  </a:lnTo>
                  <a:lnTo>
                    <a:pt x="18196" y="13072"/>
                  </a:lnTo>
                  <a:lnTo>
                    <a:pt x="18257" y="13072"/>
                  </a:lnTo>
                  <a:lnTo>
                    <a:pt x="18358" y="13034"/>
                  </a:lnTo>
                  <a:lnTo>
                    <a:pt x="18398" y="12997"/>
                  </a:lnTo>
                  <a:lnTo>
                    <a:pt x="18419" y="12960"/>
                  </a:lnTo>
                  <a:lnTo>
                    <a:pt x="18439" y="12886"/>
                  </a:lnTo>
                  <a:lnTo>
                    <a:pt x="18439" y="12625"/>
                  </a:lnTo>
                  <a:lnTo>
                    <a:pt x="18459" y="12588"/>
                  </a:lnTo>
                  <a:lnTo>
                    <a:pt x="18561" y="12588"/>
                  </a:lnTo>
                  <a:lnTo>
                    <a:pt x="18621" y="12550"/>
                  </a:lnTo>
                  <a:lnTo>
                    <a:pt x="18702" y="12476"/>
                  </a:lnTo>
                  <a:lnTo>
                    <a:pt x="18824" y="12290"/>
                  </a:lnTo>
                  <a:lnTo>
                    <a:pt x="18865" y="12215"/>
                  </a:lnTo>
                  <a:lnTo>
                    <a:pt x="18925" y="12178"/>
                  </a:lnTo>
                  <a:lnTo>
                    <a:pt x="19006" y="12178"/>
                  </a:lnTo>
                  <a:lnTo>
                    <a:pt x="19047" y="12215"/>
                  </a:lnTo>
                  <a:lnTo>
                    <a:pt x="19067" y="12290"/>
                  </a:lnTo>
                  <a:lnTo>
                    <a:pt x="19087" y="12327"/>
                  </a:lnTo>
                  <a:lnTo>
                    <a:pt x="19087" y="12364"/>
                  </a:lnTo>
                  <a:lnTo>
                    <a:pt x="19310" y="12215"/>
                  </a:lnTo>
                  <a:lnTo>
                    <a:pt x="19391" y="11954"/>
                  </a:lnTo>
                  <a:lnTo>
                    <a:pt x="19513" y="11731"/>
                  </a:lnTo>
                  <a:lnTo>
                    <a:pt x="19695" y="11582"/>
                  </a:lnTo>
                  <a:lnTo>
                    <a:pt x="19736" y="11359"/>
                  </a:lnTo>
                  <a:lnTo>
                    <a:pt x="20040" y="11359"/>
                  </a:lnTo>
                  <a:lnTo>
                    <a:pt x="20080" y="11396"/>
                  </a:lnTo>
                  <a:lnTo>
                    <a:pt x="20121" y="11396"/>
                  </a:lnTo>
                  <a:lnTo>
                    <a:pt x="20141" y="11359"/>
                  </a:lnTo>
                  <a:lnTo>
                    <a:pt x="20182" y="11321"/>
                  </a:lnTo>
                  <a:lnTo>
                    <a:pt x="20222" y="11247"/>
                  </a:lnTo>
                  <a:lnTo>
                    <a:pt x="20263" y="11210"/>
                  </a:lnTo>
                  <a:lnTo>
                    <a:pt x="20283" y="11135"/>
                  </a:lnTo>
                  <a:lnTo>
                    <a:pt x="20303" y="11098"/>
                  </a:lnTo>
                  <a:lnTo>
                    <a:pt x="20323" y="11098"/>
                  </a:lnTo>
                  <a:lnTo>
                    <a:pt x="20303" y="11023"/>
                  </a:lnTo>
                  <a:lnTo>
                    <a:pt x="20242" y="10912"/>
                  </a:lnTo>
                  <a:lnTo>
                    <a:pt x="20161" y="10726"/>
                  </a:lnTo>
                  <a:lnTo>
                    <a:pt x="20101" y="10577"/>
                  </a:lnTo>
                  <a:lnTo>
                    <a:pt x="20040" y="10465"/>
                  </a:lnTo>
                  <a:lnTo>
                    <a:pt x="19999" y="10428"/>
                  </a:lnTo>
                  <a:lnTo>
                    <a:pt x="19979" y="10353"/>
                  </a:lnTo>
                  <a:lnTo>
                    <a:pt x="19979" y="10167"/>
                  </a:lnTo>
                  <a:lnTo>
                    <a:pt x="20121" y="10167"/>
                  </a:lnTo>
                  <a:lnTo>
                    <a:pt x="20141" y="10130"/>
                  </a:lnTo>
                  <a:lnTo>
                    <a:pt x="20182" y="10092"/>
                  </a:lnTo>
                  <a:lnTo>
                    <a:pt x="20425" y="9646"/>
                  </a:lnTo>
                  <a:lnTo>
                    <a:pt x="20405" y="9348"/>
                  </a:lnTo>
                  <a:lnTo>
                    <a:pt x="20506" y="9199"/>
                  </a:lnTo>
                  <a:lnTo>
                    <a:pt x="20587" y="9534"/>
                  </a:lnTo>
                  <a:lnTo>
                    <a:pt x="20769" y="9646"/>
                  </a:lnTo>
                  <a:lnTo>
                    <a:pt x="20810" y="9683"/>
                  </a:lnTo>
                  <a:lnTo>
                    <a:pt x="21033" y="10092"/>
                  </a:lnTo>
                  <a:lnTo>
                    <a:pt x="21114" y="10204"/>
                  </a:lnTo>
                  <a:lnTo>
                    <a:pt x="21154" y="10241"/>
                  </a:lnTo>
                  <a:lnTo>
                    <a:pt x="21174" y="10279"/>
                  </a:lnTo>
                  <a:lnTo>
                    <a:pt x="21215" y="10241"/>
                  </a:lnTo>
                  <a:lnTo>
                    <a:pt x="21235" y="10241"/>
                  </a:lnTo>
                  <a:lnTo>
                    <a:pt x="21276" y="9757"/>
                  </a:lnTo>
                  <a:lnTo>
                    <a:pt x="21276" y="9646"/>
                  </a:lnTo>
                  <a:lnTo>
                    <a:pt x="21438" y="9646"/>
                  </a:lnTo>
                  <a:lnTo>
                    <a:pt x="21499" y="9608"/>
                  </a:lnTo>
                  <a:lnTo>
                    <a:pt x="21580" y="9459"/>
                  </a:lnTo>
                  <a:lnTo>
                    <a:pt x="21600" y="9310"/>
                  </a:lnTo>
                  <a:lnTo>
                    <a:pt x="21519" y="9199"/>
                  </a:lnTo>
                  <a:lnTo>
                    <a:pt x="21418" y="9087"/>
                  </a:lnTo>
                  <a:lnTo>
                    <a:pt x="21296" y="8975"/>
                  </a:lnTo>
                  <a:lnTo>
                    <a:pt x="21195" y="8863"/>
                  </a:lnTo>
                  <a:lnTo>
                    <a:pt x="21154" y="8789"/>
                  </a:lnTo>
                  <a:lnTo>
                    <a:pt x="21114" y="8789"/>
                  </a:lnTo>
                  <a:lnTo>
                    <a:pt x="21073" y="8826"/>
                  </a:lnTo>
                  <a:lnTo>
                    <a:pt x="21053" y="8826"/>
                  </a:lnTo>
                  <a:lnTo>
                    <a:pt x="21033" y="8901"/>
                  </a:lnTo>
                  <a:lnTo>
                    <a:pt x="21012" y="8901"/>
                  </a:lnTo>
                  <a:lnTo>
                    <a:pt x="21012" y="8938"/>
                  </a:lnTo>
                  <a:lnTo>
                    <a:pt x="20931" y="8640"/>
                  </a:lnTo>
                  <a:lnTo>
                    <a:pt x="20810" y="8305"/>
                  </a:lnTo>
                  <a:lnTo>
                    <a:pt x="20668" y="8044"/>
                  </a:lnTo>
                  <a:lnTo>
                    <a:pt x="20506" y="7821"/>
                  </a:lnTo>
                  <a:lnTo>
                    <a:pt x="20364" y="7672"/>
                  </a:lnTo>
                  <a:lnTo>
                    <a:pt x="20242" y="7597"/>
                  </a:lnTo>
                  <a:lnTo>
                    <a:pt x="20202" y="7560"/>
                  </a:lnTo>
                  <a:lnTo>
                    <a:pt x="19857" y="7001"/>
                  </a:lnTo>
                  <a:lnTo>
                    <a:pt x="19675" y="7001"/>
                  </a:lnTo>
                  <a:lnTo>
                    <a:pt x="19553" y="6964"/>
                  </a:lnTo>
                  <a:lnTo>
                    <a:pt x="19472" y="6927"/>
                  </a:lnTo>
                  <a:lnTo>
                    <a:pt x="19412" y="6815"/>
                  </a:lnTo>
                  <a:lnTo>
                    <a:pt x="19351" y="6815"/>
                  </a:lnTo>
                  <a:lnTo>
                    <a:pt x="19310" y="6778"/>
                  </a:lnTo>
                  <a:lnTo>
                    <a:pt x="19270" y="6778"/>
                  </a:lnTo>
                  <a:lnTo>
                    <a:pt x="19250" y="7225"/>
                  </a:lnTo>
                  <a:lnTo>
                    <a:pt x="19250" y="7560"/>
                  </a:lnTo>
                  <a:lnTo>
                    <a:pt x="19209" y="7709"/>
                  </a:lnTo>
                  <a:lnTo>
                    <a:pt x="19087" y="7746"/>
                  </a:lnTo>
                  <a:lnTo>
                    <a:pt x="19087" y="7597"/>
                  </a:lnTo>
                  <a:lnTo>
                    <a:pt x="18905" y="7188"/>
                  </a:lnTo>
                  <a:lnTo>
                    <a:pt x="19047" y="7001"/>
                  </a:lnTo>
                  <a:lnTo>
                    <a:pt x="19047" y="6890"/>
                  </a:lnTo>
                  <a:lnTo>
                    <a:pt x="18662" y="7188"/>
                  </a:lnTo>
                  <a:lnTo>
                    <a:pt x="18581" y="7113"/>
                  </a:lnTo>
                  <a:lnTo>
                    <a:pt x="18135" y="7039"/>
                  </a:lnTo>
                  <a:lnTo>
                    <a:pt x="17973" y="7411"/>
                  </a:lnTo>
                  <a:lnTo>
                    <a:pt x="17851" y="7076"/>
                  </a:lnTo>
                  <a:lnTo>
                    <a:pt x="17851" y="7039"/>
                  </a:lnTo>
                  <a:lnTo>
                    <a:pt x="17872" y="6890"/>
                  </a:lnTo>
                  <a:lnTo>
                    <a:pt x="17851" y="6666"/>
                  </a:lnTo>
                  <a:lnTo>
                    <a:pt x="17811" y="6368"/>
                  </a:lnTo>
                  <a:lnTo>
                    <a:pt x="17710" y="6182"/>
                  </a:lnTo>
                  <a:lnTo>
                    <a:pt x="17568" y="6070"/>
                  </a:lnTo>
                  <a:lnTo>
                    <a:pt x="17345" y="6070"/>
                  </a:lnTo>
                  <a:lnTo>
                    <a:pt x="17325" y="6108"/>
                  </a:lnTo>
                  <a:lnTo>
                    <a:pt x="17264" y="6108"/>
                  </a:lnTo>
                  <a:lnTo>
                    <a:pt x="17122" y="6145"/>
                  </a:lnTo>
                  <a:lnTo>
                    <a:pt x="16980" y="6145"/>
                  </a:lnTo>
                  <a:lnTo>
                    <a:pt x="16859" y="6108"/>
                  </a:lnTo>
                  <a:lnTo>
                    <a:pt x="16818" y="6033"/>
                  </a:lnTo>
                  <a:lnTo>
                    <a:pt x="16757" y="5996"/>
                  </a:lnTo>
                  <a:lnTo>
                    <a:pt x="16717" y="5996"/>
                  </a:lnTo>
                  <a:lnTo>
                    <a:pt x="16696" y="6033"/>
                  </a:lnTo>
                  <a:lnTo>
                    <a:pt x="16676" y="6033"/>
                  </a:lnTo>
                  <a:lnTo>
                    <a:pt x="16676" y="5847"/>
                  </a:lnTo>
                  <a:lnTo>
                    <a:pt x="16595" y="5772"/>
                  </a:lnTo>
                  <a:lnTo>
                    <a:pt x="16615" y="5735"/>
                  </a:lnTo>
                  <a:lnTo>
                    <a:pt x="16615" y="5661"/>
                  </a:lnTo>
                  <a:lnTo>
                    <a:pt x="16595" y="5549"/>
                  </a:lnTo>
                  <a:lnTo>
                    <a:pt x="16555" y="5251"/>
                  </a:lnTo>
                  <a:lnTo>
                    <a:pt x="16514" y="5177"/>
                  </a:lnTo>
                  <a:lnTo>
                    <a:pt x="16474" y="5139"/>
                  </a:lnTo>
                  <a:lnTo>
                    <a:pt x="16433" y="5139"/>
                  </a:lnTo>
                  <a:lnTo>
                    <a:pt x="16311" y="5251"/>
                  </a:lnTo>
                  <a:lnTo>
                    <a:pt x="16251" y="5363"/>
                  </a:lnTo>
                  <a:lnTo>
                    <a:pt x="16210" y="5363"/>
                  </a:lnTo>
                  <a:lnTo>
                    <a:pt x="16190" y="5400"/>
                  </a:lnTo>
                  <a:lnTo>
                    <a:pt x="16170" y="5363"/>
                  </a:lnTo>
                  <a:lnTo>
                    <a:pt x="16149" y="5363"/>
                  </a:lnTo>
                  <a:lnTo>
                    <a:pt x="16129" y="5326"/>
                  </a:lnTo>
                  <a:lnTo>
                    <a:pt x="16129" y="5139"/>
                  </a:lnTo>
                  <a:lnTo>
                    <a:pt x="16109" y="5065"/>
                  </a:lnTo>
                  <a:lnTo>
                    <a:pt x="16089" y="5028"/>
                  </a:lnTo>
                  <a:lnTo>
                    <a:pt x="16048" y="4990"/>
                  </a:lnTo>
                  <a:lnTo>
                    <a:pt x="15987" y="4990"/>
                  </a:lnTo>
                  <a:lnTo>
                    <a:pt x="15866" y="4953"/>
                  </a:lnTo>
                  <a:lnTo>
                    <a:pt x="15724" y="4916"/>
                  </a:lnTo>
                  <a:lnTo>
                    <a:pt x="15582" y="4841"/>
                  </a:lnTo>
                  <a:lnTo>
                    <a:pt x="15481" y="4767"/>
                  </a:lnTo>
                  <a:lnTo>
                    <a:pt x="15440" y="4767"/>
                  </a:lnTo>
                  <a:lnTo>
                    <a:pt x="15481" y="4841"/>
                  </a:lnTo>
                  <a:lnTo>
                    <a:pt x="15440" y="4990"/>
                  </a:lnTo>
                  <a:lnTo>
                    <a:pt x="15319" y="5065"/>
                  </a:lnTo>
                  <a:lnTo>
                    <a:pt x="15238" y="5139"/>
                  </a:lnTo>
                  <a:lnTo>
                    <a:pt x="15217" y="5326"/>
                  </a:lnTo>
                  <a:lnTo>
                    <a:pt x="15217" y="5772"/>
                  </a:lnTo>
                  <a:lnTo>
                    <a:pt x="15136" y="5810"/>
                  </a:lnTo>
                  <a:lnTo>
                    <a:pt x="15015" y="5921"/>
                  </a:lnTo>
                  <a:lnTo>
                    <a:pt x="14792" y="5661"/>
                  </a:lnTo>
                  <a:lnTo>
                    <a:pt x="14711" y="5772"/>
                  </a:lnTo>
                  <a:lnTo>
                    <a:pt x="14569" y="5772"/>
                  </a:lnTo>
                  <a:lnTo>
                    <a:pt x="14407" y="5474"/>
                  </a:lnTo>
                  <a:lnTo>
                    <a:pt x="14386" y="5512"/>
                  </a:lnTo>
                  <a:lnTo>
                    <a:pt x="14346" y="5661"/>
                  </a:lnTo>
                  <a:lnTo>
                    <a:pt x="14305" y="5735"/>
                  </a:lnTo>
                  <a:lnTo>
                    <a:pt x="14285" y="5810"/>
                  </a:lnTo>
                  <a:lnTo>
                    <a:pt x="14285" y="5884"/>
                  </a:lnTo>
                  <a:lnTo>
                    <a:pt x="14265" y="5959"/>
                  </a:lnTo>
                  <a:lnTo>
                    <a:pt x="14224" y="6033"/>
                  </a:lnTo>
                  <a:lnTo>
                    <a:pt x="14204" y="6108"/>
                  </a:lnTo>
                  <a:lnTo>
                    <a:pt x="14164" y="6145"/>
                  </a:lnTo>
                  <a:lnTo>
                    <a:pt x="14143" y="6219"/>
                  </a:lnTo>
                  <a:lnTo>
                    <a:pt x="14103" y="5959"/>
                  </a:lnTo>
                  <a:lnTo>
                    <a:pt x="14022" y="5661"/>
                  </a:lnTo>
                  <a:lnTo>
                    <a:pt x="14022" y="5102"/>
                  </a:lnTo>
                  <a:lnTo>
                    <a:pt x="14062" y="4730"/>
                  </a:lnTo>
                  <a:lnTo>
                    <a:pt x="14042" y="4618"/>
                  </a:lnTo>
                  <a:lnTo>
                    <a:pt x="14002" y="4543"/>
                  </a:lnTo>
                  <a:lnTo>
                    <a:pt x="13961" y="4506"/>
                  </a:lnTo>
                  <a:lnTo>
                    <a:pt x="13920" y="4506"/>
                  </a:lnTo>
                  <a:lnTo>
                    <a:pt x="13900" y="4543"/>
                  </a:lnTo>
                  <a:lnTo>
                    <a:pt x="13860" y="4543"/>
                  </a:lnTo>
                  <a:lnTo>
                    <a:pt x="13839" y="4469"/>
                  </a:lnTo>
                  <a:lnTo>
                    <a:pt x="13799" y="4432"/>
                  </a:lnTo>
                  <a:lnTo>
                    <a:pt x="13738" y="4357"/>
                  </a:lnTo>
                  <a:lnTo>
                    <a:pt x="13657" y="4320"/>
                  </a:lnTo>
                  <a:lnTo>
                    <a:pt x="13556" y="4283"/>
                  </a:lnTo>
                  <a:lnTo>
                    <a:pt x="13495" y="4283"/>
                  </a:lnTo>
                  <a:lnTo>
                    <a:pt x="13434" y="4246"/>
                  </a:lnTo>
                  <a:lnTo>
                    <a:pt x="13394" y="4246"/>
                  </a:lnTo>
                  <a:lnTo>
                    <a:pt x="13373" y="4283"/>
                  </a:lnTo>
                  <a:lnTo>
                    <a:pt x="13292" y="4357"/>
                  </a:lnTo>
                  <a:lnTo>
                    <a:pt x="13252" y="4432"/>
                  </a:lnTo>
                  <a:lnTo>
                    <a:pt x="13130" y="4506"/>
                  </a:lnTo>
                  <a:lnTo>
                    <a:pt x="12887" y="4432"/>
                  </a:lnTo>
                  <a:lnTo>
                    <a:pt x="12786" y="4394"/>
                  </a:lnTo>
                  <a:lnTo>
                    <a:pt x="12745" y="4357"/>
                  </a:lnTo>
                  <a:lnTo>
                    <a:pt x="12401" y="4022"/>
                  </a:lnTo>
                  <a:lnTo>
                    <a:pt x="12259" y="4022"/>
                  </a:lnTo>
                  <a:lnTo>
                    <a:pt x="12097" y="3985"/>
                  </a:lnTo>
                  <a:lnTo>
                    <a:pt x="11975" y="3873"/>
                  </a:lnTo>
                  <a:lnTo>
                    <a:pt x="11874" y="3799"/>
                  </a:lnTo>
                  <a:lnTo>
                    <a:pt x="11833" y="3761"/>
                  </a:lnTo>
                  <a:lnTo>
                    <a:pt x="11752" y="3650"/>
                  </a:lnTo>
                  <a:lnTo>
                    <a:pt x="11712" y="3538"/>
                  </a:lnTo>
                  <a:lnTo>
                    <a:pt x="11793" y="3463"/>
                  </a:lnTo>
                  <a:lnTo>
                    <a:pt x="11813" y="3426"/>
                  </a:lnTo>
                  <a:lnTo>
                    <a:pt x="11813" y="3314"/>
                  </a:lnTo>
                  <a:lnTo>
                    <a:pt x="11793" y="3203"/>
                  </a:lnTo>
                  <a:lnTo>
                    <a:pt x="11752" y="3166"/>
                  </a:lnTo>
                  <a:lnTo>
                    <a:pt x="11732" y="3128"/>
                  </a:lnTo>
                  <a:lnTo>
                    <a:pt x="11712" y="3128"/>
                  </a:lnTo>
                  <a:lnTo>
                    <a:pt x="11671" y="3166"/>
                  </a:lnTo>
                  <a:lnTo>
                    <a:pt x="11651" y="3166"/>
                  </a:lnTo>
                  <a:lnTo>
                    <a:pt x="11590" y="3277"/>
                  </a:lnTo>
                  <a:lnTo>
                    <a:pt x="11550" y="3426"/>
                  </a:lnTo>
                  <a:lnTo>
                    <a:pt x="11509" y="3538"/>
                  </a:lnTo>
                  <a:lnTo>
                    <a:pt x="11408" y="3724"/>
                  </a:lnTo>
                  <a:lnTo>
                    <a:pt x="11347" y="3761"/>
                  </a:lnTo>
                  <a:lnTo>
                    <a:pt x="11266" y="3910"/>
                  </a:lnTo>
                  <a:lnTo>
                    <a:pt x="11246" y="4022"/>
                  </a:lnTo>
                  <a:lnTo>
                    <a:pt x="11226" y="4097"/>
                  </a:lnTo>
                  <a:lnTo>
                    <a:pt x="11185" y="4171"/>
                  </a:lnTo>
                  <a:lnTo>
                    <a:pt x="11104" y="4171"/>
                  </a:lnTo>
                  <a:lnTo>
                    <a:pt x="11063" y="3799"/>
                  </a:lnTo>
                  <a:lnTo>
                    <a:pt x="10982" y="3612"/>
                  </a:lnTo>
                  <a:lnTo>
                    <a:pt x="11226" y="3575"/>
                  </a:lnTo>
                  <a:lnTo>
                    <a:pt x="11489" y="2979"/>
                  </a:lnTo>
                  <a:lnTo>
                    <a:pt x="11651" y="2681"/>
                  </a:lnTo>
                  <a:lnTo>
                    <a:pt x="11732" y="2421"/>
                  </a:lnTo>
                  <a:lnTo>
                    <a:pt x="11773" y="2272"/>
                  </a:lnTo>
                  <a:lnTo>
                    <a:pt x="11793" y="2234"/>
                  </a:lnTo>
                  <a:lnTo>
                    <a:pt x="11793" y="1788"/>
                  </a:lnTo>
                  <a:lnTo>
                    <a:pt x="11813" y="1452"/>
                  </a:lnTo>
                  <a:lnTo>
                    <a:pt x="11752" y="1192"/>
                  </a:lnTo>
                  <a:lnTo>
                    <a:pt x="11631" y="1006"/>
                  </a:lnTo>
                  <a:lnTo>
                    <a:pt x="11489" y="968"/>
                  </a:lnTo>
                  <a:lnTo>
                    <a:pt x="11367" y="1043"/>
                  </a:lnTo>
                  <a:lnTo>
                    <a:pt x="11226" y="1192"/>
                  </a:lnTo>
                  <a:lnTo>
                    <a:pt x="11124" y="1266"/>
                  </a:lnTo>
                  <a:lnTo>
                    <a:pt x="11043" y="1303"/>
                  </a:lnTo>
                  <a:lnTo>
                    <a:pt x="10942" y="1303"/>
                  </a:lnTo>
                  <a:lnTo>
                    <a:pt x="10922" y="968"/>
                  </a:lnTo>
                  <a:lnTo>
                    <a:pt x="10841" y="857"/>
                  </a:lnTo>
                  <a:lnTo>
                    <a:pt x="10942" y="372"/>
                  </a:lnTo>
                  <a:lnTo>
                    <a:pt x="10962" y="372"/>
                  </a:lnTo>
                  <a:lnTo>
                    <a:pt x="10982" y="335"/>
                  </a:lnTo>
                  <a:lnTo>
                    <a:pt x="11003" y="335"/>
                  </a:lnTo>
                  <a:lnTo>
                    <a:pt x="11023" y="298"/>
                  </a:lnTo>
                  <a:lnTo>
                    <a:pt x="11023" y="186"/>
                  </a:lnTo>
                  <a:lnTo>
                    <a:pt x="11003" y="149"/>
                  </a:lnTo>
                  <a:lnTo>
                    <a:pt x="10942" y="74"/>
                  </a:lnTo>
                  <a:lnTo>
                    <a:pt x="10820" y="0"/>
                  </a:lnTo>
                  <a:lnTo>
                    <a:pt x="10699" y="74"/>
                  </a:lnTo>
                  <a:lnTo>
                    <a:pt x="10618" y="186"/>
                  </a:lnTo>
                  <a:lnTo>
                    <a:pt x="10557" y="298"/>
                  </a:lnTo>
                  <a:lnTo>
                    <a:pt x="10516" y="410"/>
                  </a:lnTo>
                  <a:lnTo>
                    <a:pt x="10354" y="782"/>
                  </a:lnTo>
                  <a:lnTo>
                    <a:pt x="10293" y="931"/>
                  </a:lnTo>
                  <a:lnTo>
                    <a:pt x="10253" y="1006"/>
                  </a:lnTo>
                  <a:lnTo>
                    <a:pt x="10293" y="1154"/>
                  </a:lnTo>
                  <a:lnTo>
                    <a:pt x="10212" y="1415"/>
                  </a:lnTo>
                  <a:lnTo>
                    <a:pt x="10030" y="1266"/>
                  </a:lnTo>
                  <a:lnTo>
                    <a:pt x="9989" y="1266"/>
                  </a:lnTo>
                  <a:lnTo>
                    <a:pt x="9989" y="1303"/>
                  </a:lnTo>
                  <a:lnTo>
                    <a:pt x="10050" y="1415"/>
                  </a:lnTo>
                  <a:lnTo>
                    <a:pt x="10050" y="1452"/>
                  </a:lnTo>
                  <a:lnTo>
                    <a:pt x="10071" y="1452"/>
                  </a:lnTo>
                  <a:lnTo>
                    <a:pt x="10334" y="1825"/>
                  </a:lnTo>
                  <a:lnTo>
                    <a:pt x="10334" y="2272"/>
                  </a:lnTo>
                  <a:lnTo>
                    <a:pt x="10314" y="2346"/>
                  </a:lnTo>
                  <a:lnTo>
                    <a:pt x="10273" y="2421"/>
                  </a:lnTo>
                  <a:lnTo>
                    <a:pt x="10192" y="2346"/>
                  </a:lnTo>
                  <a:lnTo>
                    <a:pt x="10152" y="2234"/>
                  </a:lnTo>
                  <a:lnTo>
                    <a:pt x="10050" y="1862"/>
                  </a:lnTo>
                  <a:lnTo>
                    <a:pt x="9929" y="1713"/>
                  </a:lnTo>
                  <a:lnTo>
                    <a:pt x="9787" y="1676"/>
                  </a:lnTo>
                  <a:lnTo>
                    <a:pt x="9645" y="1713"/>
                  </a:lnTo>
                  <a:lnTo>
                    <a:pt x="9483" y="1713"/>
                  </a:lnTo>
                  <a:lnTo>
                    <a:pt x="9442" y="1676"/>
                  </a:lnTo>
                  <a:lnTo>
                    <a:pt x="9422" y="1639"/>
                  </a:lnTo>
                  <a:lnTo>
                    <a:pt x="9422" y="1564"/>
                  </a:lnTo>
                  <a:lnTo>
                    <a:pt x="9402" y="1564"/>
                  </a:lnTo>
                  <a:lnTo>
                    <a:pt x="9321" y="1639"/>
                  </a:lnTo>
                  <a:lnTo>
                    <a:pt x="9260" y="1713"/>
                  </a:lnTo>
                  <a:lnTo>
                    <a:pt x="9220" y="1750"/>
                  </a:lnTo>
                  <a:lnTo>
                    <a:pt x="9179" y="1825"/>
                  </a:lnTo>
                  <a:lnTo>
                    <a:pt x="9138" y="1862"/>
                  </a:lnTo>
                  <a:lnTo>
                    <a:pt x="9037" y="2048"/>
                  </a:lnTo>
                  <a:lnTo>
                    <a:pt x="8956" y="2123"/>
                  </a:lnTo>
                  <a:lnTo>
                    <a:pt x="8835" y="2160"/>
                  </a:lnTo>
                  <a:lnTo>
                    <a:pt x="8753" y="2272"/>
                  </a:lnTo>
                  <a:lnTo>
                    <a:pt x="8672" y="2458"/>
                  </a:lnTo>
                  <a:lnTo>
                    <a:pt x="8612" y="2719"/>
                  </a:lnTo>
                  <a:lnTo>
                    <a:pt x="8571" y="2942"/>
                  </a:lnTo>
                  <a:lnTo>
                    <a:pt x="8551" y="3017"/>
                  </a:lnTo>
                  <a:lnTo>
                    <a:pt x="8531" y="3128"/>
                  </a:lnTo>
                  <a:lnTo>
                    <a:pt x="8409" y="3277"/>
                  </a:lnTo>
                  <a:lnTo>
                    <a:pt x="8368" y="3352"/>
                  </a:lnTo>
                  <a:lnTo>
                    <a:pt x="8287" y="3426"/>
                  </a:lnTo>
                  <a:lnTo>
                    <a:pt x="8287" y="3501"/>
                  </a:lnTo>
                  <a:lnTo>
                    <a:pt x="8328" y="3575"/>
                  </a:lnTo>
                  <a:lnTo>
                    <a:pt x="8328" y="3650"/>
                  </a:lnTo>
                  <a:lnTo>
                    <a:pt x="8287" y="3761"/>
                  </a:lnTo>
                  <a:lnTo>
                    <a:pt x="8146" y="3873"/>
                  </a:lnTo>
                  <a:lnTo>
                    <a:pt x="7923" y="3985"/>
                  </a:lnTo>
                  <a:lnTo>
                    <a:pt x="7821" y="4097"/>
                  </a:lnTo>
                  <a:lnTo>
                    <a:pt x="7740" y="4543"/>
                  </a:lnTo>
                  <a:lnTo>
                    <a:pt x="7761" y="4767"/>
                  </a:lnTo>
                  <a:lnTo>
                    <a:pt x="7761" y="5065"/>
                  </a:lnTo>
                  <a:lnTo>
                    <a:pt x="7781" y="5139"/>
                  </a:lnTo>
                  <a:lnTo>
                    <a:pt x="7821" y="5139"/>
                  </a:lnTo>
                  <a:lnTo>
                    <a:pt x="7862" y="5177"/>
                  </a:lnTo>
                  <a:lnTo>
                    <a:pt x="7963" y="5177"/>
                  </a:lnTo>
                  <a:lnTo>
                    <a:pt x="7963" y="5251"/>
                  </a:lnTo>
                  <a:lnTo>
                    <a:pt x="8065" y="5437"/>
                  </a:lnTo>
                  <a:lnTo>
                    <a:pt x="8105" y="5474"/>
                  </a:lnTo>
                  <a:lnTo>
                    <a:pt x="8146" y="5549"/>
                  </a:lnTo>
                  <a:lnTo>
                    <a:pt x="8146" y="6406"/>
                  </a:lnTo>
                  <a:lnTo>
                    <a:pt x="8105" y="6554"/>
                  </a:lnTo>
                  <a:lnTo>
                    <a:pt x="8105" y="6778"/>
                  </a:lnTo>
                  <a:lnTo>
                    <a:pt x="8125" y="6852"/>
                  </a:lnTo>
                  <a:lnTo>
                    <a:pt x="8206" y="7001"/>
                  </a:lnTo>
                  <a:lnTo>
                    <a:pt x="8227" y="7001"/>
                  </a:lnTo>
                  <a:lnTo>
                    <a:pt x="8227" y="7113"/>
                  </a:lnTo>
                  <a:lnTo>
                    <a:pt x="8105" y="7076"/>
                  </a:lnTo>
                  <a:lnTo>
                    <a:pt x="8065" y="7039"/>
                  </a:lnTo>
                  <a:lnTo>
                    <a:pt x="7943" y="6815"/>
                  </a:lnTo>
                  <a:lnTo>
                    <a:pt x="7923" y="6703"/>
                  </a:lnTo>
                  <a:lnTo>
                    <a:pt x="7923" y="6554"/>
                  </a:lnTo>
                  <a:lnTo>
                    <a:pt x="7943" y="6480"/>
                  </a:lnTo>
                  <a:lnTo>
                    <a:pt x="7943" y="6406"/>
                  </a:lnTo>
                  <a:lnTo>
                    <a:pt x="7923" y="6331"/>
                  </a:lnTo>
                  <a:lnTo>
                    <a:pt x="7882" y="6294"/>
                  </a:lnTo>
                  <a:lnTo>
                    <a:pt x="7862" y="6294"/>
                  </a:lnTo>
                  <a:lnTo>
                    <a:pt x="7862" y="6219"/>
                  </a:lnTo>
                  <a:lnTo>
                    <a:pt x="7882" y="6182"/>
                  </a:lnTo>
                  <a:lnTo>
                    <a:pt x="7923" y="6070"/>
                  </a:lnTo>
                  <a:lnTo>
                    <a:pt x="7943" y="5996"/>
                  </a:lnTo>
                  <a:lnTo>
                    <a:pt x="7983" y="5884"/>
                  </a:lnTo>
                  <a:lnTo>
                    <a:pt x="8004" y="5735"/>
                  </a:lnTo>
                  <a:lnTo>
                    <a:pt x="8004" y="5661"/>
                  </a:lnTo>
                  <a:lnTo>
                    <a:pt x="7983" y="5586"/>
                  </a:lnTo>
                  <a:lnTo>
                    <a:pt x="7983" y="5549"/>
                  </a:lnTo>
                  <a:lnTo>
                    <a:pt x="7842" y="5549"/>
                  </a:lnTo>
                  <a:lnTo>
                    <a:pt x="7781" y="5512"/>
                  </a:lnTo>
                  <a:lnTo>
                    <a:pt x="7720" y="5400"/>
                  </a:lnTo>
                  <a:lnTo>
                    <a:pt x="7639" y="5400"/>
                  </a:lnTo>
                  <a:lnTo>
                    <a:pt x="7598" y="5363"/>
                  </a:lnTo>
                  <a:lnTo>
                    <a:pt x="7477" y="5288"/>
                  </a:lnTo>
                  <a:lnTo>
                    <a:pt x="7416" y="5214"/>
                  </a:lnTo>
                  <a:lnTo>
                    <a:pt x="7376" y="5139"/>
                  </a:lnTo>
                  <a:lnTo>
                    <a:pt x="7355" y="5139"/>
                  </a:lnTo>
                  <a:lnTo>
                    <a:pt x="7335" y="5102"/>
                  </a:lnTo>
                  <a:lnTo>
                    <a:pt x="7274" y="5214"/>
                  </a:lnTo>
                  <a:lnTo>
                    <a:pt x="7274" y="5251"/>
                  </a:lnTo>
                  <a:lnTo>
                    <a:pt x="7254" y="5251"/>
                  </a:lnTo>
                  <a:lnTo>
                    <a:pt x="7214" y="5177"/>
                  </a:lnTo>
                  <a:lnTo>
                    <a:pt x="7193" y="5028"/>
                  </a:lnTo>
                  <a:lnTo>
                    <a:pt x="7193" y="4655"/>
                  </a:lnTo>
                  <a:lnTo>
                    <a:pt x="7173" y="4581"/>
                  </a:lnTo>
                  <a:lnTo>
                    <a:pt x="7153" y="4543"/>
                  </a:lnTo>
                  <a:lnTo>
                    <a:pt x="7132" y="4543"/>
                  </a:lnTo>
                  <a:lnTo>
                    <a:pt x="7092" y="4506"/>
                  </a:lnTo>
                  <a:lnTo>
                    <a:pt x="7051" y="4506"/>
                  </a:lnTo>
                  <a:lnTo>
                    <a:pt x="7031" y="4543"/>
                  </a:lnTo>
                  <a:lnTo>
                    <a:pt x="6991" y="4543"/>
                  </a:lnTo>
                  <a:lnTo>
                    <a:pt x="6970" y="4581"/>
                  </a:lnTo>
                  <a:lnTo>
                    <a:pt x="6930" y="4618"/>
                  </a:lnTo>
                  <a:lnTo>
                    <a:pt x="6930" y="4804"/>
                  </a:lnTo>
                  <a:lnTo>
                    <a:pt x="6950" y="4879"/>
                  </a:lnTo>
                  <a:lnTo>
                    <a:pt x="6950" y="4953"/>
                  </a:lnTo>
                  <a:lnTo>
                    <a:pt x="6991" y="5102"/>
                  </a:lnTo>
                  <a:lnTo>
                    <a:pt x="6991" y="5288"/>
                  </a:lnTo>
                  <a:lnTo>
                    <a:pt x="6950" y="5363"/>
                  </a:lnTo>
                  <a:lnTo>
                    <a:pt x="6910" y="5400"/>
                  </a:lnTo>
                  <a:lnTo>
                    <a:pt x="6849" y="5437"/>
                  </a:lnTo>
                  <a:lnTo>
                    <a:pt x="6808" y="5549"/>
                  </a:lnTo>
                  <a:lnTo>
                    <a:pt x="6788" y="5661"/>
                  </a:lnTo>
                  <a:lnTo>
                    <a:pt x="6768" y="5735"/>
                  </a:lnTo>
                  <a:lnTo>
                    <a:pt x="6788" y="5847"/>
                  </a:lnTo>
                  <a:lnTo>
                    <a:pt x="6788" y="5921"/>
                  </a:lnTo>
                  <a:lnTo>
                    <a:pt x="6829" y="5996"/>
                  </a:lnTo>
                  <a:lnTo>
                    <a:pt x="6869" y="6033"/>
                  </a:lnTo>
                  <a:lnTo>
                    <a:pt x="6889" y="6070"/>
                  </a:lnTo>
                  <a:lnTo>
                    <a:pt x="6889" y="6145"/>
                  </a:lnTo>
                  <a:lnTo>
                    <a:pt x="6910" y="6182"/>
                  </a:lnTo>
                  <a:lnTo>
                    <a:pt x="6889" y="6294"/>
                  </a:lnTo>
                  <a:lnTo>
                    <a:pt x="6889" y="6406"/>
                  </a:lnTo>
                  <a:lnTo>
                    <a:pt x="6869" y="6517"/>
                  </a:lnTo>
                  <a:lnTo>
                    <a:pt x="6829" y="6592"/>
                  </a:lnTo>
                  <a:lnTo>
                    <a:pt x="6788" y="6778"/>
                  </a:lnTo>
                  <a:lnTo>
                    <a:pt x="6788" y="7039"/>
                  </a:lnTo>
                  <a:lnTo>
                    <a:pt x="6768" y="7299"/>
                  </a:lnTo>
                  <a:lnTo>
                    <a:pt x="6768" y="7411"/>
                  </a:lnTo>
                  <a:lnTo>
                    <a:pt x="6930" y="7448"/>
                  </a:lnTo>
                  <a:lnTo>
                    <a:pt x="7072" y="7262"/>
                  </a:lnTo>
                  <a:lnTo>
                    <a:pt x="7193" y="7262"/>
                  </a:lnTo>
                  <a:lnTo>
                    <a:pt x="7234" y="7299"/>
                  </a:lnTo>
                  <a:lnTo>
                    <a:pt x="7254" y="7337"/>
                  </a:lnTo>
                  <a:lnTo>
                    <a:pt x="7274" y="7411"/>
                  </a:lnTo>
                  <a:lnTo>
                    <a:pt x="7315" y="7486"/>
                  </a:lnTo>
                  <a:lnTo>
                    <a:pt x="7315" y="7523"/>
                  </a:lnTo>
                  <a:lnTo>
                    <a:pt x="7335" y="7560"/>
                  </a:lnTo>
                  <a:lnTo>
                    <a:pt x="7355" y="7746"/>
                  </a:lnTo>
                  <a:lnTo>
                    <a:pt x="7396" y="7970"/>
                  </a:lnTo>
                  <a:lnTo>
                    <a:pt x="7416" y="8156"/>
                  </a:lnTo>
                  <a:lnTo>
                    <a:pt x="7416" y="8268"/>
                  </a:lnTo>
                  <a:lnTo>
                    <a:pt x="7477" y="8379"/>
                  </a:lnTo>
                  <a:lnTo>
                    <a:pt x="7517" y="8379"/>
                  </a:lnTo>
                  <a:lnTo>
                    <a:pt x="7558" y="8342"/>
                  </a:lnTo>
                  <a:lnTo>
                    <a:pt x="7619" y="8342"/>
                  </a:lnTo>
                  <a:lnTo>
                    <a:pt x="7639" y="8379"/>
                  </a:lnTo>
                  <a:lnTo>
                    <a:pt x="7680" y="8417"/>
                  </a:lnTo>
                  <a:lnTo>
                    <a:pt x="7700" y="8454"/>
                  </a:lnTo>
                  <a:lnTo>
                    <a:pt x="7761" y="8491"/>
                  </a:lnTo>
                  <a:lnTo>
                    <a:pt x="7801" y="8528"/>
                  </a:lnTo>
                  <a:lnTo>
                    <a:pt x="7842" y="8528"/>
                  </a:lnTo>
                  <a:lnTo>
                    <a:pt x="7821" y="8603"/>
                  </a:lnTo>
                  <a:lnTo>
                    <a:pt x="7781" y="8677"/>
                  </a:lnTo>
                  <a:lnTo>
                    <a:pt x="7740" y="8714"/>
                  </a:lnTo>
                  <a:lnTo>
                    <a:pt x="7700" y="8714"/>
                  </a:lnTo>
                  <a:lnTo>
                    <a:pt x="7680" y="8752"/>
                  </a:lnTo>
                  <a:lnTo>
                    <a:pt x="7619" y="8752"/>
                  </a:lnTo>
                  <a:lnTo>
                    <a:pt x="7598" y="8789"/>
                  </a:lnTo>
                  <a:lnTo>
                    <a:pt x="7558" y="8938"/>
                  </a:lnTo>
                  <a:lnTo>
                    <a:pt x="7558" y="9012"/>
                  </a:lnTo>
                  <a:lnTo>
                    <a:pt x="7578" y="9050"/>
                  </a:lnTo>
                  <a:lnTo>
                    <a:pt x="7619" y="9236"/>
                  </a:lnTo>
                  <a:lnTo>
                    <a:pt x="7619" y="9683"/>
                  </a:lnTo>
                  <a:lnTo>
                    <a:pt x="7598" y="9720"/>
                  </a:lnTo>
                  <a:lnTo>
                    <a:pt x="7558" y="9757"/>
                  </a:lnTo>
                  <a:lnTo>
                    <a:pt x="7538" y="9720"/>
                  </a:lnTo>
                  <a:lnTo>
                    <a:pt x="7497" y="9683"/>
                  </a:lnTo>
                  <a:lnTo>
                    <a:pt x="7477" y="9608"/>
                  </a:lnTo>
                  <a:lnTo>
                    <a:pt x="7477" y="9497"/>
                  </a:lnTo>
                  <a:lnTo>
                    <a:pt x="7457" y="9273"/>
                  </a:lnTo>
                  <a:lnTo>
                    <a:pt x="7396" y="9012"/>
                  </a:lnTo>
                  <a:lnTo>
                    <a:pt x="7355" y="8863"/>
                  </a:lnTo>
                  <a:lnTo>
                    <a:pt x="7335" y="8826"/>
                  </a:lnTo>
                  <a:lnTo>
                    <a:pt x="7315" y="8826"/>
                  </a:lnTo>
                  <a:lnTo>
                    <a:pt x="7295" y="8863"/>
                  </a:lnTo>
                  <a:lnTo>
                    <a:pt x="7274" y="8938"/>
                  </a:lnTo>
                  <a:lnTo>
                    <a:pt x="7254" y="8975"/>
                  </a:lnTo>
                  <a:lnTo>
                    <a:pt x="7254" y="9012"/>
                  </a:lnTo>
                  <a:lnTo>
                    <a:pt x="7214" y="9161"/>
                  </a:lnTo>
                  <a:lnTo>
                    <a:pt x="7193" y="9199"/>
                  </a:lnTo>
                  <a:lnTo>
                    <a:pt x="7132" y="9199"/>
                  </a:lnTo>
                  <a:lnTo>
                    <a:pt x="7132" y="9087"/>
                  </a:lnTo>
                  <a:lnTo>
                    <a:pt x="7153" y="9050"/>
                  </a:lnTo>
                  <a:lnTo>
                    <a:pt x="7173" y="8863"/>
                  </a:lnTo>
                  <a:lnTo>
                    <a:pt x="7193" y="8566"/>
                  </a:lnTo>
                  <a:lnTo>
                    <a:pt x="7214" y="8230"/>
                  </a:lnTo>
                  <a:lnTo>
                    <a:pt x="7214" y="7672"/>
                  </a:lnTo>
                  <a:lnTo>
                    <a:pt x="7193" y="7597"/>
                  </a:lnTo>
                  <a:lnTo>
                    <a:pt x="7153" y="7411"/>
                  </a:lnTo>
                  <a:lnTo>
                    <a:pt x="7072" y="7597"/>
                  </a:lnTo>
                  <a:lnTo>
                    <a:pt x="7051" y="7634"/>
                  </a:lnTo>
                  <a:lnTo>
                    <a:pt x="6950" y="7634"/>
                  </a:lnTo>
                  <a:lnTo>
                    <a:pt x="6910" y="7672"/>
                  </a:lnTo>
                  <a:lnTo>
                    <a:pt x="6869" y="7746"/>
                  </a:lnTo>
                  <a:lnTo>
                    <a:pt x="6869" y="7783"/>
                  </a:lnTo>
                  <a:lnTo>
                    <a:pt x="6849" y="7895"/>
                  </a:lnTo>
                  <a:lnTo>
                    <a:pt x="6849" y="8714"/>
                  </a:lnTo>
                  <a:lnTo>
                    <a:pt x="6829" y="8826"/>
                  </a:lnTo>
                  <a:lnTo>
                    <a:pt x="6829" y="8901"/>
                  </a:lnTo>
                  <a:lnTo>
                    <a:pt x="6747" y="9050"/>
                  </a:lnTo>
                  <a:lnTo>
                    <a:pt x="6666" y="9050"/>
                  </a:lnTo>
                  <a:lnTo>
                    <a:pt x="6606" y="9087"/>
                  </a:lnTo>
                  <a:lnTo>
                    <a:pt x="6565" y="9124"/>
                  </a:lnTo>
                  <a:lnTo>
                    <a:pt x="6545" y="9161"/>
                  </a:lnTo>
                  <a:lnTo>
                    <a:pt x="6403" y="9199"/>
                  </a:lnTo>
                  <a:lnTo>
                    <a:pt x="6261" y="9124"/>
                  </a:lnTo>
                  <a:lnTo>
                    <a:pt x="6140" y="9050"/>
                  </a:lnTo>
                  <a:lnTo>
                    <a:pt x="6099" y="9012"/>
                  </a:lnTo>
                  <a:lnTo>
                    <a:pt x="6180" y="8938"/>
                  </a:lnTo>
                  <a:lnTo>
                    <a:pt x="6302" y="8901"/>
                  </a:lnTo>
                  <a:lnTo>
                    <a:pt x="6444" y="8863"/>
                  </a:lnTo>
                  <a:lnTo>
                    <a:pt x="6504" y="8863"/>
                  </a:lnTo>
                  <a:lnTo>
                    <a:pt x="6545" y="8826"/>
                  </a:lnTo>
                  <a:lnTo>
                    <a:pt x="6565" y="8789"/>
                  </a:lnTo>
                  <a:lnTo>
                    <a:pt x="6565" y="8677"/>
                  </a:lnTo>
                  <a:lnTo>
                    <a:pt x="6545" y="8603"/>
                  </a:lnTo>
                  <a:lnTo>
                    <a:pt x="6545" y="8454"/>
                  </a:lnTo>
                  <a:lnTo>
                    <a:pt x="6565" y="8417"/>
                  </a:lnTo>
                  <a:lnTo>
                    <a:pt x="6606" y="8268"/>
                  </a:lnTo>
                  <a:lnTo>
                    <a:pt x="6646" y="8193"/>
                  </a:lnTo>
                  <a:lnTo>
                    <a:pt x="6687" y="8081"/>
                  </a:lnTo>
                  <a:lnTo>
                    <a:pt x="6707" y="8007"/>
                  </a:lnTo>
                  <a:lnTo>
                    <a:pt x="6727" y="7970"/>
                  </a:lnTo>
                  <a:lnTo>
                    <a:pt x="6727" y="7932"/>
                  </a:lnTo>
                  <a:lnTo>
                    <a:pt x="6768" y="7858"/>
                  </a:lnTo>
                  <a:lnTo>
                    <a:pt x="6768" y="7746"/>
                  </a:lnTo>
                  <a:lnTo>
                    <a:pt x="6747" y="7746"/>
                  </a:lnTo>
                  <a:lnTo>
                    <a:pt x="6747" y="7709"/>
                  </a:lnTo>
                  <a:lnTo>
                    <a:pt x="6707" y="7709"/>
                  </a:lnTo>
                  <a:lnTo>
                    <a:pt x="6687" y="7672"/>
                  </a:lnTo>
                  <a:lnTo>
                    <a:pt x="6666" y="7672"/>
                  </a:lnTo>
                  <a:lnTo>
                    <a:pt x="6646" y="7634"/>
                  </a:lnTo>
                  <a:lnTo>
                    <a:pt x="6646" y="6480"/>
                  </a:lnTo>
                  <a:lnTo>
                    <a:pt x="6666" y="6368"/>
                  </a:lnTo>
                  <a:lnTo>
                    <a:pt x="6666" y="6257"/>
                  </a:lnTo>
                  <a:lnTo>
                    <a:pt x="6626" y="6033"/>
                  </a:lnTo>
                  <a:lnTo>
                    <a:pt x="6606" y="5959"/>
                  </a:lnTo>
                  <a:lnTo>
                    <a:pt x="6585" y="5921"/>
                  </a:lnTo>
                  <a:lnTo>
                    <a:pt x="6585" y="5437"/>
                  </a:lnTo>
                  <a:lnTo>
                    <a:pt x="6646" y="5326"/>
                  </a:lnTo>
                  <a:lnTo>
                    <a:pt x="6666" y="5102"/>
                  </a:lnTo>
                  <a:lnTo>
                    <a:pt x="6788" y="4879"/>
                  </a:lnTo>
                  <a:lnTo>
                    <a:pt x="6808" y="4804"/>
                  </a:lnTo>
                  <a:lnTo>
                    <a:pt x="6727" y="4655"/>
                  </a:lnTo>
                  <a:lnTo>
                    <a:pt x="6687" y="4655"/>
                  </a:lnTo>
                  <a:lnTo>
                    <a:pt x="6687" y="4618"/>
                  </a:lnTo>
                  <a:lnTo>
                    <a:pt x="6423" y="4692"/>
                  </a:lnTo>
                  <a:lnTo>
                    <a:pt x="6383" y="4581"/>
                  </a:lnTo>
                  <a:lnTo>
                    <a:pt x="6281" y="4655"/>
                  </a:lnTo>
                  <a:lnTo>
                    <a:pt x="6221" y="4804"/>
                  </a:lnTo>
                  <a:lnTo>
                    <a:pt x="6180" y="4990"/>
                  </a:lnTo>
                  <a:lnTo>
                    <a:pt x="6180" y="5214"/>
                  </a:lnTo>
                  <a:lnTo>
                    <a:pt x="6160" y="5326"/>
                  </a:lnTo>
                  <a:lnTo>
                    <a:pt x="6119" y="5437"/>
                  </a:lnTo>
                  <a:lnTo>
                    <a:pt x="6099" y="5512"/>
                  </a:lnTo>
                  <a:lnTo>
                    <a:pt x="6059" y="5586"/>
                  </a:lnTo>
                  <a:lnTo>
                    <a:pt x="6018" y="5623"/>
                  </a:lnTo>
                  <a:lnTo>
                    <a:pt x="5998" y="5661"/>
                  </a:lnTo>
                  <a:lnTo>
                    <a:pt x="5917" y="5884"/>
                  </a:lnTo>
                  <a:lnTo>
                    <a:pt x="5876" y="6182"/>
                  </a:lnTo>
                  <a:lnTo>
                    <a:pt x="5876" y="6517"/>
                  </a:lnTo>
                  <a:lnTo>
                    <a:pt x="5896" y="6778"/>
                  </a:lnTo>
                  <a:lnTo>
                    <a:pt x="5896" y="6890"/>
                  </a:lnTo>
                  <a:lnTo>
                    <a:pt x="5917" y="6964"/>
                  </a:lnTo>
                  <a:lnTo>
                    <a:pt x="5937" y="7001"/>
                  </a:lnTo>
                  <a:lnTo>
                    <a:pt x="5937" y="7113"/>
                  </a:lnTo>
                  <a:lnTo>
                    <a:pt x="5957" y="7188"/>
                  </a:lnTo>
                  <a:lnTo>
                    <a:pt x="5977" y="7299"/>
                  </a:lnTo>
                  <a:lnTo>
                    <a:pt x="5977" y="7448"/>
                  </a:lnTo>
                  <a:lnTo>
                    <a:pt x="5937" y="7523"/>
                  </a:lnTo>
                  <a:lnTo>
                    <a:pt x="5917" y="7523"/>
                  </a:lnTo>
                  <a:lnTo>
                    <a:pt x="5592" y="6964"/>
                  </a:lnTo>
                  <a:lnTo>
                    <a:pt x="5228" y="6890"/>
                  </a:lnTo>
                  <a:lnTo>
                    <a:pt x="5187" y="7076"/>
                  </a:lnTo>
                  <a:lnTo>
                    <a:pt x="5228" y="7225"/>
                  </a:lnTo>
                  <a:lnTo>
                    <a:pt x="5228" y="7523"/>
                  </a:lnTo>
                  <a:lnTo>
                    <a:pt x="5005" y="7821"/>
                  </a:lnTo>
                  <a:lnTo>
                    <a:pt x="5025" y="7634"/>
                  </a:lnTo>
                  <a:lnTo>
                    <a:pt x="5025" y="7486"/>
                  </a:lnTo>
                  <a:lnTo>
                    <a:pt x="5045" y="7411"/>
                  </a:lnTo>
                  <a:lnTo>
                    <a:pt x="5045" y="7374"/>
                  </a:lnTo>
                  <a:lnTo>
                    <a:pt x="4964" y="7374"/>
                  </a:lnTo>
                  <a:lnTo>
                    <a:pt x="4883" y="7523"/>
                  </a:lnTo>
                  <a:lnTo>
                    <a:pt x="4843" y="7709"/>
                  </a:lnTo>
                  <a:lnTo>
                    <a:pt x="4620" y="7672"/>
                  </a:lnTo>
                  <a:lnTo>
                    <a:pt x="4539" y="7672"/>
                  </a:lnTo>
                  <a:lnTo>
                    <a:pt x="4478" y="7709"/>
                  </a:lnTo>
                  <a:lnTo>
                    <a:pt x="4397" y="7783"/>
                  </a:lnTo>
                  <a:lnTo>
                    <a:pt x="4377" y="7821"/>
                  </a:lnTo>
                  <a:lnTo>
                    <a:pt x="4377" y="7448"/>
                  </a:lnTo>
                  <a:lnTo>
                    <a:pt x="4316" y="7448"/>
                  </a:lnTo>
                  <a:lnTo>
                    <a:pt x="4255" y="7523"/>
                  </a:lnTo>
                  <a:lnTo>
                    <a:pt x="4053" y="7746"/>
                  </a:lnTo>
                  <a:lnTo>
                    <a:pt x="3971" y="7821"/>
                  </a:lnTo>
                  <a:lnTo>
                    <a:pt x="3951" y="7858"/>
                  </a:lnTo>
                  <a:lnTo>
                    <a:pt x="3769" y="7970"/>
                  </a:lnTo>
                  <a:lnTo>
                    <a:pt x="3647" y="8119"/>
                  </a:lnTo>
                  <a:lnTo>
                    <a:pt x="3566" y="8342"/>
                  </a:lnTo>
                  <a:lnTo>
                    <a:pt x="3546" y="8491"/>
                  </a:lnTo>
                  <a:lnTo>
                    <a:pt x="3546" y="8528"/>
                  </a:lnTo>
                  <a:lnTo>
                    <a:pt x="3526" y="8677"/>
                  </a:lnTo>
                  <a:lnTo>
                    <a:pt x="3526" y="8752"/>
                  </a:lnTo>
                  <a:lnTo>
                    <a:pt x="3505" y="8752"/>
                  </a:lnTo>
                  <a:lnTo>
                    <a:pt x="3485" y="8789"/>
                  </a:lnTo>
                  <a:lnTo>
                    <a:pt x="3465" y="8752"/>
                  </a:lnTo>
                  <a:lnTo>
                    <a:pt x="3445" y="8752"/>
                  </a:lnTo>
                  <a:lnTo>
                    <a:pt x="3445" y="8714"/>
                  </a:lnTo>
                  <a:lnTo>
                    <a:pt x="3424" y="8677"/>
                  </a:lnTo>
                  <a:lnTo>
                    <a:pt x="3283" y="8566"/>
                  </a:lnTo>
                  <a:lnTo>
                    <a:pt x="3283" y="8305"/>
                  </a:lnTo>
                  <a:lnTo>
                    <a:pt x="3384" y="8119"/>
                  </a:lnTo>
                  <a:lnTo>
                    <a:pt x="3404" y="8044"/>
                  </a:lnTo>
                  <a:lnTo>
                    <a:pt x="3404" y="7895"/>
                  </a:lnTo>
                  <a:lnTo>
                    <a:pt x="3384" y="7895"/>
                  </a:lnTo>
                  <a:lnTo>
                    <a:pt x="3384" y="7783"/>
                  </a:lnTo>
                  <a:lnTo>
                    <a:pt x="3343" y="7709"/>
                  </a:lnTo>
                  <a:lnTo>
                    <a:pt x="3323" y="7634"/>
                  </a:lnTo>
                  <a:lnTo>
                    <a:pt x="3262" y="7597"/>
                  </a:lnTo>
                  <a:lnTo>
                    <a:pt x="3181" y="7523"/>
                  </a:lnTo>
                  <a:lnTo>
                    <a:pt x="3100" y="7523"/>
                  </a:lnTo>
                  <a:lnTo>
                    <a:pt x="3080" y="7560"/>
                  </a:lnTo>
                  <a:lnTo>
                    <a:pt x="3039" y="7560"/>
                  </a:lnTo>
                  <a:lnTo>
                    <a:pt x="2999" y="7597"/>
                  </a:lnTo>
                  <a:lnTo>
                    <a:pt x="2918" y="7597"/>
                  </a:lnTo>
                  <a:lnTo>
                    <a:pt x="3039" y="7746"/>
                  </a:lnTo>
                  <a:lnTo>
                    <a:pt x="3039" y="8454"/>
                  </a:lnTo>
                  <a:lnTo>
                    <a:pt x="3060" y="8454"/>
                  </a:lnTo>
                  <a:lnTo>
                    <a:pt x="3060" y="8491"/>
                  </a:lnTo>
                  <a:lnTo>
                    <a:pt x="3080" y="8566"/>
                  </a:lnTo>
                  <a:lnTo>
                    <a:pt x="3100" y="8603"/>
                  </a:lnTo>
                  <a:lnTo>
                    <a:pt x="3100" y="8640"/>
                  </a:lnTo>
                  <a:lnTo>
                    <a:pt x="3120" y="8677"/>
                  </a:lnTo>
                  <a:lnTo>
                    <a:pt x="3100" y="8863"/>
                  </a:lnTo>
                  <a:lnTo>
                    <a:pt x="3100" y="8975"/>
                  </a:lnTo>
                  <a:lnTo>
                    <a:pt x="3060" y="9124"/>
                  </a:lnTo>
                  <a:lnTo>
                    <a:pt x="2958" y="9050"/>
                  </a:lnTo>
                  <a:lnTo>
                    <a:pt x="2877" y="8938"/>
                  </a:lnTo>
                  <a:lnTo>
                    <a:pt x="2817" y="8938"/>
                  </a:lnTo>
                  <a:lnTo>
                    <a:pt x="2654" y="9273"/>
                  </a:lnTo>
                  <a:lnTo>
                    <a:pt x="2492" y="9497"/>
                  </a:lnTo>
                  <a:lnTo>
                    <a:pt x="2472" y="9571"/>
                  </a:lnTo>
                  <a:lnTo>
                    <a:pt x="2472" y="9646"/>
                  </a:lnTo>
                  <a:lnTo>
                    <a:pt x="2594" y="9869"/>
                  </a:lnTo>
                  <a:lnTo>
                    <a:pt x="2614" y="9869"/>
                  </a:lnTo>
                  <a:lnTo>
                    <a:pt x="2594" y="10018"/>
                  </a:lnTo>
                  <a:lnTo>
                    <a:pt x="2350" y="10055"/>
                  </a:lnTo>
                  <a:lnTo>
                    <a:pt x="2229" y="9794"/>
                  </a:lnTo>
                  <a:lnTo>
                    <a:pt x="2188" y="9571"/>
                  </a:lnTo>
                  <a:lnTo>
                    <a:pt x="2087" y="9459"/>
                  </a:lnTo>
                  <a:lnTo>
                    <a:pt x="2047" y="9646"/>
                  </a:lnTo>
                  <a:lnTo>
                    <a:pt x="2107" y="9943"/>
                  </a:lnTo>
                  <a:lnTo>
                    <a:pt x="2209" y="10316"/>
                  </a:lnTo>
                  <a:lnTo>
                    <a:pt x="2209" y="10390"/>
                  </a:lnTo>
                  <a:lnTo>
                    <a:pt x="2188" y="10428"/>
                  </a:lnTo>
                  <a:lnTo>
                    <a:pt x="2188" y="10465"/>
                  </a:lnTo>
                  <a:lnTo>
                    <a:pt x="2148" y="10465"/>
                  </a:lnTo>
                  <a:lnTo>
                    <a:pt x="2128" y="10428"/>
                  </a:lnTo>
                  <a:lnTo>
                    <a:pt x="2107" y="10428"/>
                  </a:lnTo>
                  <a:lnTo>
                    <a:pt x="2006" y="10204"/>
                  </a:lnTo>
                  <a:lnTo>
                    <a:pt x="1844" y="10055"/>
                  </a:lnTo>
                  <a:lnTo>
                    <a:pt x="1844" y="9757"/>
                  </a:lnTo>
                  <a:lnTo>
                    <a:pt x="1864" y="9683"/>
                  </a:lnTo>
                  <a:lnTo>
                    <a:pt x="1884" y="9646"/>
                  </a:lnTo>
                  <a:lnTo>
                    <a:pt x="1884" y="9385"/>
                  </a:lnTo>
                  <a:lnTo>
                    <a:pt x="1641" y="9012"/>
                  </a:lnTo>
                  <a:lnTo>
                    <a:pt x="1580" y="8714"/>
                  </a:lnTo>
                  <a:lnTo>
                    <a:pt x="1783" y="8863"/>
                  </a:lnTo>
                  <a:lnTo>
                    <a:pt x="1844" y="8975"/>
                  </a:lnTo>
                  <a:lnTo>
                    <a:pt x="2006" y="9087"/>
                  </a:lnTo>
                  <a:lnTo>
                    <a:pt x="2128" y="9273"/>
                  </a:lnTo>
                  <a:lnTo>
                    <a:pt x="2229" y="9348"/>
                  </a:lnTo>
                  <a:lnTo>
                    <a:pt x="2350" y="9310"/>
                  </a:lnTo>
                  <a:lnTo>
                    <a:pt x="2452" y="9236"/>
                  </a:lnTo>
                  <a:lnTo>
                    <a:pt x="2492" y="9199"/>
                  </a:lnTo>
                  <a:lnTo>
                    <a:pt x="2614" y="8938"/>
                  </a:lnTo>
                  <a:lnTo>
                    <a:pt x="2695" y="8677"/>
                  </a:lnTo>
                  <a:lnTo>
                    <a:pt x="2715" y="8417"/>
                  </a:lnTo>
                  <a:lnTo>
                    <a:pt x="2715" y="8305"/>
                  </a:lnTo>
                  <a:lnTo>
                    <a:pt x="2695" y="8230"/>
                  </a:lnTo>
                  <a:lnTo>
                    <a:pt x="2654" y="8156"/>
                  </a:lnTo>
                  <a:lnTo>
                    <a:pt x="2594" y="8119"/>
                  </a:lnTo>
                  <a:lnTo>
                    <a:pt x="2553" y="8044"/>
                  </a:lnTo>
                  <a:lnTo>
                    <a:pt x="2492" y="8044"/>
                  </a:lnTo>
                  <a:lnTo>
                    <a:pt x="2452" y="8007"/>
                  </a:lnTo>
                  <a:lnTo>
                    <a:pt x="2411" y="8007"/>
                  </a:lnTo>
                  <a:lnTo>
                    <a:pt x="2391" y="7970"/>
                  </a:lnTo>
                  <a:lnTo>
                    <a:pt x="2330" y="7672"/>
                  </a:lnTo>
                  <a:lnTo>
                    <a:pt x="2209" y="7374"/>
                  </a:lnTo>
                  <a:lnTo>
                    <a:pt x="2067" y="7225"/>
                  </a:lnTo>
                  <a:lnTo>
                    <a:pt x="1925" y="7150"/>
                  </a:lnTo>
                  <a:lnTo>
                    <a:pt x="1783" y="7113"/>
                  </a:lnTo>
                  <a:lnTo>
                    <a:pt x="1662" y="7113"/>
                  </a:lnTo>
                  <a:lnTo>
                    <a:pt x="1641" y="7076"/>
                  </a:lnTo>
                  <a:lnTo>
                    <a:pt x="1621" y="7001"/>
                  </a:lnTo>
                  <a:lnTo>
                    <a:pt x="1580" y="6964"/>
                  </a:lnTo>
                  <a:lnTo>
                    <a:pt x="1560" y="6927"/>
                  </a:lnTo>
                  <a:lnTo>
                    <a:pt x="1520" y="6927"/>
                  </a:lnTo>
                  <a:lnTo>
                    <a:pt x="1520" y="6890"/>
                  </a:lnTo>
                  <a:lnTo>
                    <a:pt x="1540" y="6778"/>
                  </a:lnTo>
                  <a:lnTo>
                    <a:pt x="1641" y="6852"/>
                  </a:lnTo>
                  <a:lnTo>
                    <a:pt x="1702" y="6778"/>
                  </a:lnTo>
                  <a:lnTo>
                    <a:pt x="1499" y="6592"/>
                  </a:lnTo>
                  <a:lnTo>
                    <a:pt x="1418" y="6778"/>
                  </a:lnTo>
                  <a:lnTo>
                    <a:pt x="1337" y="6778"/>
                  </a:lnTo>
                  <a:lnTo>
                    <a:pt x="1337" y="6890"/>
                  </a:lnTo>
                  <a:lnTo>
                    <a:pt x="1297" y="7039"/>
                  </a:lnTo>
                  <a:lnTo>
                    <a:pt x="1256" y="7076"/>
                  </a:lnTo>
                  <a:lnTo>
                    <a:pt x="1216" y="7150"/>
                  </a:lnTo>
                  <a:lnTo>
                    <a:pt x="1195" y="7150"/>
                  </a:lnTo>
                  <a:lnTo>
                    <a:pt x="1114" y="7486"/>
                  </a:lnTo>
                  <a:lnTo>
                    <a:pt x="1114" y="7821"/>
                  </a:lnTo>
                  <a:lnTo>
                    <a:pt x="1317" y="8193"/>
                  </a:lnTo>
                  <a:lnTo>
                    <a:pt x="1317" y="8752"/>
                  </a:lnTo>
                  <a:lnTo>
                    <a:pt x="1195" y="9012"/>
                  </a:lnTo>
                  <a:lnTo>
                    <a:pt x="1277" y="9348"/>
                  </a:lnTo>
                  <a:lnTo>
                    <a:pt x="1236" y="10353"/>
                  </a:lnTo>
                  <a:lnTo>
                    <a:pt x="1236" y="10577"/>
                  </a:lnTo>
                  <a:lnTo>
                    <a:pt x="1256" y="10651"/>
                  </a:lnTo>
                  <a:lnTo>
                    <a:pt x="1277" y="10688"/>
                  </a:lnTo>
                  <a:lnTo>
                    <a:pt x="1277" y="10726"/>
                  </a:lnTo>
                  <a:lnTo>
                    <a:pt x="1337" y="11023"/>
                  </a:lnTo>
                  <a:lnTo>
                    <a:pt x="1358" y="11284"/>
                  </a:lnTo>
                  <a:lnTo>
                    <a:pt x="1337" y="11433"/>
                  </a:lnTo>
                  <a:lnTo>
                    <a:pt x="973" y="12103"/>
                  </a:lnTo>
                  <a:lnTo>
                    <a:pt x="1013" y="12178"/>
                  </a:lnTo>
                  <a:lnTo>
                    <a:pt x="1074" y="12252"/>
                  </a:lnTo>
                  <a:lnTo>
                    <a:pt x="1114" y="12290"/>
                  </a:lnTo>
                  <a:lnTo>
                    <a:pt x="1175" y="12327"/>
                  </a:lnTo>
                  <a:lnTo>
                    <a:pt x="1236" y="12327"/>
                  </a:lnTo>
                  <a:lnTo>
                    <a:pt x="1155" y="12401"/>
                  </a:lnTo>
                  <a:lnTo>
                    <a:pt x="1135" y="12439"/>
                  </a:lnTo>
                  <a:lnTo>
                    <a:pt x="1054" y="12439"/>
                  </a:lnTo>
                  <a:lnTo>
                    <a:pt x="993" y="12476"/>
                  </a:lnTo>
                  <a:lnTo>
                    <a:pt x="871" y="12588"/>
                  </a:lnTo>
                  <a:lnTo>
                    <a:pt x="851" y="12625"/>
                  </a:lnTo>
                  <a:lnTo>
                    <a:pt x="790" y="12550"/>
                  </a:lnTo>
                  <a:lnTo>
                    <a:pt x="689" y="12513"/>
                  </a:lnTo>
                  <a:lnTo>
                    <a:pt x="608" y="12513"/>
                  </a:lnTo>
                  <a:lnTo>
                    <a:pt x="547" y="12550"/>
                  </a:lnTo>
                  <a:lnTo>
                    <a:pt x="507" y="12625"/>
                  </a:lnTo>
                  <a:lnTo>
                    <a:pt x="466" y="12662"/>
                  </a:lnTo>
                  <a:lnTo>
                    <a:pt x="446" y="12699"/>
                  </a:lnTo>
                  <a:lnTo>
                    <a:pt x="446" y="12737"/>
                  </a:lnTo>
                  <a:lnTo>
                    <a:pt x="426" y="12774"/>
                  </a:lnTo>
                  <a:lnTo>
                    <a:pt x="405" y="12848"/>
                  </a:lnTo>
                  <a:lnTo>
                    <a:pt x="405" y="13146"/>
                  </a:lnTo>
                  <a:lnTo>
                    <a:pt x="466" y="13221"/>
                  </a:lnTo>
                  <a:lnTo>
                    <a:pt x="486" y="13407"/>
                  </a:lnTo>
                  <a:lnTo>
                    <a:pt x="486" y="13593"/>
                  </a:lnTo>
                  <a:lnTo>
                    <a:pt x="466" y="13668"/>
                  </a:lnTo>
                  <a:lnTo>
                    <a:pt x="466" y="13705"/>
                  </a:lnTo>
                  <a:lnTo>
                    <a:pt x="446" y="13742"/>
                  </a:lnTo>
                  <a:lnTo>
                    <a:pt x="426" y="13742"/>
                  </a:lnTo>
                  <a:lnTo>
                    <a:pt x="304" y="13630"/>
                  </a:lnTo>
                  <a:lnTo>
                    <a:pt x="304" y="13593"/>
                  </a:lnTo>
                  <a:lnTo>
                    <a:pt x="284" y="13593"/>
                  </a:lnTo>
                  <a:lnTo>
                    <a:pt x="203" y="13444"/>
                  </a:lnTo>
                  <a:lnTo>
                    <a:pt x="81" y="13705"/>
                  </a:lnTo>
                  <a:lnTo>
                    <a:pt x="41" y="13742"/>
                  </a:lnTo>
                  <a:lnTo>
                    <a:pt x="41" y="13854"/>
                  </a:lnTo>
                  <a:lnTo>
                    <a:pt x="20" y="13966"/>
                  </a:lnTo>
                  <a:lnTo>
                    <a:pt x="20" y="14077"/>
                  </a:lnTo>
                  <a:lnTo>
                    <a:pt x="0" y="14226"/>
                  </a:lnTo>
                  <a:lnTo>
                    <a:pt x="0" y="14487"/>
                  </a:lnTo>
                  <a:lnTo>
                    <a:pt x="41" y="14561"/>
                  </a:lnTo>
                  <a:lnTo>
                    <a:pt x="182" y="14561"/>
                  </a:lnTo>
                  <a:lnTo>
                    <a:pt x="203" y="14524"/>
                  </a:lnTo>
                  <a:lnTo>
                    <a:pt x="223" y="14524"/>
                  </a:lnTo>
                  <a:lnTo>
                    <a:pt x="223" y="14561"/>
                  </a:lnTo>
                  <a:lnTo>
                    <a:pt x="263" y="14636"/>
                  </a:lnTo>
                  <a:lnTo>
                    <a:pt x="304" y="14673"/>
                  </a:lnTo>
                  <a:lnTo>
                    <a:pt x="344" y="14748"/>
                  </a:lnTo>
                  <a:lnTo>
                    <a:pt x="365" y="14822"/>
                  </a:lnTo>
                  <a:lnTo>
                    <a:pt x="385" y="14934"/>
                  </a:lnTo>
                  <a:lnTo>
                    <a:pt x="446" y="15157"/>
                  </a:lnTo>
                  <a:lnTo>
                    <a:pt x="466" y="15269"/>
                  </a:lnTo>
                  <a:lnTo>
                    <a:pt x="426" y="15418"/>
                  </a:lnTo>
                  <a:lnTo>
                    <a:pt x="385" y="15492"/>
                  </a:lnTo>
                  <a:lnTo>
                    <a:pt x="365" y="15492"/>
                  </a:lnTo>
                  <a:lnTo>
                    <a:pt x="405" y="15530"/>
                  </a:lnTo>
                  <a:lnTo>
                    <a:pt x="426" y="15604"/>
                  </a:lnTo>
                  <a:lnTo>
                    <a:pt x="507" y="15753"/>
                  </a:lnTo>
                  <a:lnTo>
                    <a:pt x="527" y="15865"/>
                  </a:lnTo>
                  <a:lnTo>
                    <a:pt x="547" y="15939"/>
                  </a:lnTo>
                  <a:lnTo>
                    <a:pt x="567" y="15977"/>
                  </a:lnTo>
                  <a:lnTo>
                    <a:pt x="567" y="16014"/>
                  </a:lnTo>
                  <a:lnTo>
                    <a:pt x="608" y="16237"/>
                  </a:lnTo>
                  <a:lnTo>
                    <a:pt x="628" y="16274"/>
                  </a:lnTo>
                  <a:lnTo>
                    <a:pt x="628" y="16312"/>
                  </a:lnTo>
                  <a:lnTo>
                    <a:pt x="608" y="16349"/>
                  </a:lnTo>
                  <a:lnTo>
                    <a:pt x="385" y="16610"/>
                  </a:lnTo>
                  <a:lnTo>
                    <a:pt x="385" y="16647"/>
                  </a:lnTo>
                  <a:lnTo>
                    <a:pt x="344" y="16647"/>
                  </a:lnTo>
                  <a:lnTo>
                    <a:pt x="324" y="16610"/>
                  </a:lnTo>
                  <a:lnTo>
                    <a:pt x="324" y="16647"/>
                  </a:lnTo>
                  <a:lnTo>
                    <a:pt x="284" y="16796"/>
                  </a:lnTo>
                  <a:lnTo>
                    <a:pt x="304" y="16870"/>
                  </a:lnTo>
                  <a:lnTo>
                    <a:pt x="304" y="16908"/>
                  </a:lnTo>
                  <a:lnTo>
                    <a:pt x="324" y="16908"/>
                  </a:lnTo>
                  <a:lnTo>
                    <a:pt x="284" y="16908"/>
                  </a:lnTo>
                  <a:lnTo>
                    <a:pt x="263" y="16945"/>
                  </a:lnTo>
                  <a:lnTo>
                    <a:pt x="243" y="16945"/>
                  </a:lnTo>
                  <a:lnTo>
                    <a:pt x="223" y="16982"/>
                  </a:lnTo>
                  <a:lnTo>
                    <a:pt x="284" y="17094"/>
                  </a:lnTo>
                  <a:lnTo>
                    <a:pt x="304" y="17057"/>
                  </a:lnTo>
                  <a:lnTo>
                    <a:pt x="344" y="17019"/>
                  </a:lnTo>
                  <a:lnTo>
                    <a:pt x="507" y="17019"/>
                  </a:lnTo>
                  <a:lnTo>
                    <a:pt x="567" y="17057"/>
                  </a:lnTo>
                  <a:lnTo>
                    <a:pt x="588" y="17057"/>
                  </a:lnTo>
                  <a:lnTo>
                    <a:pt x="608" y="17094"/>
                  </a:lnTo>
                  <a:lnTo>
                    <a:pt x="750" y="17094"/>
                  </a:lnTo>
                  <a:lnTo>
                    <a:pt x="770" y="17057"/>
                  </a:lnTo>
                  <a:lnTo>
                    <a:pt x="790" y="17057"/>
                  </a:lnTo>
                  <a:lnTo>
                    <a:pt x="811" y="16982"/>
                  </a:lnTo>
                  <a:lnTo>
                    <a:pt x="932" y="17094"/>
                  </a:lnTo>
                  <a:lnTo>
                    <a:pt x="1013" y="17243"/>
                  </a:lnTo>
                  <a:lnTo>
                    <a:pt x="1013" y="17280"/>
                  </a:lnTo>
                  <a:lnTo>
                    <a:pt x="1033" y="17317"/>
                  </a:lnTo>
                  <a:lnTo>
                    <a:pt x="1054" y="17392"/>
                  </a:lnTo>
                  <a:lnTo>
                    <a:pt x="1074" y="17503"/>
                  </a:lnTo>
                  <a:lnTo>
                    <a:pt x="1074" y="17727"/>
                  </a:lnTo>
                  <a:lnTo>
                    <a:pt x="1054" y="17876"/>
                  </a:lnTo>
                  <a:lnTo>
                    <a:pt x="1054" y="18062"/>
                  </a:lnTo>
                  <a:lnTo>
                    <a:pt x="1114" y="18174"/>
                  </a:lnTo>
                  <a:lnTo>
                    <a:pt x="1135" y="18099"/>
                  </a:lnTo>
                  <a:lnTo>
                    <a:pt x="1155" y="18062"/>
                  </a:lnTo>
                  <a:lnTo>
                    <a:pt x="1175" y="18062"/>
                  </a:lnTo>
                  <a:lnTo>
                    <a:pt x="1256" y="17988"/>
                  </a:lnTo>
                  <a:lnTo>
                    <a:pt x="1317" y="17988"/>
                  </a:lnTo>
                  <a:lnTo>
                    <a:pt x="1418" y="17950"/>
                  </a:lnTo>
                  <a:lnTo>
                    <a:pt x="1520" y="18025"/>
                  </a:lnTo>
                  <a:lnTo>
                    <a:pt x="1641" y="18137"/>
                  </a:lnTo>
                  <a:lnTo>
                    <a:pt x="1601" y="18174"/>
                  </a:lnTo>
                  <a:lnTo>
                    <a:pt x="1662" y="18174"/>
                  </a:lnTo>
                  <a:lnTo>
                    <a:pt x="1722" y="18137"/>
                  </a:lnTo>
                  <a:lnTo>
                    <a:pt x="1763" y="18137"/>
                  </a:lnTo>
                  <a:lnTo>
                    <a:pt x="1783" y="18174"/>
                  </a:lnTo>
                  <a:lnTo>
                    <a:pt x="1824" y="18174"/>
                  </a:lnTo>
                  <a:lnTo>
                    <a:pt x="1824" y="18211"/>
                  </a:lnTo>
                  <a:lnTo>
                    <a:pt x="1844" y="18211"/>
                  </a:lnTo>
                  <a:lnTo>
                    <a:pt x="1824" y="18211"/>
                  </a:lnTo>
                  <a:lnTo>
                    <a:pt x="1803" y="18248"/>
                  </a:lnTo>
                  <a:lnTo>
                    <a:pt x="1783" y="18323"/>
                  </a:lnTo>
                  <a:lnTo>
                    <a:pt x="1763" y="18360"/>
                  </a:lnTo>
                  <a:lnTo>
                    <a:pt x="1763" y="18583"/>
                  </a:lnTo>
                  <a:lnTo>
                    <a:pt x="1803" y="18621"/>
                  </a:lnTo>
                  <a:lnTo>
                    <a:pt x="1884" y="18546"/>
                  </a:lnTo>
                  <a:lnTo>
                    <a:pt x="1925" y="18472"/>
                  </a:lnTo>
                  <a:lnTo>
                    <a:pt x="1945" y="18397"/>
                  </a:lnTo>
                  <a:lnTo>
                    <a:pt x="1965" y="18360"/>
                  </a:lnTo>
                  <a:lnTo>
                    <a:pt x="1965" y="18323"/>
                  </a:lnTo>
                  <a:lnTo>
                    <a:pt x="1945" y="18323"/>
                  </a:lnTo>
                  <a:lnTo>
                    <a:pt x="1884" y="18211"/>
                  </a:lnTo>
                  <a:lnTo>
                    <a:pt x="1884" y="18062"/>
                  </a:lnTo>
                  <a:lnTo>
                    <a:pt x="1905" y="17988"/>
                  </a:lnTo>
                  <a:lnTo>
                    <a:pt x="2026" y="17876"/>
                  </a:lnTo>
                  <a:lnTo>
                    <a:pt x="2047" y="17876"/>
                  </a:lnTo>
                  <a:lnTo>
                    <a:pt x="2087" y="17839"/>
                  </a:lnTo>
                  <a:lnTo>
                    <a:pt x="2168" y="17913"/>
                  </a:lnTo>
                  <a:lnTo>
                    <a:pt x="2188" y="18025"/>
                  </a:lnTo>
                  <a:lnTo>
                    <a:pt x="2188" y="18099"/>
                  </a:lnTo>
                  <a:lnTo>
                    <a:pt x="2168" y="18137"/>
                  </a:lnTo>
                  <a:lnTo>
                    <a:pt x="2148" y="18137"/>
                  </a:lnTo>
                  <a:lnTo>
                    <a:pt x="2128" y="18174"/>
                  </a:lnTo>
                  <a:lnTo>
                    <a:pt x="2047" y="18174"/>
                  </a:lnTo>
                  <a:lnTo>
                    <a:pt x="2026" y="18211"/>
                  </a:lnTo>
                  <a:lnTo>
                    <a:pt x="2026" y="18248"/>
                  </a:lnTo>
                  <a:lnTo>
                    <a:pt x="2006" y="18323"/>
                  </a:lnTo>
                  <a:lnTo>
                    <a:pt x="2026" y="18397"/>
                  </a:lnTo>
                  <a:lnTo>
                    <a:pt x="2026" y="18434"/>
                  </a:lnTo>
                  <a:lnTo>
                    <a:pt x="2067" y="18509"/>
                  </a:lnTo>
                  <a:lnTo>
                    <a:pt x="2107" y="18546"/>
                  </a:lnTo>
                  <a:lnTo>
                    <a:pt x="2128" y="18583"/>
                  </a:lnTo>
                  <a:lnTo>
                    <a:pt x="2168" y="18621"/>
                  </a:lnTo>
                  <a:lnTo>
                    <a:pt x="2188" y="18658"/>
                  </a:lnTo>
                  <a:lnTo>
                    <a:pt x="2209" y="18658"/>
                  </a:lnTo>
                  <a:lnTo>
                    <a:pt x="2209" y="18695"/>
                  </a:lnTo>
                  <a:lnTo>
                    <a:pt x="2229" y="18770"/>
                  </a:lnTo>
                  <a:lnTo>
                    <a:pt x="2290" y="18881"/>
                  </a:lnTo>
                  <a:lnTo>
                    <a:pt x="2310" y="18881"/>
                  </a:lnTo>
                  <a:lnTo>
                    <a:pt x="2310" y="18919"/>
                  </a:lnTo>
                  <a:lnTo>
                    <a:pt x="2391" y="18993"/>
                  </a:lnTo>
                  <a:lnTo>
                    <a:pt x="2452" y="19068"/>
                  </a:lnTo>
                  <a:lnTo>
                    <a:pt x="2492" y="19142"/>
                  </a:lnTo>
                  <a:lnTo>
                    <a:pt x="2573" y="19217"/>
                  </a:lnTo>
                  <a:lnTo>
                    <a:pt x="2594" y="19366"/>
                  </a:lnTo>
                  <a:lnTo>
                    <a:pt x="2594" y="19589"/>
                  </a:lnTo>
                  <a:lnTo>
                    <a:pt x="2553" y="19701"/>
                  </a:lnTo>
                  <a:lnTo>
                    <a:pt x="2533" y="19775"/>
                  </a:lnTo>
                  <a:lnTo>
                    <a:pt x="2553" y="19812"/>
                  </a:lnTo>
                  <a:lnTo>
                    <a:pt x="2675" y="19924"/>
                  </a:lnTo>
                  <a:lnTo>
                    <a:pt x="2695" y="19961"/>
                  </a:lnTo>
                  <a:lnTo>
                    <a:pt x="2715" y="19961"/>
                  </a:lnTo>
                  <a:lnTo>
                    <a:pt x="2735" y="19999"/>
                  </a:lnTo>
                  <a:lnTo>
                    <a:pt x="2776" y="20036"/>
                  </a:lnTo>
                  <a:lnTo>
                    <a:pt x="2817" y="20110"/>
                  </a:lnTo>
                  <a:lnTo>
                    <a:pt x="2857" y="20222"/>
                  </a:lnTo>
                  <a:lnTo>
                    <a:pt x="3080" y="20297"/>
                  </a:lnTo>
                  <a:lnTo>
                    <a:pt x="3100" y="20334"/>
                  </a:lnTo>
                  <a:lnTo>
                    <a:pt x="3141" y="20371"/>
                  </a:lnTo>
                  <a:lnTo>
                    <a:pt x="3161" y="20371"/>
                  </a:lnTo>
                  <a:lnTo>
                    <a:pt x="3202" y="20334"/>
                  </a:lnTo>
                  <a:lnTo>
                    <a:pt x="3242" y="20334"/>
                  </a:lnTo>
                  <a:lnTo>
                    <a:pt x="3384" y="20036"/>
                  </a:lnTo>
                  <a:lnTo>
                    <a:pt x="3404" y="20110"/>
                  </a:lnTo>
                  <a:lnTo>
                    <a:pt x="3424" y="20148"/>
                  </a:lnTo>
                  <a:lnTo>
                    <a:pt x="3445" y="20222"/>
                  </a:lnTo>
                  <a:lnTo>
                    <a:pt x="3485" y="20259"/>
                  </a:lnTo>
                  <a:lnTo>
                    <a:pt x="3546" y="20446"/>
                  </a:lnTo>
                  <a:lnTo>
                    <a:pt x="3546" y="20408"/>
                  </a:lnTo>
                  <a:lnTo>
                    <a:pt x="3526" y="20259"/>
                  </a:lnTo>
                  <a:lnTo>
                    <a:pt x="3505" y="20073"/>
                  </a:lnTo>
                  <a:lnTo>
                    <a:pt x="3505" y="19812"/>
                  </a:lnTo>
                  <a:lnTo>
                    <a:pt x="3566" y="19775"/>
                  </a:lnTo>
                  <a:lnTo>
                    <a:pt x="3546" y="19738"/>
                  </a:lnTo>
                  <a:lnTo>
                    <a:pt x="3505" y="19589"/>
                  </a:lnTo>
                  <a:lnTo>
                    <a:pt x="3505" y="19514"/>
                  </a:lnTo>
                  <a:lnTo>
                    <a:pt x="3485" y="19440"/>
                  </a:lnTo>
                  <a:lnTo>
                    <a:pt x="3526" y="19291"/>
                  </a:lnTo>
                  <a:lnTo>
                    <a:pt x="3546" y="19254"/>
                  </a:lnTo>
                  <a:lnTo>
                    <a:pt x="3526" y="19254"/>
                  </a:lnTo>
                  <a:lnTo>
                    <a:pt x="3505" y="19217"/>
                  </a:lnTo>
                  <a:lnTo>
                    <a:pt x="3424" y="19142"/>
                  </a:lnTo>
                  <a:lnTo>
                    <a:pt x="3384" y="19030"/>
                  </a:lnTo>
                  <a:lnTo>
                    <a:pt x="3364" y="18919"/>
                  </a:lnTo>
                  <a:lnTo>
                    <a:pt x="3303" y="18472"/>
                  </a:lnTo>
                  <a:lnTo>
                    <a:pt x="3343" y="18174"/>
                  </a:lnTo>
                  <a:lnTo>
                    <a:pt x="3384" y="18099"/>
                  </a:lnTo>
                  <a:lnTo>
                    <a:pt x="3485" y="17950"/>
                  </a:lnTo>
                  <a:lnTo>
                    <a:pt x="3627" y="17801"/>
                  </a:lnTo>
                  <a:lnTo>
                    <a:pt x="3830" y="17727"/>
                  </a:lnTo>
                  <a:lnTo>
                    <a:pt x="3870" y="17764"/>
                  </a:lnTo>
                  <a:lnTo>
                    <a:pt x="3951" y="17801"/>
                  </a:lnTo>
                  <a:lnTo>
                    <a:pt x="4053" y="17876"/>
                  </a:lnTo>
                  <a:lnTo>
                    <a:pt x="4134" y="17988"/>
                  </a:lnTo>
                  <a:lnTo>
                    <a:pt x="4154" y="18174"/>
                  </a:lnTo>
                  <a:lnTo>
                    <a:pt x="4154" y="18211"/>
                  </a:lnTo>
                  <a:lnTo>
                    <a:pt x="4134" y="18286"/>
                  </a:lnTo>
                  <a:lnTo>
                    <a:pt x="4113" y="18323"/>
                  </a:lnTo>
                  <a:lnTo>
                    <a:pt x="4093" y="18397"/>
                  </a:lnTo>
                  <a:lnTo>
                    <a:pt x="4053" y="18434"/>
                  </a:lnTo>
                  <a:lnTo>
                    <a:pt x="3992" y="18472"/>
                  </a:lnTo>
                  <a:lnTo>
                    <a:pt x="3850" y="18472"/>
                  </a:lnTo>
                  <a:lnTo>
                    <a:pt x="3789" y="18509"/>
                  </a:lnTo>
                  <a:lnTo>
                    <a:pt x="3749" y="18583"/>
                  </a:lnTo>
                  <a:lnTo>
                    <a:pt x="3749" y="18621"/>
                  </a:lnTo>
                  <a:lnTo>
                    <a:pt x="3728" y="18695"/>
                  </a:lnTo>
                  <a:lnTo>
                    <a:pt x="3728" y="18770"/>
                  </a:lnTo>
                  <a:lnTo>
                    <a:pt x="3830" y="19105"/>
                  </a:lnTo>
                  <a:lnTo>
                    <a:pt x="3890" y="19142"/>
                  </a:lnTo>
                  <a:lnTo>
                    <a:pt x="3911" y="19142"/>
                  </a:lnTo>
                  <a:lnTo>
                    <a:pt x="3951" y="19217"/>
                  </a:lnTo>
                  <a:lnTo>
                    <a:pt x="3951" y="19552"/>
                  </a:lnTo>
                  <a:lnTo>
                    <a:pt x="3992" y="19626"/>
                  </a:lnTo>
                  <a:lnTo>
                    <a:pt x="4012" y="19626"/>
                  </a:lnTo>
                  <a:lnTo>
                    <a:pt x="4053" y="19552"/>
                  </a:lnTo>
                  <a:lnTo>
                    <a:pt x="4093" y="19552"/>
                  </a:lnTo>
                  <a:lnTo>
                    <a:pt x="4134" y="19626"/>
                  </a:lnTo>
                  <a:lnTo>
                    <a:pt x="4154" y="19701"/>
                  </a:lnTo>
                  <a:lnTo>
                    <a:pt x="4174" y="19738"/>
                  </a:lnTo>
                  <a:lnTo>
                    <a:pt x="4174" y="19775"/>
                  </a:lnTo>
                  <a:lnTo>
                    <a:pt x="4154" y="19924"/>
                  </a:lnTo>
                  <a:lnTo>
                    <a:pt x="4053" y="19924"/>
                  </a:lnTo>
                  <a:lnTo>
                    <a:pt x="4032" y="19961"/>
                  </a:lnTo>
                  <a:lnTo>
                    <a:pt x="4012" y="19961"/>
                  </a:lnTo>
                  <a:lnTo>
                    <a:pt x="3992" y="20036"/>
                  </a:lnTo>
                  <a:lnTo>
                    <a:pt x="3992" y="20073"/>
                  </a:lnTo>
                  <a:lnTo>
                    <a:pt x="4012" y="20185"/>
                  </a:lnTo>
                  <a:lnTo>
                    <a:pt x="4053" y="20259"/>
                  </a:lnTo>
                  <a:lnTo>
                    <a:pt x="4073" y="20557"/>
                  </a:lnTo>
                  <a:lnTo>
                    <a:pt x="4134" y="20669"/>
                  </a:lnTo>
                  <a:lnTo>
                    <a:pt x="4134" y="21041"/>
                  </a:lnTo>
                  <a:lnTo>
                    <a:pt x="4316" y="20855"/>
                  </a:lnTo>
                  <a:lnTo>
                    <a:pt x="4478" y="20855"/>
                  </a:lnTo>
                  <a:lnTo>
                    <a:pt x="4579" y="20892"/>
                  </a:lnTo>
                  <a:lnTo>
                    <a:pt x="4600" y="20930"/>
                  </a:lnTo>
                  <a:lnTo>
                    <a:pt x="4640" y="20930"/>
                  </a:lnTo>
                  <a:lnTo>
                    <a:pt x="4681" y="20967"/>
                  </a:lnTo>
                  <a:lnTo>
                    <a:pt x="4701" y="20967"/>
                  </a:lnTo>
                  <a:lnTo>
                    <a:pt x="4721" y="21004"/>
                  </a:lnTo>
                  <a:lnTo>
                    <a:pt x="4843" y="21041"/>
                  </a:lnTo>
                  <a:lnTo>
                    <a:pt x="4944" y="21190"/>
                  </a:lnTo>
                  <a:lnTo>
                    <a:pt x="5005" y="21339"/>
                  </a:lnTo>
                  <a:lnTo>
                    <a:pt x="5025" y="21451"/>
                  </a:lnTo>
                  <a:lnTo>
                    <a:pt x="5045" y="21526"/>
                  </a:lnTo>
                  <a:lnTo>
                    <a:pt x="5045" y="21600"/>
                  </a:lnTo>
                  <a:lnTo>
                    <a:pt x="5147" y="21600"/>
                  </a:lnTo>
                  <a:lnTo>
                    <a:pt x="5228" y="21563"/>
                  </a:lnTo>
                  <a:lnTo>
                    <a:pt x="5268" y="21414"/>
                  </a:lnTo>
                  <a:lnTo>
                    <a:pt x="5289" y="21377"/>
                  </a:lnTo>
                  <a:lnTo>
                    <a:pt x="5309" y="21377"/>
                  </a:lnTo>
                  <a:lnTo>
                    <a:pt x="5370" y="21302"/>
                  </a:lnTo>
                  <a:lnTo>
                    <a:pt x="5410" y="21265"/>
                  </a:lnTo>
                  <a:lnTo>
                    <a:pt x="5471" y="21190"/>
                  </a:lnTo>
                  <a:lnTo>
                    <a:pt x="5491" y="21079"/>
                  </a:lnTo>
                  <a:lnTo>
                    <a:pt x="5532" y="20967"/>
                  </a:lnTo>
                  <a:lnTo>
                    <a:pt x="5572" y="20967"/>
                  </a:lnTo>
                  <a:lnTo>
                    <a:pt x="5613" y="21004"/>
                  </a:lnTo>
                  <a:lnTo>
                    <a:pt x="5734" y="21004"/>
                  </a:lnTo>
                  <a:lnTo>
                    <a:pt x="5876" y="21041"/>
                  </a:lnTo>
                  <a:lnTo>
                    <a:pt x="6018" y="21004"/>
                  </a:lnTo>
                  <a:lnTo>
                    <a:pt x="6180" y="20818"/>
                  </a:lnTo>
                  <a:lnTo>
                    <a:pt x="6261" y="20818"/>
                  </a:lnTo>
                  <a:lnTo>
                    <a:pt x="6342" y="20967"/>
                  </a:lnTo>
                  <a:lnTo>
                    <a:pt x="6362" y="20967"/>
                  </a:lnTo>
                  <a:lnTo>
                    <a:pt x="6444" y="21116"/>
                  </a:lnTo>
                  <a:lnTo>
                    <a:pt x="6525" y="21190"/>
                  </a:lnTo>
                  <a:lnTo>
                    <a:pt x="6889" y="21190"/>
                  </a:lnTo>
                  <a:lnTo>
                    <a:pt x="6869" y="21153"/>
                  </a:lnTo>
                  <a:lnTo>
                    <a:pt x="6808" y="20930"/>
                  </a:lnTo>
                  <a:lnTo>
                    <a:pt x="6788" y="20818"/>
                  </a:lnTo>
                  <a:lnTo>
                    <a:pt x="6808" y="20743"/>
                  </a:lnTo>
                  <a:lnTo>
                    <a:pt x="6788" y="20743"/>
                  </a:lnTo>
                  <a:lnTo>
                    <a:pt x="6788" y="20669"/>
                  </a:lnTo>
                  <a:lnTo>
                    <a:pt x="6747" y="20632"/>
                  </a:lnTo>
                  <a:lnTo>
                    <a:pt x="6727" y="20594"/>
                  </a:lnTo>
                  <a:lnTo>
                    <a:pt x="6687" y="20557"/>
                  </a:lnTo>
                  <a:lnTo>
                    <a:pt x="6666" y="20557"/>
                  </a:lnTo>
                  <a:lnTo>
                    <a:pt x="6646" y="20520"/>
                  </a:lnTo>
                  <a:lnTo>
                    <a:pt x="6626" y="20408"/>
                  </a:lnTo>
                  <a:lnTo>
                    <a:pt x="6626" y="20259"/>
                  </a:lnTo>
                  <a:lnTo>
                    <a:pt x="6666" y="20110"/>
                  </a:lnTo>
                  <a:lnTo>
                    <a:pt x="6747" y="20036"/>
                  </a:lnTo>
                  <a:lnTo>
                    <a:pt x="6808" y="20036"/>
                  </a:lnTo>
                  <a:lnTo>
                    <a:pt x="6910" y="20073"/>
                  </a:lnTo>
                  <a:lnTo>
                    <a:pt x="7031" y="19924"/>
                  </a:lnTo>
                  <a:lnTo>
                    <a:pt x="7051" y="19887"/>
                  </a:lnTo>
                  <a:lnTo>
                    <a:pt x="7132" y="19812"/>
                  </a:lnTo>
                  <a:lnTo>
                    <a:pt x="7234" y="19812"/>
                  </a:lnTo>
                  <a:lnTo>
                    <a:pt x="7295" y="19775"/>
                  </a:lnTo>
                  <a:lnTo>
                    <a:pt x="7335" y="19738"/>
                  </a:lnTo>
                  <a:lnTo>
                    <a:pt x="7376" y="19663"/>
                  </a:lnTo>
                  <a:lnTo>
                    <a:pt x="7457" y="19440"/>
                  </a:lnTo>
                  <a:lnTo>
                    <a:pt x="7457" y="19366"/>
                  </a:lnTo>
                  <a:lnTo>
                    <a:pt x="7477" y="19328"/>
                  </a:lnTo>
                  <a:lnTo>
                    <a:pt x="7477" y="19254"/>
                  </a:lnTo>
                  <a:lnTo>
                    <a:pt x="7497" y="19217"/>
                  </a:lnTo>
                  <a:lnTo>
                    <a:pt x="7477" y="19142"/>
                  </a:lnTo>
                  <a:lnTo>
                    <a:pt x="7477" y="19105"/>
                  </a:lnTo>
                  <a:lnTo>
                    <a:pt x="7436" y="19105"/>
                  </a:lnTo>
                  <a:lnTo>
                    <a:pt x="7416" y="19030"/>
                  </a:lnTo>
                  <a:lnTo>
                    <a:pt x="7396" y="18993"/>
                  </a:lnTo>
                  <a:lnTo>
                    <a:pt x="7376" y="18919"/>
                  </a:lnTo>
                  <a:lnTo>
                    <a:pt x="7376" y="18807"/>
                  </a:lnTo>
                  <a:lnTo>
                    <a:pt x="7436" y="18732"/>
                  </a:lnTo>
                  <a:lnTo>
                    <a:pt x="7497" y="18732"/>
                  </a:lnTo>
                  <a:lnTo>
                    <a:pt x="7538" y="18658"/>
                  </a:lnTo>
                  <a:lnTo>
                    <a:pt x="7538" y="18546"/>
                  </a:lnTo>
                  <a:lnTo>
                    <a:pt x="7558" y="18546"/>
                  </a:lnTo>
                  <a:lnTo>
                    <a:pt x="7578" y="18509"/>
                  </a:lnTo>
                  <a:lnTo>
                    <a:pt x="7659" y="18509"/>
                  </a:lnTo>
                  <a:lnTo>
                    <a:pt x="7700" y="18472"/>
                  </a:lnTo>
                  <a:lnTo>
                    <a:pt x="7740" y="18397"/>
                  </a:lnTo>
                  <a:lnTo>
                    <a:pt x="7781" y="18286"/>
                  </a:lnTo>
                  <a:lnTo>
                    <a:pt x="7801" y="18174"/>
                  </a:lnTo>
                  <a:lnTo>
                    <a:pt x="7801" y="18062"/>
                  </a:lnTo>
                  <a:lnTo>
                    <a:pt x="7821" y="17950"/>
                  </a:lnTo>
                  <a:lnTo>
                    <a:pt x="7842" y="17876"/>
                  </a:lnTo>
                  <a:lnTo>
                    <a:pt x="7882" y="17801"/>
                  </a:lnTo>
                  <a:lnTo>
                    <a:pt x="7943" y="17764"/>
                  </a:lnTo>
                  <a:lnTo>
                    <a:pt x="8044" y="17764"/>
                  </a:lnTo>
                  <a:lnTo>
                    <a:pt x="8085" y="17727"/>
                  </a:lnTo>
                  <a:lnTo>
                    <a:pt x="8105" y="17652"/>
                  </a:lnTo>
                  <a:lnTo>
                    <a:pt x="8125" y="17541"/>
                  </a:lnTo>
                  <a:lnTo>
                    <a:pt x="8146" y="17466"/>
                  </a:lnTo>
                  <a:lnTo>
                    <a:pt x="8247" y="17280"/>
                  </a:lnTo>
                  <a:lnTo>
                    <a:pt x="8287" y="17243"/>
                  </a:lnTo>
                  <a:lnTo>
                    <a:pt x="8368" y="17206"/>
                  </a:lnTo>
                  <a:lnTo>
                    <a:pt x="8409" y="17206"/>
                  </a:lnTo>
                  <a:lnTo>
                    <a:pt x="8450" y="17131"/>
                  </a:lnTo>
                  <a:lnTo>
                    <a:pt x="8450" y="16982"/>
                  </a:lnTo>
                  <a:lnTo>
                    <a:pt x="8470" y="16945"/>
                  </a:lnTo>
                  <a:lnTo>
                    <a:pt x="8470" y="16908"/>
                  </a:lnTo>
                  <a:lnTo>
                    <a:pt x="8490" y="16833"/>
                  </a:lnTo>
                  <a:lnTo>
                    <a:pt x="8510" y="16796"/>
                  </a:lnTo>
                  <a:lnTo>
                    <a:pt x="8551" y="16759"/>
                  </a:lnTo>
                  <a:lnTo>
                    <a:pt x="8612" y="16721"/>
                  </a:lnTo>
                  <a:lnTo>
                    <a:pt x="8835" y="16721"/>
                  </a:lnTo>
                  <a:lnTo>
                    <a:pt x="8835" y="16684"/>
                  </a:lnTo>
                  <a:lnTo>
                    <a:pt x="8895" y="16572"/>
                  </a:lnTo>
                  <a:lnTo>
                    <a:pt x="8936" y="16535"/>
                  </a:lnTo>
                  <a:lnTo>
                    <a:pt x="8976" y="16535"/>
                  </a:lnTo>
                  <a:lnTo>
                    <a:pt x="9138" y="16610"/>
                  </a:lnTo>
                  <a:lnTo>
                    <a:pt x="9260" y="16610"/>
                  </a:lnTo>
                  <a:lnTo>
                    <a:pt x="9361" y="16684"/>
                  </a:lnTo>
                  <a:lnTo>
                    <a:pt x="9463" y="16796"/>
                  </a:lnTo>
                  <a:lnTo>
                    <a:pt x="9645" y="17131"/>
                  </a:lnTo>
                  <a:lnTo>
                    <a:pt x="9665" y="17094"/>
                  </a:lnTo>
                  <a:lnTo>
                    <a:pt x="9706" y="17094"/>
                  </a:lnTo>
                  <a:lnTo>
                    <a:pt x="9726" y="17019"/>
                  </a:lnTo>
                  <a:lnTo>
                    <a:pt x="9767" y="16982"/>
                  </a:lnTo>
                  <a:lnTo>
                    <a:pt x="9787" y="16870"/>
                  </a:lnTo>
                  <a:lnTo>
                    <a:pt x="9787" y="16759"/>
                  </a:lnTo>
                  <a:lnTo>
                    <a:pt x="9807" y="16721"/>
                  </a:lnTo>
                  <a:lnTo>
                    <a:pt x="9848" y="16684"/>
                  </a:lnTo>
                  <a:lnTo>
                    <a:pt x="9908" y="16684"/>
                  </a:lnTo>
                  <a:lnTo>
                    <a:pt x="10030" y="16461"/>
                  </a:lnTo>
                  <a:lnTo>
                    <a:pt x="10131" y="16349"/>
                  </a:lnTo>
                  <a:lnTo>
                    <a:pt x="10253" y="16349"/>
                  </a:lnTo>
                  <a:lnTo>
                    <a:pt x="10374" y="16423"/>
                  </a:lnTo>
                  <a:lnTo>
                    <a:pt x="10496" y="16423"/>
                  </a:lnTo>
                  <a:lnTo>
                    <a:pt x="10597" y="16386"/>
                  </a:lnTo>
                  <a:lnTo>
                    <a:pt x="10759" y="16423"/>
                  </a:lnTo>
                  <a:lnTo>
                    <a:pt x="10942" y="16572"/>
                  </a:lnTo>
                  <a:lnTo>
                    <a:pt x="11144" y="16796"/>
                  </a:lnTo>
                  <a:lnTo>
                    <a:pt x="11165" y="16796"/>
                  </a:lnTo>
                  <a:lnTo>
                    <a:pt x="11226" y="16833"/>
                  </a:lnTo>
                  <a:lnTo>
                    <a:pt x="11347" y="16833"/>
                  </a:lnTo>
                  <a:lnTo>
                    <a:pt x="11529" y="16759"/>
                  </a:lnTo>
                  <a:lnTo>
                    <a:pt x="11651" y="16684"/>
                  </a:lnTo>
                  <a:lnTo>
                    <a:pt x="11732" y="16610"/>
                  </a:lnTo>
                  <a:lnTo>
                    <a:pt x="11793" y="16535"/>
                  </a:lnTo>
                  <a:lnTo>
                    <a:pt x="11813" y="16461"/>
                  </a:lnTo>
                  <a:lnTo>
                    <a:pt x="11833" y="16423"/>
                  </a:lnTo>
                  <a:lnTo>
                    <a:pt x="11833" y="16386"/>
                  </a:lnTo>
                  <a:lnTo>
                    <a:pt x="11914" y="16386"/>
                  </a:lnTo>
                  <a:lnTo>
                    <a:pt x="12036" y="16461"/>
                  </a:lnTo>
                  <a:lnTo>
                    <a:pt x="12178" y="16610"/>
                  </a:lnTo>
                  <a:lnTo>
                    <a:pt x="12401" y="16759"/>
                  </a:lnTo>
                  <a:lnTo>
                    <a:pt x="12603" y="16461"/>
                  </a:lnTo>
                  <a:lnTo>
                    <a:pt x="12603" y="15977"/>
                  </a:lnTo>
                  <a:lnTo>
                    <a:pt x="12664" y="15716"/>
                  </a:lnTo>
                  <a:lnTo>
                    <a:pt x="12725" y="15492"/>
                  </a:lnTo>
                  <a:lnTo>
                    <a:pt x="12867" y="15381"/>
                  </a:lnTo>
                  <a:lnTo>
                    <a:pt x="13049" y="15343"/>
                  </a:lnTo>
                  <a:lnTo>
                    <a:pt x="13211" y="15381"/>
                  </a:lnTo>
                  <a:lnTo>
                    <a:pt x="13292" y="15492"/>
                  </a:lnTo>
                  <a:lnTo>
                    <a:pt x="13373" y="15716"/>
                  </a:lnTo>
                  <a:lnTo>
                    <a:pt x="13414" y="15865"/>
                  </a:lnTo>
                  <a:lnTo>
                    <a:pt x="13434" y="15977"/>
                  </a:lnTo>
                  <a:lnTo>
                    <a:pt x="13475" y="16274"/>
                  </a:lnTo>
                  <a:lnTo>
                    <a:pt x="13576" y="16461"/>
                  </a:lnTo>
                  <a:lnTo>
                    <a:pt x="13657" y="16647"/>
                  </a:lnTo>
                  <a:lnTo>
                    <a:pt x="13718" y="16833"/>
                  </a:lnTo>
                  <a:lnTo>
                    <a:pt x="13758" y="17057"/>
                  </a:lnTo>
                  <a:lnTo>
                    <a:pt x="13779" y="17019"/>
                  </a:lnTo>
                  <a:lnTo>
                    <a:pt x="13941" y="17019"/>
                  </a:lnTo>
                  <a:lnTo>
                    <a:pt x="14022" y="17168"/>
                  </a:lnTo>
                  <a:lnTo>
                    <a:pt x="14062" y="17280"/>
                  </a:lnTo>
                  <a:lnTo>
                    <a:pt x="14062" y="17354"/>
                  </a:lnTo>
                  <a:lnTo>
                    <a:pt x="14123" y="17466"/>
                  </a:lnTo>
                  <a:lnTo>
                    <a:pt x="14204" y="17466"/>
                  </a:lnTo>
                  <a:lnTo>
                    <a:pt x="14265" y="17429"/>
                  </a:lnTo>
                  <a:lnTo>
                    <a:pt x="14326" y="17354"/>
                  </a:lnTo>
                  <a:lnTo>
                    <a:pt x="14326" y="17317"/>
                  </a:lnTo>
                  <a:lnTo>
                    <a:pt x="14346" y="17280"/>
                  </a:lnTo>
                  <a:lnTo>
                    <a:pt x="14366" y="17206"/>
                  </a:lnTo>
                  <a:lnTo>
                    <a:pt x="14407" y="17094"/>
                  </a:lnTo>
                  <a:lnTo>
                    <a:pt x="14468" y="17019"/>
                  </a:lnTo>
                  <a:lnTo>
                    <a:pt x="14508" y="16908"/>
                  </a:lnTo>
                  <a:lnTo>
                    <a:pt x="14569" y="16833"/>
                  </a:lnTo>
                  <a:lnTo>
                    <a:pt x="14630" y="16796"/>
                  </a:lnTo>
                  <a:lnTo>
                    <a:pt x="14630" y="17019"/>
                  </a:lnTo>
                  <a:lnTo>
                    <a:pt x="14609" y="17131"/>
                  </a:lnTo>
                  <a:lnTo>
                    <a:pt x="14589" y="17280"/>
                  </a:lnTo>
                  <a:lnTo>
                    <a:pt x="14447" y="17801"/>
                  </a:lnTo>
                  <a:lnTo>
                    <a:pt x="14366" y="18025"/>
                  </a:lnTo>
                  <a:lnTo>
                    <a:pt x="14184" y="18397"/>
                  </a:lnTo>
                  <a:lnTo>
                    <a:pt x="14143" y="18583"/>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259" name="Shape 259"/>
            <p:cNvSpPr/>
            <p:nvPr/>
          </p:nvSpPr>
          <p:spPr>
            <a:xfrm>
              <a:off x="6373617" y="6194744"/>
              <a:ext cx="367876" cy="496266"/>
            </a:xfrm>
            <a:custGeom>
              <a:avLst/>
              <a:gdLst/>
              <a:ahLst/>
              <a:cxnLst>
                <a:cxn ang="0">
                  <a:pos x="wd2" y="hd2"/>
                </a:cxn>
                <a:cxn ang="5400000">
                  <a:pos x="wd2" y="hd2"/>
                </a:cxn>
                <a:cxn ang="10800000">
                  <a:pos x="wd2" y="hd2"/>
                </a:cxn>
                <a:cxn ang="16200000">
                  <a:pos x="wd2" y="hd2"/>
                </a:cxn>
              </a:cxnLst>
              <a:rect l="0" t="0" r="r" b="b"/>
              <a:pathLst>
                <a:path w="21600" h="21600" extrusionOk="0">
                  <a:moveTo>
                    <a:pt x="0" y="4841"/>
                  </a:moveTo>
                  <a:lnTo>
                    <a:pt x="1005" y="4841"/>
                  </a:lnTo>
                  <a:lnTo>
                    <a:pt x="2009" y="5214"/>
                  </a:lnTo>
                  <a:lnTo>
                    <a:pt x="2009" y="5586"/>
                  </a:lnTo>
                  <a:lnTo>
                    <a:pt x="2512" y="5959"/>
                  </a:lnTo>
                  <a:lnTo>
                    <a:pt x="2512" y="6703"/>
                  </a:lnTo>
                  <a:lnTo>
                    <a:pt x="5023" y="6703"/>
                  </a:lnTo>
                  <a:lnTo>
                    <a:pt x="5526" y="7448"/>
                  </a:lnTo>
                  <a:lnTo>
                    <a:pt x="5526" y="8938"/>
                  </a:lnTo>
                  <a:lnTo>
                    <a:pt x="5023" y="10055"/>
                  </a:lnTo>
                  <a:lnTo>
                    <a:pt x="5023" y="10800"/>
                  </a:lnTo>
                  <a:lnTo>
                    <a:pt x="4521" y="11172"/>
                  </a:lnTo>
                  <a:lnTo>
                    <a:pt x="4521" y="11545"/>
                  </a:lnTo>
                  <a:lnTo>
                    <a:pt x="6028" y="11545"/>
                  </a:lnTo>
                  <a:lnTo>
                    <a:pt x="6530" y="11172"/>
                  </a:lnTo>
                  <a:lnTo>
                    <a:pt x="7535" y="10800"/>
                  </a:lnTo>
                  <a:lnTo>
                    <a:pt x="8037" y="10428"/>
                  </a:lnTo>
                  <a:lnTo>
                    <a:pt x="9544" y="10428"/>
                  </a:lnTo>
                  <a:lnTo>
                    <a:pt x="10047" y="10800"/>
                  </a:lnTo>
                  <a:lnTo>
                    <a:pt x="10549" y="10800"/>
                  </a:lnTo>
                  <a:lnTo>
                    <a:pt x="12558" y="12290"/>
                  </a:lnTo>
                  <a:lnTo>
                    <a:pt x="14567" y="14524"/>
                  </a:lnTo>
                  <a:lnTo>
                    <a:pt x="15070" y="15641"/>
                  </a:lnTo>
                  <a:lnTo>
                    <a:pt x="15070" y="16386"/>
                  </a:lnTo>
                  <a:lnTo>
                    <a:pt x="15572" y="17503"/>
                  </a:lnTo>
                  <a:lnTo>
                    <a:pt x="15572" y="20110"/>
                  </a:lnTo>
                  <a:lnTo>
                    <a:pt x="15070" y="20483"/>
                  </a:lnTo>
                  <a:lnTo>
                    <a:pt x="17079" y="21600"/>
                  </a:lnTo>
                  <a:lnTo>
                    <a:pt x="17581" y="21228"/>
                  </a:lnTo>
                  <a:lnTo>
                    <a:pt x="21600" y="21228"/>
                  </a:lnTo>
                  <a:lnTo>
                    <a:pt x="21600" y="18621"/>
                  </a:lnTo>
                  <a:lnTo>
                    <a:pt x="21098" y="16386"/>
                  </a:lnTo>
                  <a:lnTo>
                    <a:pt x="20093" y="14524"/>
                  </a:lnTo>
                  <a:lnTo>
                    <a:pt x="14567" y="10428"/>
                  </a:lnTo>
                  <a:lnTo>
                    <a:pt x="13563" y="10055"/>
                  </a:lnTo>
                  <a:lnTo>
                    <a:pt x="13060" y="9310"/>
                  </a:lnTo>
                  <a:lnTo>
                    <a:pt x="12056" y="8938"/>
                  </a:lnTo>
                  <a:lnTo>
                    <a:pt x="11553" y="8193"/>
                  </a:lnTo>
                  <a:lnTo>
                    <a:pt x="12056" y="7448"/>
                  </a:lnTo>
                  <a:lnTo>
                    <a:pt x="13060" y="6703"/>
                  </a:lnTo>
                  <a:lnTo>
                    <a:pt x="13060" y="6331"/>
                  </a:lnTo>
                  <a:lnTo>
                    <a:pt x="13563" y="5586"/>
                  </a:lnTo>
                  <a:lnTo>
                    <a:pt x="13563" y="4841"/>
                  </a:lnTo>
                  <a:lnTo>
                    <a:pt x="13060" y="4469"/>
                  </a:lnTo>
                  <a:lnTo>
                    <a:pt x="12558" y="3724"/>
                  </a:lnTo>
                  <a:lnTo>
                    <a:pt x="10047" y="2979"/>
                  </a:lnTo>
                  <a:lnTo>
                    <a:pt x="9544" y="745"/>
                  </a:lnTo>
                  <a:lnTo>
                    <a:pt x="9042" y="745"/>
                  </a:lnTo>
                  <a:lnTo>
                    <a:pt x="9042" y="372"/>
                  </a:lnTo>
                  <a:lnTo>
                    <a:pt x="8540" y="0"/>
                  </a:lnTo>
                  <a:lnTo>
                    <a:pt x="7033" y="0"/>
                  </a:lnTo>
                  <a:lnTo>
                    <a:pt x="6028" y="372"/>
                  </a:lnTo>
                  <a:lnTo>
                    <a:pt x="6028" y="3724"/>
                  </a:lnTo>
                  <a:lnTo>
                    <a:pt x="4521" y="3724"/>
                  </a:lnTo>
                  <a:lnTo>
                    <a:pt x="3516" y="4097"/>
                  </a:lnTo>
                  <a:lnTo>
                    <a:pt x="3014" y="4097"/>
                  </a:lnTo>
                  <a:lnTo>
                    <a:pt x="0" y="4841"/>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260" name="Shape 260"/>
            <p:cNvSpPr/>
            <p:nvPr/>
          </p:nvSpPr>
          <p:spPr>
            <a:xfrm>
              <a:off x="4294706" y="5373341"/>
              <a:ext cx="855521" cy="744399"/>
            </a:xfrm>
            <a:custGeom>
              <a:avLst/>
              <a:gdLst/>
              <a:ahLst/>
              <a:cxnLst>
                <a:cxn ang="0">
                  <a:pos x="wd2" y="hd2"/>
                </a:cxn>
                <a:cxn ang="5400000">
                  <a:pos x="wd2" y="hd2"/>
                </a:cxn>
                <a:cxn ang="10800000">
                  <a:pos x="wd2" y="hd2"/>
                </a:cxn>
                <a:cxn ang="16200000">
                  <a:pos x="wd2" y="hd2"/>
                </a:cxn>
              </a:cxnLst>
              <a:rect l="0" t="0" r="r" b="b"/>
              <a:pathLst>
                <a:path w="21600" h="21600" extrusionOk="0">
                  <a:moveTo>
                    <a:pt x="16632" y="0"/>
                  </a:moveTo>
                  <a:lnTo>
                    <a:pt x="16632" y="248"/>
                  </a:lnTo>
                  <a:lnTo>
                    <a:pt x="16200" y="248"/>
                  </a:lnTo>
                  <a:lnTo>
                    <a:pt x="15336" y="1241"/>
                  </a:lnTo>
                  <a:lnTo>
                    <a:pt x="15336" y="1738"/>
                  </a:lnTo>
                  <a:lnTo>
                    <a:pt x="13608" y="2234"/>
                  </a:lnTo>
                  <a:lnTo>
                    <a:pt x="13176" y="3476"/>
                  </a:lnTo>
                  <a:lnTo>
                    <a:pt x="12960" y="3476"/>
                  </a:lnTo>
                  <a:lnTo>
                    <a:pt x="12744" y="3724"/>
                  </a:lnTo>
                  <a:lnTo>
                    <a:pt x="12528" y="3724"/>
                  </a:lnTo>
                  <a:lnTo>
                    <a:pt x="12096" y="3972"/>
                  </a:lnTo>
                  <a:lnTo>
                    <a:pt x="11880" y="4469"/>
                  </a:lnTo>
                  <a:lnTo>
                    <a:pt x="11880" y="5710"/>
                  </a:lnTo>
                  <a:lnTo>
                    <a:pt x="9936" y="8193"/>
                  </a:lnTo>
                  <a:lnTo>
                    <a:pt x="8208" y="8193"/>
                  </a:lnTo>
                  <a:lnTo>
                    <a:pt x="7776" y="8441"/>
                  </a:lnTo>
                  <a:lnTo>
                    <a:pt x="7128" y="8690"/>
                  </a:lnTo>
                  <a:lnTo>
                    <a:pt x="6696" y="9186"/>
                  </a:lnTo>
                  <a:lnTo>
                    <a:pt x="6480" y="9683"/>
                  </a:lnTo>
                  <a:lnTo>
                    <a:pt x="5616" y="10676"/>
                  </a:lnTo>
                  <a:lnTo>
                    <a:pt x="5184" y="10924"/>
                  </a:lnTo>
                  <a:lnTo>
                    <a:pt x="4752" y="11421"/>
                  </a:lnTo>
                  <a:lnTo>
                    <a:pt x="4536" y="11421"/>
                  </a:lnTo>
                  <a:lnTo>
                    <a:pt x="4320" y="11669"/>
                  </a:lnTo>
                  <a:lnTo>
                    <a:pt x="3456" y="11917"/>
                  </a:lnTo>
                  <a:lnTo>
                    <a:pt x="2160" y="12166"/>
                  </a:lnTo>
                  <a:lnTo>
                    <a:pt x="864" y="12166"/>
                  </a:lnTo>
                  <a:lnTo>
                    <a:pt x="0" y="11917"/>
                  </a:lnTo>
                  <a:lnTo>
                    <a:pt x="1296" y="14400"/>
                  </a:lnTo>
                  <a:lnTo>
                    <a:pt x="1512" y="14897"/>
                  </a:lnTo>
                  <a:lnTo>
                    <a:pt x="1512" y="16138"/>
                  </a:lnTo>
                  <a:lnTo>
                    <a:pt x="1296" y="16386"/>
                  </a:lnTo>
                  <a:lnTo>
                    <a:pt x="864" y="16634"/>
                  </a:lnTo>
                  <a:lnTo>
                    <a:pt x="648" y="17131"/>
                  </a:lnTo>
                  <a:lnTo>
                    <a:pt x="432" y="17876"/>
                  </a:lnTo>
                  <a:lnTo>
                    <a:pt x="432" y="19117"/>
                  </a:lnTo>
                  <a:lnTo>
                    <a:pt x="864" y="20110"/>
                  </a:lnTo>
                  <a:lnTo>
                    <a:pt x="1080" y="19862"/>
                  </a:lnTo>
                  <a:lnTo>
                    <a:pt x="1512" y="19862"/>
                  </a:lnTo>
                  <a:lnTo>
                    <a:pt x="1944" y="19614"/>
                  </a:lnTo>
                  <a:lnTo>
                    <a:pt x="2376" y="19614"/>
                  </a:lnTo>
                  <a:lnTo>
                    <a:pt x="2592" y="19366"/>
                  </a:lnTo>
                  <a:lnTo>
                    <a:pt x="3240" y="19366"/>
                  </a:lnTo>
                  <a:lnTo>
                    <a:pt x="3672" y="19614"/>
                  </a:lnTo>
                  <a:lnTo>
                    <a:pt x="5616" y="19614"/>
                  </a:lnTo>
                  <a:lnTo>
                    <a:pt x="6048" y="19862"/>
                  </a:lnTo>
                  <a:lnTo>
                    <a:pt x="6480" y="19862"/>
                  </a:lnTo>
                  <a:lnTo>
                    <a:pt x="6912" y="20110"/>
                  </a:lnTo>
                  <a:lnTo>
                    <a:pt x="7128" y="20607"/>
                  </a:lnTo>
                  <a:lnTo>
                    <a:pt x="8208" y="21600"/>
                  </a:lnTo>
                  <a:lnTo>
                    <a:pt x="9936" y="19366"/>
                  </a:lnTo>
                  <a:lnTo>
                    <a:pt x="10152" y="19366"/>
                  </a:lnTo>
                  <a:lnTo>
                    <a:pt x="10368" y="19117"/>
                  </a:lnTo>
                  <a:lnTo>
                    <a:pt x="12960" y="19117"/>
                  </a:lnTo>
                  <a:lnTo>
                    <a:pt x="13176" y="16634"/>
                  </a:lnTo>
                  <a:lnTo>
                    <a:pt x="12312" y="16138"/>
                  </a:lnTo>
                  <a:lnTo>
                    <a:pt x="12312" y="15145"/>
                  </a:lnTo>
                  <a:lnTo>
                    <a:pt x="12528" y="13903"/>
                  </a:lnTo>
                  <a:lnTo>
                    <a:pt x="12960" y="12662"/>
                  </a:lnTo>
                  <a:lnTo>
                    <a:pt x="14256" y="11421"/>
                  </a:lnTo>
                  <a:lnTo>
                    <a:pt x="16416" y="10179"/>
                  </a:lnTo>
                  <a:lnTo>
                    <a:pt x="16632" y="9931"/>
                  </a:lnTo>
                  <a:lnTo>
                    <a:pt x="16848" y="9434"/>
                  </a:lnTo>
                  <a:lnTo>
                    <a:pt x="17496" y="8690"/>
                  </a:lnTo>
                  <a:lnTo>
                    <a:pt x="17712" y="8193"/>
                  </a:lnTo>
                  <a:lnTo>
                    <a:pt x="17712" y="7697"/>
                  </a:lnTo>
                  <a:lnTo>
                    <a:pt x="18576" y="7697"/>
                  </a:lnTo>
                  <a:lnTo>
                    <a:pt x="18576" y="7448"/>
                  </a:lnTo>
                  <a:lnTo>
                    <a:pt x="18360" y="7200"/>
                  </a:lnTo>
                  <a:lnTo>
                    <a:pt x="18360" y="6952"/>
                  </a:lnTo>
                  <a:lnTo>
                    <a:pt x="18576" y="6455"/>
                  </a:lnTo>
                  <a:lnTo>
                    <a:pt x="18792" y="6207"/>
                  </a:lnTo>
                  <a:lnTo>
                    <a:pt x="19008" y="5710"/>
                  </a:lnTo>
                  <a:lnTo>
                    <a:pt x="19440" y="5710"/>
                  </a:lnTo>
                  <a:lnTo>
                    <a:pt x="19872" y="5462"/>
                  </a:lnTo>
                  <a:lnTo>
                    <a:pt x="20736" y="5462"/>
                  </a:lnTo>
                  <a:lnTo>
                    <a:pt x="21168" y="5710"/>
                  </a:lnTo>
                  <a:lnTo>
                    <a:pt x="21600" y="5710"/>
                  </a:lnTo>
                  <a:lnTo>
                    <a:pt x="21600" y="5462"/>
                  </a:lnTo>
                  <a:lnTo>
                    <a:pt x="21168" y="4966"/>
                  </a:lnTo>
                  <a:lnTo>
                    <a:pt x="20736" y="4717"/>
                  </a:lnTo>
                  <a:lnTo>
                    <a:pt x="20520" y="4717"/>
                  </a:lnTo>
                  <a:lnTo>
                    <a:pt x="20088" y="4469"/>
                  </a:lnTo>
                  <a:lnTo>
                    <a:pt x="19872" y="4469"/>
                  </a:lnTo>
                  <a:lnTo>
                    <a:pt x="19656" y="4221"/>
                  </a:lnTo>
                  <a:lnTo>
                    <a:pt x="19656" y="3972"/>
                  </a:lnTo>
                  <a:lnTo>
                    <a:pt x="19440" y="3972"/>
                  </a:lnTo>
                  <a:lnTo>
                    <a:pt x="19008" y="3476"/>
                  </a:lnTo>
                  <a:lnTo>
                    <a:pt x="18576" y="3228"/>
                  </a:lnTo>
                  <a:lnTo>
                    <a:pt x="17928" y="3228"/>
                  </a:lnTo>
                  <a:lnTo>
                    <a:pt x="17280" y="3476"/>
                  </a:lnTo>
                  <a:lnTo>
                    <a:pt x="17064" y="3228"/>
                  </a:lnTo>
                  <a:lnTo>
                    <a:pt x="16848" y="2731"/>
                  </a:lnTo>
                  <a:lnTo>
                    <a:pt x="16848" y="1738"/>
                  </a:lnTo>
                  <a:lnTo>
                    <a:pt x="18576" y="0"/>
                  </a:lnTo>
                  <a:lnTo>
                    <a:pt x="16632" y="0"/>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261" name="Shape 261"/>
            <p:cNvSpPr/>
            <p:nvPr/>
          </p:nvSpPr>
          <p:spPr>
            <a:xfrm>
              <a:off x="6339397" y="7135935"/>
              <a:ext cx="290878" cy="282359"/>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5082" y="8509"/>
                  </a:lnTo>
                  <a:lnTo>
                    <a:pt x="5718" y="9164"/>
                  </a:lnTo>
                  <a:lnTo>
                    <a:pt x="12071" y="14400"/>
                  </a:lnTo>
                  <a:lnTo>
                    <a:pt x="15882" y="17673"/>
                  </a:lnTo>
                  <a:lnTo>
                    <a:pt x="19059" y="20291"/>
                  </a:lnTo>
                  <a:lnTo>
                    <a:pt x="20965" y="21600"/>
                  </a:lnTo>
                  <a:lnTo>
                    <a:pt x="21600" y="21600"/>
                  </a:lnTo>
                  <a:lnTo>
                    <a:pt x="21600" y="18982"/>
                  </a:lnTo>
                  <a:lnTo>
                    <a:pt x="20965" y="18327"/>
                  </a:lnTo>
                  <a:lnTo>
                    <a:pt x="20965" y="17673"/>
                  </a:lnTo>
                  <a:lnTo>
                    <a:pt x="18424" y="13745"/>
                  </a:lnTo>
                  <a:lnTo>
                    <a:pt x="18424" y="11782"/>
                  </a:lnTo>
                  <a:lnTo>
                    <a:pt x="17788" y="10473"/>
                  </a:lnTo>
                  <a:lnTo>
                    <a:pt x="17788" y="8509"/>
                  </a:lnTo>
                  <a:lnTo>
                    <a:pt x="17153" y="7855"/>
                  </a:lnTo>
                  <a:lnTo>
                    <a:pt x="14612" y="3927"/>
                  </a:lnTo>
                  <a:lnTo>
                    <a:pt x="12071" y="4582"/>
                  </a:lnTo>
                  <a:lnTo>
                    <a:pt x="9529" y="1309"/>
                  </a:lnTo>
                  <a:lnTo>
                    <a:pt x="3812" y="1964"/>
                  </a:lnTo>
                  <a:lnTo>
                    <a:pt x="0" y="0"/>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262" name="Shape 262"/>
            <p:cNvSpPr/>
            <p:nvPr/>
          </p:nvSpPr>
          <p:spPr>
            <a:xfrm>
              <a:off x="5749089" y="6049288"/>
              <a:ext cx="230992" cy="239577"/>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19200" y="16971"/>
                  </a:lnTo>
                  <a:lnTo>
                    <a:pt x="19200" y="16200"/>
                  </a:lnTo>
                  <a:lnTo>
                    <a:pt x="16000" y="14657"/>
                  </a:lnTo>
                  <a:lnTo>
                    <a:pt x="15200" y="13886"/>
                  </a:lnTo>
                  <a:lnTo>
                    <a:pt x="11200" y="13886"/>
                  </a:lnTo>
                  <a:lnTo>
                    <a:pt x="8000" y="15429"/>
                  </a:lnTo>
                  <a:lnTo>
                    <a:pt x="8000" y="16200"/>
                  </a:lnTo>
                  <a:lnTo>
                    <a:pt x="7200" y="16200"/>
                  </a:lnTo>
                  <a:lnTo>
                    <a:pt x="7200" y="16971"/>
                  </a:lnTo>
                  <a:lnTo>
                    <a:pt x="6400" y="16971"/>
                  </a:lnTo>
                  <a:lnTo>
                    <a:pt x="4800" y="17743"/>
                  </a:lnTo>
                  <a:lnTo>
                    <a:pt x="2400" y="17743"/>
                  </a:lnTo>
                  <a:lnTo>
                    <a:pt x="2400" y="11571"/>
                  </a:lnTo>
                  <a:lnTo>
                    <a:pt x="1600" y="10029"/>
                  </a:lnTo>
                  <a:lnTo>
                    <a:pt x="800" y="10029"/>
                  </a:lnTo>
                  <a:lnTo>
                    <a:pt x="800" y="9257"/>
                  </a:lnTo>
                  <a:lnTo>
                    <a:pt x="0" y="8486"/>
                  </a:lnTo>
                  <a:lnTo>
                    <a:pt x="0" y="5400"/>
                  </a:lnTo>
                  <a:lnTo>
                    <a:pt x="800" y="4629"/>
                  </a:lnTo>
                  <a:lnTo>
                    <a:pt x="800" y="3086"/>
                  </a:lnTo>
                  <a:lnTo>
                    <a:pt x="1600" y="1543"/>
                  </a:lnTo>
                  <a:lnTo>
                    <a:pt x="1600" y="771"/>
                  </a:lnTo>
                  <a:lnTo>
                    <a:pt x="2400" y="0"/>
                  </a:lnTo>
                  <a:lnTo>
                    <a:pt x="10400" y="0"/>
                  </a:lnTo>
                  <a:lnTo>
                    <a:pt x="11200" y="771"/>
                  </a:lnTo>
                  <a:lnTo>
                    <a:pt x="12000" y="2314"/>
                  </a:lnTo>
                  <a:lnTo>
                    <a:pt x="12000" y="5400"/>
                  </a:lnTo>
                  <a:lnTo>
                    <a:pt x="13600" y="10800"/>
                  </a:lnTo>
                  <a:lnTo>
                    <a:pt x="15200" y="9257"/>
                  </a:lnTo>
                  <a:lnTo>
                    <a:pt x="16000" y="7714"/>
                  </a:lnTo>
                  <a:lnTo>
                    <a:pt x="16000" y="6943"/>
                  </a:lnTo>
                  <a:lnTo>
                    <a:pt x="16800" y="5400"/>
                  </a:lnTo>
                  <a:lnTo>
                    <a:pt x="17600" y="4629"/>
                  </a:lnTo>
                  <a:lnTo>
                    <a:pt x="18400" y="4629"/>
                  </a:lnTo>
                  <a:lnTo>
                    <a:pt x="19200" y="5400"/>
                  </a:lnTo>
                  <a:lnTo>
                    <a:pt x="19200" y="6943"/>
                  </a:lnTo>
                  <a:lnTo>
                    <a:pt x="20800" y="13114"/>
                  </a:lnTo>
                  <a:lnTo>
                    <a:pt x="21600" y="17743"/>
                  </a:lnTo>
                  <a:lnTo>
                    <a:pt x="21600" y="21600"/>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263" name="Shape 263"/>
            <p:cNvSpPr/>
            <p:nvPr/>
          </p:nvSpPr>
          <p:spPr>
            <a:xfrm>
              <a:off x="5962968" y="5886718"/>
              <a:ext cx="427761" cy="1163655"/>
            </a:xfrm>
            <a:custGeom>
              <a:avLst/>
              <a:gdLst/>
              <a:ahLst/>
              <a:cxnLst>
                <a:cxn ang="0">
                  <a:pos x="wd2" y="hd2"/>
                </a:cxn>
                <a:cxn ang="5400000">
                  <a:pos x="wd2" y="hd2"/>
                </a:cxn>
                <a:cxn ang="10800000">
                  <a:pos x="wd2" y="hd2"/>
                </a:cxn>
                <a:cxn ang="16200000">
                  <a:pos x="wd2" y="hd2"/>
                </a:cxn>
              </a:cxnLst>
              <a:rect l="0" t="0" r="r" b="b"/>
              <a:pathLst>
                <a:path w="21600" h="21600" extrusionOk="0">
                  <a:moveTo>
                    <a:pt x="13392" y="12229"/>
                  </a:moveTo>
                  <a:lnTo>
                    <a:pt x="8640" y="13500"/>
                  </a:lnTo>
                  <a:lnTo>
                    <a:pt x="5616" y="13341"/>
                  </a:lnTo>
                  <a:lnTo>
                    <a:pt x="5616" y="11276"/>
                  </a:lnTo>
                  <a:lnTo>
                    <a:pt x="5184" y="10959"/>
                  </a:lnTo>
                  <a:lnTo>
                    <a:pt x="5184" y="10800"/>
                  </a:lnTo>
                  <a:lnTo>
                    <a:pt x="4752" y="10641"/>
                  </a:lnTo>
                  <a:lnTo>
                    <a:pt x="3888" y="10006"/>
                  </a:lnTo>
                  <a:lnTo>
                    <a:pt x="3456" y="9529"/>
                  </a:lnTo>
                  <a:lnTo>
                    <a:pt x="2592" y="9212"/>
                  </a:lnTo>
                  <a:lnTo>
                    <a:pt x="2160" y="8894"/>
                  </a:lnTo>
                  <a:lnTo>
                    <a:pt x="2160" y="8576"/>
                  </a:lnTo>
                  <a:lnTo>
                    <a:pt x="1728" y="8576"/>
                  </a:lnTo>
                  <a:lnTo>
                    <a:pt x="1296" y="8418"/>
                  </a:lnTo>
                  <a:lnTo>
                    <a:pt x="864" y="8100"/>
                  </a:lnTo>
                  <a:lnTo>
                    <a:pt x="864" y="7782"/>
                  </a:lnTo>
                  <a:lnTo>
                    <a:pt x="432" y="7465"/>
                  </a:lnTo>
                  <a:lnTo>
                    <a:pt x="432" y="7147"/>
                  </a:lnTo>
                  <a:lnTo>
                    <a:pt x="864" y="6829"/>
                  </a:lnTo>
                  <a:lnTo>
                    <a:pt x="864" y="6512"/>
                  </a:lnTo>
                  <a:lnTo>
                    <a:pt x="432" y="6194"/>
                  </a:lnTo>
                  <a:lnTo>
                    <a:pt x="432" y="6035"/>
                  </a:lnTo>
                  <a:lnTo>
                    <a:pt x="0" y="5876"/>
                  </a:lnTo>
                  <a:lnTo>
                    <a:pt x="0" y="5718"/>
                  </a:lnTo>
                  <a:lnTo>
                    <a:pt x="432" y="5559"/>
                  </a:lnTo>
                  <a:lnTo>
                    <a:pt x="864" y="5718"/>
                  </a:lnTo>
                  <a:lnTo>
                    <a:pt x="1296" y="5718"/>
                  </a:lnTo>
                  <a:lnTo>
                    <a:pt x="1728" y="5876"/>
                  </a:lnTo>
                  <a:lnTo>
                    <a:pt x="2160" y="5718"/>
                  </a:lnTo>
                  <a:lnTo>
                    <a:pt x="2160" y="5559"/>
                  </a:lnTo>
                  <a:lnTo>
                    <a:pt x="1728" y="4447"/>
                  </a:lnTo>
                  <a:lnTo>
                    <a:pt x="1296" y="4447"/>
                  </a:lnTo>
                  <a:lnTo>
                    <a:pt x="1728" y="4447"/>
                  </a:lnTo>
                  <a:lnTo>
                    <a:pt x="2160" y="4606"/>
                  </a:lnTo>
                  <a:lnTo>
                    <a:pt x="3024" y="4765"/>
                  </a:lnTo>
                  <a:lnTo>
                    <a:pt x="3456" y="4765"/>
                  </a:lnTo>
                  <a:lnTo>
                    <a:pt x="4752" y="4606"/>
                  </a:lnTo>
                  <a:lnTo>
                    <a:pt x="4752" y="4447"/>
                  </a:lnTo>
                  <a:lnTo>
                    <a:pt x="5184" y="4288"/>
                  </a:lnTo>
                  <a:lnTo>
                    <a:pt x="5616" y="4288"/>
                  </a:lnTo>
                  <a:lnTo>
                    <a:pt x="6048" y="3971"/>
                  </a:lnTo>
                  <a:lnTo>
                    <a:pt x="6048" y="3812"/>
                  </a:lnTo>
                  <a:lnTo>
                    <a:pt x="6480" y="3653"/>
                  </a:lnTo>
                  <a:lnTo>
                    <a:pt x="6912" y="3176"/>
                  </a:lnTo>
                  <a:lnTo>
                    <a:pt x="7344" y="2859"/>
                  </a:lnTo>
                  <a:lnTo>
                    <a:pt x="7776" y="2700"/>
                  </a:lnTo>
                  <a:lnTo>
                    <a:pt x="7776" y="2382"/>
                  </a:lnTo>
                  <a:lnTo>
                    <a:pt x="8640" y="2065"/>
                  </a:lnTo>
                  <a:lnTo>
                    <a:pt x="11664" y="1906"/>
                  </a:lnTo>
                  <a:lnTo>
                    <a:pt x="14256" y="0"/>
                  </a:lnTo>
                  <a:lnTo>
                    <a:pt x="15984" y="635"/>
                  </a:lnTo>
                  <a:lnTo>
                    <a:pt x="17280" y="1588"/>
                  </a:lnTo>
                  <a:lnTo>
                    <a:pt x="18144" y="2700"/>
                  </a:lnTo>
                  <a:lnTo>
                    <a:pt x="16848" y="3176"/>
                  </a:lnTo>
                  <a:lnTo>
                    <a:pt x="16416" y="4129"/>
                  </a:lnTo>
                  <a:lnTo>
                    <a:pt x="15552" y="5559"/>
                  </a:lnTo>
                  <a:lnTo>
                    <a:pt x="15552" y="5718"/>
                  </a:lnTo>
                  <a:lnTo>
                    <a:pt x="17280" y="6353"/>
                  </a:lnTo>
                  <a:lnTo>
                    <a:pt x="18144" y="6353"/>
                  </a:lnTo>
                  <a:lnTo>
                    <a:pt x="19440" y="6194"/>
                  </a:lnTo>
                  <a:lnTo>
                    <a:pt x="21600" y="6671"/>
                  </a:lnTo>
                  <a:lnTo>
                    <a:pt x="20736" y="7782"/>
                  </a:lnTo>
                  <a:lnTo>
                    <a:pt x="20304" y="7941"/>
                  </a:lnTo>
                  <a:lnTo>
                    <a:pt x="18576" y="8259"/>
                  </a:lnTo>
                  <a:lnTo>
                    <a:pt x="17712" y="8894"/>
                  </a:lnTo>
                  <a:lnTo>
                    <a:pt x="17280" y="9688"/>
                  </a:lnTo>
                  <a:lnTo>
                    <a:pt x="18144" y="10959"/>
                  </a:lnTo>
                  <a:lnTo>
                    <a:pt x="17712" y="10959"/>
                  </a:lnTo>
                  <a:lnTo>
                    <a:pt x="17280" y="11118"/>
                  </a:lnTo>
                  <a:lnTo>
                    <a:pt x="17280" y="11276"/>
                  </a:lnTo>
                  <a:lnTo>
                    <a:pt x="16848" y="11594"/>
                  </a:lnTo>
                  <a:lnTo>
                    <a:pt x="17280" y="11912"/>
                  </a:lnTo>
                  <a:lnTo>
                    <a:pt x="17280" y="13341"/>
                  </a:lnTo>
                  <a:lnTo>
                    <a:pt x="17712" y="13818"/>
                  </a:lnTo>
                  <a:lnTo>
                    <a:pt x="18144" y="14453"/>
                  </a:lnTo>
                  <a:lnTo>
                    <a:pt x="19008" y="14929"/>
                  </a:lnTo>
                  <a:lnTo>
                    <a:pt x="18144" y="16676"/>
                  </a:lnTo>
                  <a:lnTo>
                    <a:pt x="18144" y="18265"/>
                  </a:lnTo>
                  <a:lnTo>
                    <a:pt x="17712" y="19376"/>
                  </a:lnTo>
                  <a:lnTo>
                    <a:pt x="17280" y="20647"/>
                  </a:lnTo>
                  <a:lnTo>
                    <a:pt x="16416" y="21600"/>
                  </a:lnTo>
                  <a:lnTo>
                    <a:pt x="15984" y="21441"/>
                  </a:lnTo>
                  <a:lnTo>
                    <a:pt x="15552" y="20806"/>
                  </a:lnTo>
                  <a:lnTo>
                    <a:pt x="15552" y="19694"/>
                  </a:lnTo>
                  <a:lnTo>
                    <a:pt x="15984" y="17947"/>
                  </a:lnTo>
                  <a:lnTo>
                    <a:pt x="15984" y="14929"/>
                  </a:lnTo>
                  <a:lnTo>
                    <a:pt x="15120" y="13341"/>
                  </a:lnTo>
                  <a:lnTo>
                    <a:pt x="13392" y="12229"/>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264" name="Shape 264"/>
            <p:cNvSpPr/>
            <p:nvPr/>
          </p:nvSpPr>
          <p:spPr>
            <a:xfrm>
              <a:off x="6501945" y="6151963"/>
              <a:ext cx="384987" cy="718729"/>
            </a:xfrm>
            <a:custGeom>
              <a:avLst/>
              <a:gdLst/>
              <a:ahLst/>
              <a:cxnLst>
                <a:cxn ang="0">
                  <a:pos x="wd2" y="hd2"/>
                </a:cxn>
                <a:cxn ang="5400000">
                  <a:pos x="wd2" y="hd2"/>
                </a:cxn>
                <a:cxn ang="10800000">
                  <a:pos x="wd2" y="hd2"/>
                </a:cxn>
                <a:cxn ang="16200000">
                  <a:pos x="wd2" y="hd2"/>
                </a:cxn>
              </a:cxnLst>
              <a:rect l="0" t="0" r="r" b="b"/>
              <a:pathLst>
                <a:path w="21600" h="21600" extrusionOk="0">
                  <a:moveTo>
                    <a:pt x="13440" y="15943"/>
                  </a:moveTo>
                  <a:lnTo>
                    <a:pt x="13920" y="15943"/>
                  </a:lnTo>
                  <a:lnTo>
                    <a:pt x="14880" y="16457"/>
                  </a:lnTo>
                  <a:lnTo>
                    <a:pt x="15360" y="16971"/>
                  </a:lnTo>
                  <a:lnTo>
                    <a:pt x="14400" y="19286"/>
                  </a:lnTo>
                  <a:lnTo>
                    <a:pt x="12000" y="19800"/>
                  </a:lnTo>
                  <a:lnTo>
                    <a:pt x="11040" y="20314"/>
                  </a:lnTo>
                  <a:lnTo>
                    <a:pt x="10080" y="20314"/>
                  </a:lnTo>
                  <a:lnTo>
                    <a:pt x="9120" y="21600"/>
                  </a:lnTo>
                  <a:lnTo>
                    <a:pt x="11040" y="21343"/>
                  </a:lnTo>
                  <a:lnTo>
                    <a:pt x="14880" y="21600"/>
                  </a:lnTo>
                  <a:lnTo>
                    <a:pt x="15360" y="21086"/>
                  </a:lnTo>
                  <a:lnTo>
                    <a:pt x="18720" y="19286"/>
                  </a:lnTo>
                  <a:lnTo>
                    <a:pt x="20640" y="18000"/>
                  </a:lnTo>
                  <a:lnTo>
                    <a:pt x="21120" y="17229"/>
                  </a:lnTo>
                  <a:lnTo>
                    <a:pt x="21600" y="16714"/>
                  </a:lnTo>
                  <a:lnTo>
                    <a:pt x="21600" y="16200"/>
                  </a:lnTo>
                  <a:lnTo>
                    <a:pt x="21120" y="15943"/>
                  </a:lnTo>
                  <a:lnTo>
                    <a:pt x="20160" y="13114"/>
                  </a:lnTo>
                  <a:lnTo>
                    <a:pt x="20160" y="12086"/>
                  </a:lnTo>
                  <a:lnTo>
                    <a:pt x="19200" y="11057"/>
                  </a:lnTo>
                  <a:lnTo>
                    <a:pt x="18240" y="10543"/>
                  </a:lnTo>
                  <a:lnTo>
                    <a:pt x="16800" y="10029"/>
                  </a:lnTo>
                  <a:lnTo>
                    <a:pt x="14400" y="9514"/>
                  </a:lnTo>
                  <a:lnTo>
                    <a:pt x="11040" y="6943"/>
                  </a:lnTo>
                  <a:lnTo>
                    <a:pt x="11040" y="5914"/>
                  </a:lnTo>
                  <a:lnTo>
                    <a:pt x="11520" y="5657"/>
                  </a:lnTo>
                  <a:lnTo>
                    <a:pt x="11520" y="5400"/>
                  </a:lnTo>
                  <a:lnTo>
                    <a:pt x="12000" y="5143"/>
                  </a:lnTo>
                  <a:lnTo>
                    <a:pt x="12480" y="4629"/>
                  </a:lnTo>
                  <a:lnTo>
                    <a:pt x="17280" y="3343"/>
                  </a:lnTo>
                  <a:lnTo>
                    <a:pt x="16800" y="3086"/>
                  </a:lnTo>
                  <a:lnTo>
                    <a:pt x="16800" y="2829"/>
                  </a:lnTo>
                  <a:lnTo>
                    <a:pt x="16320" y="2314"/>
                  </a:lnTo>
                  <a:lnTo>
                    <a:pt x="16320" y="2057"/>
                  </a:lnTo>
                  <a:lnTo>
                    <a:pt x="14880" y="1286"/>
                  </a:lnTo>
                  <a:lnTo>
                    <a:pt x="14400" y="771"/>
                  </a:lnTo>
                  <a:lnTo>
                    <a:pt x="13440" y="514"/>
                  </a:lnTo>
                  <a:lnTo>
                    <a:pt x="12000" y="257"/>
                  </a:lnTo>
                  <a:lnTo>
                    <a:pt x="11520" y="514"/>
                  </a:lnTo>
                  <a:lnTo>
                    <a:pt x="8160" y="514"/>
                  </a:lnTo>
                  <a:lnTo>
                    <a:pt x="6720" y="257"/>
                  </a:lnTo>
                  <a:lnTo>
                    <a:pt x="5280" y="257"/>
                  </a:lnTo>
                  <a:lnTo>
                    <a:pt x="4800" y="0"/>
                  </a:lnTo>
                  <a:lnTo>
                    <a:pt x="3840" y="257"/>
                  </a:lnTo>
                  <a:lnTo>
                    <a:pt x="1920" y="257"/>
                  </a:lnTo>
                  <a:lnTo>
                    <a:pt x="960" y="514"/>
                  </a:lnTo>
                  <a:lnTo>
                    <a:pt x="480" y="514"/>
                  </a:lnTo>
                  <a:lnTo>
                    <a:pt x="0" y="771"/>
                  </a:lnTo>
                  <a:lnTo>
                    <a:pt x="0" y="1286"/>
                  </a:lnTo>
                  <a:lnTo>
                    <a:pt x="960" y="1286"/>
                  </a:lnTo>
                  <a:lnTo>
                    <a:pt x="1920" y="1800"/>
                  </a:lnTo>
                  <a:lnTo>
                    <a:pt x="2400" y="3343"/>
                  </a:lnTo>
                  <a:lnTo>
                    <a:pt x="4800" y="3857"/>
                  </a:lnTo>
                  <a:lnTo>
                    <a:pt x="5280" y="4371"/>
                  </a:lnTo>
                  <a:lnTo>
                    <a:pt x="5760" y="4629"/>
                  </a:lnTo>
                  <a:lnTo>
                    <a:pt x="5760" y="5143"/>
                  </a:lnTo>
                  <a:lnTo>
                    <a:pt x="5280" y="5657"/>
                  </a:lnTo>
                  <a:lnTo>
                    <a:pt x="5280" y="5914"/>
                  </a:lnTo>
                  <a:lnTo>
                    <a:pt x="4320" y="6429"/>
                  </a:lnTo>
                  <a:lnTo>
                    <a:pt x="3840" y="6943"/>
                  </a:lnTo>
                  <a:lnTo>
                    <a:pt x="4320" y="7457"/>
                  </a:lnTo>
                  <a:lnTo>
                    <a:pt x="5280" y="7714"/>
                  </a:lnTo>
                  <a:lnTo>
                    <a:pt x="5760" y="8229"/>
                  </a:lnTo>
                  <a:lnTo>
                    <a:pt x="6720" y="8486"/>
                  </a:lnTo>
                  <a:lnTo>
                    <a:pt x="12000" y="11314"/>
                  </a:lnTo>
                  <a:lnTo>
                    <a:pt x="13440" y="13629"/>
                  </a:lnTo>
                  <a:lnTo>
                    <a:pt x="13440" y="15943"/>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265" name="Shape 265"/>
            <p:cNvSpPr/>
            <p:nvPr/>
          </p:nvSpPr>
          <p:spPr>
            <a:xfrm>
              <a:off x="6288066" y="6305976"/>
              <a:ext cx="350764" cy="889855"/>
            </a:xfrm>
            <a:custGeom>
              <a:avLst/>
              <a:gdLst/>
              <a:ahLst/>
              <a:cxnLst>
                <a:cxn ang="0">
                  <a:pos x="wd2" y="hd2"/>
                </a:cxn>
                <a:cxn ang="5400000">
                  <a:pos x="wd2" y="hd2"/>
                </a:cxn>
                <a:cxn ang="10800000">
                  <a:pos x="wd2" y="hd2"/>
                </a:cxn>
                <a:cxn ang="16200000">
                  <a:pos x="wd2" y="hd2"/>
                </a:cxn>
              </a:cxnLst>
              <a:rect l="0" t="0" r="r" b="b"/>
              <a:pathLst>
                <a:path w="21600" h="21600" extrusionOk="0">
                  <a:moveTo>
                    <a:pt x="5268" y="0"/>
                  </a:moveTo>
                  <a:lnTo>
                    <a:pt x="4741" y="208"/>
                  </a:lnTo>
                  <a:lnTo>
                    <a:pt x="2634" y="623"/>
                  </a:lnTo>
                  <a:lnTo>
                    <a:pt x="1580" y="1454"/>
                  </a:lnTo>
                  <a:lnTo>
                    <a:pt x="1054" y="2492"/>
                  </a:lnTo>
                  <a:lnTo>
                    <a:pt x="2107" y="4154"/>
                  </a:lnTo>
                  <a:lnTo>
                    <a:pt x="1580" y="4154"/>
                  </a:lnTo>
                  <a:lnTo>
                    <a:pt x="1054" y="4362"/>
                  </a:lnTo>
                  <a:lnTo>
                    <a:pt x="1054" y="4569"/>
                  </a:lnTo>
                  <a:lnTo>
                    <a:pt x="527" y="4985"/>
                  </a:lnTo>
                  <a:lnTo>
                    <a:pt x="1054" y="5400"/>
                  </a:lnTo>
                  <a:lnTo>
                    <a:pt x="1054" y="7269"/>
                  </a:lnTo>
                  <a:lnTo>
                    <a:pt x="1580" y="7892"/>
                  </a:lnTo>
                  <a:lnTo>
                    <a:pt x="2107" y="8723"/>
                  </a:lnTo>
                  <a:lnTo>
                    <a:pt x="3161" y="9346"/>
                  </a:lnTo>
                  <a:lnTo>
                    <a:pt x="2107" y="11631"/>
                  </a:lnTo>
                  <a:lnTo>
                    <a:pt x="2107" y="13708"/>
                  </a:lnTo>
                  <a:lnTo>
                    <a:pt x="1580" y="15162"/>
                  </a:lnTo>
                  <a:lnTo>
                    <a:pt x="1054" y="16823"/>
                  </a:lnTo>
                  <a:lnTo>
                    <a:pt x="0" y="18069"/>
                  </a:lnTo>
                  <a:lnTo>
                    <a:pt x="0" y="18277"/>
                  </a:lnTo>
                  <a:lnTo>
                    <a:pt x="527" y="18485"/>
                  </a:lnTo>
                  <a:lnTo>
                    <a:pt x="1054" y="18900"/>
                  </a:lnTo>
                  <a:lnTo>
                    <a:pt x="2107" y="19315"/>
                  </a:lnTo>
                  <a:lnTo>
                    <a:pt x="3161" y="19938"/>
                  </a:lnTo>
                  <a:lnTo>
                    <a:pt x="6322" y="20769"/>
                  </a:lnTo>
                  <a:lnTo>
                    <a:pt x="11063" y="20562"/>
                  </a:lnTo>
                  <a:lnTo>
                    <a:pt x="13171" y="21600"/>
                  </a:lnTo>
                  <a:lnTo>
                    <a:pt x="15278" y="21392"/>
                  </a:lnTo>
                  <a:lnTo>
                    <a:pt x="12117" y="19938"/>
                  </a:lnTo>
                  <a:lnTo>
                    <a:pt x="5268" y="17238"/>
                  </a:lnTo>
                  <a:lnTo>
                    <a:pt x="4215" y="16408"/>
                  </a:lnTo>
                  <a:lnTo>
                    <a:pt x="3688" y="15369"/>
                  </a:lnTo>
                  <a:lnTo>
                    <a:pt x="4215" y="13708"/>
                  </a:lnTo>
                  <a:lnTo>
                    <a:pt x="4741" y="13292"/>
                  </a:lnTo>
                  <a:lnTo>
                    <a:pt x="5268" y="12462"/>
                  </a:lnTo>
                  <a:lnTo>
                    <a:pt x="5795" y="11215"/>
                  </a:lnTo>
                  <a:lnTo>
                    <a:pt x="6322" y="10177"/>
                  </a:lnTo>
                  <a:lnTo>
                    <a:pt x="6322" y="9346"/>
                  </a:lnTo>
                  <a:lnTo>
                    <a:pt x="6849" y="9138"/>
                  </a:lnTo>
                  <a:lnTo>
                    <a:pt x="6849" y="8723"/>
                  </a:lnTo>
                  <a:lnTo>
                    <a:pt x="7376" y="8515"/>
                  </a:lnTo>
                  <a:lnTo>
                    <a:pt x="8429" y="8515"/>
                  </a:lnTo>
                  <a:lnTo>
                    <a:pt x="8429" y="8931"/>
                  </a:lnTo>
                  <a:lnTo>
                    <a:pt x="8956" y="9346"/>
                  </a:lnTo>
                  <a:lnTo>
                    <a:pt x="8956" y="9762"/>
                  </a:lnTo>
                  <a:lnTo>
                    <a:pt x="11063" y="11423"/>
                  </a:lnTo>
                  <a:lnTo>
                    <a:pt x="12644" y="12046"/>
                  </a:lnTo>
                  <a:lnTo>
                    <a:pt x="12644" y="11631"/>
                  </a:lnTo>
                  <a:lnTo>
                    <a:pt x="12117" y="10592"/>
                  </a:lnTo>
                  <a:lnTo>
                    <a:pt x="12644" y="9554"/>
                  </a:lnTo>
                  <a:lnTo>
                    <a:pt x="14751" y="8723"/>
                  </a:lnTo>
                  <a:lnTo>
                    <a:pt x="14751" y="8515"/>
                  </a:lnTo>
                  <a:lnTo>
                    <a:pt x="15805" y="8515"/>
                  </a:lnTo>
                  <a:lnTo>
                    <a:pt x="16859" y="8308"/>
                  </a:lnTo>
                  <a:lnTo>
                    <a:pt x="17912" y="8308"/>
                  </a:lnTo>
                  <a:lnTo>
                    <a:pt x="21073" y="8723"/>
                  </a:lnTo>
                  <a:lnTo>
                    <a:pt x="21600" y="8515"/>
                  </a:lnTo>
                  <a:lnTo>
                    <a:pt x="21600" y="7062"/>
                  </a:lnTo>
                  <a:lnTo>
                    <a:pt x="21073" y="6438"/>
                  </a:lnTo>
                  <a:lnTo>
                    <a:pt x="21073" y="6023"/>
                  </a:lnTo>
                  <a:lnTo>
                    <a:pt x="20546" y="5400"/>
                  </a:lnTo>
                  <a:lnTo>
                    <a:pt x="18439" y="4154"/>
                  </a:lnTo>
                  <a:lnTo>
                    <a:pt x="16332" y="3323"/>
                  </a:lnTo>
                  <a:lnTo>
                    <a:pt x="15805" y="3323"/>
                  </a:lnTo>
                  <a:lnTo>
                    <a:pt x="15278" y="3115"/>
                  </a:lnTo>
                  <a:lnTo>
                    <a:pt x="13698" y="3115"/>
                  </a:lnTo>
                  <a:lnTo>
                    <a:pt x="13171" y="3323"/>
                  </a:lnTo>
                  <a:lnTo>
                    <a:pt x="12117" y="3531"/>
                  </a:lnTo>
                  <a:lnTo>
                    <a:pt x="11590" y="3738"/>
                  </a:lnTo>
                  <a:lnTo>
                    <a:pt x="10010" y="3738"/>
                  </a:lnTo>
                  <a:lnTo>
                    <a:pt x="10010" y="3531"/>
                  </a:lnTo>
                  <a:lnTo>
                    <a:pt x="10537" y="3323"/>
                  </a:lnTo>
                  <a:lnTo>
                    <a:pt x="10537" y="2908"/>
                  </a:lnTo>
                  <a:lnTo>
                    <a:pt x="11063" y="2285"/>
                  </a:lnTo>
                  <a:lnTo>
                    <a:pt x="11063" y="1454"/>
                  </a:lnTo>
                  <a:lnTo>
                    <a:pt x="10537" y="1038"/>
                  </a:lnTo>
                  <a:lnTo>
                    <a:pt x="7902" y="1038"/>
                  </a:lnTo>
                  <a:lnTo>
                    <a:pt x="7902" y="623"/>
                  </a:lnTo>
                  <a:lnTo>
                    <a:pt x="7376" y="415"/>
                  </a:lnTo>
                  <a:lnTo>
                    <a:pt x="7376" y="208"/>
                  </a:lnTo>
                  <a:lnTo>
                    <a:pt x="6322" y="0"/>
                  </a:lnTo>
                  <a:lnTo>
                    <a:pt x="5268" y="0"/>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266" name="Shape 266"/>
            <p:cNvSpPr/>
            <p:nvPr/>
          </p:nvSpPr>
          <p:spPr>
            <a:xfrm>
              <a:off x="5731979" y="5835381"/>
              <a:ext cx="299433" cy="162571"/>
            </a:xfrm>
            <a:custGeom>
              <a:avLst/>
              <a:gdLst/>
              <a:ahLst/>
              <a:cxnLst>
                <a:cxn ang="0">
                  <a:pos x="wd2" y="hd2"/>
                </a:cxn>
                <a:cxn ang="5400000">
                  <a:pos x="wd2" y="hd2"/>
                </a:cxn>
                <a:cxn ang="10800000">
                  <a:pos x="wd2" y="hd2"/>
                </a:cxn>
                <a:cxn ang="16200000">
                  <a:pos x="wd2" y="hd2"/>
                </a:cxn>
              </a:cxnLst>
              <a:rect l="0" t="0" r="r" b="b"/>
              <a:pathLst>
                <a:path w="21600" h="21600" extrusionOk="0">
                  <a:moveTo>
                    <a:pt x="17897" y="21600"/>
                  </a:moveTo>
                  <a:lnTo>
                    <a:pt x="10491" y="20463"/>
                  </a:lnTo>
                  <a:lnTo>
                    <a:pt x="5554" y="20463"/>
                  </a:lnTo>
                  <a:lnTo>
                    <a:pt x="3086" y="21600"/>
                  </a:lnTo>
                  <a:lnTo>
                    <a:pt x="617" y="21600"/>
                  </a:lnTo>
                  <a:lnTo>
                    <a:pt x="0" y="20463"/>
                  </a:lnTo>
                  <a:lnTo>
                    <a:pt x="0" y="18189"/>
                  </a:lnTo>
                  <a:lnTo>
                    <a:pt x="1234" y="9095"/>
                  </a:lnTo>
                  <a:lnTo>
                    <a:pt x="2469" y="7958"/>
                  </a:lnTo>
                  <a:lnTo>
                    <a:pt x="3086" y="5684"/>
                  </a:lnTo>
                  <a:lnTo>
                    <a:pt x="4937" y="3411"/>
                  </a:lnTo>
                  <a:lnTo>
                    <a:pt x="6171" y="2274"/>
                  </a:lnTo>
                  <a:lnTo>
                    <a:pt x="9874" y="0"/>
                  </a:lnTo>
                  <a:lnTo>
                    <a:pt x="15429" y="1137"/>
                  </a:lnTo>
                  <a:lnTo>
                    <a:pt x="19749" y="2274"/>
                  </a:lnTo>
                  <a:lnTo>
                    <a:pt x="21600" y="6821"/>
                  </a:lnTo>
                  <a:lnTo>
                    <a:pt x="17897" y="21600"/>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267" name="Shape 267"/>
            <p:cNvSpPr/>
            <p:nvPr/>
          </p:nvSpPr>
          <p:spPr>
            <a:xfrm>
              <a:off x="5295663" y="5741261"/>
              <a:ext cx="419206" cy="222465"/>
            </a:xfrm>
            <a:custGeom>
              <a:avLst/>
              <a:gdLst/>
              <a:ahLst/>
              <a:cxnLst>
                <a:cxn ang="0">
                  <a:pos x="wd2" y="hd2"/>
                </a:cxn>
                <a:cxn ang="5400000">
                  <a:pos x="wd2" y="hd2"/>
                </a:cxn>
                <a:cxn ang="10800000">
                  <a:pos x="wd2" y="hd2"/>
                </a:cxn>
                <a:cxn ang="16200000">
                  <a:pos x="wd2" y="hd2"/>
                </a:cxn>
              </a:cxnLst>
              <a:rect l="0" t="0" r="r" b="b"/>
              <a:pathLst>
                <a:path w="21600" h="21600" extrusionOk="0">
                  <a:moveTo>
                    <a:pt x="1763" y="0"/>
                  </a:moveTo>
                  <a:lnTo>
                    <a:pt x="441" y="2492"/>
                  </a:lnTo>
                  <a:lnTo>
                    <a:pt x="0" y="4154"/>
                  </a:lnTo>
                  <a:lnTo>
                    <a:pt x="0" y="4985"/>
                  </a:lnTo>
                  <a:lnTo>
                    <a:pt x="441" y="6646"/>
                  </a:lnTo>
                  <a:lnTo>
                    <a:pt x="1763" y="8308"/>
                  </a:lnTo>
                  <a:lnTo>
                    <a:pt x="1763" y="9138"/>
                  </a:lnTo>
                  <a:lnTo>
                    <a:pt x="2204" y="9138"/>
                  </a:lnTo>
                  <a:lnTo>
                    <a:pt x="2204" y="9969"/>
                  </a:lnTo>
                  <a:lnTo>
                    <a:pt x="3967" y="13292"/>
                  </a:lnTo>
                  <a:lnTo>
                    <a:pt x="5731" y="14954"/>
                  </a:lnTo>
                  <a:lnTo>
                    <a:pt x="9257" y="17446"/>
                  </a:lnTo>
                  <a:lnTo>
                    <a:pt x="14106" y="19938"/>
                  </a:lnTo>
                  <a:lnTo>
                    <a:pt x="21159" y="21600"/>
                  </a:lnTo>
                  <a:lnTo>
                    <a:pt x="21600" y="14123"/>
                  </a:lnTo>
                  <a:lnTo>
                    <a:pt x="18073" y="13292"/>
                  </a:lnTo>
                  <a:lnTo>
                    <a:pt x="7935" y="9138"/>
                  </a:lnTo>
                  <a:lnTo>
                    <a:pt x="5290" y="4985"/>
                  </a:lnTo>
                  <a:lnTo>
                    <a:pt x="1763" y="0"/>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268" name="Shape 268"/>
            <p:cNvSpPr/>
            <p:nvPr/>
          </p:nvSpPr>
          <p:spPr>
            <a:xfrm>
              <a:off x="4619803" y="5407567"/>
              <a:ext cx="1616934" cy="1591469"/>
            </a:xfrm>
            <a:custGeom>
              <a:avLst/>
              <a:gdLst/>
              <a:ahLst/>
              <a:cxnLst>
                <a:cxn ang="0">
                  <a:pos x="wd2" y="hd2"/>
                </a:cxn>
                <a:cxn ang="5400000">
                  <a:pos x="wd2" y="hd2"/>
                </a:cxn>
                <a:cxn ang="10800000">
                  <a:pos x="wd2" y="hd2"/>
                </a:cxn>
                <a:cxn ang="16200000">
                  <a:pos x="wd2" y="hd2"/>
                </a:cxn>
              </a:cxnLst>
              <a:rect l="0" t="0" r="r" b="b"/>
              <a:pathLst>
                <a:path w="21600" h="21600" extrusionOk="0">
                  <a:moveTo>
                    <a:pt x="15086" y="8013"/>
                  </a:moveTo>
                  <a:lnTo>
                    <a:pt x="14857" y="7781"/>
                  </a:lnTo>
                  <a:lnTo>
                    <a:pt x="14857" y="7548"/>
                  </a:lnTo>
                  <a:lnTo>
                    <a:pt x="14971" y="7432"/>
                  </a:lnTo>
                  <a:lnTo>
                    <a:pt x="14971" y="7084"/>
                  </a:lnTo>
                  <a:lnTo>
                    <a:pt x="15086" y="6852"/>
                  </a:lnTo>
                  <a:lnTo>
                    <a:pt x="15086" y="6387"/>
                  </a:lnTo>
                  <a:lnTo>
                    <a:pt x="14743" y="6387"/>
                  </a:lnTo>
                  <a:lnTo>
                    <a:pt x="14743" y="6503"/>
                  </a:lnTo>
                  <a:lnTo>
                    <a:pt x="14629" y="6503"/>
                  </a:lnTo>
                  <a:lnTo>
                    <a:pt x="14629" y="6968"/>
                  </a:lnTo>
                  <a:lnTo>
                    <a:pt x="14514" y="7084"/>
                  </a:lnTo>
                  <a:lnTo>
                    <a:pt x="14514" y="7548"/>
                  </a:lnTo>
                  <a:lnTo>
                    <a:pt x="12914" y="7316"/>
                  </a:lnTo>
                  <a:lnTo>
                    <a:pt x="12457" y="7084"/>
                  </a:lnTo>
                  <a:lnTo>
                    <a:pt x="11771" y="6968"/>
                  </a:lnTo>
                  <a:lnTo>
                    <a:pt x="11200" y="6852"/>
                  </a:lnTo>
                  <a:lnTo>
                    <a:pt x="10971" y="6735"/>
                  </a:lnTo>
                  <a:lnTo>
                    <a:pt x="10286" y="6503"/>
                  </a:lnTo>
                  <a:lnTo>
                    <a:pt x="9829" y="6039"/>
                  </a:lnTo>
                  <a:lnTo>
                    <a:pt x="9600" y="5923"/>
                  </a:lnTo>
                  <a:lnTo>
                    <a:pt x="9600" y="5690"/>
                  </a:lnTo>
                  <a:lnTo>
                    <a:pt x="9486" y="5690"/>
                  </a:lnTo>
                  <a:lnTo>
                    <a:pt x="9257" y="5458"/>
                  </a:lnTo>
                  <a:lnTo>
                    <a:pt x="9143" y="5226"/>
                  </a:lnTo>
                  <a:lnTo>
                    <a:pt x="9029" y="5110"/>
                  </a:lnTo>
                  <a:lnTo>
                    <a:pt x="9143" y="4877"/>
                  </a:lnTo>
                  <a:lnTo>
                    <a:pt x="9486" y="4529"/>
                  </a:lnTo>
                  <a:lnTo>
                    <a:pt x="9257" y="4181"/>
                  </a:lnTo>
                  <a:lnTo>
                    <a:pt x="9143" y="3716"/>
                  </a:lnTo>
                  <a:lnTo>
                    <a:pt x="9143" y="3368"/>
                  </a:lnTo>
                  <a:lnTo>
                    <a:pt x="9257" y="3019"/>
                  </a:lnTo>
                  <a:lnTo>
                    <a:pt x="9486" y="2555"/>
                  </a:lnTo>
                  <a:lnTo>
                    <a:pt x="9714" y="2439"/>
                  </a:lnTo>
                  <a:lnTo>
                    <a:pt x="9829" y="2323"/>
                  </a:lnTo>
                  <a:lnTo>
                    <a:pt x="9943" y="2323"/>
                  </a:lnTo>
                  <a:lnTo>
                    <a:pt x="9600" y="1626"/>
                  </a:lnTo>
                  <a:lnTo>
                    <a:pt x="9943" y="1277"/>
                  </a:lnTo>
                  <a:lnTo>
                    <a:pt x="9829" y="1161"/>
                  </a:lnTo>
                  <a:lnTo>
                    <a:pt x="9714" y="813"/>
                  </a:lnTo>
                  <a:lnTo>
                    <a:pt x="9714" y="348"/>
                  </a:lnTo>
                  <a:lnTo>
                    <a:pt x="9600" y="348"/>
                  </a:lnTo>
                  <a:lnTo>
                    <a:pt x="9600" y="116"/>
                  </a:lnTo>
                  <a:lnTo>
                    <a:pt x="9371" y="0"/>
                  </a:lnTo>
                  <a:lnTo>
                    <a:pt x="8571" y="0"/>
                  </a:lnTo>
                  <a:lnTo>
                    <a:pt x="8343" y="116"/>
                  </a:lnTo>
                  <a:lnTo>
                    <a:pt x="8229" y="116"/>
                  </a:lnTo>
                  <a:lnTo>
                    <a:pt x="8000" y="348"/>
                  </a:lnTo>
                  <a:lnTo>
                    <a:pt x="8000" y="465"/>
                  </a:lnTo>
                  <a:lnTo>
                    <a:pt x="7886" y="697"/>
                  </a:lnTo>
                  <a:lnTo>
                    <a:pt x="7200" y="813"/>
                  </a:lnTo>
                  <a:lnTo>
                    <a:pt x="6857" y="813"/>
                  </a:lnTo>
                  <a:lnTo>
                    <a:pt x="6514" y="929"/>
                  </a:lnTo>
                  <a:lnTo>
                    <a:pt x="6286" y="1045"/>
                  </a:lnTo>
                  <a:lnTo>
                    <a:pt x="6057" y="1277"/>
                  </a:lnTo>
                  <a:lnTo>
                    <a:pt x="6057" y="1510"/>
                  </a:lnTo>
                  <a:lnTo>
                    <a:pt x="6171" y="1510"/>
                  </a:lnTo>
                  <a:lnTo>
                    <a:pt x="6400" y="1626"/>
                  </a:lnTo>
                  <a:lnTo>
                    <a:pt x="6743" y="1626"/>
                  </a:lnTo>
                  <a:lnTo>
                    <a:pt x="6857" y="1742"/>
                  </a:lnTo>
                  <a:lnTo>
                    <a:pt x="7086" y="1858"/>
                  </a:lnTo>
                  <a:lnTo>
                    <a:pt x="7086" y="2206"/>
                  </a:lnTo>
                  <a:lnTo>
                    <a:pt x="6971" y="2090"/>
                  </a:lnTo>
                  <a:lnTo>
                    <a:pt x="6171" y="2090"/>
                  </a:lnTo>
                  <a:lnTo>
                    <a:pt x="6057" y="2206"/>
                  </a:lnTo>
                  <a:lnTo>
                    <a:pt x="5829" y="2206"/>
                  </a:lnTo>
                  <a:lnTo>
                    <a:pt x="5600" y="2323"/>
                  </a:lnTo>
                  <a:lnTo>
                    <a:pt x="5486" y="2555"/>
                  </a:lnTo>
                  <a:lnTo>
                    <a:pt x="5486" y="3135"/>
                  </a:lnTo>
                  <a:lnTo>
                    <a:pt x="5143" y="3135"/>
                  </a:lnTo>
                  <a:lnTo>
                    <a:pt x="5143" y="3368"/>
                  </a:lnTo>
                  <a:lnTo>
                    <a:pt x="4800" y="3716"/>
                  </a:lnTo>
                  <a:lnTo>
                    <a:pt x="4686" y="3948"/>
                  </a:lnTo>
                  <a:lnTo>
                    <a:pt x="4457" y="4065"/>
                  </a:lnTo>
                  <a:lnTo>
                    <a:pt x="4343" y="4181"/>
                  </a:lnTo>
                  <a:lnTo>
                    <a:pt x="4343" y="4297"/>
                  </a:lnTo>
                  <a:lnTo>
                    <a:pt x="3314" y="4877"/>
                  </a:lnTo>
                  <a:lnTo>
                    <a:pt x="2629" y="5458"/>
                  </a:lnTo>
                  <a:lnTo>
                    <a:pt x="2286" y="6039"/>
                  </a:lnTo>
                  <a:lnTo>
                    <a:pt x="2171" y="6503"/>
                  </a:lnTo>
                  <a:lnTo>
                    <a:pt x="2171" y="6852"/>
                  </a:lnTo>
                  <a:lnTo>
                    <a:pt x="2286" y="7084"/>
                  </a:lnTo>
                  <a:lnTo>
                    <a:pt x="2743" y="7316"/>
                  </a:lnTo>
                  <a:lnTo>
                    <a:pt x="2514" y="8477"/>
                  </a:lnTo>
                  <a:lnTo>
                    <a:pt x="1143" y="8477"/>
                  </a:lnTo>
                  <a:lnTo>
                    <a:pt x="1029" y="8594"/>
                  </a:lnTo>
                  <a:lnTo>
                    <a:pt x="914" y="8594"/>
                  </a:lnTo>
                  <a:lnTo>
                    <a:pt x="0" y="9639"/>
                  </a:lnTo>
                  <a:lnTo>
                    <a:pt x="114" y="9755"/>
                  </a:lnTo>
                  <a:lnTo>
                    <a:pt x="343" y="9871"/>
                  </a:lnTo>
                  <a:lnTo>
                    <a:pt x="1029" y="9871"/>
                  </a:lnTo>
                  <a:lnTo>
                    <a:pt x="1371" y="9755"/>
                  </a:lnTo>
                  <a:lnTo>
                    <a:pt x="1486" y="9755"/>
                  </a:lnTo>
                  <a:lnTo>
                    <a:pt x="1600" y="9639"/>
                  </a:lnTo>
                  <a:lnTo>
                    <a:pt x="2057" y="9639"/>
                  </a:lnTo>
                  <a:lnTo>
                    <a:pt x="2057" y="9755"/>
                  </a:lnTo>
                  <a:lnTo>
                    <a:pt x="1943" y="9871"/>
                  </a:lnTo>
                  <a:lnTo>
                    <a:pt x="1829" y="10219"/>
                  </a:lnTo>
                  <a:lnTo>
                    <a:pt x="1143" y="10916"/>
                  </a:lnTo>
                  <a:lnTo>
                    <a:pt x="914" y="11032"/>
                  </a:lnTo>
                  <a:lnTo>
                    <a:pt x="914" y="11265"/>
                  </a:lnTo>
                  <a:lnTo>
                    <a:pt x="1143" y="11729"/>
                  </a:lnTo>
                  <a:lnTo>
                    <a:pt x="1371" y="11961"/>
                  </a:lnTo>
                  <a:lnTo>
                    <a:pt x="1714" y="12194"/>
                  </a:lnTo>
                  <a:lnTo>
                    <a:pt x="2171" y="12426"/>
                  </a:lnTo>
                  <a:lnTo>
                    <a:pt x="2514" y="12426"/>
                  </a:lnTo>
                  <a:lnTo>
                    <a:pt x="2629" y="12194"/>
                  </a:lnTo>
                  <a:lnTo>
                    <a:pt x="2857" y="11961"/>
                  </a:lnTo>
                  <a:lnTo>
                    <a:pt x="2857" y="11613"/>
                  </a:lnTo>
                  <a:lnTo>
                    <a:pt x="2971" y="11381"/>
                  </a:lnTo>
                  <a:lnTo>
                    <a:pt x="3086" y="11265"/>
                  </a:lnTo>
                  <a:lnTo>
                    <a:pt x="3314" y="11148"/>
                  </a:lnTo>
                  <a:lnTo>
                    <a:pt x="3314" y="11265"/>
                  </a:lnTo>
                  <a:lnTo>
                    <a:pt x="3200" y="11381"/>
                  </a:lnTo>
                  <a:lnTo>
                    <a:pt x="3200" y="11845"/>
                  </a:lnTo>
                  <a:lnTo>
                    <a:pt x="3314" y="11961"/>
                  </a:lnTo>
                  <a:lnTo>
                    <a:pt x="3314" y="12077"/>
                  </a:lnTo>
                  <a:lnTo>
                    <a:pt x="3200" y="12194"/>
                  </a:lnTo>
                  <a:lnTo>
                    <a:pt x="3200" y="13239"/>
                  </a:lnTo>
                  <a:lnTo>
                    <a:pt x="3429" y="14981"/>
                  </a:lnTo>
                  <a:lnTo>
                    <a:pt x="4343" y="17884"/>
                  </a:lnTo>
                  <a:lnTo>
                    <a:pt x="5257" y="19510"/>
                  </a:lnTo>
                  <a:lnTo>
                    <a:pt x="5371" y="19510"/>
                  </a:lnTo>
                  <a:lnTo>
                    <a:pt x="5829" y="20439"/>
                  </a:lnTo>
                  <a:lnTo>
                    <a:pt x="6171" y="20787"/>
                  </a:lnTo>
                  <a:lnTo>
                    <a:pt x="6514" y="21484"/>
                  </a:lnTo>
                  <a:lnTo>
                    <a:pt x="6629" y="21600"/>
                  </a:lnTo>
                  <a:lnTo>
                    <a:pt x="7543" y="21600"/>
                  </a:lnTo>
                  <a:lnTo>
                    <a:pt x="7543" y="21368"/>
                  </a:lnTo>
                  <a:lnTo>
                    <a:pt x="7657" y="21135"/>
                  </a:lnTo>
                  <a:lnTo>
                    <a:pt x="7657" y="21019"/>
                  </a:lnTo>
                  <a:lnTo>
                    <a:pt x="8000" y="20671"/>
                  </a:lnTo>
                  <a:lnTo>
                    <a:pt x="8229" y="20555"/>
                  </a:lnTo>
                  <a:lnTo>
                    <a:pt x="8343" y="20439"/>
                  </a:lnTo>
                  <a:lnTo>
                    <a:pt x="8343" y="20206"/>
                  </a:lnTo>
                  <a:lnTo>
                    <a:pt x="8571" y="20090"/>
                  </a:lnTo>
                  <a:lnTo>
                    <a:pt x="8800" y="19858"/>
                  </a:lnTo>
                  <a:lnTo>
                    <a:pt x="8914" y="19626"/>
                  </a:lnTo>
                  <a:lnTo>
                    <a:pt x="9029" y="19161"/>
                  </a:lnTo>
                  <a:lnTo>
                    <a:pt x="9143" y="18465"/>
                  </a:lnTo>
                  <a:lnTo>
                    <a:pt x="9029" y="17884"/>
                  </a:lnTo>
                  <a:lnTo>
                    <a:pt x="8914" y="17535"/>
                  </a:lnTo>
                  <a:lnTo>
                    <a:pt x="8914" y="16839"/>
                  </a:lnTo>
                  <a:lnTo>
                    <a:pt x="9029" y="16490"/>
                  </a:lnTo>
                  <a:lnTo>
                    <a:pt x="9257" y="16258"/>
                  </a:lnTo>
                  <a:lnTo>
                    <a:pt x="9486" y="16142"/>
                  </a:lnTo>
                  <a:lnTo>
                    <a:pt x="9600" y="16026"/>
                  </a:lnTo>
                  <a:lnTo>
                    <a:pt x="9714" y="16026"/>
                  </a:lnTo>
                  <a:lnTo>
                    <a:pt x="9943" y="15910"/>
                  </a:lnTo>
                  <a:lnTo>
                    <a:pt x="10171" y="15677"/>
                  </a:lnTo>
                  <a:lnTo>
                    <a:pt x="10400" y="15561"/>
                  </a:lnTo>
                  <a:lnTo>
                    <a:pt x="11314" y="14632"/>
                  </a:lnTo>
                  <a:lnTo>
                    <a:pt x="12457" y="13703"/>
                  </a:lnTo>
                  <a:lnTo>
                    <a:pt x="12800" y="13471"/>
                  </a:lnTo>
                  <a:lnTo>
                    <a:pt x="12914" y="13355"/>
                  </a:lnTo>
                  <a:lnTo>
                    <a:pt x="13257" y="13239"/>
                  </a:lnTo>
                  <a:lnTo>
                    <a:pt x="13486" y="12890"/>
                  </a:lnTo>
                  <a:lnTo>
                    <a:pt x="13829" y="12542"/>
                  </a:lnTo>
                  <a:lnTo>
                    <a:pt x="14057" y="12194"/>
                  </a:lnTo>
                  <a:lnTo>
                    <a:pt x="14171" y="11729"/>
                  </a:lnTo>
                  <a:lnTo>
                    <a:pt x="14286" y="11613"/>
                  </a:lnTo>
                  <a:lnTo>
                    <a:pt x="14286" y="11497"/>
                  </a:lnTo>
                  <a:lnTo>
                    <a:pt x="14743" y="11265"/>
                  </a:lnTo>
                  <a:lnTo>
                    <a:pt x="14971" y="11265"/>
                  </a:lnTo>
                  <a:lnTo>
                    <a:pt x="15429" y="11381"/>
                  </a:lnTo>
                  <a:lnTo>
                    <a:pt x="15429" y="10452"/>
                  </a:lnTo>
                  <a:lnTo>
                    <a:pt x="15314" y="10219"/>
                  </a:lnTo>
                  <a:lnTo>
                    <a:pt x="15200" y="10219"/>
                  </a:lnTo>
                  <a:lnTo>
                    <a:pt x="15200" y="10103"/>
                  </a:lnTo>
                  <a:lnTo>
                    <a:pt x="15086" y="9987"/>
                  </a:lnTo>
                  <a:lnTo>
                    <a:pt x="15086" y="9523"/>
                  </a:lnTo>
                  <a:lnTo>
                    <a:pt x="15200" y="9406"/>
                  </a:lnTo>
                  <a:lnTo>
                    <a:pt x="15200" y="9174"/>
                  </a:lnTo>
                  <a:lnTo>
                    <a:pt x="15314" y="8942"/>
                  </a:lnTo>
                  <a:lnTo>
                    <a:pt x="15314" y="8826"/>
                  </a:lnTo>
                  <a:lnTo>
                    <a:pt x="15429" y="8710"/>
                  </a:lnTo>
                  <a:lnTo>
                    <a:pt x="16571" y="8710"/>
                  </a:lnTo>
                  <a:lnTo>
                    <a:pt x="16686" y="8826"/>
                  </a:lnTo>
                  <a:lnTo>
                    <a:pt x="16800" y="9058"/>
                  </a:lnTo>
                  <a:lnTo>
                    <a:pt x="16800" y="9523"/>
                  </a:lnTo>
                  <a:lnTo>
                    <a:pt x="17029" y="10335"/>
                  </a:lnTo>
                  <a:lnTo>
                    <a:pt x="17257" y="10103"/>
                  </a:lnTo>
                  <a:lnTo>
                    <a:pt x="17371" y="9871"/>
                  </a:lnTo>
                  <a:lnTo>
                    <a:pt x="17371" y="9755"/>
                  </a:lnTo>
                  <a:lnTo>
                    <a:pt x="17486" y="9523"/>
                  </a:lnTo>
                  <a:lnTo>
                    <a:pt x="17600" y="9406"/>
                  </a:lnTo>
                  <a:lnTo>
                    <a:pt x="17714" y="9406"/>
                  </a:lnTo>
                  <a:lnTo>
                    <a:pt x="17829" y="9523"/>
                  </a:lnTo>
                  <a:lnTo>
                    <a:pt x="17829" y="9755"/>
                  </a:lnTo>
                  <a:lnTo>
                    <a:pt x="18057" y="10684"/>
                  </a:lnTo>
                  <a:lnTo>
                    <a:pt x="18057" y="10568"/>
                  </a:lnTo>
                  <a:lnTo>
                    <a:pt x="18286" y="10568"/>
                  </a:lnTo>
                  <a:lnTo>
                    <a:pt x="18286" y="10684"/>
                  </a:lnTo>
                  <a:lnTo>
                    <a:pt x="18514" y="10684"/>
                  </a:lnTo>
                  <a:lnTo>
                    <a:pt x="18514" y="10335"/>
                  </a:lnTo>
                  <a:lnTo>
                    <a:pt x="18400" y="10103"/>
                  </a:lnTo>
                  <a:lnTo>
                    <a:pt x="18400" y="9755"/>
                  </a:lnTo>
                  <a:lnTo>
                    <a:pt x="18514" y="9755"/>
                  </a:lnTo>
                  <a:lnTo>
                    <a:pt x="18743" y="9871"/>
                  </a:lnTo>
                  <a:lnTo>
                    <a:pt x="18857" y="9987"/>
                  </a:lnTo>
                  <a:lnTo>
                    <a:pt x="18971" y="9987"/>
                  </a:lnTo>
                  <a:lnTo>
                    <a:pt x="19429" y="9523"/>
                  </a:lnTo>
                  <a:lnTo>
                    <a:pt x="19543" y="9523"/>
                  </a:lnTo>
                  <a:lnTo>
                    <a:pt x="19657" y="9290"/>
                  </a:lnTo>
                  <a:lnTo>
                    <a:pt x="19657" y="9058"/>
                  </a:lnTo>
                  <a:lnTo>
                    <a:pt x="19771" y="8826"/>
                  </a:lnTo>
                  <a:lnTo>
                    <a:pt x="19886" y="8477"/>
                  </a:lnTo>
                  <a:lnTo>
                    <a:pt x="20000" y="8245"/>
                  </a:lnTo>
                  <a:lnTo>
                    <a:pt x="20457" y="8013"/>
                  </a:lnTo>
                  <a:lnTo>
                    <a:pt x="21029" y="7781"/>
                  </a:lnTo>
                  <a:lnTo>
                    <a:pt x="21143" y="7548"/>
                  </a:lnTo>
                  <a:lnTo>
                    <a:pt x="21143" y="7432"/>
                  </a:lnTo>
                  <a:lnTo>
                    <a:pt x="21371" y="7200"/>
                  </a:lnTo>
                  <a:lnTo>
                    <a:pt x="21371" y="6968"/>
                  </a:lnTo>
                  <a:lnTo>
                    <a:pt x="21486" y="6735"/>
                  </a:lnTo>
                  <a:lnTo>
                    <a:pt x="21600" y="6619"/>
                  </a:lnTo>
                  <a:lnTo>
                    <a:pt x="21600" y="6271"/>
                  </a:lnTo>
                  <a:lnTo>
                    <a:pt x="21486" y="6271"/>
                  </a:lnTo>
                  <a:lnTo>
                    <a:pt x="20914" y="6387"/>
                  </a:lnTo>
                  <a:lnTo>
                    <a:pt x="20229" y="6503"/>
                  </a:lnTo>
                  <a:lnTo>
                    <a:pt x="19657" y="6619"/>
                  </a:lnTo>
                  <a:lnTo>
                    <a:pt x="18857" y="6503"/>
                  </a:lnTo>
                  <a:lnTo>
                    <a:pt x="18514" y="7200"/>
                  </a:lnTo>
                  <a:lnTo>
                    <a:pt x="18400" y="7548"/>
                  </a:lnTo>
                  <a:lnTo>
                    <a:pt x="18286" y="7781"/>
                  </a:lnTo>
                  <a:lnTo>
                    <a:pt x="18057" y="8013"/>
                  </a:lnTo>
                  <a:lnTo>
                    <a:pt x="17714" y="8013"/>
                  </a:lnTo>
                  <a:lnTo>
                    <a:pt x="17486" y="7897"/>
                  </a:lnTo>
                  <a:lnTo>
                    <a:pt x="17029" y="7897"/>
                  </a:lnTo>
                  <a:lnTo>
                    <a:pt x="16800" y="8013"/>
                  </a:lnTo>
                  <a:lnTo>
                    <a:pt x="16571" y="7897"/>
                  </a:lnTo>
                  <a:lnTo>
                    <a:pt x="16000" y="7897"/>
                  </a:lnTo>
                  <a:lnTo>
                    <a:pt x="15086" y="8013"/>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269" name="Shape 269"/>
            <p:cNvSpPr/>
            <p:nvPr/>
          </p:nvSpPr>
          <p:spPr>
            <a:xfrm>
              <a:off x="4243375" y="5219328"/>
              <a:ext cx="838410" cy="581829"/>
            </a:xfrm>
            <a:custGeom>
              <a:avLst/>
              <a:gdLst/>
              <a:ahLst/>
              <a:cxnLst>
                <a:cxn ang="0">
                  <a:pos x="wd2" y="hd2"/>
                </a:cxn>
                <a:cxn ang="5400000">
                  <a:pos x="wd2" y="hd2"/>
                </a:cxn>
                <a:cxn ang="10800000">
                  <a:pos x="wd2" y="hd2"/>
                </a:cxn>
                <a:cxn ang="16200000">
                  <a:pos x="wd2" y="hd2"/>
                </a:cxn>
              </a:cxnLst>
              <a:rect l="0" t="0" r="r" b="b"/>
              <a:pathLst>
                <a:path w="21600" h="21600" extrusionOk="0">
                  <a:moveTo>
                    <a:pt x="21600" y="5718"/>
                  </a:moveTo>
                  <a:lnTo>
                    <a:pt x="19396" y="5718"/>
                  </a:lnTo>
                  <a:lnTo>
                    <a:pt x="18294" y="6035"/>
                  </a:lnTo>
                  <a:lnTo>
                    <a:pt x="17853" y="6353"/>
                  </a:lnTo>
                  <a:lnTo>
                    <a:pt x="17633" y="6671"/>
                  </a:lnTo>
                  <a:lnTo>
                    <a:pt x="17192" y="6988"/>
                  </a:lnTo>
                  <a:lnTo>
                    <a:pt x="16971" y="7306"/>
                  </a:lnTo>
                  <a:lnTo>
                    <a:pt x="16971" y="7941"/>
                  </a:lnTo>
                  <a:lnTo>
                    <a:pt x="15208" y="8894"/>
                  </a:lnTo>
                  <a:lnTo>
                    <a:pt x="14767" y="10482"/>
                  </a:lnTo>
                  <a:lnTo>
                    <a:pt x="14106" y="10482"/>
                  </a:lnTo>
                  <a:lnTo>
                    <a:pt x="13665" y="10800"/>
                  </a:lnTo>
                  <a:lnTo>
                    <a:pt x="13445" y="11435"/>
                  </a:lnTo>
                  <a:lnTo>
                    <a:pt x="13445" y="13341"/>
                  </a:lnTo>
                  <a:lnTo>
                    <a:pt x="11461" y="16200"/>
                  </a:lnTo>
                  <a:lnTo>
                    <a:pt x="10359" y="16200"/>
                  </a:lnTo>
                  <a:lnTo>
                    <a:pt x="9698" y="16518"/>
                  </a:lnTo>
                  <a:lnTo>
                    <a:pt x="9257" y="16518"/>
                  </a:lnTo>
                  <a:lnTo>
                    <a:pt x="8596" y="17153"/>
                  </a:lnTo>
                  <a:lnTo>
                    <a:pt x="8155" y="17471"/>
                  </a:lnTo>
                  <a:lnTo>
                    <a:pt x="7935" y="18106"/>
                  </a:lnTo>
                  <a:lnTo>
                    <a:pt x="7053" y="19376"/>
                  </a:lnTo>
                  <a:lnTo>
                    <a:pt x="6612" y="19694"/>
                  </a:lnTo>
                  <a:lnTo>
                    <a:pt x="6392" y="20329"/>
                  </a:lnTo>
                  <a:lnTo>
                    <a:pt x="6171" y="20329"/>
                  </a:lnTo>
                  <a:lnTo>
                    <a:pt x="5951" y="20647"/>
                  </a:lnTo>
                  <a:lnTo>
                    <a:pt x="5731" y="20647"/>
                  </a:lnTo>
                  <a:lnTo>
                    <a:pt x="4849" y="21282"/>
                  </a:lnTo>
                  <a:lnTo>
                    <a:pt x="3527" y="21600"/>
                  </a:lnTo>
                  <a:lnTo>
                    <a:pt x="2204" y="21282"/>
                  </a:lnTo>
                  <a:lnTo>
                    <a:pt x="1322" y="20965"/>
                  </a:lnTo>
                  <a:lnTo>
                    <a:pt x="220" y="17471"/>
                  </a:lnTo>
                  <a:lnTo>
                    <a:pt x="0" y="12706"/>
                  </a:lnTo>
                  <a:lnTo>
                    <a:pt x="1102" y="10165"/>
                  </a:lnTo>
                  <a:lnTo>
                    <a:pt x="1322" y="6671"/>
                  </a:lnTo>
                  <a:lnTo>
                    <a:pt x="3086" y="6671"/>
                  </a:lnTo>
                  <a:lnTo>
                    <a:pt x="3527" y="5082"/>
                  </a:lnTo>
                  <a:lnTo>
                    <a:pt x="3747" y="5082"/>
                  </a:lnTo>
                  <a:lnTo>
                    <a:pt x="4629" y="4447"/>
                  </a:lnTo>
                  <a:lnTo>
                    <a:pt x="5290" y="3812"/>
                  </a:lnTo>
                  <a:lnTo>
                    <a:pt x="5731" y="3176"/>
                  </a:lnTo>
                  <a:lnTo>
                    <a:pt x="6171" y="2224"/>
                  </a:lnTo>
                  <a:lnTo>
                    <a:pt x="6392" y="1271"/>
                  </a:lnTo>
                  <a:lnTo>
                    <a:pt x="6612" y="1271"/>
                  </a:lnTo>
                  <a:lnTo>
                    <a:pt x="6833" y="1588"/>
                  </a:lnTo>
                  <a:lnTo>
                    <a:pt x="8816" y="1588"/>
                  </a:lnTo>
                  <a:lnTo>
                    <a:pt x="10139" y="1906"/>
                  </a:lnTo>
                  <a:lnTo>
                    <a:pt x="11902" y="1588"/>
                  </a:lnTo>
                  <a:lnTo>
                    <a:pt x="13445" y="318"/>
                  </a:lnTo>
                  <a:lnTo>
                    <a:pt x="14547" y="0"/>
                  </a:lnTo>
                  <a:lnTo>
                    <a:pt x="15429" y="1271"/>
                  </a:lnTo>
                  <a:lnTo>
                    <a:pt x="15429" y="1588"/>
                  </a:lnTo>
                  <a:lnTo>
                    <a:pt x="15649" y="1906"/>
                  </a:lnTo>
                  <a:lnTo>
                    <a:pt x="17412" y="3176"/>
                  </a:lnTo>
                  <a:lnTo>
                    <a:pt x="21380" y="3176"/>
                  </a:lnTo>
                  <a:lnTo>
                    <a:pt x="21380" y="4765"/>
                  </a:lnTo>
                  <a:lnTo>
                    <a:pt x="21600" y="5400"/>
                  </a:lnTo>
                  <a:lnTo>
                    <a:pt x="21600" y="5718"/>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270" name="Shape 270"/>
            <p:cNvSpPr/>
            <p:nvPr/>
          </p:nvSpPr>
          <p:spPr>
            <a:xfrm>
              <a:off x="7631231" y="4680284"/>
              <a:ext cx="496203" cy="735841"/>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20855" y="502"/>
                  </a:lnTo>
                  <a:lnTo>
                    <a:pt x="19366" y="1256"/>
                  </a:lnTo>
                  <a:lnTo>
                    <a:pt x="17503" y="2512"/>
                  </a:lnTo>
                  <a:lnTo>
                    <a:pt x="15641" y="3516"/>
                  </a:lnTo>
                  <a:lnTo>
                    <a:pt x="14152" y="4270"/>
                  </a:lnTo>
                  <a:lnTo>
                    <a:pt x="13034" y="4772"/>
                  </a:lnTo>
                  <a:lnTo>
                    <a:pt x="11545" y="5777"/>
                  </a:lnTo>
                  <a:lnTo>
                    <a:pt x="10800" y="6028"/>
                  </a:lnTo>
                  <a:lnTo>
                    <a:pt x="10055" y="6028"/>
                  </a:lnTo>
                  <a:lnTo>
                    <a:pt x="10055" y="6279"/>
                  </a:lnTo>
                  <a:lnTo>
                    <a:pt x="4097" y="5777"/>
                  </a:lnTo>
                  <a:lnTo>
                    <a:pt x="3352" y="5777"/>
                  </a:lnTo>
                  <a:lnTo>
                    <a:pt x="3352" y="6028"/>
                  </a:lnTo>
                  <a:lnTo>
                    <a:pt x="2979" y="6530"/>
                  </a:lnTo>
                  <a:lnTo>
                    <a:pt x="2979" y="7033"/>
                  </a:lnTo>
                  <a:lnTo>
                    <a:pt x="3352" y="7535"/>
                  </a:lnTo>
                  <a:lnTo>
                    <a:pt x="3352" y="8037"/>
                  </a:lnTo>
                  <a:lnTo>
                    <a:pt x="3724" y="8288"/>
                  </a:lnTo>
                  <a:lnTo>
                    <a:pt x="3352" y="8791"/>
                  </a:lnTo>
                  <a:lnTo>
                    <a:pt x="2607" y="9042"/>
                  </a:lnTo>
                  <a:lnTo>
                    <a:pt x="1490" y="9042"/>
                  </a:lnTo>
                  <a:lnTo>
                    <a:pt x="745" y="8791"/>
                  </a:lnTo>
                  <a:lnTo>
                    <a:pt x="0" y="8791"/>
                  </a:lnTo>
                  <a:lnTo>
                    <a:pt x="0" y="11553"/>
                  </a:lnTo>
                  <a:lnTo>
                    <a:pt x="2234" y="11302"/>
                  </a:lnTo>
                  <a:lnTo>
                    <a:pt x="4097" y="12307"/>
                  </a:lnTo>
                  <a:lnTo>
                    <a:pt x="2979" y="14065"/>
                  </a:lnTo>
                  <a:lnTo>
                    <a:pt x="3352" y="14065"/>
                  </a:lnTo>
                  <a:lnTo>
                    <a:pt x="4841" y="15070"/>
                  </a:lnTo>
                  <a:lnTo>
                    <a:pt x="6331" y="15572"/>
                  </a:lnTo>
                  <a:lnTo>
                    <a:pt x="6703" y="15823"/>
                  </a:lnTo>
                  <a:lnTo>
                    <a:pt x="7448" y="16074"/>
                  </a:lnTo>
                  <a:lnTo>
                    <a:pt x="7821" y="16326"/>
                  </a:lnTo>
                  <a:lnTo>
                    <a:pt x="7821" y="18586"/>
                  </a:lnTo>
                  <a:lnTo>
                    <a:pt x="7448" y="19591"/>
                  </a:lnTo>
                  <a:lnTo>
                    <a:pt x="7448" y="20093"/>
                  </a:lnTo>
                  <a:lnTo>
                    <a:pt x="7821" y="20595"/>
                  </a:lnTo>
                  <a:lnTo>
                    <a:pt x="8938" y="21349"/>
                  </a:lnTo>
                  <a:lnTo>
                    <a:pt x="9683" y="21349"/>
                  </a:lnTo>
                  <a:lnTo>
                    <a:pt x="10428" y="21600"/>
                  </a:lnTo>
                  <a:lnTo>
                    <a:pt x="11917" y="21600"/>
                  </a:lnTo>
                  <a:lnTo>
                    <a:pt x="12662" y="21098"/>
                  </a:lnTo>
                  <a:lnTo>
                    <a:pt x="13407" y="20847"/>
                  </a:lnTo>
                  <a:lnTo>
                    <a:pt x="13779" y="20344"/>
                  </a:lnTo>
                  <a:lnTo>
                    <a:pt x="14152" y="20093"/>
                  </a:lnTo>
                  <a:lnTo>
                    <a:pt x="14524" y="17079"/>
                  </a:lnTo>
                  <a:lnTo>
                    <a:pt x="14524" y="16074"/>
                  </a:lnTo>
                  <a:lnTo>
                    <a:pt x="14152" y="15070"/>
                  </a:lnTo>
                  <a:lnTo>
                    <a:pt x="13779" y="14567"/>
                  </a:lnTo>
                  <a:lnTo>
                    <a:pt x="13034" y="14065"/>
                  </a:lnTo>
                  <a:lnTo>
                    <a:pt x="12662" y="13563"/>
                  </a:lnTo>
                  <a:lnTo>
                    <a:pt x="12290" y="13563"/>
                  </a:lnTo>
                  <a:lnTo>
                    <a:pt x="11917" y="13312"/>
                  </a:lnTo>
                  <a:lnTo>
                    <a:pt x="11545" y="13312"/>
                  </a:lnTo>
                  <a:lnTo>
                    <a:pt x="10800" y="12558"/>
                  </a:lnTo>
                  <a:lnTo>
                    <a:pt x="10055" y="12056"/>
                  </a:lnTo>
                  <a:lnTo>
                    <a:pt x="10055" y="11051"/>
                  </a:lnTo>
                  <a:lnTo>
                    <a:pt x="10428" y="10800"/>
                  </a:lnTo>
                  <a:lnTo>
                    <a:pt x="10800" y="10800"/>
                  </a:lnTo>
                  <a:lnTo>
                    <a:pt x="10800" y="10549"/>
                  </a:lnTo>
                  <a:lnTo>
                    <a:pt x="11172" y="10549"/>
                  </a:lnTo>
                  <a:lnTo>
                    <a:pt x="13779" y="8791"/>
                  </a:lnTo>
                  <a:lnTo>
                    <a:pt x="16014" y="7033"/>
                  </a:lnTo>
                  <a:lnTo>
                    <a:pt x="17503" y="5777"/>
                  </a:lnTo>
                  <a:lnTo>
                    <a:pt x="18248" y="5274"/>
                  </a:lnTo>
                  <a:lnTo>
                    <a:pt x="19366" y="4019"/>
                  </a:lnTo>
                  <a:lnTo>
                    <a:pt x="21228" y="1507"/>
                  </a:lnTo>
                  <a:lnTo>
                    <a:pt x="21228" y="1005"/>
                  </a:lnTo>
                  <a:lnTo>
                    <a:pt x="21600" y="0"/>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271" name="Shape 271"/>
            <p:cNvSpPr/>
            <p:nvPr/>
          </p:nvSpPr>
          <p:spPr>
            <a:xfrm>
              <a:off x="5774754" y="4192576"/>
              <a:ext cx="1796593" cy="744398"/>
            </a:xfrm>
            <a:custGeom>
              <a:avLst/>
              <a:gdLst/>
              <a:ahLst/>
              <a:cxnLst>
                <a:cxn ang="0">
                  <a:pos x="wd2" y="hd2"/>
                </a:cxn>
                <a:cxn ang="5400000">
                  <a:pos x="wd2" y="hd2"/>
                </a:cxn>
                <a:cxn ang="10800000">
                  <a:pos x="wd2" y="hd2"/>
                </a:cxn>
                <a:cxn ang="16200000">
                  <a:pos x="wd2" y="hd2"/>
                </a:cxn>
              </a:cxnLst>
              <a:rect l="0" t="0" r="r" b="b"/>
              <a:pathLst>
                <a:path w="21600" h="21600" extrusionOk="0">
                  <a:moveTo>
                    <a:pt x="206" y="3972"/>
                  </a:moveTo>
                  <a:lnTo>
                    <a:pt x="1337" y="2483"/>
                  </a:lnTo>
                  <a:lnTo>
                    <a:pt x="1337" y="2234"/>
                  </a:lnTo>
                  <a:lnTo>
                    <a:pt x="1646" y="1490"/>
                  </a:lnTo>
                  <a:lnTo>
                    <a:pt x="1851" y="1241"/>
                  </a:lnTo>
                  <a:lnTo>
                    <a:pt x="2057" y="1241"/>
                  </a:lnTo>
                  <a:lnTo>
                    <a:pt x="2880" y="1738"/>
                  </a:lnTo>
                  <a:lnTo>
                    <a:pt x="3497" y="1738"/>
                  </a:lnTo>
                  <a:lnTo>
                    <a:pt x="4011" y="2234"/>
                  </a:lnTo>
                  <a:lnTo>
                    <a:pt x="4526" y="2979"/>
                  </a:lnTo>
                  <a:lnTo>
                    <a:pt x="5451" y="5214"/>
                  </a:lnTo>
                  <a:lnTo>
                    <a:pt x="5554" y="4966"/>
                  </a:lnTo>
                  <a:lnTo>
                    <a:pt x="5760" y="4966"/>
                  </a:lnTo>
                  <a:lnTo>
                    <a:pt x="5863" y="4469"/>
                  </a:lnTo>
                  <a:lnTo>
                    <a:pt x="6069" y="4221"/>
                  </a:lnTo>
                  <a:lnTo>
                    <a:pt x="6171" y="3476"/>
                  </a:lnTo>
                  <a:lnTo>
                    <a:pt x="6171" y="2731"/>
                  </a:lnTo>
                  <a:lnTo>
                    <a:pt x="6274" y="2483"/>
                  </a:lnTo>
                  <a:lnTo>
                    <a:pt x="6480" y="2234"/>
                  </a:lnTo>
                  <a:lnTo>
                    <a:pt x="6789" y="2234"/>
                  </a:lnTo>
                  <a:lnTo>
                    <a:pt x="7406" y="745"/>
                  </a:lnTo>
                  <a:lnTo>
                    <a:pt x="7920" y="0"/>
                  </a:lnTo>
                  <a:lnTo>
                    <a:pt x="8537" y="0"/>
                  </a:lnTo>
                  <a:lnTo>
                    <a:pt x="9154" y="497"/>
                  </a:lnTo>
                  <a:lnTo>
                    <a:pt x="9771" y="497"/>
                  </a:lnTo>
                  <a:lnTo>
                    <a:pt x="10286" y="248"/>
                  </a:lnTo>
                  <a:lnTo>
                    <a:pt x="11109" y="497"/>
                  </a:lnTo>
                  <a:lnTo>
                    <a:pt x="12034" y="1490"/>
                  </a:lnTo>
                  <a:lnTo>
                    <a:pt x="13063" y="2979"/>
                  </a:lnTo>
                  <a:lnTo>
                    <a:pt x="13166" y="2979"/>
                  </a:lnTo>
                  <a:lnTo>
                    <a:pt x="13474" y="3228"/>
                  </a:lnTo>
                  <a:lnTo>
                    <a:pt x="14091" y="3228"/>
                  </a:lnTo>
                  <a:lnTo>
                    <a:pt x="15017" y="2731"/>
                  </a:lnTo>
                  <a:lnTo>
                    <a:pt x="15634" y="2234"/>
                  </a:lnTo>
                  <a:lnTo>
                    <a:pt x="16046" y="1738"/>
                  </a:lnTo>
                  <a:lnTo>
                    <a:pt x="16354" y="1241"/>
                  </a:lnTo>
                  <a:lnTo>
                    <a:pt x="16457" y="745"/>
                  </a:lnTo>
                  <a:lnTo>
                    <a:pt x="16560" y="497"/>
                  </a:lnTo>
                  <a:lnTo>
                    <a:pt x="16560" y="248"/>
                  </a:lnTo>
                  <a:lnTo>
                    <a:pt x="16971" y="248"/>
                  </a:lnTo>
                  <a:lnTo>
                    <a:pt x="17589" y="745"/>
                  </a:lnTo>
                  <a:lnTo>
                    <a:pt x="18309" y="1738"/>
                  </a:lnTo>
                  <a:lnTo>
                    <a:pt x="19440" y="2731"/>
                  </a:lnTo>
                  <a:lnTo>
                    <a:pt x="19131" y="7448"/>
                  </a:lnTo>
                  <a:lnTo>
                    <a:pt x="20777" y="7448"/>
                  </a:lnTo>
                  <a:lnTo>
                    <a:pt x="21394" y="8193"/>
                  </a:lnTo>
                  <a:lnTo>
                    <a:pt x="21497" y="8441"/>
                  </a:lnTo>
                  <a:lnTo>
                    <a:pt x="21600" y="8938"/>
                  </a:lnTo>
                  <a:lnTo>
                    <a:pt x="21600" y="9434"/>
                  </a:lnTo>
                  <a:lnTo>
                    <a:pt x="21291" y="9683"/>
                  </a:lnTo>
                  <a:lnTo>
                    <a:pt x="21086" y="10179"/>
                  </a:lnTo>
                  <a:lnTo>
                    <a:pt x="20469" y="10676"/>
                  </a:lnTo>
                  <a:lnTo>
                    <a:pt x="20057" y="10924"/>
                  </a:lnTo>
                  <a:lnTo>
                    <a:pt x="19646" y="10924"/>
                  </a:lnTo>
                  <a:lnTo>
                    <a:pt x="18823" y="11917"/>
                  </a:lnTo>
                  <a:lnTo>
                    <a:pt x="18514" y="12414"/>
                  </a:lnTo>
                  <a:lnTo>
                    <a:pt x="18514" y="13159"/>
                  </a:lnTo>
                  <a:lnTo>
                    <a:pt x="18411" y="13903"/>
                  </a:lnTo>
                  <a:lnTo>
                    <a:pt x="18411" y="14400"/>
                  </a:lnTo>
                  <a:lnTo>
                    <a:pt x="18206" y="14897"/>
                  </a:lnTo>
                  <a:lnTo>
                    <a:pt x="18000" y="15641"/>
                  </a:lnTo>
                  <a:lnTo>
                    <a:pt x="17691" y="15890"/>
                  </a:lnTo>
                  <a:lnTo>
                    <a:pt x="17383" y="16386"/>
                  </a:lnTo>
                  <a:lnTo>
                    <a:pt x="16560" y="16883"/>
                  </a:lnTo>
                  <a:lnTo>
                    <a:pt x="15531" y="17379"/>
                  </a:lnTo>
                  <a:lnTo>
                    <a:pt x="14400" y="17876"/>
                  </a:lnTo>
                  <a:lnTo>
                    <a:pt x="13474" y="18372"/>
                  </a:lnTo>
                  <a:lnTo>
                    <a:pt x="12240" y="19117"/>
                  </a:lnTo>
                  <a:lnTo>
                    <a:pt x="11931" y="19614"/>
                  </a:lnTo>
                  <a:lnTo>
                    <a:pt x="11211" y="20607"/>
                  </a:lnTo>
                  <a:lnTo>
                    <a:pt x="10491" y="21352"/>
                  </a:lnTo>
                  <a:lnTo>
                    <a:pt x="9566" y="21600"/>
                  </a:lnTo>
                  <a:lnTo>
                    <a:pt x="9051" y="21352"/>
                  </a:lnTo>
                  <a:lnTo>
                    <a:pt x="8743" y="20607"/>
                  </a:lnTo>
                  <a:lnTo>
                    <a:pt x="8331" y="20110"/>
                  </a:lnTo>
                  <a:lnTo>
                    <a:pt x="8023" y="19862"/>
                  </a:lnTo>
                  <a:lnTo>
                    <a:pt x="7406" y="19862"/>
                  </a:lnTo>
                  <a:lnTo>
                    <a:pt x="6789" y="20110"/>
                  </a:lnTo>
                  <a:lnTo>
                    <a:pt x="5246" y="20110"/>
                  </a:lnTo>
                  <a:lnTo>
                    <a:pt x="4526" y="19862"/>
                  </a:lnTo>
                  <a:lnTo>
                    <a:pt x="4114" y="19366"/>
                  </a:lnTo>
                  <a:lnTo>
                    <a:pt x="3909" y="18372"/>
                  </a:lnTo>
                  <a:lnTo>
                    <a:pt x="3909" y="16634"/>
                  </a:lnTo>
                  <a:lnTo>
                    <a:pt x="3703" y="14897"/>
                  </a:lnTo>
                  <a:lnTo>
                    <a:pt x="3394" y="13407"/>
                  </a:lnTo>
                  <a:lnTo>
                    <a:pt x="2880" y="12414"/>
                  </a:lnTo>
                  <a:lnTo>
                    <a:pt x="2263" y="11669"/>
                  </a:lnTo>
                  <a:lnTo>
                    <a:pt x="1543" y="10924"/>
                  </a:lnTo>
                  <a:lnTo>
                    <a:pt x="823" y="9683"/>
                  </a:lnTo>
                  <a:lnTo>
                    <a:pt x="309" y="8193"/>
                  </a:lnTo>
                  <a:lnTo>
                    <a:pt x="0" y="6207"/>
                  </a:lnTo>
                  <a:lnTo>
                    <a:pt x="206" y="3972"/>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272" name="Shape 272"/>
            <p:cNvSpPr/>
            <p:nvPr/>
          </p:nvSpPr>
          <p:spPr>
            <a:xfrm>
              <a:off x="4953456" y="3961556"/>
              <a:ext cx="3379303" cy="2455653"/>
            </a:xfrm>
            <a:custGeom>
              <a:avLst/>
              <a:gdLst/>
              <a:ahLst/>
              <a:cxnLst>
                <a:cxn ang="0">
                  <a:pos x="wd2" y="hd2"/>
                </a:cxn>
                <a:cxn ang="5400000">
                  <a:pos x="wd2" y="hd2"/>
                </a:cxn>
                <a:cxn ang="10800000">
                  <a:pos x="wd2" y="hd2"/>
                </a:cxn>
                <a:cxn ang="16200000">
                  <a:pos x="wd2" y="hd2"/>
                </a:cxn>
              </a:cxnLst>
              <a:rect l="0" t="0" r="r" b="b"/>
              <a:pathLst>
                <a:path w="21600" h="21600" extrusionOk="0">
                  <a:moveTo>
                    <a:pt x="5304" y="3236"/>
                  </a:moveTo>
                  <a:lnTo>
                    <a:pt x="5250" y="3914"/>
                  </a:lnTo>
                  <a:lnTo>
                    <a:pt x="5414" y="4516"/>
                  </a:lnTo>
                  <a:lnTo>
                    <a:pt x="5687" y="4967"/>
                  </a:lnTo>
                  <a:lnTo>
                    <a:pt x="6070" y="5344"/>
                  </a:lnTo>
                  <a:lnTo>
                    <a:pt x="6453" y="5569"/>
                  </a:lnTo>
                  <a:lnTo>
                    <a:pt x="6781" y="5795"/>
                  </a:lnTo>
                  <a:lnTo>
                    <a:pt x="7054" y="6096"/>
                  </a:lnTo>
                  <a:lnTo>
                    <a:pt x="7218" y="6548"/>
                  </a:lnTo>
                  <a:lnTo>
                    <a:pt x="7328" y="7075"/>
                  </a:lnTo>
                  <a:lnTo>
                    <a:pt x="7382" y="7451"/>
                  </a:lnTo>
                  <a:lnTo>
                    <a:pt x="7382" y="7601"/>
                  </a:lnTo>
                  <a:lnTo>
                    <a:pt x="7437" y="7902"/>
                  </a:lnTo>
                  <a:lnTo>
                    <a:pt x="7656" y="8053"/>
                  </a:lnTo>
                  <a:lnTo>
                    <a:pt x="8038" y="8128"/>
                  </a:lnTo>
                  <a:lnTo>
                    <a:pt x="8476" y="8203"/>
                  </a:lnTo>
                  <a:lnTo>
                    <a:pt x="9242" y="8053"/>
                  </a:lnTo>
                  <a:lnTo>
                    <a:pt x="9515" y="8053"/>
                  </a:lnTo>
                  <a:lnTo>
                    <a:pt x="9734" y="8128"/>
                  </a:lnTo>
                  <a:lnTo>
                    <a:pt x="9898" y="8354"/>
                  </a:lnTo>
                  <a:lnTo>
                    <a:pt x="10062" y="8505"/>
                  </a:lnTo>
                  <a:lnTo>
                    <a:pt x="10390" y="8580"/>
                  </a:lnTo>
                  <a:lnTo>
                    <a:pt x="10827" y="8505"/>
                  </a:lnTo>
                  <a:lnTo>
                    <a:pt x="11265" y="8279"/>
                  </a:lnTo>
                  <a:lnTo>
                    <a:pt x="11593" y="7978"/>
                  </a:lnTo>
                  <a:lnTo>
                    <a:pt x="11812" y="7827"/>
                  </a:lnTo>
                  <a:lnTo>
                    <a:pt x="12030" y="7752"/>
                  </a:lnTo>
                  <a:lnTo>
                    <a:pt x="12413" y="7601"/>
                  </a:lnTo>
                  <a:lnTo>
                    <a:pt x="14054" y="7150"/>
                  </a:lnTo>
                  <a:lnTo>
                    <a:pt x="14491" y="6999"/>
                  </a:lnTo>
                  <a:lnTo>
                    <a:pt x="14819" y="6774"/>
                  </a:lnTo>
                  <a:lnTo>
                    <a:pt x="14983" y="6472"/>
                  </a:lnTo>
                  <a:lnTo>
                    <a:pt x="15093" y="6171"/>
                  </a:lnTo>
                  <a:lnTo>
                    <a:pt x="15093" y="5795"/>
                  </a:lnTo>
                  <a:lnTo>
                    <a:pt x="15530" y="5494"/>
                  </a:lnTo>
                  <a:lnTo>
                    <a:pt x="15968" y="5344"/>
                  </a:lnTo>
                  <a:lnTo>
                    <a:pt x="16132" y="5344"/>
                  </a:lnTo>
                  <a:lnTo>
                    <a:pt x="16296" y="5268"/>
                  </a:lnTo>
                  <a:lnTo>
                    <a:pt x="16514" y="5193"/>
                  </a:lnTo>
                  <a:lnTo>
                    <a:pt x="16733" y="4892"/>
                  </a:lnTo>
                  <a:lnTo>
                    <a:pt x="16733" y="4741"/>
                  </a:lnTo>
                  <a:lnTo>
                    <a:pt x="16678" y="4591"/>
                  </a:lnTo>
                  <a:lnTo>
                    <a:pt x="16569" y="4440"/>
                  </a:lnTo>
                  <a:lnTo>
                    <a:pt x="16405" y="4365"/>
                  </a:lnTo>
                  <a:lnTo>
                    <a:pt x="16296" y="4290"/>
                  </a:lnTo>
                  <a:lnTo>
                    <a:pt x="15366" y="4290"/>
                  </a:lnTo>
                  <a:lnTo>
                    <a:pt x="15585" y="2860"/>
                  </a:lnTo>
                  <a:lnTo>
                    <a:pt x="16077" y="2258"/>
                  </a:lnTo>
                  <a:lnTo>
                    <a:pt x="16077" y="1731"/>
                  </a:lnTo>
                  <a:lnTo>
                    <a:pt x="16132" y="1279"/>
                  </a:lnTo>
                  <a:lnTo>
                    <a:pt x="16241" y="753"/>
                  </a:lnTo>
                  <a:lnTo>
                    <a:pt x="16460" y="301"/>
                  </a:lnTo>
                  <a:lnTo>
                    <a:pt x="16788" y="75"/>
                  </a:lnTo>
                  <a:lnTo>
                    <a:pt x="17335" y="0"/>
                  </a:lnTo>
                  <a:lnTo>
                    <a:pt x="17717" y="75"/>
                  </a:lnTo>
                  <a:lnTo>
                    <a:pt x="17991" y="301"/>
                  </a:lnTo>
                  <a:lnTo>
                    <a:pt x="18155" y="753"/>
                  </a:lnTo>
                  <a:lnTo>
                    <a:pt x="18210" y="828"/>
                  </a:lnTo>
                  <a:lnTo>
                    <a:pt x="18210" y="903"/>
                  </a:lnTo>
                  <a:lnTo>
                    <a:pt x="18264" y="1129"/>
                  </a:lnTo>
                  <a:lnTo>
                    <a:pt x="18374" y="1355"/>
                  </a:lnTo>
                  <a:lnTo>
                    <a:pt x="18428" y="1580"/>
                  </a:lnTo>
                  <a:lnTo>
                    <a:pt x="18483" y="1882"/>
                  </a:lnTo>
                  <a:lnTo>
                    <a:pt x="18756" y="2258"/>
                  </a:lnTo>
                  <a:lnTo>
                    <a:pt x="18975" y="2634"/>
                  </a:lnTo>
                  <a:lnTo>
                    <a:pt x="19139" y="3010"/>
                  </a:lnTo>
                  <a:lnTo>
                    <a:pt x="19194" y="3462"/>
                  </a:lnTo>
                  <a:lnTo>
                    <a:pt x="19303" y="3462"/>
                  </a:lnTo>
                  <a:lnTo>
                    <a:pt x="19358" y="3387"/>
                  </a:lnTo>
                  <a:lnTo>
                    <a:pt x="19577" y="3387"/>
                  </a:lnTo>
                  <a:lnTo>
                    <a:pt x="19741" y="3462"/>
                  </a:lnTo>
                  <a:lnTo>
                    <a:pt x="19850" y="3537"/>
                  </a:lnTo>
                  <a:lnTo>
                    <a:pt x="19959" y="3688"/>
                  </a:lnTo>
                  <a:lnTo>
                    <a:pt x="20014" y="3914"/>
                  </a:lnTo>
                  <a:lnTo>
                    <a:pt x="20069" y="3989"/>
                  </a:lnTo>
                  <a:lnTo>
                    <a:pt x="20069" y="4064"/>
                  </a:lnTo>
                  <a:lnTo>
                    <a:pt x="20124" y="4215"/>
                  </a:lnTo>
                  <a:lnTo>
                    <a:pt x="20178" y="4290"/>
                  </a:lnTo>
                  <a:lnTo>
                    <a:pt x="20397" y="4290"/>
                  </a:lnTo>
                  <a:lnTo>
                    <a:pt x="20561" y="4215"/>
                  </a:lnTo>
                  <a:lnTo>
                    <a:pt x="20725" y="4064"/>
                  </a:lnTo>
                  <a:lnTo>
                    <a:pt x="20780" y="4064"/>
                  </a:lnTo>
                  <a:lnTo>
                    <a:pt x="20889" y="3763"/>
                  </a:lnTo>
                  <a:lnTo>
                    <a:pt x="20998" y="3537"/>
                  </a:lnTo>
                  <a:lnTo>
                    <a:pt x="21163" y="3387"/>
                  </a:lnTo>
                  <a:lnTo>
                    <a:pt x="21272" y="3161"/>
                  </a:lnTo>
                  <a:lnTo>
                    <a:pt x="21436" y="3010"/>
                  </a:lnTo>
                  <a:lnTo>
                    <a:pt x="21600" y="2935"/>
                  </a:lnTo>
                  <a:lnTo>
                    <a:pt x="21600" y="3387"/>
                  </a:lnTo>
                  <a:lnTo>
                    <a:pt x="21545" y="3613"/>
                  </a:lnTo>
                  <a:lnTo>
                    <a:pt x="21491" y="3914"/>
                  </a:lnTo>
                  <a:lnTo>
                    <a:pt x="21108" y="4967"/>
                  </a:lnTo>
                  <a:lnTo>
                    <a:pt x="20561" y="5870"/>
                  </a:lnTo>
                  <a:lnTo>
                    <a:pt x="20342" y="6171"/>
                  </a:lnTo>
                  <a:lnTo>
                    <a:pt x="20233" y="6548"/>
                  </a:lnTo>
                  <a:lnTo>
                    <a:pt x="19686" y="7150"/>
                  </a:lnTo>
                  <a:lnTo>
                    <a:pt x="19085" y="7827"/>
                  </a:lnTo>
                  <a:lnTo>
                    <a:pt x="18975" y="7978"/>
                  </a:lnTo>
                  <a:lnTo>
                    <a:pt x="18756" y="8128"/>
                  </a:lnTo>
                  <a:lnTo>
                    <a:pt x="18592" y="8203"/>
                  </a:lnTo>
                  <a:lnTo>
                    <a:pt x="18210" y="8203"/>
                  </a:lnTo>
                  <a:lnTo>
                    <a:pt x="18046" y="8128"/>
                  </a:lnTo>
                  <a:lnTo>
                    <a:pt x="17717" y="8128"/>
                  </a:lnTo>
                  <a:lnTo>
                    <a:pt x="17608" y="8279"/>
                  </a:lnTo>
                  <a:lnTo>
                    <a:pt x="17608" y="8429"/>
                  </a:lnTo>
                  <a:lnTo>
                    <a:pt x="17663" y="8580"/>
                  </a:lnTo>
                  <a:lnTo>
                    <a:pt x="17663" y="8956"/>
                  </a:lnTo>
                  <a:lnTo>
                    <a:pt x="17553" y="9107"/>
                  </a:lnTo>
                  <a:lnTo>
                    <a:pt x="17389" y="9107"/>
                  </a:lnTo>
                  <a:lnTo>
                    <a:pt x="17280" y="9031"/>
                  </a:lnTo>
                  <a:lnTo>
                    <a:pt x="17171" y="9031"/>
                  </a:lnTo>
                  <a:lnTo>
                    <a:pt x="17171" y="9859"/>
                  </a:lnTo>
                  <a:lnTo>
                    <a:pt x="17007" y="10085"/>
                  </a:lnTo>
                  <a:lnTo>
                    <a:pt x="16897" y="10160"/>
                  </a:lnTo>
                  <a:lnTo>
                    <a:pt x="16733" y="10311"/>
                  </a:lnTo>
                  <a:lnTo>
                    <a:pt x="16624" y="10386"/>
                  </a:lnTo>
                  <a:lnTo>
                    <a:pt x="16514" y="10386"/>
                  </a:lnTo>
                  <a:lnTo>
                    <a:pt x="16460" y="10311"/>
                  </a:lnTo>
                  <a:lnTo>
                    <a:pt x="16405" y="10311"/>
                  </a:lnTo>
                  <a:lnTo>
                    <a:pt x="16405" y="10085"/>
                  </a:lnTo>
                  <a:lnTo>
                    <a:pt x="16460" y="9934"/>
                  </a:lnTo>
                  <a:lnTo>
                    <a:pt x="16569" y="9859"/>
                  </a:lnTo>
                  <a:lnTo>
                    <a:pt x="16624" y="9709"/>
                  </a:lnTo>
                  <a:lnTo>
                    <a:pt x="16624" y="9558"/>
                  </a:lnTo>
                  <a:lnTo>
                    <a:pt x="16514" y="9483"/>
                  </a:lnTo>
                  <a:lnTo>
                    <a:pt x="16405" y="9483"/>
                  </a:lnTo>
                  <a:lnTo>
                    <a:pt x="16186" y="9633"/>
                  </a:lnTo>
                  <a:lnTo>
                    <a:pt x="16022" y="9784"/>
                  </a:lnTo>
                  <a:lnTo>
                    <a:pt x="15913" y="9934"/>
                  </a:lnTo>
                  <a:lnTo>
                    <a:pt x="15694" y="10010"/>
                  </a:lnTo>
                  <a:lnTo>
                    <a:pt x="15257" y="10010"/>
                  </a:lnTo>
                  <a:lnTo>
                    <a:pt x="15202" y="9934"/>
                  </a:lnTo>
                  <a:lnTo>
                    <a:pt x="15147" y="9934"/>
                  </a:lnTo>
                  <a:lnTo>
                    <a:pt x="15038" y="10085"/>
                  </a:lnTo>
                  <a:lnTo>
                    <a:pt x="15038" y="10160"/>
                  </a:lnTo>
                  <a:lnTo>
                    <a:pt x="15147" y="10461"/>
                  </a:lnTo>
                  <a:lnTo>
                    <a:pt x="15475" y="10762"/>
                  </a:lnTo>
                  <a:lnTo>
                    <a:pt x="15694" y="11063"/>
                  </a:lnTo>
                  <a:lnTo>
                    <a:pt x="15804" y="11139"/>
                  </a:lnTo>
                  <a:lnTo>
                    <a:pt x="15858" y="11139"/>
                  </a:lnTo>
                  <a:lnTo>
                    <a:pt x="15968" y="11063"/>
                  </a:lnTo>
                  <a:lnTo>
                    <a:pt x="16132" y="11063"/>
                  </a:lnTo>
                  <a:lnTo>
                    <a:pt x="16241" y="10988"/>
                  </a:lnTo>
                  <a:lnTo>
                    <a:pt x="16405" y="10988"/>
                  </a:lnTo>
                  <a:lnTo>
                    <a:pt x="16514" y="10913"/>
                  </a:lnTo>
                  <a:lnTo>
                    <a:pt x="16678" y="10913"/>
                  </a:lnTo>
                  <a:lnTo>
                    <a:pt x="16843" y="10988"/>
                  </a:lnTo>
                  <a:lnTo>
                    <a:pt x="16952" y="11063"/>
                  </a:lnTo>
                  <a:lnTo>
                    <a:pt x="17061" y="11214"/>
                  </a:lnTo>
                  <a:lnTo>
                    <a:pt x="17061" y="11289"/>
                  </a:lnTo>
                  <a:lnTo>
                    <a:pt x="16843" y="11440"/>
                  </a:lnTo>
                  <a:lnTo>
                    <a:pt x="16514" y="11590"/>
                  </a:lnTo>
                  <a:lnTo>
                    <a:pt x="16405" y="11741"/>
                  </a:lnTo>
                  <a:lnTo>
                    <a:pt x="16186" y="11891"/>
                  </a:lnTo>
                  <a:lnTo>
                    <a:pt x="16132" y="11891"/>
                  </a:lnTo>
                  <a:lnTo>
                    <a:pt x="16077" y="11967"/>
                  </a:lnTo>
                  <a:lnTo>
                    <a:pt x="15968" y="12042"/>
                  </a:lnTo>
                  <a:lnTo>
                    <a:pt x="15913" y="12192"/>
                  </a:lnTo>
                  <a:lnTo>
                    <a:pt x="15858" y="12268"/>
                  </a:lnTo>
                  <a:lnTo>
                    <a:pt x="15858" y="12493"/>
                  </a:lnTo>
                  <a:lnTo>
                    <a:pt x="15913" y="12644"/>
                  </a:lnTo>
                  <a:lnTo>
                    <a:pt x="16132" y="13095"/>
                  </a:lnTo>
                  <a:lnTo>
                    <a:pt x="16241" y="13246"/>
                  </a:lnTo>
                  <a:lnTo>
                    <a:pt x="16296" y="13472"/>
                  </a:lnTo>
                  <a:lnTo>
                    <a:pt x="16350" y="13622"/>
                  </a:lnTo>
                  <a:lnTo>
                    <a:pt x="16405" y="13698"/>
                  </a:lnTo>
                  <a:lnTo>
                    <a:pt x="16405" y="13773"/>
                  </a:lnTo>
                  <a:lnTo>
                    <a:pt x="16624" y="14676"/>
                  </a:lnTo>
                  <a:lnTo>
                    <a:pt x="16678" y="14676"/>
                  </a:lnTo>
                  <a:lnTo>
                    <a:pt x="16678" y="14826"/>
                  </a:lnTo>
                  <a:lnTo>
                    <a:pt x="16788" y="15128"/>
                  </a:lnTo>
                  <a:lnTo>
                    <a:pt x="16788" y="15880"/>
                  </a:lnTo>
                  <a:lnTo>
                    <a:pt x="16678" y="16181"/>
                  </a:lnTo>
                  <a:lnTo>
                    <a:pt x="16569" y="16332"/>
                  </a:lnTo>
                  <a:lnTo>
                    <a:pt x="16569" y="16407"/>
                  </a:lnTo>
                  <a:lnTo>
                    <a:pt x="16514" y="16482"/>
                  </a:lnTo>
                  <a:lnTo>
                    <a:pt x="16186" y="17235"/>
                  </a:lnTo>
                  <a:lnTo>
                    <a:pt x="15913" y="18138"/>
                  </a:lnTo>
                  <a:lnTo>
                    <a:pt x="15311" y="18891"/>
                  </a:lnTo>
                  <a:lnTo>
                    <a:pt x="14874" y="19267"/>
                  </a:lnTo>
                  <a:lnTo>
                    <a:pt x="14765" y="19568"/>
                  </a:lnTo>
                  <a:lnTo>
                    <a:pt x="14655" y="19568"/>
                  </a:lnTo>
                  <a:lnTo>
                    <a:pt x="14382" y="19643"/>
                  </a:lnTo>
                  <a:lnTo>
                    <a:pt x="14054" y="19643"/>
                  </a:lnTo>
                  <a:lnTo>
                    <a:pt x="13726" y="19568"/>
                  </a:lnTo>
                  <a:lnTo>
                    <a:pt x="13507" y="20020"/>
                  </a:lnTo>
                  <a:lnTo>
                    <a:pt x="13179" y="20095"/>
                  </a:lnTo>
                  <a:lnTo>
                    <a:pt x="13069" y="20095"/>
                  </a:lnTo>
                  <a:lnTo>
                    <a:pt x="12960" y="20170"/>
                  </a:lnTo>
                  <a:lnTo>
                    <a:pt x="12905" y="20170"/>
                  </a:lnTo>
                  <a:lnTo>
                    <a:pt x="12851" y="20321"/>
                  </a:lnTo>
                  <a:lnTo>
                    <a:pt x="12796" y="20396"/>
                  </a:lnTo>
                  <a:lnTo>
                    <a:pt x="12796" y="20546"/>
                  </a:lnTo>
                  <a:lnTo>
                    <a:pt x="12851" y="20772"/>
                  </a:lnTo>
                  <a:lnTo>
                    <a:pt x="12851" y="21449"/>
                  </a:lnTo>
                  <a:lnTo>
                    <a:pt x="12796" y="21525"/>
                  </a:lnTo>
                  <a:lnTo>
                    <a:pt x="12468" y="21600"/>
                  </a:lnTo>
                  <a:lnTo>
                    <a:pt x="12413" y="21600"/>
                  </a:lnTo>
                  <a:lnTo>
                    <a:pt x="12304" y="21449"/>
                  </a:lnTo>
                  <a:lnTo>
                    <a:pt x="12304" y="21224"/>
                  </a:lnTo>
                  <a:lnTo>
                    <a:pt x="12358" y="21073"/>
                  </a:lnTo>
                  <a:lnTo>
                    <a:pt x="12468" y="20923"/>
                  </a:lnTo>
                  <a:lnTo>
                    <a:pt x="12577" y="20622"/>
                  </a:lnTo>
                  <a:lnTo>
                    <a:pt x="12577" y="20471"/>
                  </a:lnTo>
                  <a:lnTo>
                    <a:pt x="12523" y="20321"/>
                  </a:lnTo>
                  <a:lnTo>
                    <a:pt x="12468" y="20245"/>
                  </a:lnTo>
                  <a:lnTo>
                    <a:pt x="12358" y="20170"/>
                  </a:lnTo>
                  <a:lnTo>
                    <a:pt x="12249" y="20170"/>
                  </a:lnTo>
                  <a:lnTo>
                    <a:pt x="12140" y="20095"/>
                  </a:lnTo>
                  <a:lnTo>
                    <a:pt x="12085" y="20020"/>
                  </a:lnTo>
                  <a:lnTo>
                    <a:pt x="11866" y="20170"/>
                  </a:lnTo>
                  <a:lnTo>
                    <a:pt x="11866" y="20245"/>
                  </a:lnTo>
                  <a:lnTo>
                    <a:pt x="11812" y="20245"/>
                  </a:lnTo>
                  <a:lnTo>
                    <a:pt x="11757" y="19869"/>
                  </a:lnTo>
                  <a:lnTo>
                    <a:pt x="11429" y="19417"/>
                  </a:lnTo>
                  <a:lnTo>
                    <a:pt x="11265" y="19342"/>
                  </a:lnTo>
                  <a:lnTo>
                    <a:pt x="11155" y="19417"/>
                  </a:lnTo>
                  <a:lnTo>
                    <a:pt x="10663" y="19417"/>
                  </a:lnTo>
                  <a:lnTo>
                    <a:pt x="10554" y="19342"/>
                  </a:lnTo>
                  <a:lnTo>
                    <a:pt x="10171" y="19342"/>
                  </a:lnTo>
                  <a:lnTo>
                    <a:pt x="10116" y="19417"/>
                  </a:lnTo>
                  <a:lnTo>
                    <a:pt x="9952" y="19417"/>
                  </a:lnTo>
                  <a:lnTo>
                    <a:pt x="9898" y="19493"/>
                  </a:lnTo>
                  <a:lnTo>
                    <a:pt x="9898" y="19643"/>
                  </a:lnTo>
                  <a:lnTo>
                    <a:pt x="9788" y="19718"/>
                  </a:lnTo>
                  <a:lnTo>
                    <a:pt x="9734" y="19794"/>
                  </a:lnTo>
                  <a:lnTo>
                    <a:pt x="9734" y="20020"/>
                  </a:lnTo>
                  <a:lnTo>
                    <a:pt x="9788" y="20245"/>
                  </a:lnTo>
                  <a:lnTo>
                    <a:pt x="9734" y="20396"/>
                  </a:lnTo>
                  <a:lnTo>
                    <a:pt x="9734" y="20471"/>
                  </a:lnTo>
                  <a:lnTo>
                    <a:pt x="9515" y="20471"/>
                  </a:lnTo>
                  <a:lnTo>
                    <a:pt x="9351" y="20546"/>
                  </a:lnTo>
                  <a:lnTo>
                    <a:pt x="9242" y="20622"/>
                  </a:lnTo>
                  <a:lnTo>
                    <a:pt x="9077" y="20622"/>
                  </a:lnTo>
                  <a:lnTo>
                    <a:pt x="9077" y="20396"/>
                  </a:lnTo>
                  <a:lnTo>
                    <a:pt x="9132" y="20245"/>
                  </a:lnTo>
                  <a:lnTo>
                    <a:pt x="9132" y="20095"/>
                  </a:lnTo>
                  <a:lnTo>
                    <a:pt x="8913" y="19869"/>
                  </a:lnTo>
                  <a:lnTo>
                    <a:pt x="8749" y="19944"/>
                  </a:lnTo>
                  <a:lnTo>
                    <a:pt x="8640" y="19944"/>
                  </a:lnTo>
                  <a:lnTo>
                    <a:pt x="8531" y="19869"/>
                  </a:lnTo>
                  <a:lnTo>
                    <a:pt x="8421" y="19718"/>
                  </a:lnTo>
                  <a:lnTo>
                    <a:pt x="8421" y="19568"/>
                  </a:lnTo>
                  <a:lnTo>
                    <a:pt x="8531" y="18740"/>
                  </a:lnTo>
                  <a:lnTo>
                    <a:pt x="8640" y="18364"/>
                  </a:lnTo>
                  <a:lnTo>
                    <a:pt x="8749" y="18213"/>
                  </a:lnTo>
                  <a:lnTo>
                    <a:pt x="8640" y="17686"/>
                  </a:lnTo>
                  <a:lnTo>
                    <a:pt x="8476" y="17235"/>
                  </a:lnTo>
                  <a:lnTo>
                    <a:pt x="8312" y="17009"/>
                  </a:lnTo>
                  <a:lnTo>
                    <a:pt x="8203" y="16934"/>
                  </a:lnTo>
                  <a:lnTo>
                    <a:pt x="8203" y="16859"/>
                  </a:lnTo>
                  <a:lnTo>
                    <a:pt x="8148" y="16859"/>
                  </a:lnTo>
                  <a:lnTo>
                    <a:pt x="7218" y="17009"/>
                  </a:lnTo>
                  <a:lnTo>
                    <a:pt x="6890" y="16934"/>
                  </a:lnTo>
                  <a:lnTo>
                    <a:pt x="6781" y="16783"/>
                  </a:lnTo>
                  <a:lnTo>
                    <a:pt x="6617" y="16633"/>
                  </a:lnTo>
                  <a:lnTo>
                    <a:pt x="6343" y="16557"/>
                  </a:lnTo>
                  <a:lnTo>
                    <a:pt x="6070" y="16557"/>
                  </a:lnTo>
                  <a:lnTo>
                    <a:pt x="5906" y="16482"/>
                  </a:lnTo>
                  <a:lnTo>
                    <a:pt x="5687" y="16557"/>
                  </a:lnTo>
                  <a:lnTo>
                    <a:pt x="5359" y="16783"/>
                  </a:lnTo>
                  <a:lnTo>
                    <a:pt x="5250" y="16934"/>
                  </a:lnTo>
                  <a:lnTo>
                    <a:pt x="5140" y="17009"/>
                  </a:lnTo>
                  <a:lnTo>
                    <a:pt x="5086" y="17084"/>
                  </a:lnTo>
                  <a:lnTo>
                    <a:pt x="5086" y="17009"/>
                  </a:lnTo>
                  <a:lnTo>
                    <a:pt x="5031" y="16934"/>
                  </a:lnTo>
                  <a:lnTo>
                    <a:pt x="5031" y="16859"/>
                  </a:lnTo>
                  <a:lnTo>
                    <a:pt x="4976" y="16934"/>
                  </a:lnTo>
                  <a:lnTo>
                    <a:pt x="4867" y="16934"/>
                  </a:lnTo>
                  <a:lnTo>
                    <a:pt x="4867" y="17009"/>
                  </a:lnTo>
                  <a:lnTo>
                    <a:pt x="3117" y="16482"/>
                  </a:lnTo>
                  <a:lnTo>
                    <a:pt x="2406" y="15654"/>
                  </a:lnTo>
                  <a:lnTo>
                    <a:pt x="2242" y="15128"/>
                  </a:lnTo>
                  <a:lnTo>
                    <a:pt x="2242" y="14751"/>
                  </a:lnTo>
                  <a:lnTo>
                    <a:pt x="2406" y="14450"/>
                  </a:lnTo>
                  <a:lnTo>
                    <a:pt x="2515" y="14300"/>
                  </a:lnTo>
                  <a:lnTo>
                    <a:pt x="2570" y="14300"/>
                  </a:lnTo>
                  <a:lnTo>
                    <a:pt x="2406" y="13773"/>
                  </a:lnTo>
                  <a:lnTo>
                    <a:pt x="2625" y="13622"/>
                  </a:lnTo>
                  <a:lnTo>
                    <a:pt x="2515" y="13321"/>
                  </a:lnTo>
                  <a:lnTo>
                    <a:pt x="2515" y="13171"/>
                  </a:lnTo>
                  <a:lnTo>
                    <a:pt x="2461" y="13095"/>
                  </a:lnTo>
                  <a:lnTo>
                    <a:pt x="2461" y="13020"/>
                  </a:lnTo>
                  <a:lnTo>
                    <a:pt x="2406" y="12870"/>
                  </a:lnTo>
                  <a:lnTo>
                    <a:pt x="2351" y="12794"/>
                  </a:lnTo>
                  <a:lnTo>
                    <a:pt x="2242" y="12719"/>
                  </a:lnTo>
                  <a:lnTo>
                    <a:pt x="2078" y="12644"/>
                  </a:lnTo>
                  <a:lnTo>
                    <a:pt x="1969" y="12644"/>
                  </a:lnTo>
                  <a:lnTo>
                    <a:pt x="1805" y="12569"/>
                  </a:lnTo>
                  <a:lnTo>
                    <a:pt x="1695" y="12493"/>
                  </a:lnTo>
                  <a:lnTo>
                    <a:pt x="1586" y="12343"/>
                  </a:lnTo>
                  <a:lnTo>
                    <a:pt x="1367" y="12418"/>
                  </a:lnTo>
                  <a:lnTo>
                    <a:pt x="820" y="12493"/>
                  </a:lnTo>
                  <a:lnTo>
                    <a:pt x="766" y="11816"/>
                  </a:lnTo>
                  <a:lnTo>
                    <a:pt x="602" y="11590"/>
                  </a:lnTo>
                  <a:lnTo>
                    <a:pt x="492" y="11289"/>
                  </a:lnTo>
                  <a:lnTo>
                    <a:pt x="437" y="11063"/>
                  </a:lnTo>
                  <a:lnTo>
                    <a:pt x="437" y="10913"/>
                  </a:lnTo>
                  <a:lnTo>
                    <a:pt x="383" y="10762"/>
                  </a:lnTo>
                  <a:lnTo>
                    <a:pt x="273" y="10612"/>
                  </a:lnTo>
                  <a:lnTo>
                    <a:pt x="164" y="10612"/>
                  </a:lnTo>
                  <a:lnTo>
                    <a:pt x="109" y="10537"/>
                  </a:lnTo>
                  <a:lnTo>
                    <a:pt x="55" y="10537"/>
                  </a:lnTo>
                  <a:lnTo>
                    <a:pt x="0" y="10386"/>
                  </a:lnTo>
                  <a:lnTo>
                    <a:pt x="0" y="9934"/>
                  </a:lnTo>
                  <a:lnTo>
                    <a:pt x="109" y="9633"/>
                  </a:lnTo>
                  <a:lnTo>
                    <a:pt x="328" y="9483"/>
                  </a:lnTo>
                  <a:lnTo>
                    <a:pt x="492" y="9483"/>
                  </a:lnTo>
                  <a:lnTo>
                    <a:pt x="766" y="9558"/>
                  </a:lnTo>
                  <a:lnTo>
                    <a:pt x="1094" y="9257"/>
                  </a:lnTo>
                  <a:lnTo>
                    <a:pt x="1203" y="9107"/>
                  </a:lnTo>
                  <a:lnTo>
                    <a:pt x="1312" y="9107"/>
                  </a:lnTo>
                  <a:lnTo>
                    <a:pt x="1476" y="9031"/>
                  </a:lnTo>
                  <a:lnTo>
                    <a:pt x="1641" y="9031"/>
                  </a:lnTo>
                  <a:lnTo>
                    <a:pt x="1750" y="8956"/>
                  </a:lnTo>
                  <a:lnTo>
                    <a:pt x="1914" y="8881"/>
                  </a:lnTo>
                  <a:lnTo>
                    <a:pt x="2023" y="8730"/>
                  </a:lnTo>
                  <a:lnTo>
                    <a:pt x="2133" y="8505"/>
                  </a:lnTo>
                  <a:lnTo>
                    <a:pt x="2187" y="8279"/>
                  </a:lnTo>
                  <a:lnTo>
                    <a:pt x="2242" y="8203"/>
                  </a:lnTo>
                  <a:lnTo>
                    <a:pt x="2242" y="8128"/>
                  </a:lnTo>
                  <a:lnTo>
                    <a:pt x="2297" y="7978"/>
                  </a:lnTo>
                  <a:lnTo>
                    <a:pt x="2297" y="7601"/>
                  </a:lnTo>
                  <a:lnTo>
                    <a:pt x="2187" y="7601"/>
                  </a:lnTo>
                  <a:lnTo>
                    <a:pt x="2133" y="7451"/>
                  </a:lnTo>
                  <a:lnTo>
                    <a:pt x="2078" y="7376"/>
                  </a:lnTo>
                  <a:lnTo>
                    <a:pt x="2023" y="7225"/>
                  </a:lnTo>
                  <a:lnTo>
                    <a:pt x="2023" y="6999"/>
                  </a:lnTo>
                  <a:lnTo>
                    <a:pt x="2187" y="6924"/>
                  </a:lnTo>
                  <a:lnTo>
                    <a:pt x="2297" y="6849"/>
                  </a:lnTo>
                  <a:lnTo>
                    <a:pt x="2351" y="6849"/>
                  </a:lnTo>
                  <a:lnTo>
                    <a:pt x="2461" y="6698"/>
                  </a:lnTo>
                  <a:lnTo>
                    <a:pt x="2461" y="6472"/>
                  </a:lnTo>
                  <a:lnTo>
                    <a:pt x="2570" y="6472"/>
                  </a:lnTo>
                  <a:lnTo>
                    <a:pt x="2679" y="6397"/>
                  </a:lnTo>
                  <a:lnTo>
                    <a:pt x="2789" y="6397"/>
                  </a:lnTo>
                  <a:lnTo>
                    <a:pt x="2898" y="6322"/>
                  </a:lnTo>
                  <a:lnTo>
                    <a:pt x="3008" y="6171"/>
                  </a:lnTo>
                  <a:lnTo>
                    <a:pt x="3062" y="5946"/>
                  </a:lnTo>
                  <a:lnTo>
                    <a:pt x="3172" y="5720"/>
                  </a:lnTo>
                  <a:lnTo>
                    <a:pt x="3172" y="5344"/>
                  </a:lnTo>
                  <a:lnTo>
                    <a:pt x="3281" y="5118"/>
                  </a:lnTo>
                  <a:lnTo>
                    <a:pt x="3500" y="4967"/>
                  </a:lnTo>
                  <a:lnTo>
                    <a:pt x="3664" y="4892"/>
                  </a:lnTo>
                  <a:lnTo>
                    <a:pt x="3828" y="4892"/>
                  </a:lnTo>
                  <a:lnTo>
                    <a:pt x="3937" y="4817"/>
                  </a:lnTo>
                  <a:lnTo>
                    <a:pt x="4047" y="4516"/>
                  </a:lnTo>
                  <a:lnTo>
                    <a:pt x="4101" y="4290"/>
                  </a:lnTo>
                  <a:lnTo>
                    <a:pt x="4211" y="4139"/>
                  </a:lnTo>
                  <a:lnTo>
                    <a:pt x="4320" y="3914"/>
                  </a:lnTo>
                  <a:lnTo>
                    <a:pt x="4484" y="3838"/>
                  </a:lnTo>
                  <a:lnTo>
                    <a:pt x="4703" y="3763"/>
                  </a:lnTo>
                  <a:lnTo>
                    <a:pt x="4812" y="3763"/>
                  </a:lnTo>
                  <a:lnTo>
                    <a:pt x="4922" y="3613"/>
                  </a:lnTo>
                  <a:lnTo>
                    <a:pt x="4922" y="3236"/>
                  </a:lnTo>
                  <a:lnTo>
                    <a:pt x="4976" y="3086"/>
                  </a:lnTo>
                  <a:lnTo>
                    <a:pt x="5086" y="3010"/>
                  </a:lnTo>
                  <a:lnTo>
                    <a:pt x="5195" y="2860"/>
                  </a:lnTo>
                  <a:lnTo>
                    <a:pt x="5304" y="2785"/>
                  </a:lnTo>
                  <a:lnTo>
                    <a:pt x="5906" y="2785"/>
                  </a:lnTo>
                  <a:lnTo>
                    <a:pt x="5304" y="3236"/>
                  </a:lnTo>
                </a:path>
              </a:pathLst>
            </a:custGeom>
            <a:solidFill>
              <a:srgbClr val="0250DE"/>
            </a:solidFill>
            <a:ln w="12700" cap="flat">
              <a:noFill/>
              <a:miter lim="400000"/>
            </a:ln>
            <a:effectLst/>
          </p:spPr>
          <p:txBody>
            <a:bodyPr wrap="square" lIns="0" tIns="0" rIns="0" bIns="0" numCol="1" anchor="ctr">
              <a:noAutofit/>
            </a:bodyPr>
            <a:lstStyle/>
            <a:p>
              <a:pPr lvl="0" algn="l" defTabSz="914400">
                <a:defRPr sz="4200"/>
              </a:pPr>
              <a:endParaRPr/>
            </a:p>
          </p:txBody>
        </p:sp>
        <p:sp>
          <p:nvSpPr>
            <p:cNvPr id="273" name="Shape 273"/>
            <p:cNvSpPr/>
            <p:nvPr/>
          </p:nvSpPr>
          <p:spPr>
            <a:xfrm>
              <a:off x="6484835" y="6648227"/>
              <a:ext cx="290879" cy="239577"/>
            </a:xfrm>
            <a:custGeom>
              <a:avLst/>
              <a:gdLst/>
              <a:ahLst/>
              <a:cxnLst>
                <a:cxn ang="0">
                  <a:pos x="wd2" y="hd2"/>
                </a:cxn>
                <a:cxn ang="5400000">
                  <a:pos x="wd2" y="hd2"/>
                </a:cxn>
                <a:cxn ang="10800000">
                  <a:pos x="wd2" y="hd2"/>
                </a:cxn>
                <a:cxn ang="16200000">
                  <a:pos x="wd2" y="hd2"/>
                </a:cxn>
              </a:cxnLst>
              <a:rect l="0" t="0" r="r" b="b"/>
              <a:pathLst>
                <a:path w="21600" h="21600" extrusionOk="0">
                  <a:moveTo>
                    <a:pt x="635" y="13886"/>
                  </a:moveTo>
                  <a:lnTo>
                    <a:pt x="635" y="12343"/>
                  </a:lnTo>
                  <a:lnTo>
                    <a:pt x="0" y="8486"/>
                  </a:lnTo>
                  <a:lnTo>
                    <a:pt x="635" y="3857"/>
                  </a:lnTo>
                  <a:lnTo>
                    <a:pt x="3176" y="1543"/>
                  </a:lnTo>
                  <a:lnTo>
                    <a:pt x="3176" y="771"/>
                  </a:lnTo>
                  <a:lnTo>
                    <a:pt x="4447" y="771"/>
                  </a:lnTo>
                  <a:lnTo>
                    <a:pt x="5082" y="0"/>
                  </a:lnTo>
                  <a:lnTo>
                    <a:pt x="6988" y="0"/>
                  </a:lnTo>
                  <a:lnTo>
                    <a:pt x="10800" y="1543"/>
                  </a:lnTo>
                  <a:lnTo>
                    <a:pt x="13341" y="3857"/>
                  </a:lnTo>
                  <a:lnTo>
                    <a:pt x="13976" y="3086"/>
                  </a:lnTo>
                  <a:lnTo>
                    <a:pt x="19059" y="3086"/>
                  </a:lnTo>
                  <a:lnTo>
                    <a:pt x="20329" y="3857"/>
                  </a:lnTo>
                  <a:lnTo>
                    <a:pt x="20965" y="4629"/>
                  </a:lnTo>
                  <a:lnTo>
                    <a:pt x="21600" y="6171"/>
                  </a:lnTo>
                  <a:lnTo>
                    <a:pt x="21600" y="6943"/>
                  </a:lnTo>
                  <a:lnTo>
                    <a:pt x="20965" y="8486"/>
                  </a:lnTo>
                  <a:lnTo>
                    <a:pt x="20965" y="10029"/>
                  </a:lnTo>
                  <a:lnTo>
                    <a:pt x="20329" y="11571"/>
                  </a:lnTo>
                  <a:lnTo>
                    <a:pt x="20329" y="13114"/>
                  </a:lnTo>
                  <a:lnTo>
                    <a:pt x="17153" y="14657"/>
                  </a:lnTo>
                  <a:lnTo>
                    <a:pt x="15882" y="16200"/>
                  </a:lnTo>
                  <a:lnTo>
                    <a:pt x="14612" y="16200"/>
                  </a:lnTo>
                  <a:lnTo>
                    <a:pt x="13341" y="20057"/>
                  </a:lnTo>
                  <a:lnTo>
                    <a:pt x="7624" y="21600"/>
                  </a:lnTo>
                  <a:lnTo>
                    <a:pt x="635" y="13886"/>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274" name="Shape 274"/>
            <p:cNvSpPr/>
            <p:nvPr/>
          </p:nvSpPr>
          <p:spPr>
            <a:xfrm>
              <a:off x="7999104" y="5476016"/>
              <a:ext cx="153996" cy="188241"/>
            </a:xfrm>
            <a:custGeom>
              <a:avLst/>
              <a:gdLst/>
              <a:ahLst/>
              <a:cxnLst>
                <a:cxn ang="0">
                  <a:pos x="wd2" y="hd2"/>
                </a:cxn>
                <a:cxn ang="5400000">
                  <a:pos x="wd2" y="hd2"/>
                </a:cxn>
                <a:cxn ang="10800000">
                  <a:pos x="wd2" y="hd2"/>
                </a:cxn>
                <a:cxn ang="16200000">
                  <a:pos x="wd2" y="hd2"/>
                </a:cxn>
              </a:cxnLst>
              <a:rect l="0" t="0" r="r" b="b"/>
              <a:pathLst>
                <a:path w="21600" h="21600" extrusionOk="0">
                  <a:moveTo>
                    <a:pt x="3600" y="0"/>
                  </a:moveTo>
                  <a:lnTo>
                    <a:pt x="3600" y="982"/>
                  </a:lnTo>
                  <a:lnTo>
                    <a:pt x="1200" y="1964"/>
                  </a:lnTo>
                  <a:lnTo>
                    <a:pt x="0" y="2945"/>
                  </a:lnTo>
                  <a:lnTo>
                    <a:pt x="0" y="4909"/>
                  </a:lnTo>
                  <a:lnTo>
                    <a:pt x="1200" y="5891"/>
                  </a:lnTo>
                  <a:lnTo>
                    <a:pt x="2400" y="7855"/>
                  </a:lnTo>
                  <a:lnTo>
                    <a:pt x="4800" y="9818"/>
                  </a:lnTo>
                  <a:lnTo>
                    <a:pt x="6000" y="11782"/>
                  </a:lnTo>
                  <a:lnTo>
                    <a:pt x="8400" y="13745"/>
                  </a:lnTo>
                  <a:lnTo>
                    <a:pt x="9600" y="15709"/>
                  </a:lnTo>
                  <a:lnTo>
                    <a:pt x="9600" y="18655"/>
                  </a:lnTo>
                  <a:lnTo>
                    <a:pt x="10800" y="19636"/>
                  </a:lnTo>
                  <a:lnTo>
                    <a:pt x="10800" y="20618"/>
                  </a:lnTo>
                  <a:lnTo>
                    <a:pt x="13200" y="21600"/>
                  </a:lnTo>
                  <a:lnTo>
                    <a:pt x="15600" y="21600"/>
                  </a:lnTo>
                  <a:lnTo>
                    <a:pt x="18000" y="20618"/>
                  </a:lnTo>
                  <a:lnTo>
                    <a:pt x="20400" y="18655"/>
                  </a:lnTo>
                  <a:lnTo>
                    <a:pt x="20400" y="7855"/>
                  </a:lnTo>
                  <a:lnTo>
                    <a:pt x="21600" y="6873"/>
                  </a:lnTo>
                  <a:lnTo>
                    <a:pt x="20400" y="6873"/>
                  </a:lnTo>
                  <a:lnTo>
                    <a:pt x="19200" y="5891"/>
                  </a:lnTo>
                  <a:lnTo>
                    <a:pt x="16800" y="4909"/>
                  </a:lnTo>
                  <a:lnTo>
                    <a:pt x="14400" y="2945"/>
                  </a:lnTo>
                  <a:lnTo>
                    <a:pt x="12000" y="1964"/>
                  </a:lnTo>
                  <a:lnTo>
                    <a:pt x="7200" y="1964"/>
                  </a:lnTo>
                  <a:lnTo>
                    <a:pt x="6000" y="982"/>
                  </a:lnTo>
                  <a:lnTo>
                    <a:pt x="4800" y="982"/>
                  </a:lnTo>
                  <a:lnTo>
                    <a:pt x="3600" y="0"/>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275" name="Shape 275"/>
            <p:cNvSpPr/>
            <p:nvPr/>
          </p:nvSpPr>
          <p:spPr>
            <a:xfrm>
              <a:off x="8050435" y="4954084"/>
              <a:ext cx="615976" cy="521935"/>
            </a:xfrm>
            <a:custGeom>
              <a:avLst/>
              <a:gdLst/>
              <a:ahLst/>
              <a:cxnLst>
                <a:cxn ang="0">
                  <a:pos x="wd2" y="hd2"/>
                </a:cxn>
                <a:cxn ang="5400000">
                  <a:pos x="wd2" y="hd2"/>
                </a:cxn>
                <a:cxn ang="10800000">
                  <a:pos x="wd2" y="hd2"/>
                </a:cxn>
                <a:cxn ang="16200000">
                  <a:pos x="wd2" y="hd2"/>
                </a:cxn>
              </a:cxnLst>
              <a:rect l="0" t="0" r="r" b="b"/>
              <a:pathLst>
                <a:path w="21600" h="21600" extrusionOk="0">
                  <a:moveTo>
                    <a:pt x="900" y="18767"/>
                  </a:moveTo>
                  <a:lnTo>
                    <a:pt x="0" y="20184"/>
                  </a:lnTo>
                  <a:lnTo>
                    <a:pt x="2100" y="20892"/>
                  </a:lnTo>
                  <a:lnTo>
                    <a:pt x="3300" y="20184"/>
                  </a:lnTo>
                  <a:lnTo>
                    <a:pt x="5700" y="19475"/>
                  </a:lnTo>
                  <a:lnTo>
                    <a:pt x="8700" y="18767"/>
                  </a:lnTo>
                  <a:lnTo>
                    <a:pt x="9300" y="20892"/>
                  </a:lnTo>
                  <a:lnTo>
                    <a:pt x="9300" y="21246"/>
                  </a:lnTo>
                  <a:lnTo>
                    <a:pt x="9900" y="21246"/>
                  </a:lnTo>
                  <a:lnTo>
                    <a:pt x="10200" y="21600"/>
                  </a:lnTo>
                  <a:lnTo>
                    <a:pt x="11100" y="21246"/>
                  </a:lnTo>
                  <a:lnTo>
                    <a:pt x="11700" y="20538"/>
                  </a:lnTo>
                  <a:lnTo>
                    <a:pt x="12300" y="20184"/>
                  </a:lnTo>
                  <a:lnTo>
                    <a:pt x="12600" y="19475"/>
                  </a:lnTo>
                  <a:lnTo>
                    <a:pt x="12900" y="19475"/>
                  </a:lnTo>
                  <a:lnTo>
                    <a:pt x="15000" y="18767"/>
                  </a:lnTo>
                  <a:lnTo>
                    <a:pt x="15300" y="18413"/>
                  </a:lnTo>
                  <a:lnTo>
                    <a:pt x="15600" y="18413"/>
                  </a:lnTo>
                  <a:lnTo>
                    <a:pt x="15900" y="17705"/>
                  </a:lnTo>
                  <a:lnTo>
                    <a:pt x="16800" y="17351"/>
                  </a:lnTo>
                  <a:lnTo>
                    <a:pt x="18000" y="15934"/>
                  </a:lnTo>
                  <a:lnTo>
                    <a:pt x="18600" y="15580"/>
                  </a:lnTo>
                  <a:lnTo>
                    <a:pt x="18900" y="14872"/>
                  </a:lnTo>
                  <a:lnTo>
                    <a:pt x="19500" y="14164"/>
                  </a:lnTo>
                  <a:lnTo>
                    <a:pt x="20700" y="11331"/>
                  </a:lnTo>
                  <a:lnTo>
                    <a:pt x="20700" y="9207"/>
                  </a:lnTo>
                  <a:lnTo>
                    <a:pt x="20400" y="8498"/>
                  </a:lnTo>
                  <a:lnTo>
                    <a:pt x="20400" y="7436"/>
                  </a:lnTo>
                  <a:lnTo>
                    <a:pt x="21000" y="6728"/>
                  </a:lnTo>
                  <a:lnTo>
                    <a:pt x="21600" y="5311"/>
                  </a:lnTo>
                  <a:lnTo>
                    <a:pt x="21600" y="3541"/>
                  </a:lnTo>
                  <a:lnTo>
                    <a:pt x="21300" y="2479"/>
                  </a:lnTo>
                  <a:lnTo>
                    <a:pt x="21300" y="1416"/>
                  </a:lnTo>
                  <a:lnTo>
                    <a:pt x="21000" y="708"/>
                  </a:lnTo>
                  <a:lnTo>
                    <a:pt x="21000" y="0"/>
                  </a:lnTo>
                  <a:lnTo>
                    <a:pt x="20400" y="0"/>
                  </a:lnTo>
                  <a:lnTo>
                    <a:pt x="19800" y="354"/>
                  </a:lnTo>
                  <a:lnTo>
                    <a:pt x="18900" y="708"/>
                  </a:lnTo>
                  <a:lnTo>
                    <a:pt x="17700" y="2125"/>
                  </a:lnTo>
                  <a:lnTo>
                    <a:pt x="17400" y="3187"/>
                  </a:lnTo>
                  <a:lnTo>
                    <a:pt x="17100" y="4603"/>
                  </a:lnTo>
                  <a:lnTo>
                    <a:pt x="17100" y="5666"/>
                  </a:lnTo>
                  <a:lnTo>
                    <a:pt x="16800" y="6728"/>
                  </a:lnTo>
                  <a:lnTo>
                    <a:pt x="16800" y="7790"/>
                  </a:lnTo>
                  <a:lnTo>
                    <a:pt x="16200" y="8498"/>
                  </a:lnTo>
                  <a:lnTo>
                    <a:pt x="15900" y="9207"/>
                  </a:lnTo>
                  <a:lnTo>
                    <a:pt x="15300" y="10269"/>
                  </a:lnTo>
                  <a:lnTo>
                    <a:pt x="14700" y="10977"/>
                  </a:lnTo>
                  <a:lnTo>
                    <a:pt x="14100" y="12039"/>
                  </a:lnTo>
                  <a:lnTo>
                    <a:pt x="11400" y="14164"/>
                  </a:lnTo>
                  <a:lnTo>
                    <a:pt x="10200" y="15580"/>
                  </a:lnTo>
                  <a:lnTo>
                    <a:pt x="9600" y="15934"/>
                  </a:lnTo>
                  <a:lnTo>
                    <a:pt x="6000" y="15934"/>
                  </a:lnTo>
                  <a:lnTo>
                    <a:pt x="3300" y="16997"/>
                  </a:lnTo>
                  <a:lnTo>
                    <a:pt x="900" y="18767"/>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276" name="Shape 276"/>
            <p:cNvSpPr/>
            <p:nvPr/>
          </p:nvSpPr>
          <p:spPr>
            <a:xfrm>
              <a:off x="8135987" y="5450348"/>
              <a:ext cx="102664" cy="68453"/>
            </a:xfrm>
            <a:custGeom>
              <a:avLst/>
              <a:gdLst/>
              <a:ahLst/>
              <a:cxnLst>
                <a:cxn ang="0">
                  <a:pos x="wd2" y="hd2"/>
                </a:cxn>
                <a:cxn ang="5400000">
                  <a:pos x="wd2" y="hd2"/>
                </a:cxn>
                <a:cxn ang="10800000">
                  <a:pos x="wd2" y="hd2"/>
                </a:cxn>
                <a:cxn ang="16200000">
                  <a:pos x="wd2" y="hd2"/>
                </a:cxn>
              </a:cxnLst>
              <a:rect l="0" t="0" r="r" b="b"/>
              <a:pathLst>
                <a:path w="21600" h="21600" extrusionOk="0">
                  <a:moveTo>
                    <a:pt x="7200" y="0"/>
                  </a:moveTo>
                  <a:lnTo>
                    <a:pt x="0" y="13500"/>
                  </a:lnTo>
                  <a:lnTo>
                    <a:pt x="7200" y="21600"/>
                  </a:lnTo>
                  <a:lnTo>
                    <a:pt x="16200" y="10800"/>
                  </a:lnTo>
                  <a:lnTo>
                    <a:pt x="21600" y="2700"/>
                  </a:lnTo>
                  <a:lnTo>
                    <a:pt x="7200" y="0"/>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277" name="Shape 277"/>
            <p:cNvSpPr/>
            <p:nvPr/>
          </p:nvSpPr>
          <p:spPr>
            <a:xfrm>
              <a:off x="8555191" y="4637502"/>
              <a:ext cx="333655" cy="256691"/>
            </a:xfrm>
            <a:custGeom>
              <a:avLst/>
              <a:gdLst/>
              <a:ahLst/>
              <a:cxnLst>
                <a:cxn ang="0">
                  <a:pos x="wd2" y="hd2"/>
                </a:cxn>
                <a:cxn ang="5400000">
                  <a:pos x="wd2" y="hd2"/>
                </a:cxn>
                <a:cxn ang="10800000">
                  <a:pos x="wd2" y="hd2"/>
                </a:cxn>
                <a:cxn ang="16200000">
                  <a:pos x="wd2" y="hd2"/>
                </a:cxn>
              </a:cxnLst>
              <a:rect l="0" t="0" r="r" b="b"/>
              <a:pathLst>
                <a:path w="21600" h="21600" extrusionOk="0">
                  <a:moveTo>
                    <a:pt x="9969" y="2160"/>
                  </a:moveTo>
                  <a:lnTo>
                    <a:pt x="8308" y="0"/>
                  </a:lnTo>
                  <a:lnTo>
                    <a:pt x="7754" y="0"/>
                  </a:lnTo>
                  <a:lnTo>
                    <a:pt x="6646" y="1440"/>
                  </a:lnTo>
                  <a:lnTo>
                    <a:pt x="6092" y="4320"/>
                  </a:lnTo>
                  <a:lnTo>
                    <a:pt x="5538" y="6480"/>
                  </a:lnTo>
                  <a:lnTo>
                    <a:pt x="5538" y="9360"/>
                  </a:lnTo>
                  <a:lnTo>
                    <a:pt x="4985" y="10080"/>
                  </a:lnTo>
                  <a:lnTo>
                    <a:pt x="4431" y="11520"/>
                  </a:lnTo>
                  <a:lnTo>
                    <a:pt x="3323" y="12960"/>
                  </a:lnTo>
                  <a:lnTo>
                    <a:pt x="2769" y="15120"/>
                  </a:lnTo>
                  <a:lnTo>
                    <a:pt x="0" y="18720"/>
                  </a:lnTo>
                  <a:lnTo>
                    <a:pt x="0" y="20160"/>
                  </a:lnTo>
                  <a:lnTo>
                    <a:pt x="1108" y="20160"/>
                  </a:lnTo>
                  <a:lnTo>
                    <a:pt x="2215" y="20880"/>
                  </a:lnTo>
                  <a:lnTo>
                    <a:pt x="7200" y="20880"/>
                  </a:lnTo>
                  <a:lnTo>
                    <a:pt x="8308" y="20160"/>
                  </a:lnTo>
                  <a:lnTo>
                    <a:pt x="8862" y="20160"/>
                  </a:lnTo>
                  <a:lnTo>
                    <a:pt x="10523" y="21600"/>
                  </a:lnTo>
                  <a:lnTo>
                    <a:pt x="13292" y="20880"/>
                  </a:lnTo>
                  <a:lnTo>
                    <a:pt x="13846" y="20160"/>
                  </a:lnTo>
                  <a:lnTo>
                    <a:pt x="14400" y="18720"/>
                  </a:lnTo>
                  <a:lnTo>
                    <a:pt x="14954" y="18000"/>
                  </a:lnTo>
                  <a:lnTo>
                    <a:pt x="15508" y="16560"/>
                  </a:lnTo>
                  <a:lnTo>
                    <a:pt x="16615" y="15840"/>
                  </a:lnTo>
                  <a:lnTo>
                    <a:pt x="17723" y="15840"/>
                  </a:lnTo>
                  <a:lnTo>
                    <a:pt x="18277" y="15120"/>
                  </a:lnTo>
                  <a:lnTo>
                    <a:pt x="19385" y="14400"/>
                  </a:lnTo>
                  <a:lnTo>
                    <a:pt x="21600" y="11520"/>
                  </a:lnTo>
                  <a:lnTo>
                    <a:pt x="21600" y="8640"/>
                  </a:lnTo>
                  <a:lnTo>
                    <a:pt x="20492" y="7200"/>
                  </a:lnTo>
                  <a:lnTo>
                    <a:pt x="19385" y="8640"/>
                  </a:lnTo>
                  <a:lnTo>
                    <a:pt x="18277" y="9360"/>
                  </a:lnTo>
                  <a:lnTo>
                    <a:pt x="17169" y="9360"/>
                  </a:lnTo>
                  <a:lnTo>
                    <a:pt x="16062" y="8640"/>
                  </a:lnTo>
                  <a:lnTo>
                    <a:pt x="12738" y="7200"/>
                  </a:lnTo>
                  <a:lnTo>
                    <a:pt x="10523" y="4320"/>
                  </a:lnTo>
                  <a:lnTo>
                    <a:pt x="9969" y="2160"/>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278" name="Shape 278"/>
            <p:cNvSpPr/>
            <p:nvPr/>
          </p:nvSpPr>
          <p:spPr>
            <a:xfrm>
              <a:off x="4962011" y="5364785"/>
              <a:ext cx="342209" cy="145459"/>
            </a:xfrm>
            <a:custGeom>
              <a:avLst/>
              <a:gdLst/>
              <a:ahLst/>
              <a:cxnLst>
                <a:cxn ang="0">
                  <a:pos x="wd2" y="hd2"/>
                </a:cxn>
                <a:cxn ang="5400000">
                  <a:pos x="wd2" y="hd2"/>
                </a:cxn>
                <a:cxn ang="10800000">
                  <a:pos x="wd2" y="hd2"/>
                </a:cxn>
                <a:cxn ang="16200000">
                  <a:pos x="wd2" y="hd2"/>
                </a:cxn>
              </a:cxnLst>
              <a:rect l="0" t="0" r="r" b="b"/>
              <a:pathLst>
                <a:path w="21600" h="21600" extrusionOk="0">
                  <a:moveTo>
                    <a:pt x="15660" y="0"/>
                  </a:moveTo>
                  <a:lnTo>
                    <a:pt x="14040" y="1271"/>
                  </a:lnTo>
                  <a:lnTo>
                    <a:pt x="4320" y="1271"/>
                  </a:lnTo>
                  <a:lnTo>
                    <a:pt x="0" y="10165"/>
                  </a:lnTo>
                  <a:lnTo>
                    <a:pt x="0" y="13976"/>
                  </a:lnTo>
                  <a:lnTo>
                    <a:pt x="540" y="15247"/>
                  </a:lnTo>
                  <a:lnTo>
                    <a:pt x="540" y="17788"/>
                  </a:lnTo>
                  <a:lnTo>
                    <a:pt x="1080" y="19059"/>
                  </a:lnTo>
                  <a:lnTo>
                    <a:pt x="2160" y="19059"/>
                  </a:lnTo>
                  <a:lnTo>
                    <a:pt x="3240" y="17788"/>
                  </a:lnTo>
                  <a:lnTo>
                    <a:pt x="4320" y="17788"/>
                  </a:lnTo>
                  <a:lnTo>
                    <a:pt x="5400" y="19059"/>
                  </a:lnTo>
                  <a:lnTo>
                    <a:pt x="7020" y="21600"/>
                  </a:lnTo>
                  <a:lnTo>
                    <a:pt x="7020" y="20329"/>
                  </a:lnTo>
                  <a:lnTo>
                    <a:pt x="8100" y="17788"/>
                  </a:lnTo>
                  <a:lnTo>
                    <a:pt x="10800" y="16518"/>
                  </a:lnTo>
                  <a:lnTo>
                    <a:pt x="15660" y="15247"/>
                  </a:lnTo>
                  <a:lnTo>
                    <a:pt x="15660" y="12706"/>
                  </a:lnTo>
                  <a:lnTo>
                    <a:pt x="16200" y="10165"/>
                  </a:lnTo>
                  <a:lnTo>
                    <a:pt x="16740" y="8894"/>
                  </a:lnTo>
                  <a:lnTo>
                    <a:pt x="17820" y="7624"/>
                  </a:lnTo>
                  <a:lnTo>
                    <a:pt x="19440" y="6353"/>
                  </a:lnTo>
                  <a:lnTo>
                    <a:pt x="21600" y="6353"/>
                  </a:lnTo>
                  <a:lnTo>
                    <a:pt x="21060" y="5082"/>
                  </a:lnTo>
                  <a:lnTo>
                    <a:pt x="18900" y="5082"/>
                  </a:lnTo>
                  <a:lnTo>
                    <a:pt x="17280" y="3812"/>
                  </a:lnTo>
                  <a:lnTo>
                    <a:pt x="16200" y="2541"/>
                  </a:lnTo>
                  <a:lnTo>
                    <a:pt x="15660" y="0"/>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279" name="Shape 279"/>
            <p:cNvSpPr/>
            <p:nvPr/>
          </p:nvSpPr>
          <p:spPr>
            <a:xfrm>
              <a:off x="4962011" y="5364785"/>
              <a:ext cx="342209" cy="145459"/>
            </a:xfrm>
            <a:custGeom>
              <a:avLst/>
              <a:gdLst/>
              <a:ahLst/>
              <a:cxnLst>
                <a:cxn ang="0">
                  <a:pos x="wd2" y="hd2"/>
                </a:cxn>
                <a:cxn ang="5400000">
                  <a:pos x="wd2" y="hd2"/>
                </a:cxn>
                <a:cxn ang="10800000">
                  <a:pos x="wd2" y="hd2"/>
                </a:cxn>
                <a:cxn ang="16200000">
                  <a:pos x="wd2" y="hd2"/>
                </a:cxn>
              </a:cxnLst>
              <a:rect l="0" t="0" r="r" b="b"/>
              <a:pathLst>
                <a:path w="21600" h="21600" extrusionOk="0">
                  <a:moveTo>
                    <a:pt x="15120" y="0"/>
                  </a:moveTo>
                  <a:lnTo>
                    <a:pt x="13500" y="1271"/>
                  </a:lnTo>
                  <a:lnTo>
                    <a:pt x="4320" y="1271"/>
                  </a:lnTo>
                  <a:lnTo>
                    <a:pt x="0" y="10165"/>
                  </a:lnTo>
                  <a:lnTo>
                    <a:pt x="0" y="13976"/>
                  </a:lnTo>
                  <a:lnTo>
                    <a:pt x="540" y="15247"/>
                  </a:lnTo>
                  <a:lnTo>
                    <a:pt x="540" y="17788"/>
                  </a:lnTo>
                  <a:lnTo>
                    <a:pt x="1080" y="19059"/>
                  </a:lnTo>
                  <a:lnTo>
                    <a:pt x="2160" y="19059"/>
                  </a:lnTo>
                  <a:lnTo>
                    <a:pt x="3240" y="17788"/>
                  </a:lnTo>
                  <a:lnTo>
                    <a:pt x="4320" y="17788"/>
                  </a:lnTo>
                  <a:lnTo>
                    <a:pt x="5400" y="19059"/>
                  </a:lnTo>
                  <a:lnTo>
                    <a:pt x="7020" y="21600"/>
                  </a:lnTo>
                  <a:lnTo>
                    <a:pt x="7020" y="20329"/>
                  </a:lnTo>
                  <a:lnTo>
                    <a:pt x="8100" y="17788"/>
                  </a:lnTo>
                  <a:lnTo>
                    <a:pt x="10800" y="16518"/>
                  </a:lnTo>
                  <a:lnTo>
                    <a:pt x="15660" y="15247"/>
                  </a:lnTo>
                  <a:lnTo>
                    <a:pt x="15660" y="12706"/>
                  </a:lnTo>
                  <a:lnTo>
                    <a:pt x="16200" y="10165"/>
                  </a:lnTo>
                  <a:lnTo>
                    <a:pt x="16740" y="8894"/>
                  </a:lnTo>
                  <a:lnTo>
                    <a:pt x="17820" y="7624"/>
                  </a:lnTo>
                  <a:lnTo>
                    <a:pt x="19440" y="6353"/>
                  </a:lnTo>
                  <a:lnTo>
                    <a:pt x="21600" y="6353"/>
                  </a:lnTo>
                  <a:lnTo>
                    <a:pt x="21060" y="5082"/>
                  </a:lnTo>
                  <a:lnTo>
                    <a:pt x="18900" y="5082"/>
                  </a:lnTo>
                  <a:lnTo>
                    <a:pt x="17280" y="3812"/>
                  </a:lnTo>
                  <a:lnTo>
                    <a:pt x="16200" y="2541"/>
                  </a:lnTo>
                  <a:lnTo>
                    <a:pt x="15120" y="0"/>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280" name="Shape 280"/>
            <p:cNvSpPr/>
            <p:nvPr/>
          </p:nvSpPr>
          <p:spPr>
            <a:xfrm>
              <a:off x="1317499" y="1754036"/>
              <a:ext cx="1437274" cy="1762596"/>
            </a:xfrm>
            <a:custGeom>
              <a:avLst/>
              <a:gdLst/>
              <a:ahLst/>
              <a:cxnLst>
                <a:cxn ang="0">
                  <a:pos x="wd2" y="hd2"/>
                </a:cxn>
                <a:cxn ang="5400000">
                  <a:pos x="wd2" y="hd2"/>
                </a:cxn>
                <a:cxn ang="10800000">
                  <a:pos x="wd2" y="hd2"/>
                </a:cxn>
                <a:cxn ang="16200000">
                  <a:pos x="wd2" y="hd2"/>
                </a:cxn>
              </a:cxnLst>
              <a:rect l="0" t="0" r="r" b="b"/>
              <a:pathLst>
                <a:path w="21600" h="21600" extrusionOk="0">
                  <a:moveTo>
                    <a:pt x="20957" y="2726"/>
                  </a:moveTo>
                  <a:lnTo>
                    <a:pt x="19414" y="2307"/>
                  </a:lnTo>
                  <a:lnTo>
                    <a:pt x="19157" y="2307"/>
                  </a:lnTo>
                  <a:lnTo>
                    <a:pt x="20186" y="2202"/>
                  </a:lnTo>
                  <a:lnTo>
                    <a:pt x="20057" y="2202"/>
                  </a:lnTo>
                  <a:lnTo>
                    <a:pt x="20443" y="2202"/>
                  </a:lnTo>
                  <a:lnTo>
                    <a:pt x="20957" y="1992"/>
                  </a:lnTo>
                  <a:lnTo>
                    <a:pt x="21086" y="1783"/>
                  </a:lnTo>
                  <a:lnTo>
                    <a:pt x="21086" y="1573"/>
                  </a:lnTo>
                  <a:lnTo>
                    <a:pt x="21214" y="1363"/>
                  </a:lnTo>
                  <a:lnTo>
                    <a:pt x="21214" y="1153"/>
                  </a:lnTo>
                  <a:lnTo>
                    <a:pt x="20186" y="1049"/>
                  </a:lnTo>
                  <a:lnTo>
                    <a:pt x="19929" y="524"/>
                  </a:lnTo>
                  <a:lnTo>
                    <a:pt x="19414" y="210"/>
                  </a:lnTo>
                  <a:lnTo>
                    <a:pt x="18129" y="315"/>
                  </a:lnTo>
                  <a:lnTo>
                    <a:pt x="16586" y="0"/>
                  </a:lnTo>
                  <a:lnTo>
                    <a:pt x="16457" y="210"/>
                  </a:lnTo>
                  <a:lnTo>
                    <a:pt x="16071" y="419"/>
                  </a:lnTo>
                  <a:lnTo>
                    <a:pt x="15814" y="629"/>
                  </a:lnTo>
                  <a:lnTo>
                    <a:pt x="15429" y="629"/>
                  </a:lnTo>
                  <a:lnTo>
                    <a:pt x="15043" y="734"/>
                  </a:lnTo>
                  <a:lnTo>
                    <a:pt x="14786" y="734"/>
                  </a:lnTo>
                  <a:lnTo>
                    <a:pt x="14400" y="839"/>
                  </a:lnTo>
                  <a:lnTo>
                    <a:pt x="14143" y="944"/>
                  </a:lnTo>
                  <a:lnTo>
                    <a:pt x="13886" y="1153"/>
                  </a:lnTo>
                  <a:lnTo>
                    <a:pt x="13757" y="1363"/>
                  </a:lnTo>
                  <a:lnTo>
                    <a:pt x="13757" y="1468"/>
                  </a:lnTo>
                  <a:lnTo>
                    <a:pt x="13629" y="1678"/>
                  </a:lnTo>
                  <a:lnTo>
                    <a:pt x="13371" y="1887"/>
                  </a:lnTo>
                  <a:lnTo>
                    <a:pt x="12600" y="1887"/>
                  </a:lnTo>
                  <a:lnTo>
                    <a:pt x="12600" y="1783"/>
                  </a:lnTo>
                  <a:lnTo>
                    <a:pt x="12471" y="1783"/>
                  </a:lnTo>
                  <a:lnTo>
                    <a:pt x="12471" y="1678"/>
                  </a:lnTo>
                  <a:lnTo>
                    <a:pt x="12214" y="1678"/>
                  </a:lnTo>
                  <a:lnTo>
                    <a:pt x="11957" y="1783"/>
                  </a:lnTo>
                  <a:lnTo>
                    <a:pt x="11443" y="2202"/>
                  </a:lnTo>
                  <a:lnTo>
                    <a:pt x="11314" y="2412"/>
                  </a:lnTo>
                  <a:lnTo>
                    <a:pt x="11314" y="2517"/>
                  </a:lnTo>
                  <a:lnTo>
                    <a:pt x="11186" y="2517"/>
                  </a:lnTo>
                  <a:lnTo>
                    <a:pt x="10800" y="2831"/>
                  </a:lnTo>
                  <a:lnTo>
                    <a:pt x="10414" y="2936"/>
                  </a:lnTo>
                  <a:lnTo>
                    <a:pt x="10157" y="3041"/>
                  </a:lnTo>
                  <a:lnTo>
                    <a:pt x="9900" y="3250"/>
                  </a:lnTo>
                  <a:lnTo>
                    <a:pt x="9643" y="3670"/>
                  </a:lnTo>
                  <a:lnTo>
                    <a:pt x="9514" y="3984"/>
                  </a:lnTo>
                  <a:lnTo>
                    <a:pt x="9514" y="4299"/>
                  </a:lnTo>
                  <a:lnTo>
                    <a:pt x="8743" y="5977"/>
                  </a:lnTo>
                  <a:lnTo>
                    <a:pt x="7457" y="7864"/>
                  </a:lnTo>
                  <a:lnTo>
                    <a:pt x="7329" y="7969"/>
                  </a:lnTo>
                  <a:lnTo>
                    <a:pt x="7071" y="8388"/>
                  </a:lnTo>
                  <a:lnTo>
                    <a:pt x="6557" y="9437"/>
                  </a:lnTo>
                  <a:lnTo>
                    <a:pt x="6429" y="9647"/>
                  </a:lnTo>
                  <a:lnTo>
                    <a:pt x="6300" y="9961"/>
                  </a:lnTo>
                  <a:lnTo>
                    <a:pt x="6043" y="10485"/>
                  </a:lnTo>
                  <a:lnTo>
                    <a:pt x="5271" y="11744"/>
                  </a:lnTo>
                  <a:lnTo>
                    <a:pt x="4629" y="12058"/>
                  </a:lnTo>
                  <a:lnTo>
                    <a:pt x="3471" y="13317"/>
                  </a:lnTo>
                  <a:lnTo>
                    <a:pt x="2057" y="14050"/>
                  </a:lnTo>
                  <a:lnTo>
                    <a:pt x="1929" y="14365"/>
                  </a:lnTo>
                  <a:lnTo>
                    <a:pt x="1671" y="14575"/>
                  </a:lnTo>
                  <a:lnTo>
                    <a:pt x="1414" y="14680"/>
                  </a:lnTo>
                  <a:lnTo>
                    <a:pt x="1286" y="14784"/>
                  </a:lnTo>
                  <a:lnTo>
                    <a:pt x="1029" y="14889"/>
                  </a:lnTo>
                  <a:lnTo>
                    <a:pt x="900" y="15204"/>
                  </a:lnTo>
                  <a:lnTo>
                    <a:pt x="643" y="15623"/>
                  </a:lnTo>
                  <a:lnTo>
                    <a:pt x="514" y="15728"/>
                  </a:lnTo>
                  <a:lnTo>
                    <a:pt x="129" y="16357"/>
                  </a:lnTo>
                  <a:lnTo>
                    <a:pt x="0" y="16986"/>
                  </a:lnTo>
                  <a:lnTo>
                    <a:pt x="257" y="17511"/>
                  </a:lnTo>
                  <a:lnTo>
                    <a:pt x="643" y="17825"/>
                  </a:lnTo>
                  <a:lnTo>
                    <a:pt x="643" y="18035"/>
                  </a:lnTo>
                  <a:lnTo>
                    <a:pt x="514" y="18035"/>
                  </a:lnTo>
                  <a:lnTo>
                    <a:pt x="514" y="18140"/>
                  </a:lnTo>
                  <a:lnTo>
                    <a:pt x="386" y="18245"/>
                  </a:lnTo>
                  <a:lnTo>
                    <a:pt x="386" y="18769"/>
                  </a:lnTo>
                  <a:lnTo>
                    <a:pt x="129" y="19083"/>
                  </a:lnTo>
                  <a:lnTo>
                    <a:pt x="129" y="19922"/>
                  </a:lnTo>
                  <a:lnTo>
                    <a:pt x="257" y="20132"/>
                  </a:lnTo>
                  <a:lnTo>
                    <a:pt x="257" y="20342"/>
                  </a:lnTo>
                  <a:lnTo>
                    <a:pt x="514" y="20656"/>
                  </a:lnTo>
                  <a:lnTo>
                    <a:pt x="643" y="20971"/>
                  </a:lnTo>
                  <a:lnTo>
                    <a:pt x="1029" y="21181"/>
                  </a:lnTo>
                  <a:lnTo>
                    <a:pt x="1286" y="21390"/>
                  </a:lnTo>
                  <a:lnTo>
                    <a:pt x="1800" y="21600"/>
                  </a:lnTo>
                  <a:lnTo>
                    <a:pt x="1929" y="21600"/>
                  </a:lnTo>
                  <a:lnTo>
                    <a:pt x="2314" y="21495"/>
                  </a:lnTo>
                  <a:lnTo>
                    <a:pt x="2700" y="21285"/>
                  </a:lnTo>
                  <a:lnTo>
                    <a:pt x="3214" y="20866"/>
                  </a:lnTo>
                  <a:lnTo>
                    <a:pt x="3343" y="20656"/>
                  </a:lnTo>
                  <a:lnTo>
                    <a:pt x="3471" y="20551"/>
                  </a:lnTo>
                  <a:lnTo>
                    <a:pt x="3471" y="20132"/>
                  </a:lnTo>
                  <a:lnTo>
                    <a:pt x="3600" y="19922"/>
                  </a:lnTo>
                  <a:lnTo>
                    <a:pt x="3600" y="19713"/>
                  </a:lnTo>
                  <a:lnTo>
                    <a:pt x="3729" y="19713"/>
                  </a:lnTo>
                  <a:lnTo>
                    <a:pt x="3729" y="19608"/>
                  </a:lnTo>
                  <a:lnTo>
                    <a:pt x="3986" y="19608"/>
                  </a:lnTo>
                  <a:lnTo>
                    <a:pt x="4114" y="19503"/>
                  </a:lnTo>
                  <a:lnTo>
                    <a:pt x="4371" y="19398"/>
                  </a:lnTo>
                  <a:lnTo>
                    <a:pt x="4500" y="19293"/>
                  </a:lnTo>
                  <a:lnTo>
                    <a:pt x="4500" y="19188"/>
                  </a:lnTo>
                  <a:lnTo>
                    <a:pt x="4629" y="19083"/>
                  </a:lnTo>
                  <a:lnTo>
                    <a:pt x="4886" y="18769"/>
                  </a:lnTo>
                  <a:lnTo>
                    <a:pt x="5143" y="18140"/>
                  </a:lnTo>
                  <a:lnTo>
                    <a:pt x="5143" y="17825"/>
                  </a:lnTo>
                  <a:lnTo>
                    <a:pt x="5529" y="18664"/>
                  </a:lnTo>
                  <a:lnTo>
                    <a:pt x="5657" y="18664"/>
                  </a:lnTo>
                  <a:lnTo>
                    <a:pt x="5914" y="18559"/>
                  </a:lnTo>
                  <a:lnTo>
                    <a:pt x="6171" y="18350"/>
                  </a:lnTo>
                  <a:lnTo>
                    <a:pt x="6429" y="17825"/>
                  </a:lnTo>
                  <a:lnTo>
                    <a:pt x="6429" y="16043"/>
                  </a:lnTo>
                  <a:lnTo>
                    <a:pt x="6557" y="15204"/>
                  </a:lnTo>
                  <a:lnTo>
                    <a:pt x="6557" y="13631"/>
                  </a:lnTo>
                  <a:lnTo>
                    <a:pt x="6300" y="13317"/>
                  </a:lnTo>
                  <a:lnTo>
                    <a:pt x="7714" y="12583"/>
                  </a:lnTo>
                  <a:lnTo>
                    <a:pt x="7843" y="11324"/>
                  </a:lnTo>
                  <a:lnTo>
                    <a:pt x="8486" y="10381"/>
                  </a:lnTo>
                  <a:lnTo>
                    <a:pt x="8614" y="9542"/>
                  </a:lnTo>
                  <a:lnTo>
                    <a:pt x="8871" y="9542"/>
                  </a:lnTo>
                  <a:lnTo>
                    <a:pt x="9000" y="9332"/>
                  </a:lnTo>
                  <a:lnTo>
                    <a:pt x="9771" y="8703"/>
                  </a:lnTo>
                  <a:lnTo>
                    <a:pt x="9900" y="8493"/>
                  </a:lnTo>
                  <a:lnTo>
                    <a:pt x="10157" y="8283"/>
                  </a:lnTo>
                  <a:lnTo>
                    <a:pt x="10157" y="7130"/>
                  </a:lnTo>
                  <a:lnTo>
                    <a:pt x="10286" y="7025"/>
                  </a:lnTo>
                  <a:lnTo>
                    <a:pt x="10414" y="7025"/>
                  </a:lnTo>
                  <a:lnTo>
                    <a:pt x="10543" y="6816"/>
                  </a:lnTo>
                  <a:lnTo>
                    <a:pt x="10671" y="6501"/>
                  </a:lnTo>
                  <a:lnTo>
                    <a:pt x="10671" y="6396"/>
                  </a:lnTo>
                  <a:lnTo>
                    <a:pt x="10929" y="5872"/>
                  </a:lnTo>
                  <a:lnTo>
                    <a:pt x="11443" y="5138"/>
                  </a:lnTo>
                  <a:lnTo>
                    <a:pt x="12600" y="4299"/>
                  </a:lnTo>
                  <a:lnTo>
                    <a:pt x="14400" y="3355"/>
                  </a:lnTo>
                  <a:lnTo>
                    <a:pt x="15043" y="3355"/>
                  </a:lnTo>
                  <a:lnTo>
                    <a:pt x="15300" y="3460"/>
                  </a:lnTo>
                  <a:lnTo>
                    <a:pt x="15557" y="3670"/>
                  </a:lnTo>
                  <a:lnTo>
                    <a:pt x="16714" y="3775"/>
                  </a:lnTo>
                  <a:lnTo>
                    <a:pt x="16971" y="3670"/>
                  </a:lnTo>
                  <a:lnTo>
                    <a:pt x="17100" y="3670"/>
                  </a:lnTo>
                  <a:lnTo>
                    <a:pt x="17357" y="3565"/>
                  </a:lnTo>
                  <a:lnTo>
                    <a:pt x="17486" y="3460"/>
                  </a:lnTo>
                  <a:lnTo>
                    <a:pt x="17743" y="3355"/>
                  </a:lnTo>
                  <a:lnTo>
                    <a:pt x="17743" y="3041"/>
                  </a:lnTo>
                  <a:lnTo>
                    <a:pt x="17871" y="2936"/>
                  </a:lnTo>
                  <a:lnTo>
                    <a:pt x="18000" y="2726"/>
                  </a:lnTo>
                  <a:lnTo>
                    <a:pt x="18257" y="2621"/>
                  </a:lnTo>
                  <a:lnTo>
                    <a:pt x="18900" y="2621"/>
                  </a:lnTo>
                  <a:lnTo>
                    <a:pt x="20957" y="3460"/>
                  </a:lnTo>
                  <a:lnTo>
                    <a:pt x="21086" y="3355"/>
                  </a:lnTo>
                  <a:lnTo>
                    <a:pt x="21086" y="2936"/>
                  </a:lnTo>
                  <a:lnTo>
                    <a:pt x="21600" y="2936"/>
                  </a:lnTo>
                  <a:lnTo>
                    <a:pt x="20957" y="2726"/>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281" name="Shape 281"/>
            <p:cNvSpPr/>
            <p:nvPr/>
          </p:nvSpPr>
          <p:spPr>
            <a:xfrm>
              <a:off x="521866" y="4740177"/>
              <a:ext cx="675862" cy="564717"/>
            </a:xfrm>
            <a:custGeom>
              <a:avLst/>
              <a:gdLst/>
              <a:ahLst/>
              <a:cxnLst>
                <a:cxn ang="0">
                  <a:pos x="wd2" y="hd2"/>
                </a:cxn>
                <a:cxn ang="5400000">
                  <a:pos x="wd2" y="hd2"/>
                </a:cxn>
                <a:cxn ang="10800000">
                  <a:pos x="wd2" y="hd2"/>
                </a:cxn>
                <a:cxn ang="16200000">
                  <a:pos x="wd2" y="hd2"/>
                </a:cxn>
              </a:cxnLst>
              <a:rect l="0" t="0" r="r" b="b"/>
              <a:pathLst>
                <a:path w="21600" h="21600" extrusionOk="0">
                  <a:moveTo>
                    <a:pt x="21053" y="7527"/>
                  </a:moveTo>
                  <a:lnTo>
                    <a:pt x="19413" y="7527"/>
                  </a:lnTo>
                  <a:lnTo>
                    <a:pt x="18592" y="7855"/>
                  </a:lnTo>
                  <a:lnTo>
                    <a:pt x="18046" y="8509"/>
                  </a:lnTo>
                  <a:lnTo>
                    <a:pt x="18046" y="8836"/>
                  </a:lnTo>
                  <a:lnTo>
                    <a:pt x="17772" y="8836"/>
                  </a:lnTo>
                  <a:lnTo>
                    <a:pt x="16678" y="10145"/>
                  </a:lnTo>
                  <a:lnTo>
                    <a:pt x="16132" y="11455"/>
                  </a:lnTo>
                  <a:lnTo>
                    <a:pt x="16678" y="12764"/>
                  </a:lnTo>
                  <a:lnTo>
                    <a:pt x="16405" y="12764"/>
                  </a:lnTo>
                  <a:lnTo>
                    <a:pt x="16132" y="13091"/>
                  </a:lnTo>
                  <a:lnTo>
                    <a:pt x="15858" y="13745"/>
                  </a:lnTo>
                  <a:lnTo>
                    <a:pt x="15311" y="14400"/>
                  </a:lnTo>
                  <a:lnTo>
                    <a:pt x="15038" y="15055"/>
                  </a:lnTo>
                  <a:lnTo>
                    <a:pt x="14491" y="15709"/>
                  </a:lnTo>
                  <a:lnTo>
                    <a:pt x="13124" y="19309"/>
                  </a:lnTo>
                  <a:lnTo>
                    <a:pt x="10663" y="19309"/>
                  </a:lnTo>
                  <a:lnTo>
                    <a:pt x="9296" y="18982"/>
                  </a:lnTo>
                  <a:lnTo>
                    <a:pt x="8749" y="18982"/>
                  </a:lnTo>
                  <a:lnTo>
                    <a:pt x="8203" y="19309"/>
                  </a:lnTo>
                  <a:lnTo>
                    <a:pt x="7656" y="19309"/>
                  </a:lnTo>
                  <a:lnTo>
                    <a:pt x="7109" y="19636"/>
                  </a:lnTo>
                  <a:lnTo>
                    <a:pt x="6835" y="19964"/>
                  </a:lnTo>
                  <a:lnTo>
                    <a:pt x="6562" y="19636"/>
                  </a:lnTo>
                  <a:lnTo>
                    <a:pt x="5195" y="19636"/>
                  </a:lnTo>
                  <a:lnTo>
                    <a:pt x="4648" y="19964"/>
                  </a:lnTo>
                  <a:lnTo>
                    <a:pt x="4375" y="20291"/>
                  </a:lnTo>
                  <a:lnTo>
                    <a:pt x="4101" y="20945"/>
                  </a:lnTo>
                  <a:lnTo>
                    <a:pt x="4101" y="21600"/>
                  </a:lnTo>
                  <a:lnTo>
                    <a:pt x="3554" y="21600"/>
                  </a:lnTo>
                  <a:lnTo>
                    <a:pt x="3281" y="21273"/>
                  </a:lnTo>
                  <a:lnTo>
                    <a:pt x="2734" y="20945"/>
                  </a:lnTo>
                  <a:lnTo>
                    <a:pt x="2461" y="20618"/>
                  </a:lnTo>
                  <a:lnTo>
                    <a:pt x="2461" y="19964"/>
                  </a:lnTo>
                  <a:lnTo>
                    <a:pt x="2187" y="19964"/>
                  </a:lnTo>
                  <a:lnTo>
                    <a:pt x="2187" y="18655"/>
                  </a:lnTo>
                  <a:lnTo>
                    <a:pt x="2461" y="17673"/>
                  </a:lnTo>
                  <a:lnTo>
                    <a:pt x="2734" y="17018"/>
                  </a:lnTo>
                  <a:lnTo>
                    <a:pt x="3008" y="16691"/>
                  </a:lnTo>
                  <a:lnTo>
                    <a:pt x="3554" y="16691"/>
                  </a:lnTo>
                  <a:lnTo>
                    <a:pt x="4101" y="16036"/>
                  </a:lnTo>
                  <a:lnTo>
                    <a:pt x="3281" y="15055"/>
                  </a:lnTo>
                  <a:lnTo>
                    <a:pt x="3828" y="14400"/>
                  </a:lnTo>
                  <a:lnTo>
                    <a:pt x="4101" y="13091"/>
                  </a:lnTo>
                  <a:lnTo>
                    <a:pt x="4101" y="11455"/>
                  </a:lnTo>
                  <a:lnTo>
                    <a:pt x="3554" y="9818"/>
                  </a:lnTo>
                  <a:lnTo>
                    <a:pt x="4101" y="8182"/>
                  </a:lnTo>
                  <a:lnTo>
                    <a:pt x="4375" y="6873"/>
                  </a:lnTo>
                  <a:lnTo>
                    <a:pt x="4922" y="6545"/>
                  </a:lnTo>
                  <a:lnTo>
                    <a:pt x="5195" y="6218"/>
                  </a:lnTo>
                  <a:lnTo>
                    <a:pt x="5195" y="5564"/>
                  </a:lnTo>
                  <a:lnTo>
                    <a:pt x="4922" y="5236"/>
                  </a:lnTo>
                  <a:lnTo>
                    <a:pt x="3828" y="4582"/>
                  </a:lnTo>
                  <a:lnTo>
                    <a:pt x="3554" y="4582"/>
                  </a:lnTo>
                  <a:lnTo>
                    <a:pt x="1367" y="4909"/>
                  </a:lnTo>
                  <a:lnTo>
                    <a:pt x="547" y="4582"/>
                  </a:lnTo>
                  <a:lnTo>
                    <a:pt x="547" y="3273"/>
                  </a:lnTo>
                  <a:lnTo>
                    <a:pt x="273" y="2618"/>
                  </a:lnTo>
                  <a:lnTo>
                    <a:pt x="0" y="2291"/>
                  </a:lnTo>
                  <a:lnTo>
                    <a:pt x="273" y="2291"/>
                  </a:lnTo>
                  <a:lnTo>
                    <a:pt x="273" y="1636"/>
                  </a:lnTo>
                  <a:lnTo>
                    <a:pt x="1094" y="1636"/>
                  </a:lnTo>
                  <a:lnTo>
                    <a:pt x="2461" y="0"/>
                  </a:lnTo>
                  <a:lnTo>
                    <a:pt x="3281" y="0"/>
                  </a:lnTo>
                  <a:lnTo>
                    <a:pt x="3554" y="327"/>
                  </a:lnTo>
                  <a:lnTo>
                    <a:pt x="7382" y="982"/>
                  </a:lnTo>
                  <a:lnTo>
                    <a:pt x="9843" y="982"/>
                  </a:lnTo>
                  <a:lnTo>
                    <a:pt x="11484" y="1309"/>
                  </a:lnTo>
                  <a:lnTo>
                    <a:pt x="13397" y="655"/>
                  </a:lnTo>
                  <a:lnTo>
                    <a:pt x="13397" y="982"/>
                  </a:lnTo>
                  <a:lnTo>
                    <a:pt x="13671" y="982"/>
                  </a:lnTo>
                  <a:lnTo>
                    <a:pt x="13944" y="1309"/>
                  </a:lnTo>
                  <a:lnTo>
                    <a:pt x="13944" y="1964"/>
                  </a:lnTo>
                  <a:lnTo>
                    <a:pt x="14218" y="1964"/>
                  </a:lnTo>
                  <a:lnTo>
                    <a:pt x="14765" y="2618"/>
                  </a:lnTo>
                  <a:lnTo>
                    <a:pt x="15311" y="2945"/>
                  </a:lnTo>
                  <a:lnTo>
                    <a:pt x="15585" y="2945"/>
                  </a:lnTo>
                  <a:lnTo>
                    <a:pt x="15858" y="3273"/>
                  </a:lnTo>
                  <a:lnTo>
                    <a:pt x="16405" y="3600"/>
                  </a:lnTo>
                  <a:lnTo>
                    <a:pt x="17225" y="4582"/>
                  </a:lnTo>
                  <a:lnTo>
                    <a:pt x="17225" y="4255"/>
                  </a:lnTo>
                  <a:lnTo>
                    <a:pt x="18319" y="5891"/>
                  </a:lnTo>
                  <a:lnTo>
                    <a:pt x="21600" y="7200"/>
                  </a:lnTo>
                  <a:lnTo>
                    <a:pt x="21053" y="7527"/>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282" name="Shape 282"/>
            <p:cNvSpPr/>
            <p:nvPr/>
          </p:nvSpPr>
          <p:spPr>
            <a:xfrm>
              <a:off x="1377386" y="4577608"/>
              <a:ext cx="667306" cy="624610"/>
            </a:xfrm>
            <a:custGeom>
              <a:avLst/>
              <a:gdLst/>
              <a:ahLst/>
              <a:cxnLst>
                <a:cxn ang="0">
                  <a:pos x="wd2" y="hd2"/>
                </a:cxn>
                <a:cxn ang="5400000">
                  <a:pos x="wd2" y="hd2"/>
                </a:cxn>
                <a:cxn ang="10800000">
                  <a:pos x="wd2" y="hd2"/>
                </a:cxn>
                <a:cxn ang="16200000">
                  <a:pos x="wd2" y="hd2"/>
                </a:cxn>
              </a:cxnLst>
              <a:rect l="0" t="0" r="r" b="b"/>
              <a:pathLst>
                <a:path w="21600" h="21600" extrusionOk="0">
                  <a:moveTo>
                    <a:pt x="13015" y="2071"/>
                  </a:moveTo>
                  <a:lnTo>
                    <a:pt x="12738" y="2367"/>
                  </a:lnTo>
                  <a:lnTo>
                    <a:pt x="13015" y="2663"/>
                  </a:lnTo>
                  <a:lnTo>
                    <a:pt x="13015" y="2959"/>
                  </a:lnTo>
                  <a:lnTo>
                    <a:pt x="11631" y="3551"/>
                  </a:lnTo>
                  <a:lnTo>
                    <a:pt x="10523" y="4142"/>
                  </a:lnTo>
                  <a:lnTo>
                    <a:pt x="10800" y="4734"/>
                  </a:lnTo>
                  <a:lnTo>
                    <a:pt x="11354" y="5030"/>
                  </a:lnTo>
                  <a:lnTo>
                    <a:pt x="11631" y="5622"/>
                  </a:lnTo>
                  <a:lnTo>
                    <a:pt x="12185" y="6214"/>
                  </a:lnTo>
                  <a:lnTo>
                    <a:pt x="13015" y="6805"/>
                  </a:lnTo>
                  <a:lnTo>
                    <a:pt x="13569" y="7397"/>
                  </a:lnTo>
                  <a:lnTo>
                    <a:pt x="14400" y="7693"/>
                  </a:lnTo>
                  <a:lnTo>
                    <a:pt x="14123" y="8285"/>
                  </a:lnTo>
                  <a:lnTo>
                    <a:pt x="14400" y="8581"/>
                  </a:lnTo>
                  <a:lnTo>
                    <a:pt x="14400" y="9173"/>
                  </a:lnTo>
                  <a:lnTo>
                    <a:pt x="14954" y="9468"/>
                  </a:lnTo>
                  <a:lnTo>
                    <a:pt x="19108" y="13315"/>
                  </a:lnTo>
                  <a:lnTo>
                    <a:pt x="20492" y="15090"/>
                  </a:lnTo>
                  <a:lnTo>
                    <a:pt x="21600" y="17753"/>
                  </a:lnTo>
                  <a:lnTo>
                    <a:pt x="21046" y="18641"/>
                  </a:lnTo>
                  <a:lnTo>
                    <a:pt x="19938" y="17458"/>
                  </a:lnTo>
                  <a:lnTo>
                    <a:pt x="19108" y="17458"/>
                  </a:lnTo>
                  <a:lnTo>
                    <a:pt x="18554" y="18049"/>
                  </a:lnTo>
                  <a:lnTo>
                    <a:pt x="19108" y="19529"/>
                  </a:lnTo>
                  <a:lnTo>
                    <a:pt x="18000" y="19825"/>
                  </a:lnTo>
                  <a:lnTo>
                    <a:pt x="18000" y="21008"/>
                  </a:lnTo>
                  <a:lnTo>
                    <a:pt x="17169" y="21600"/>
                  </a:lnTo>
                  <a:lnTo>
                    <a:pt x="16338" y="21008"/>
                  </a:lnTo>
                  <a:lnTo>
                    <a:pt x="16615" y="19825"/>
                  </a:lnTo>
                  <a:lnTo>
                    <a:pt x="16062" y="19233"/>
                  </a:lnTo>
                  <a:lnTo>
                    <a:pt x="16062" y="18937"/>
                  </a:lnTo>
                  <a:lnTo>
                    <a:pt x="16892" y="18937"/>
                  </a:lnTo>
                  <a:lnTo>
                    <a:pt x="16892" y="16570"/>
                  </a:lnTo>
                  <a:lnTo>
                    <a:pt x="15785" y="16274"/>
                  </a:lnTo>
                  <a:lnTo>
                    <a:pt x="15231" y="15682"/>
                  </a:lnTo>
                  <a:lnTo>
                    <a:pt x="12185" y="13611"/>
                  </a:lnTo>
                  <a:lnTo>
                    <a:pt x="11077" y="12427"/>
                  </a:lnTo>
                  <a:lnTo>
                    <a:pt x="10246" y="10948"/>
                  </a:lnTo>
                  <a:lnTo>
                    <a:pt x="6923" y="7989"/>
                  </a:lnTo>
                  <a:lnTo>
                    <a:pt x="6923" y="7101"/>
                  </a:lnTo>
                  <a:lnTo>
                    <a:pt x="6646" y="6510"/>
                  </a:lnTo>
                  <a:lnTo>
                    <a:pt x="6092" y="5918"/>
                  </a:lnTo>
                  <a:lnTo>
                    <a:pt x="5262" y="5622"/>
                  </a:lnTo>
                  <a:lnTo>
                    <a:pt x="2492" y="7101"/>
                  </a:lnTo>
                  <a:lnTo>
                    <a:pt x="1662" y="7101"/>
                  </a:lnTo>
                  <a:lnTo>
                    <a:pt x="1662" y="6214"/>
                  </a:lnTo>
                  <a:lnTo>
                    <a:pt x="277" y="4734"/>
                  </a:lnTo>
                  <a:lnTo>
                    <a:pt x="0" y="4142"/>
                  </a:lnTo>
                  <a:lnTo>
                    <a:pt x="0" y="3255"/>
                  </a:lnTo>
                  <a:lnTo>
                    <a:pt x="1662" y="3255"/>
                  </a:lnTo>
                  <a:lnTo>
                    <a:pt x="1938" y="3551"/>
                  </a:lnTo>
                  <a:lnTo>
                    <a:pt x="2215" y="3551"/>
                  </a:lnTo>
                  <a:lnTo>
                    <a:pt x="3877" y="2367"/>
                  </a:lnTo>
                  <a:lnTo>
                    <a:pt x="3323" y="1775"/>
                  </a:lnTo>
                  <a:lnTo>
                    <a:pt x="4154" y="1479"/>
                  </a:lnTo>
                  <a:lnTo>
                    <a:pt x="4154" y="2071"/>
                  </a:lnTo>
                  <a:lnTo>
                    <a:pt x="4431" y="2367"/>
                  </a:lnTo>
                  <a:lnTo>
                    <a:pt x="4708" y="2071"/>
                  </a:lnTo>
                  <a:lnTo>
                    <a:pt x="4985" y="2071"/>
                  </a:lnTo>
                  <a:lnTo>
                    <a:pt x="5538" y="1775"/>
                  </a:lnTo>
                  <a:lnTo>
                    <a:pt x="5538" y="1479"/>
                  </a:lnTo>
                  <a:lnTo>
                    <a:pt x="5815" y="1479"/>
                  </a:lnTo>
                  <a:lnTo>
                    <a:pt x="6092" y="1184"/>
                  </a:lnTo>
                  <a:lnTo>
                    <a:pt x="6092" y="1479"/>
                  </a:lnTo>
                  <a:lnTo>
                    <a:pt x="6369" y="1775"/>
                  </a:lnTo>
                  <a:lnTo>
                    <a:pt x="6646" y="1775"/>
                  </a:lnTo>
                  <a:lnTo>
                    <a:pt x="6646" y="888"/>
                  </a:lnTo>
                  <a:lnTo>
                    <a:pt x="6369" y="592"/>
                  </a:lnTo>
                  <a:lnTo>
                    <a:pt x="6923" y="592"/>
                  </a:lnTo>
                  <a:lnTo>
                    <a:pt x="6923" y="296"/>
                  </a:lnTo>
                  <a:lnTo>
                    <a:pt x="7200" y="296"/>
                  </a:lnTo>
                  <a:lnTo>
                    <a:pt x="7477" y="0"/>
                  </a:lnTo>
                  <a:lnTo>
                    <a:pt x="9969" y="0"/>
                  </a:lnTo>
                  <a:lnTo>
                    <a:pt x="10246" y="592"/>
                  </a:lnTo>
                  <a:lnTo>
                    <a:pt x="10523" y="888"/>
                  </a:lnTo>
                  <a:lnTo>
                    <a:pt x="12185" y="1775"/>
                  </a:lnTo>
                  <a:lnTo>
                    <a:pt x="12738" y="1775"/>
                  </a:lnTo>
                  <a:lnTo>
                    <a:pt x="13015" y="2071"/>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283" name="Shape 283"/>
            <p:cNvSpPr/>
            <p:nvPr/>
          </p:nvSpPr>
          <p:spPr>
            <a:xfrm>
              <a:off x="1693927" y="5159435"/>
              <a:ext cx="179661" cy="102676"/>
            </a:xfrm>
            <a:custGeom>
              <a:avLst/>
              <a:gdLst/>
              <a:ahLst/>
              <a:cxnLst>
                <a:cxn ang="0">
                  <a:pos x="wd2" y="hd2"/>
                </a:cxn>
                <a:cxn ang="5400000">
                  <a:pos x="wd2" y="hd2"/>
                </a:cxn>
                <a:cxn ang="10800000">
                  <a:pos x="wd2" y="hd2"/>
                </a:cxn>
                <a:cxn ang="16200000">
                  <a:pos x="wd2" y="hd2"/>
                </a:cxn>
              </a:cxnLst>
              <a:rect l="0" t="0" r="r" b="b"/>
              <a:pathLst>
                <a:path w="21600" h="21600" extrusionOk="0">
                  <a:moveTo>
                    <a:pt x="3086" y="3600"/>
                  </a:moveTo>
                  <a:lnTo>
                    <a:pt x="0" y="5400"/>
                  </a:lnTo>
                  <a:lnTo>
                    <a:pt x="0" y="7200"/>
                  </a:lnTo>
                  <a:lnTo>
                    <a:pt x="1029" y="9000"/>
                  </a:lnTo>
                  <a:lnTo>
                    <a:pt x="11314" y="14400"/>
                  </a:lnTo>
                  <a:lnTo>
                    <a:pt x="12343" y="18000"/>
                  </a:lnTo>
                  <a:lnTo>
                    <a:pt x="14400" y="21600"/>
                  </a:lnTo>
                  <a:lnTo>
                    <a:pt x="15429" y="19800"/>
                  </a:lnTo>
                  <a:lnTo>
                    <a:pt x="19543" y="16200"/>
                  </a:lnTo>
                  <a:lnTo>
                    <a:pt x="19543" y="10800"/>
                  </a:lnTo>
                  <a:lnTo>
                    <a:pt x="18514" y="10800"/>
                  </a:lnTo>
                  <a:lnTo>
                    <a:pt x="20571" y="3600"/>
                  </a:lnTo>
                  <a:lnTo>
                    <a:pt x="21600" y="1800"/>
                  </a:lnTo>
                  <a:lnTo>
                    <a:pt x="20571" y="0"/>
                  </a:lnTo>
                  <a:lnTo>
                    <a:pt x="18514" y="0"/>
                  </a:lnTo>
                  <a:lnTo>
                    <a:pt x="17486" y="1800"/>
                  </a:lnTo>
                  <a:lnTo>
                    <a:pt x="16457" y="1800"/>
                  </a:lnTo>
                  <a:lnTo>
                    <a:pt x="14400" y="3600"/>
                  </a:lnTo>
                  <a:lnTo>
                    <a:pt x="3086" y="3600"/>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284" name="Shape 284"/>
            <p:cNvSpPr/>
            <p:nvPr/>
          </p:nvSpPr>
          <p:spPr>
            <a:xfrm>
              <a:off x="1480048" y="4936971"/>
              <a:ext cx="85554" cy="179684"/>
            </a:xfrm>
            <a:custGeom>
              <a:avLst/>
              <a:gdLst/>
              <a:ahLst/>
              <a:cxnLst>
                <a:cxn ang="0">
                  <a:pos x="wd2" y="hd2"/>
                </a:cxn>
                <a:cxn ang="5400000">
                  <a:pos x="wd2" y="hd2"/>
                </a:cxn>
                <a:cxn ang="10800000">
                  <a:pos x="wd2" y="hd2"/>
                </a:cxn>
                <a:cxn ang="16200000">
                  <a:pos x="wd2" y="hd2"/>
                </a:cxn>
              </a:cxnLst>
              <a:rect l="0" t="0" r="r" b="b"/>
              <a:pathLst>
                <a:path w="21600" h="21600" extrusionOk="0">
                  <a:moveTo>
                    <a:pt x="15120" y="0"/>
                  </a:moveTo>
                  <a:lnTo>
                    <a:pt x="15120" y="1029"/>
                  </a:lnTo>
                  <a:lnTo>
                    <a:pt x="12960" y="1029"/>
                  </a:lnTo>
                  <a:lnTo>
                    <a:pt x="8640" y="3086"/>
                  </a:lnTo>
                  <a:lnTo>
                    <a:pt x="2160" y="3086"/>
                  </a:lnTo>
                  <a:lnTo>
                    <a:pt x="2160" y="2057"/>
                  </a:lnTo>
                  <a:lnTo>
                    <a:pt x="0" y="2057"/>
                  </a:lnTo>
                  <a:lnTo>
                    <a:pt x="2160" y="4114"/>
                  </a:lnTo>
                  <a:lnTo>
                    <a:pt x="2160" y="8229"/>
                  </a:lnTo>
                  <a:lnTo>
                    <a:pt x="0" y="10286"/>
                  </a:lnTo>
                  <a:lnTo>
                    <a:pt x="0" y="19543"/>
                  </a:lnTo>
                  <a:lnTo>
                    <a:pt x="4320" y="20571"/>
                  </a:lnTo>
                  <a:lnTo>
                    <a:pt x="8640" y="20571"/>
                  </a:lnTo>
                  <a:lnTo>
                    <a:pt x="12960" y="21600"/>
                  </a:lnTo>
                  <a:lnTo>
                    <a:pt x="12960" y="18514"/>
                  </a:lnTo>
                  <a:lnTo>
                    <a:pt x="15120" y="18514"/>
                  </a:lnTo>
                  <a:lnTo>
                    <a:pt x="17280" y="17486"/>
                  </a:lnTo>
                  <a:lnTo>
                    <a:pt x="19440" y="17486"/>
                  </a:lnTo>
                  <a:lnTo>
                    <a:pt x="19440" y="9257"/>
                  </a:lnTo>
                  <a:lnTo>
                    <a:pt x="21600" y="8229"/>
                  </a:lnTo>
                  <a:lnTo>
                    <a:pt x="21600" y="3086"/>
                  </a:lnTo>
                  <a:lnTo>
                    <a:pt x="15120" y="0"/>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285" name="Shape 285"/>
            <p:cNvSpPr/>
            <p:nvPr/>
          </p:nvSpPr>
          <p:spPr>
            <a:xfrm>
              <a:off x="1497158" y="4800071"/>
              <a:ext cx="76999" cy="119790"/>
            </a:xfrm>
            <a:custGeom>
              <a:avLst/>
              <a:gdLst/>
              <a:ahLst/>
              <a:cxnLst>
                <a:cxn ang="0">
                  <a:pos x="wd2" y="hd2"/>
                </a:cxn>
                <a:cxn ang="5400000">
                  <a:pos x="wd2" y="hd2"/>
                </a:cxn>
                <a:cxn ang="10800000">
                  <a:pos x="wd2" y="hd2"/>
                </a:cxn>
                <a:cxn ang="16200000">
                  <a:pos x="wd2" y="hd2"/>
                </a:cxn>
              </a:cxnLst>
              <a:rect l="0" t="0" r="r" b="b"/>
              <a:pathLst>
                <a:path w="21600" h="21600" extrusionOk="0">
                  <a:moveTo>
                    <a:pt x="9600" y="3086"/>
                  </a:moveTo>
                  <a:lnTo>
                    <a:pt x="4800" y="3086"/>
                  </a:lnTo>
                  <a:lnTo>
                    <a:pt x="0" y="6171"/>
                  </a:lnTo>
                  <a:lnTo>
                    <a:pt x="2400" y="7714"/>
                  </a:lnTo>
                  <a:lnTo>
                    <a:pt x="2400" y="12343"/>
                  </a:lnTo>
                  <a:lnTo>
                    <a:pt x="4800" y="15429"/>
                  </a:lnTo>
                  <a:lnTo>
                    <a:pt x="14400" y="21600"/>
                  </a:lnTo>
                  <a:lnTo>
                    <a:pt x="16800" y="18514"/>
                  </a:lnTo>
                  <a:lnTo>
                    <a:pt x="16800" y="16971"/>
                  </a:lnTo>
                  <a:lnTo>
                    <a:pt x="19200" y="13886"/>
                  </a:lnTo>
                  <a:lnTo>
                    <a:pt x="21600" y="13886"/>
                  </a:lnTo>
                  <a:lnTo>
                    <a:pt x="21600" y="10800"/>
                  </a:lnTo>
                  <a:lnTo>
                    <a:pt x="19200" y="7714"/>
                  </a:lnTo>
                  <a:lnTo>
                    <a:pt x="19200" y="4629"/>
                  </a:lnTo>
                  <a:lnTo>
                    <a:pt x="12000" y="0"/>
                  </a:lnTo>
                  <a:lnTo>
                    <a:pt x="9600" y="3086"/>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286" name="Shape 286"/>
            <p:cNvSpPr/>
            <p:nvPr/>
          </p:nvSpPr>
          <p:spPr>
            <a:xfrm>
              <a:off x="1539934" y="4338032"/>
              <a:ext cx="436317" cy="256690"/>
            </a:xfrm>
            <a:custGeom>
              <a:avLst/>
              <a:gdLst/>
              <a:ahLst/>
              <a:cxnLst>
                <a:cxn ang="0">
                  <a:pos x="wd2" y="hd2"/>
                </a:cxn>
                <a:cxn ang="5400000">
                  <a:pos x="wd2" y="hd2"/>
                </a:cxn>
                <a:cxn ang="10800000">
                  <a:pos x="wd2" y="hd2"/>
                </a:cxn>
                <a:cxn ang="16200000">
                  <a:pos x="wd2" y="hd2"/>
                </a:cxn>
              </a:cxnLst>
              <a:rect l="0" t="0" r="r" b="b"/>
              <a:pathLst>
                <a:path w="21600" h="21600" extrusionOk="0">
                  <a:moveTo>
                    <a:pt x="7624" y="21600"/>
                  </a:moveTo>
                  <a:lnTo>
                    <a:pt x="7200" y="20880"/>
                  </a:lnTo>
                  <a:lnTo>
                    <a:pt x="7200" y="20160"/>
                  </a:lnTo>
                  <a:lnTo>
                    <a:pt x="3388" y="20160"/>
                  </a:lnTo>
                  <a:lnTo>
                    <a:pt x="2965" y="20880"/>
                  </a:lnTo>
                  <a:lnTo>
                    <a:pt x="2541" y="20880"/>
                  </a:lnTo>
                  <a:lnTo>
                    <a:pt x="2541" y="21600"/>
                  </a:lnTo>
                  <a:lnTo>
                    <a:pt x="2118" y="21600"/>
                  </a:lnTo>
                  <a:lnTo>
                    <a:pt x="2118" y="20160"/>
                  </a:lnTo>
                  <a:lnTo>
                    <a:pt x="1271" y="20160"/>
                  </a:lnTo>
                  <a:lnTo>
                    <a:pt x="1694" y="18720"/>
                  </a:lnTo>
                  <a:lnTo>
                    <a:pt x="0" y="13680"/>
                  </a:lnTo>
                  <a:lnTo>
                    <a:pt x="1694" y="13680"/>
                  </a:lnTo>
                  <a:lnTo>
                    <a:pt x="4235" y="10800"/>
                  </a:lnTo>
                  <a:lnTo>
                    <a:pt x="5929" y="12240"/>
                  </a:lnTo>
                  <a:lnTo>
                    <a:pt x="6353" y="10800"/>
                  </a:lnTo>
                  <a:lnTo>
                    <a:pt x="5929" y="9360"/>
                  </a:lnTo>
                  <a:lnTo>
                    <a:pt x="5929" y="5760"/>
                  </a:lnTo>
                  <a:lnTo>
                    <a:pt x="8047" y="4320"/>
                  </a:lnTo>
                  <a:lnTo>
                    <a:pt x="10588" y="1440"/>
                  </a:lnTo>
                  <a:lnTo>
                    <a:pt x="11012" y="720"/>
                  </a:lnTo>
                  <a:lnTo>
                    <a:pt x="11012" y="0"/>
                  </a:lnTo>
                  <a:lnTo>
                    <a:pt x="11859" y="0"/>
                  </a:lnTo>
                  <a:lnTo>
                    <a:pt x="12282" y="1440"/>
                  </a:lnTo>
                  <a:lnTo>
                    <a:pt x="14824" y="1440"/>
                  </a:lnTo>
                  <a:lnTo>
                    <a:pt x="15247" y="0"/>
                  </a:lnTo>
                  <a:lnTo>
                    <a:pt x="16941" y="0"/>
                  </a:lnTo>
                  <a:lnTo>
                    <a:pt x="16941" y="1440"/>
                  </a:lnTo>
                  <a:lnTo>
                    <a:pt x="17365" y="2160"/>
                  </a:lnTo>
                  <a:lnTo>
                    <a:pt x="18212" y="2880"/>
                  </a:lnTo>
                  <a:lnTo>
                    <a:pt x="20329" y="2880"/>
                  </a:lnTo>
                  <a:lnTo>
                    <a:pt x="21600" y="5760"/>
                  </a:lnTo>
                  <a:lnTo>
                    <a:pt x="21600" y="6480"/>
                  </a:lnTo>
                  <a:lnTo>
                    <a:pt x="21176" y="6480"/>
                  </a:lnTo>
                  <a:lnTo>
                    <a:pt x="20753" y="7200"/>
                  </a:lnTo>
                  <a:lnTo>
                    <a:pt x="20329" y="8640"/>
                  </a:lnTo>
                  <a:lnTo>
                    <a:pt x="20329" y="12240"/>
                  </a:lnTo>
                  <a:lnTo>
                    <a:pt x="19059" y="14400"/>
                  </a:lnTo>
                  <a:lnTo>
                    <a:pt x="19482" y="15840"/>
                  </a:lnTo>
                  <a:lnTo>
                    <a:pt x="14400" y="16560"/>
                  </a:lnTo>
                  <a:lnTo>
                    <a:pt x="9318" y="20160"/>
                  </a:lnTo>
                  <a:lnTo>
                    <a:pt x="7624" y="21600"/>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287" name="Shape 287"/>
            <p:cNvSpPr/>
            <p:nvPr/>
          </p:nvSpPr>
          <p:spPr>
            <a:xfrm>
              <a:off x="1351720" y="4500601"/>
              <a:ext cx="230992" cy="179685"/>
            </a:xfrm>
            <a:custGeom>
              <a:avLst/>
              <a:gdLst/>
              <a:ahLst/>
              <a:cxnLst>
                <a:cxn ang="0">
                  <a:pos x="wd2" y="hd2"/>
                </a:cxn>
                <a:cxn ang="5400000">
                  <a:pos x="wd2" y="hd2"/>
                </a:cxn>
                <a:cxn ang="10800000">
                  <a:pos x="wd2" y="hd2"/>
                </a:cxn>
                <a:cxn ang="16200000">
                  <a:pos x="wd2" y="hd2"/>
                </a:cxn>
              </a:cxnLst>
              <a:rect l="0" t="0" r="r" b="b"/>
              <a:pathLst>
                <a:path w="21600" h="21600" extrusionOk="0">
                  <a:moveTo>
                    <a:pt x="12000" y="3086"/>
                  </a:moveTo>
                  <a:lnTo>
                    <a:pt x="8000" y="4114"/>
                  </a:lnTo>
                  <a:lnTo>
                    <a:pt x="3200" y="8229"/>
                  </a:lnTo>
                  <a:lnTo>
                    <a:pt x="0" y="15429"/>
                  </a:lnTo>
                  <a:lnTo>
                    <a:pt x="800" y="15429"/>
                  </a:lnTo>
                  <a:lnTo>
                    <a:pt x="800" y="14400"/>
                  </a:lnTo>
                  <a:lnTo>
                    <a:pt x="2400" y="14400"/>
                  </a:lnTo>
                  <a:lnTo>
                    <a:pt x="3200" y="15429"/>
                  </a:lnTo>
                  <a:lnTo>
                    <a:pt x="3200" y="17486"/>
                  </a:lnTo>
                  <a:lnTo>
                    <a:pt x="2400" y="20571"/>
                  </a:lnTo>
                  <a:lnTo>
                    <a:pt x="6400" y="20571"/>
                  </a:lnTo>
                  <a:lnTo>
                    <a:pt x="8000" y="21600"/>
                  </a:lnTo>
                  <a:lnTo>
                    <a:pt x="8800" y="21600"/>
                  </a:lnTo>
                  <a:lnTo>
                    <a:pt x="13600" y="17486"/>
                  </a:lnTo>
                  <a:lnTo>
                    <a:pt x="12000" y="15429"/>
                  </a:lnTo>
                  <a:lnTo>
                    <a:pt x="14400" y="14400"/>
                  </a:lnTo>
                  <a:lnTo>
                    <a:pt x="14400" y="16457"/>
                  </a:lnTo>
                  <a:lnTo>
                    <a:pt x="15200" y="17486"/>
                  </a:lnTo>
                  <a:lnTo>
                    <a:pt x="16000" y="16457"/>
                  </a:lnTo>
                  <a:lnTo>
                    <a:pt x="17600" y="16457"/>
                  </a:lnTo>
                  <a:lnTo>
                    <a:pt x="20000" y="13371"/>
                  </a:lnTo>
                  <a:lnTo>
                    <a:pt x="20000" y="14400"/>
                  </a:lnTo>
                  <a:lnTo>
                    <a:pt x="20800" y="15429"/>
                  </a:lnTo>
                  <a:lnTo>
                    <a:pt x="21600" y="15429"/>
                  </a:lnTo>
                  <a:lnTo>
                    <a:pt x="21600" y="12343"/>
                  </a:lnTo>
                  <a:lnTo>
                    <a:pt x="20800" y="12343"/>
                  </a:lnTo>
                  <a:lnTo>
                    <a:pt x="21600" y="11314"/>
                  </a:lnTo>
                  <a:lnTo>
                    <a:pt x="21600" y="9257"/>
                  </a:lnTo>
                  <a:lnTo>
                    <a:pt x="20000" y="9257"/>
                  </a:lnTo>
                  <a:lnTo>
                    <a:pt x="20800" y="7200"/>
                  </a:lnTo>
                  <a:lnTo>
                    <a:pt x="17600" y="0"/>
                  </a:lnTo>
                  <a:lnTo>
                    <a:pt x="15200" y="2057"/>
                  </a:lnTo>
                  <a:lnTo>
                    <a:pt x="12000" y="3086"/>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288" name="Shape 288"/>
            <p:cNvSpPr/>
            <p:nvPr/>
          </p:nvSpPr>
          <p:spPr>
            <a:xfrm>
              <a:off x="787077" y="4149794"/>
              <a:ext cx="675862" cy="778623"/>
            </a:xfrm>
            <a:custGeom>
              <a:avLst/>
              <a:gdLst/>
              <a:ahLst/>
              <a:cxnLst>
                <a:cxn ang="0">
                  <a:pos x="wd2" y="hd2"/>
                </a:cxn>
                <a:cxn ang="5400000">
                  <a:pos x="wd2" y="hd2"/>
                </a:cxn>
                <a:cxn ang="10800000">
                  <a:pos x="wd2" y="hd2"/>
                </a:cxn>
                <a:cxn ang="16200000">
                  <a:pos x="wd2" y="hd2"/>
                </a:cxn>
              </a:cxnLst>
              <a:rect l="0" t="0" r="r" b="b"/>
              <a:pathLst>
                <a:path w="21600" h="21600" extrusionOk="0">
                  <a:moveTo>
                    <a:pt x="19139" y="13767"/>
                  </a:moveTo>
                  <a:lnTo>
                    <a:pt x="18866" y="14004"/>
                  </a:lnTo>
                  <a:lnTo>
                    <a:pt x="18866" y="15429"/>
                  </a:lnTo>
                  <a:lnTo>
                    <a:pt x="19139" y="15429"/>
                  </a:lnTo>
                  <a:lnTo>
                    <a:pt x="19139" y="15903"/>
                  </a:lnTo>
                  <a:lnTo>
                    <a:pt x="20506" y="17090"/>
                  </a:lnTo>
                  <a:lnTo>
                    <a:pt x="20506" y="17802"/>
                  </a:lnTo>
                  <a:lnTo>
                    <a:pt x="19139" y="18514"/>
                  </a:lnTo>
                  <a:lnTo>
                    <a:pt x="16678" y="18514"/>
                  </a:lnTo>
                  <a:lnTo>
                    <a:pt x="15585" y="18277"/>
                  </a:lnTo>
                  <a:lnTo>
                    <a:pt x="15038" y="18277"/>
                  </a:lnTo>
                  <a:lnTo>
                    <a:pt x="13944" y="18752"/>
                  </a:lnTo>
                  <a:lnTo>
                    <a:pt x="13671" y="19701"/>
                  </a:lnTo>
                  <a:lnTo>
                    <a:pt x="13671" y="20176"/>
                  </a:lnTo>
                  <a:lnTo>
                    <a:pt x="13944" y="20651"/>
                  </a:lnTo>
                  <a:lnTo>
                    <a:pt x="13124" y="21600"/>
                  </a:lnTo>
                  <a:lnTo>
                    <a:pt x="9843" y="20651"/>
                  </a:lnTo>
                  <a:lnTo>
                    <a:pt x="8749" y="19464"/>
                  </a:lnTo>
                  <a:lnTo>
                    <a:pt x="8749" y="19701"/>
                  </a:lnTo>
                  <a:lnTo>
                    <a:pt x="7929" y="18989"/>
                  </a:lnTo>
                  <a:lnTo>
                    <a:pt x="7382" y="18752"/>
                  </a:lnTo>
                  <a:lnTo>
                    <a:pt x="7109" y="18752"/>
                  </a:lnTo>
                  <a:lnTo>
                    <a:pt x="6835" y="18514"/>
                  </a:lnTo>
                  <a:lnTo>
                    <a:pt x="6289" y="18277"/>
                  </a:lnTo>
                  <a:lnTo>
                    <a:pt x="5742" y="17802"/>
                  </a:lnTo>
                  <a:lnTo>
                    <a:pt x="5468" y="17802"/>
                  </a:lnTo>
                  <a:lnTo>
                    <a:pt x="5468" y="17327"/>
                  </a:lnTo>
                  <a:lnTo>
                    <a:pt x="5195" y="17090"/>
                  </a:lnTo>
                  <a:lnTo>
                    <a:pt x="4922" y="17090"/>
                  </a:lnTo>
                  <a:lnTo>
                    <a:pt x="5468" y="16615"/>
                  </a:lnTo>
                  <a:lnTo>
                    <a:pt x="5468" y="10919"/>
                  </a:lnTo>
                  <a:lnTo>
                    <a:pt x="5195" y="10681"/>
                  </a:lnTo>
                  <a:lnTo>
                    <a:pt x="5195" y="10207"/>
                  </a:lnTo>
                  <a:lnTo>
                    <a:pt x="4922" y="9732"/>
                  </a:lnTo>
                  <a:lnTo>
                    <a:pt x="4375" y="9257"/>
                  </a:lnTo>
                  <a:lnTo>
                    <a:pt x="3008" y="8545"/>
                  </a:lnTo>
                  <a:lnTo>
                    <a:pt x="3008" y="8070"/>
                  </a:lnTo>
                  <a:lnTo>
                    <a:pt x="273" y="7121"/>
                  </a:lnTo>
                  <a:lnTo>
                    <a:pt x="273" y="6884"/>
                  </a:lnTo>
                  <a:lnTo>
                    <a:pt x="0" y="6646"/>
                  </a:lnTo>
                  <a:lnTo>
                    <a:pt x="0" y="6409"/>
                  </a:lnTo>
                  <a:lnTo>
                    <a:pt x="273" y="5934"/>
                  </a:lnTo>
                  <a:lnTo>
                    <a:pt x="547" y="5697"/>
                  </a:lnTo>
                  <a:lnTo>
                    <a:pt x="1914" y="5934"/>
                  </a:lnTo>
                  <a:lnTo>
                    <a:pt x="1914" y="4510"/>
                  </a:lnTo>
                  <a:lnTo>
                    <a:pt x="3008" y="4273"/>
                  </a:lnTo>
                  <a:lnTo>
                    <a:pt x="4101" y="4273"/>
                  </a:lnTo>
                  <a:lnTo>
                    <a:pt x="4922" y="4035"/>
                  </a:lnTo>
                  <a:lnTo>
                    <a:pt x="6015" y="3798"/>
                  </a:lnTo>
                  <a:lnTo>
                    <a:pt x="6289" y="3560"/>
                  </a:lnTo>
                  <a:lnTo>
                    <a:pt x="6835" y="3323"/>
                  </a:lnTo>
                  <a:lnTo>
                    <a:pt x="7382" y="3323"/>
                  </a:lnTo>
                  <a:lnTo>
                    <a:pt x="7929" y="3086"/>
                  </a:lnTo>
                  <a:lnTo>
                    <a:pt x="8749" y="3323"/>
                  </a:lnTo>
                  <a:lnTo>
                    <a:pt x="9570" y="1899"/>
                  </a:lnTo>
                  <a:lnTo>
                    <a:pt x="10663" y="1662"/>
                  </a:lnTo>
                  <a:lnTo>
                    <a:pt x="10663" y="1424"/>
                  </a:lnTo>
                  <a:lnTo>
                    <a:pt x="10937" y="1424"/>
                  </a:lnTo>
                  <a:lnTo>
                    <a:pt x="11484" y="949"/>
                  </a:lnTo>
                  <a:lnTo>
                    <a:pt x="12577" y="475"/>
                  </a:lnTo>
                  <a:lnTo>
                    <a:pt x="12851" y="0"/>
                  </a:lnTo>
                  <a:lnTo>
                    <a:pt x="13397" y="475"/>
                  </a:lnTo>
                  <a:lnTo>
                    <a:pt x="13671" y="949"/>
                  </a:lnTo>
                  <a:lnTo>
                    <a:pt x="14218" y="1187"/>
                  </a:lnTo>
                  <a:lnTo>
                    <a:pt x="14491" y="1662"/>
                  </a:lnTo>
                  <a:lnTo>
                    <a:pt x="14765" y="1899"/>
                  </a:lnTo>
                  <a:lnTo>
                    <a:pt x="15038" y="1899"/>
                  </a:lnTo>
                  <a:lnTo>
                    <a:pt x="15038" y="2136"/>
                  </a:lnTo>
                  <a:lnTo>
                    <a:pt x="14765" y="2374"/>
                  </a:lnTo>
                  <a:lnTo>
                    <a:pt x="14765" y="2848"/>
                  </a:lnTo>
                  <a:lnTo>
                    <a:pt x="15038" y="3086"/>
                  </a:lnTo>
                  <a:lnTo>
                    <a:pt x="15038" y="3560"/>
                  </a:lnTo>
                  <a:lnTo>
                    <a:pt x="15585" y="3798"/>
                  </a:lnTo>
                  <a:lnTo>
                    <a:pt x="16132" y="3798"/>
                  </a:lnTo>
                  <a:lnTo>
                    <a:pt x="16405" y="4035"/>
                  </a:lnTo>
                  <a:lnTo>
                    <a:pt x="16678" y="4510"/>
                  </a:lnTo>
                  <a:lnTo>
                    <a:pt x="16678" y="4747"/>
                  </a:lnTo>
                  <a:lnTo>
                    <a:pt x="16952" y="5222"/>
                  </a:lnTo>
                  <a:lnTo>
                    <a:pt x="17225" y="5459"/>
                  </a:lnTo>
                  <a:lnTo>
                    <a:pt x="17499" y="5934"/>
                  </a:lnTo>
                  <a:lnTo>
                    <a:pt x="18046" y="6171"/>
                  </a:lnTo>
                  <a:lnTo>
                    <a:pt x="18319" y="6171"/>
                  </a:lnTo>
                  <a:lnTo>
                    <a:pt x="18592" y="6409"/>
                  </a:lnTo>
                  <a:lnTo>
                    <a:pt x="18866" y="6409"/>
                  </a:lnTo>
                  <a:lnTo>
                    <a:pt x="19959" y="6884"/>
                  </a:lnTo>
                  <a:lnTo>
                    <a:pt x="20780" y="7121"/>
                  </a:lnTo>
                  <a:lnTo>
                    <a:pt x="21327" y="7358"/>
                  </a:lnTo>
                  <a:lnTo>
                    <a:pt x="21600" y="7358"/>
                  </a:lnTo>
                  <a:lnTo>
                    <a:pt x="21600" y="7596"/>
                  </a:lnTo>
                  <a:lnTo>
                    <a:pt x="21327" y="8070"/>
                  </a:lnTo>
                  <a:lnTo>
                    <a:pt x="21327" y="8545"/>
                  </a:lnTo>
                  <a:lnTo>
                    <a:pt x="21053" y="9257"/>
                  </a:lnTo>
                  <a:lnTo>
                    <a:pt x="20780" y="10681"/>
                  </a:lnTo>
                  <a:lnTo>
                    <a:pt x="19139" y="11868"/>
                  </a:lnTo>
                  <a:lnTo>
                    <a:pt x="18046" y="13292"/>
                  </a:lnTo>
                  <a:lnTo>
                    <a:pt x="18319" y="13292"/>
                  </a:lnTo>
                  <a:lnTo>
                    <a:pt x="18592" y="13055"/>
                  </a:lnTo>
                  <a:lnTo>
                    <a:pt x="18866" y="13055"/>
                  </a:lnTo>
                  <a:lnTo>
                    <a:pt x="19139" y="13292"/>
                  </a:lnTo>
                  <a:lnTo>
                    <a:pt x="19139" y="13767"/>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289" name="Shape 289"/>
            <p:cNvSpPr/>
            <p:nvPr/>
          </p:nvSpPr>
          <p:spPr>
            <a:xfrm>
              <a:off x="513311" y="4859965"/>
              <a:ext cx="171106" cy="385034"/>
            </a:xfrm>
            <a:custGeom>
              <a:avLst/>
              <a:gdLst/>
              <a:ahLst/>
              <a:cxnLst>
                <a:cxn ang="0">
                  <a:pos x="wd2" y="hd2"/>
                </a:cxn>
                <a:cxn ang="5400000">
                  <a:pos x="wd2" y="hd2"/>
                </a:cxn>
                <a:cxn ang="10800000">
                  <a:pos x="wd2" y="hd2"/>
                </a:cxn>
                <a:cxn ang="16200000">
                  <a:pos x="wd2" y="hd2"/>
                </a:cxn>
              </a:cxnLst>
              <a:rect l="0" t="0" r="r" b="b"/>
              <a:pathLst>
                <a:path w="21600" h="21600" extrusionOk="0">
                  <a:moveTo>
                    <a:pt x="3240" y="0"/>
                  </a:moveTo>
                  <a:lnTo>
                    <a:pt x="3240" y="7680"/>
                  </a:lnTo>
                  <a:lnTo>
                    <a:pt x="2160" y="9600"/>
                  </a:lnTo>
                  <a:lnTo>
                    <a:pt x="2160" y="11040"/>
                  </a:lnTo>
                  <a:lnTo>
                    <a:pt x="1080" y="12480"/>
                  </a:lnTo>
                  <a:lnTo>
                    <a:pt x="0" y="12960"/>
                  </a:lnTo>
                  <a:lnTo>
                    <a:pt x="0" y="15360"/>
                  </a:lnTo>
                  <a:lnTo>
                    <a:pt x="2160" y="16320"/>
                  </a:lnTo>
                  <a:lnTo>
                    <a:pt x="2160" y="20160"/>
                  </a:lnTo>
                  <a:lnTo>
                    <a:pt x="5400" y="21120"/>
                  </a:lnTo>
                  <a:lnTo>
                    <a:pt x="6480" y="21120"/>
                  </a:lnTo>
                  <a:lnTo>
                    <a:pt x="7560" y="20640"/>
                  </a:lnTo>
                  <a:lnTo>
                    <a:pt x="8640" y="20640"/>
                  </a:lnTo>
                  <a:lnTo>
                    <a:pt x="8640" y="21120"/>
                  </a:lnTo>
                  <a:lnTo>
                    <a:pt x="9720" y="21600"/>
                  </a:lnTo>
                  <a:lnTo>
                    <a:pt x="9720" y="20640"/>
                  </a:lnTo>
                  <a:lnTo>
                    <a:pt x="12960" y="17760"/>
                  </a:lnTo>
                  <a:lnTo>
                    <a:pt x="15120" y="17760"/>
                  </a:lnTo>
                  <a:lnTo>
                    <a:pt x="17280" y="16800"/>
                  </a:lnTo>
                  <a:lnTo>
                    <a:pt x="14040" y="15360"/>
                  </a:lnTo>
                  <a:lnTo>
                    <a:pt x="16200" y="14400"/>
                  </a:lnTo>
                  <a:lnTo>
                    <a:pt x="17280" y="12480"/>
                  </a:lnTo>
                  <a:lnTo>
                    <a:pt x="17280" y="10080"/>
                  </a:lnTo>
                  <a:lnTo>
                    <a:pt x="15120" y="7680"/>
                  </a:lnTo>
                  <a:lnTo>
                    <a:pt x="17280" y="5280"/>
                  </a:lnTo>
                  <a:lnTo>
                    <a:pt x="18360" y="3360"/>
                  </a:lnTo>
                  <a:lnTo>
                    <a:pt x="21600" y="1920"/>
                  </a:lnTo>
                  <a:lnTo>
                    <a:pt x="21600" y="960"/>
                  </a:lnTo>
                  <a:lnTo>
                    <a:pt x="18360" y="480"/>
                  </a:lnTo>
                  <a:lnTo>
                    <a:pt x="16200" y="0"/>
                  </a:lnTo>
                  <a:lnTo>
                    <a:pt x="15120" y="0"/>
                  </a:lnTo>
                  <a:lnTo>
                    <a:pt x="6480" y="480"/>
                  </a:lnTo>
                  <a:lnTo>
                    <a:pt x="3240" y="0"/>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290" name="Shape 290"/>
            <p:cNvSpPr/>
            <p:nvPr/>
          </p:nvSpPr>
          <p:spPr>
            <a:xfrm>
              <a:off x="1326054" y="3773318"/>
              <a:ext cx="444872" cy="761510"/>
            </a:xfrm>
            <a:custGeom>
              <a:avLst/>
              <a:gdLst/>
              <a:ahLst/>
              <a:cxnLst>
                <a:cxn ang="0">
                  <a:pos x="wd2" y="hd2"/>
                </a:cxn>
                <a:cxn ang="5400000">
                  <a:pos x="wd2" y="hd2"/>
                </a:cxn>
                <a:cxn ang="10800000">
                  <a:pos x="wd2" y="hd2"/>
                </a:cxn>
                <a:cxn ang="16200000">
                  <a:pos x="wd2" y="hd2"/>
                </a:cxn>
              </a:cxnLst>
              <a:rect l="0" t="0" r="r" b="b"/>
              <a:pathLst>
                <a:path w="21600" h="21600" extrusionOk="0">
                  <a:moveTo>
                    <a:pt x="6646" y="18202"/>
                  </a:moveTo>
                  <a:lnTo>
                    <a:pt x="6231" y="18202"/>
                  </a:lnTo>
                  <a:lnTo>
                    <a:pt x="5815" y="17960"/>
                  </a:lnTo>
                  <a:lnTo>
                    <a:pt x="4985" y="17960"/>
                  </a:lnTo>
                  <a:lnTo>
                    <a:pt x="3323" y="17474"/>
                  </a:lnTo>
                  <a:lnTo>
                    <a:pt x="2492" y="17474"/>
                  </a:lnTo>
                  <a:lnTo>
                    <a:pt x="2492" y="17231"/>
                  </a:lnTo>
                  <a:lnTo>
                    <a:pt x="1246" y="14076"/>
                  </a:lnTo>
                  <a:lnTo>
                    <a:pt x="1662" y="13834"/>
                  </a:lnTo>
                  <a:lnTo>
                    <a:pt x="1246" y="13591"/>
                  </a:lnTo>
                  <a:lnTo>
                    <a:pt x="831" y="13106"/>
                  </a:lnTo>
                  <a:lnTo>
                    <a:pt x="415" y="12863"/>
                  </a:lnTo>
                  <a:lnTo>
                    <a:pt x="0" y="12378"/>
                  </a:lnTo>
                  <a:lnTo>
                    <a:pt x="0" y="11892"/>
                  </a:lnTo>
                  <a:lnTo>
                    <a:pt x="2077" y="10679"/>
                  </a:lnTo>
                  <a:lnTo>
                    <a:pt x="1662" y="10679"/>
                  </a:lnTo>
                  <a:lnTo>
                    <a:pt x="1662" y="10436"/>
                  </a:lnTo>
                  <a:lnTo>
                    <a:pt x="1246" y="10436"/>
                  </a:lnTo>
                  <a:lnTo>
                    <a:pt x="1246" y="10193"/>
                  </a:lnTo>
                  <a:lnTo>
                    <a:pt x="2492" y="9222"/>
                  </a:lnTo>
                  <a:lnTo>
                    <a:pt x="3738" y="9222"/>
                  </a:lnTo>
                  <a:lnTo>
                    <a:pt x="3738" y="7524"/>
                  </a:lnTo>
                  <a:lnTo>
                    <a:pt x="3323" y="7524"/>
                  </a:lnTo>
                  <a:lnTo>
                    <a:pt x="3323" y="7038"/>
                  </a:lnTo>
                  <a:lnTo>
                    <a:pt x="3738" y="7038"/>
                  </a:lnTo>
                  <a:lnTo>
                    <a:pt x="3738" y="6796"/>
                  </a:lnTo>
                  <a:lnTo>
                    <a:pt x="4154" y="6796"/>
                  </a:lnTo>
                  <a:lnTo>
                    <a:pt x="4154" y="6553"/>
                  </a:lnTo>
                  <a:lnTo>
                    <a:pt x="4569" y="6310"/>
                  </a:lnTo>
                  <a:lnTo>
                    <a:pt x="4569" y="5825"/>
                  </a:lnTo>
                  <a:lnTo>
                    <a:pt x="4154" y="5339"/>
                  </a:lnTo>
                  <a:lnTo>
                    <a:pt x="3738" y="4611"/>
                  </a:lnTo>
                  <a:lnTo>
                    <a:pt x="4985" y="4126"/>
                  </a:lnTo>
                  <a:lnTo>
                    <a:pt x="6231" y="3883"/>
                  </a:lnTo>
                  <a:lnTo>
                    <a:pt x="7477" y="3398"/>
                  </a:lnTo>
                  <a:lnTo>
                    <a:pt x="8308" y="3883"/>
                  </a:lnTo>
                  <a:lnTo>
                    <a:pt x="9138" y="3155"/>
                  </a:lnTo>
                  <a:lnTo>
                    <a:pt x="9138" y="485"/>
                  </a:lnTo>
                  <a:lnTo>
                    <a:pt x="13292" y="0"/>
                  </a:lnTo>
                  <a:lnTo>
                    <a:pt x="12877" y="728"/>
                  </a:lnTo>
                  <a:lnTo>
                    <a:pt x="13708" y="1456"/>
                  </a:lnTo>
                  <a:lnTo>
                    <a:pt x="15369" y="1699"/>
                  </a:lnTo>
                  <a:lnTo>
                    <a:pt x="15785" y="2427"/>
                  </a:lnTo>
                  <a:lnTo>
                    <a:pt x="14954" y="2912"/>
                  </a:lnTo>
                  <a:lnTo>
                    <a:pt x="14954" y="4854"/>
                  </a:lnTo>
                  <a:lnTo>
                    <a:pt x="16200" y="4854"/>
                  </a:lnTo>
                  <a:lnTo>
                    <a:pt x="17031" y="5097"/>
                  </a:lnTo>
                  <a:lnTo>
                    <a:pt x="17446" y="5097"/>
                  </a:lnTo>
                  <a:lnTo>
                    <a:pt x="15369" y="5097"/>
                  </a:lnTo>
                  <a:lnTo>
                    <a:pt x="15369" y="5339"/>
                  </a:lnTo>
                  <a:lnTo>
                    <a:pt x="16200" y="6067"/>
                  </a:lnTo>
                  <a:lnTo>
                    <a:pt x="16200" y="6553"/>
                  </a:lnTo>
                  <a:lnTo>
                    <a:pt x="15369" y="7038"/>
                  </a:lnTo>
                  <a:lnTo>
                    <a:pt x="14954" y="7038"/>
                  </a:lnTo>
                  <a:lnTo>
                    <a:pt x="14954" y="8009"/>
                  </a:lnTo>
                  <a:lnTo>
                    <a:pt x="15785" y="8252"/>
                  </a:lnTo>
                  <a:lnTo>
                    <a:pt x="15369" y="8252"/>
                  </a:lnTo>
                  <a:lnTo>
                    <a:pt x="13708" y="9222"/>
                  </a:lnTo>
                  <a:lnTo>
                    <a:pt x="13708" y="10436"/>
                  </a:lnTo>
                  <a:lnTo>
                    <a:pt x="13292" y="10679"/>
                  </a:lnTo>
                  <a:lnTo>
                    <a:pt x="13292" y="10921"/>
                  </a:lnTo>
                  <a:lnTo>
                    <a:pt x="12877" y="11164"/>
                  </a:lnTo>
                  <a:lnTo>
                    <a:pt x="13708" y="11649"/>
                  </a:lnTo>
                  <a:lnTo>
                    <a:pt x="15369" y="11407"/>
                  </a:lnTo>
                  <a:lnTo>
                    <a:pt x="16615" y="11407"/>
                  </a:lnTo>
                  <a:lnTo>
                    <a:pt x="18277" y="11892"/>
                  </a:lnTo>
                  <a:lnTo>
                    <a:pt x="18277" y="13106"/>
                  </a:lnTo>
                  <a:lnTo>
                    <a:pt x="19938" y="13348"/>
                  </a:lnTo>
                  <a:lnTo>
                    <a:pt x="20769" y="14076"/>
                  </a:lnTo>
                  <a:lnTo>
                    <a:pt x="21600" y="16018"/>
                  </a:lnTo>
                  <a:lnTo>
                    <a:pt x="21185" y="16018"/>
                  </a:lnTo>
                  <a:lnTo>
                    <a:pt x="21185" y="16261"/>
                  </a:lnTo>
                  <a:lnTo>
                    <a:pt x="20769" y="16746"/>
                  </a:lnTo>
                  <a:lnTo>
                    <a:pt x="19938" y="16746"/>
                  </a:lnTo>
                  <a:lnTo>
                    <a:pt x="18277" y="17474"/>
                  </a:lnTo>
                  <a:lnTo>
                    <a:pt x="16200" y="17960"/>
                  </a:lnTo>
                  <a:lnTo>
                    <a:pt x="16200" y="19173"/>
                  </a:lnTo>
                  <a:lnTo>
                    <a:pt x="16615" y="19173"/>
                  </a:lnTo>
                  <a:lnTo>
                    <a:pt x="16615" y="19901"/>
                  </a:lnTo>
                  <a:lnTo>
                    <a:pt x="15785" y="19901"/>
                  </a:lnTo>
                  <a:lnTo>
                    <a:pt x="14538" y="19658"/>
                  </a:lnTo>
                  <a:lnTo>
                    <a:pt x="12046" y="20629"/>
                  </a:lnTo>
                  <a:lnTo>
                    <a:pt x="9969" y="20872"/>
                  </a:lnTo>
                  <a:lnTo>
                    <a:pt x="7477" y="21357"/>
                  </a:lnTo>
                  <a:lnTo>
                    <a:pt x="5400" y="21600"/>
                  </a:lnTo>
                  <a:lnTo>
                    <a:pt x="5400" y="21115"/>
                  </a:lnTo>
                  <a:lnTo>
                    <a:pt x="6231" y="19658"/>
                  </a:lnTo>
                  <a:lnTo>
                    <a:pt x="6231" y="18930"/>
                  </a:lnTo>
                  <a:lnTo>
                    <a:pt x="6646" y="18202"/>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291" name="Shape 291"/>
            <p:cNvSpPr/>
            <p:nvPr/>
          </p:nvSpPr>
          <p:spPr>
            <a:xfrm>
              <a:off x="1223392" y="3927330"/>
              <a:ext cx="196771" cy="265248"/>
            </a:xfrm>
            <a:custGeom>
              <a:avLst/>
              <a:gdLst/>
              <a:ahLst/>
              <a:cxnLst>
                <a:cxn ang="0">
                  <a:pos x="wd2" y="hd2"/>
                </a:cxn>
                <a:cxn ang="5400000">
                  <a:pos x="wd2" y="hd2"/>
                </a:cxn>
                <a:cxn ang="10800000">
                  <a:pos x="wd2" y="hd2"/>
                </a:cxn>
                <a:cxn ang="16200000">
                  <a:pos x="wd2" y="hd2"/>
                </a:cxn>
              </a:cxnLst>
              <a:rect l="0" t="0" r="r" b="b"/>
              <a:pathLst>
                <a:path w="21600" h="21600" extrusionOk="0">
                  <a:moveTo>
                    <a:pt x="11270" y="21600"/>
                  </a:moveTo>
                  <a:lnTo>
                    <a:pt x="10330" y="20903"/>
                  </a:lnTo>
                  <a:lnTo>
                    <a:pt x="9391" y="20903"/>
                  </a:lnTo>
                  <a:lnTo>
                    <a:pt x="7513" y="20206"/>
                  </a:lnTo>
                  <a:lnTo>
                    <a:pt x="6574" y="19510"/>
                  </a:lnTo>
                  <a:lnTo>
                    <a:pt x="6574" y="18813"/>
                  </a:lnTo>
                  <a:lnTo>
                    <a:pt x="0" y="16026"/>
                  </a:lnTo>
                  <a:lnTo>
                    <a:pt x="2817" y="13935"/>
                  </a:lnTo>
                  <a:lnTo>
                    <a:pt x="2817" y="13239"/>
                  </a:lnTo>
                  <a:lnTo>
                    <a:pt x="3757" y="12542"/>
                  </a:lnTo>
                  <a:lnTo>
                    <a:pt x="3757" y="11845"/>
                  </a:lnTo>
                  <a:lnTo>
                    <a:pt x="4696" y="10452"/>
                  </a:lnTo>
                  <a:lnTo>
                    <a:pt x="5635" y="9755"/>
                  </a:lnTo>
                  <a:lnTo>
                    <a:pt x="5635" y="7665"/>
                  </a:lnTo>
                  <a:lnTo>
                    <a:pt x="6574" y="6968"/>
                  </a:lnTo>
                  <a:lnTo>
                    <a:pt x="7513" y="5574"/>
                  </a:lnTo>
                  <a:lnTo>
                    <a:pt x="9391" y="3484"/>
                  </a:lnTo>
                  <a:lnTo>
                    <a:pt x="10330" y="2090"/>
                  </a:lnTo>
                  <a:lnTo>
                    <a:pt x="13148" y="697"/>
                  </a:lnTo>
                  <a:lnTo>
                    <a:pt x="15026" y="0"/>
                  </a:lnTo>
                  <a:lnTo>
                    <a:pt x="18783" y="0"/>
                  </a:lnTo>
                  <a:lnTo>
                    <a:pt x="19722" y="697"/>
                  </a:lnTo>
                  <a:lnTo>
                    <a:pt x="20661" y="2090"/>
                  </a:lnTo>
                  <a:lnTo>
                    <a:pt x="20661" y="2787"/>
                  </a:lnTo>
                  <a:lnTo>
                    <a:pt x="21600" y="4181"/>
                  </a:lnTo>
                  <a:lnTo>
                    <a:pt x="20661" y="6271"/>
                  </a:lnTo>
                  <a:lnTo>
                    <a:pt x="19722" y="7665"/>
                  </a:lnTo>
                  <a:lnTo>
                    <a:pt x="18783" y="7665"/>
                  </a:lnTo>
                  <a:lnTo>
                    <a:pt x="18783" y="8361"/>
                  </a:lnTo>
                  <a:lnTo>
                    <a:pt x="19722" y="9058"/>
                  </a:lnTo>
                  <a:lnTo>
                    <a:pt x="19722" y="13935"/>
                  </a:lnTo>
                  <a:lnTo>
                    <a:pt x="16904" y="13935"/>
                  </a:lnTo>
                  <a:lnTo>
                    <a:pt x="15026" y="16026"/>
                  </a:lnTo>
                  <a:lnTo>
                    <a:pt x="14087" y="16723"/>
                  </a:lnTo>
                  <a:lnTo>
                    <a:pt x="14087" y="17419"/>
                  </a:lnTo>
                  <a:lnTo>
                    <a:pt x="15965" y="18116"/>
                  </a:lnTo>
                  <a:lnTo>
                    <a:pt x="11270" y="21600"/>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292" name="Shape 292"/>
            <p:cNvSpPr/>
            <p:nvPr/>
          </p:nvSpPr>
          <p:spPr>
            <a:xfrm>
              <a:off x="1189171" y="4124125"/>
              <a:ext cx="171106" cy="196797"/>
            </a:xfrm>
            <a:custGeom>
              <a:avLst/>
              <a:gdLst/>
              <a:ahLst/>
              <a:cxnLst>
                <a:cxn ang="0">
                  <a:pos x="wd2" y="hd2"/>
                </a:cxn>
                <a:cxn ang="5400000">
                  <a:pos x="wd2" y="hd2"/>
                </a:cxn>
                <a:cxn ang="10800000">
                  <a:pos x="wd2" y="hd2"/>
                </a:cxn>
                <a:cxn ang="16200000">
                  <a:pos x="wd2" y="hd2"/>
                </a:cxn>
              </a:cxnLst>
              <a:rect l="0" t="0" r="r" b="b"/>
              <a:pathLst>
                <a:path w="21600" h="21600" extrusionOk="0">
                  <a:moveTo>
                    <a:pt x="4320" y="0"/>
                  </a:moveTo>
                  <a:lnTo>
                    <a:pt x="11880" y="3757"/>
                  </a:lnTo>
                  <a:lnTo>
                    <a:pt x="11880" y="4696"/>
                  </a:lnTo>
                  <a:lnTo>
                    <a:pt x="12960" y="5635"/>
                  </a:lnTo>
                  <a:lnTo>
                    <a:pt x="15120" y="6574"/>
                  </a:lnTo>
                  <a:lnTo>
                    <a:pt x="16200" y="6574"/>
                  </a:lnTo>
                  <a:lnTo>
                    <a:pt x="17280" y="7513"/>
                  </a:lnTo>
                  <a:lnTo>
                    <a:pt x="17280" y="10330"/>
                  </a:lnTo>
                  <a:lnTo>
                    <a:pt x="18360" y="11270"/>
                  </a:lnTo>
                  <a:lnTo>
                    <a:pt x="19440" y="13148"/>
                  </a:lnTo>
                  <a:lnTo>
                    <a:pt x="21600" y="15026"/>
                  </a:lnTo>
                  <a:lnTo>
                    <a:pt x="19440" y="16904"/>
                  </a:lnTo>
                  <a:lnTo>
                    <a:pt x="17280" y="17843"/>
                  </a:lnTo>
                  <a:lnTo>
                    <a:pt x="16200" y="18783"/>
                  </a:lnTo>
                  <a:lnTo>
                    <a:pt x="16200" y="19722"/>
                  </a:lnTo>
                  <a:lnTo>
                    <a:pt x="15120" y="20661"/>
                  </a:lnTo>
                  <a:lnTo>
                    <a:pt x="15120" y="21600"/>
                  </a:lnTo>
                  <a:lnTo>
                    <a:pt x="12960" y="17843"/>
                  </a:lnTo>
                  <a:lnTo>
                    <a:pt x="10800" y="17843"/>
                  </a:lnTo>
                  <a:lnTo>
                    <a:pt x="10800" y="16904"/>
                  </a:lnTo>
                  <a:lnTo>
                    <a:pt x="9720" y="16904"/>
                  </a:lnTo>
                  <a:lnTo>
                    <a:pt x="7560" y="13148"/>
                  </a:lnTo>
                  <a:lnTo>
                    <a:pt x="7560" y="12209"/>
                  </a:lnTo>
                  <a:lnTo>
                    <a:pt x="8640" y="11270"/>
                  </a:lnTo>
                  <a:lnTo>
                    <a:pt x="8640" y="10330"/>
                  </a:lnTo>
                  <a:lnTo>
                    <a:pt x="0" y="2817"/>
                  </a:lnTo>
                  <a:lnTo>
                    <a:pt x="1080" y="2817"/>
                  </a:lnTo>
                  <a:lnTo>
                    <a:pt x="4320" y="0"/>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293" name="Shape 293"/>
            <p:cNvSpPr/>
            <p:nvPr/>
          </p:nvSpPr>
          <p:spPr>
            <a:xfrm>
              <a:off x="1308944" y="4269582"/>
              <a:ext cx="68444" cy="111233"/>
            </a:xfrm>
            <a:custGeom>
              <a:avLst/>
              <a:gdLst/>
              <a:ahLst/>
              <a:cxnLst>
                <a:cxn ang="0">
                  <a:pos x="wd2" y="hd2"/>
                </a:cxn>
                <a:cxn ang="5400000">
                  <a:pos x="wd2" y="hd2"/>
                </a:cxn>
                <a:cxn ang="10800000">
                  <a:pos x="wd2" y="hd2"/>
                </a:cxn>
                <a:cxn ang="16200000">
                  <a:pos x="wd2" y="hd2"/>
                </a:cxn>
              </a:cxnLst>
              <a:rect l="0" t="0" r="r" b="b"/>
              <a:pathLst>
                <a:path w="21600" h="21600" extrusionOk="0">
                  <a:moveTo>
                    <a:pt x="13500" y="0"/>
                  </a:moveTo>
                  <a:lnTo>
                    <a:pt x="10800" y="0"/>
                  </a:lnTo>
                  <a:lnTo>
                    <a:pt x="2700" y="4985"/>
                  </a:lnTo>
                  <a:lnTo>
                    <a:pt x="0" y="9969"/>
                  </a:lnTo>
                  <a:lnTo>
                    <a:pt x="2700" y="11631"/>
                  </a:lnTo>
                  <a:lnTo>
                    <a:pt x="2700" y="13292"/>
                  </a:lnTo>
                  <a:lnTo>
                    <a:pt x="13500" y="19938"/>
                  </a:lnTo>
                  <a:lnTo>
                    <a:pt x="21600" y="21600"/>
                  </a:lnTo>
                  <a:lnTo>
                    <a:pt x="13500" y="0"/>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294" name="Shape 294"/>
            <p:cNvSpPr/>
            <p:nvPr/>
          </p:nvSpPr>
          <p:spPr>
            <a:xfrm>
              <a:off x="436314" y="3747649"/>
              <a:ext cx="299434" cy="359366"/>
            </a:xfrm>
            <a:custGeom>
              <a:avLst/>
              <a:gdLst/>
              <a:ahLst/>
              <a:cxnLst>
                <a:cxn ang="0">
                  <a:pos x="wd2" y="hd2"/>
                </a:cxn>
                <a:cxn ang="5400000">
                  <a:pos x="wd2" y="hd2"/>
                </a:cxn>
                <a:cxn ang="10800000">
                  <a:pos x="wd2" y="hd2"/>
                </a:cxn>
                <a:cxn ang="16200000">
                  <a:pos x="wd2" y="hd2"/>
                </a:cxn>
              </a:cxnLst>
              <a:rect l="0" t="0" r="r" b="b"/>
              <a:pathLst>
                <a:path w="21600" h="21600" extrusionOk="0">
                  <a:moveTo>
                    <a:pt x="19131" y="7714"/>
                  </a:moveTo>
                  <a:lnTo>
                    <a:pt x="17897" y="7714"/>
                  </a:lnTo>
                  <a:lnTo>
                    <a:pt x="16663" y="6686"/>
                  </a:lnTo>
                  <a:lnTo>
                    <a:pt x="16663" y="5143"/>
                  </a:lnTo>
                  <a:lnTo>
                    <a:pt x="16046" y="4629"/>
                  </a:lnTo>
                  <a:lnTo>
                    <a:pt x="14811" y="5657"/>
                  </a:lnTo>
                  <a:lnTo>
                    <a:pt x="14194" y="5657"/>
                  </a:lnTo>
                  <a:lnTo>
                    <a:pt x="12960" y="4629"/>
                  </a:lnTo>
                  <a:lnTo>
                    <a:pt x="12343" y="4629"/>
                  </a:lnTo>
                  <a:lnTo>
                    <a:pt x="11726" y="3600"/>
                  </a:lnTo>
                  <a:lnTo>
                    <a:pt x="11726" y="3086"/>
                  </a:lnTo>
                  <a:lnTo>
                    <a:pt x="12343" y="2057"/>
                  </a:lnTo>
                  <a:lnTo>
                    <a:pt x="15429" y="514"/>
                  </a:lnTo>
                  <a:lnTo>
                    <a:pt x="11726" y="0"/>
                  </a:lnTo>
                  <a:lnTo>
                    <a:pt x="9257" y="1543"/>
                  </a:lnTo>
                  <a:lnTo>
                    <a:pt x="9257" y="3600"/>
                  </a:lnTo>
                  <a:lnTo>
                    <a:pt x="9874" y="3600"/>
                  </a:lnTo>
                  <a:lnTo>
                    <a:pt x="9874" y="4114"/>
                  </a:lnTo>
                  <a:lnTo>
                    <a:pt x="9257" y="4629"/>
                  </a:lnTo>
                  <a:lnTo>
                    <a:pt x="8640" y="5657"/>
                  </a:lnTo>
                  <a:lnTo>
                    <a:pt x="6171" y="6686"/>
                  </a:lnTo>
                  <a:lnTo>
                    <a:pt x="2469" y="5657"/>
                  </a:lnTo>
                  <a:lnTo>
                    <a:pt x="617" y="6171"/>
                  </a:lnTo>
                  <a:lnTo>
                    <a:pt x="0" y="6686"/>
                  </a:lnTo>
                  <a:lnTo>
                    <a:pt x="0" y="8229"/>
                  </a:lnTo>
                  <a:lnTo>
                    <a:pt x="617" y="9257"/>
                  </a:lnTo>
                  <a:lnTo>
                    <a:pt x="1851" y="9257"/>
                  </a:lnTo>
                  <a:lnTo>
                    <a:pt x="3086" y="9771"/>
                  </a:lnTo>
                  <a:lnTo>
                    <a:pt x="4320" y="11829"/>
                  </a:lnTo>
                  <a:lnTo>
                    <a:pt x="4937" y="13886"/>
                  </a:lnTo>
                  <a:lnTo>
                    <a:pt x="4937" y="18514"/>
                  </a:lnTo>
                  <a:lnTo>
                    <a:pt x="4320" y="19029"/>
                  </a:lnTo>
                  <a:lnTo>
                    <a:pt x="4320" y="20571"/>
                  </a:lnTo>
                  <a:lnTo>
                    <a:pt x="4937" y="21086"/>
                  </a:lnTo>
                  <a:lnTo>
                    <a:pt x="6171" y="21600"/>
                  </a:lnTo>
                  <a:lnTo>
                    <a:pt x="8023" y="21600"/>
                  </a:lnTo>
                  <a:lnTo>
                    <a:pt x="9257" y="21086"/>
                  </a:lnTo>
                  <a:lnTo>
                    <a:pt x="12960" y="20057"/>
                  </a:lnTo>
                  <a:lnTo>
                    <a:pt x="16663" y="18514"/>
                  </a:lnTo>
                  <a:lnTo>
                    <a:pt x="19131" y="16971"/>
                  </a:lnTo>
                  <a:lnTo>
                    <a:pt x="20366" y="15943"/>
                  </a:lnTo>
                  <a:lnTo>
                    <a:pt x="20983" y="14400"/>
                  </a:lnTo>
                  <a:lnTo>
                    <a:pt x="21600" y="13371"/>
                  </a:lnTo>
                  <a:lnTo>
                    <a:pt x="21600" y="12857"/>
                  </a:lnTo>
                  <a:lnTo>
                    <a:pt x="20983" y="12343"/>
                  </a:lnTo>
                  <a:lnTo>
                    <a:pt x="20983" y="11829"/>
                  </a:lnTo>
                  <a:lnTo>
                    <a:pt x="19749" y="9771"/>
                  </a:lnTo>
                  <a:lnTo>
                    <a:pt x="19749" y="8743"/>
                  </a:lnTo>
                  <a:lnTo>
                    <a:pt x="19131" y="8229"/>
                  </a:lnTo>
                  <a:lnTo>
                    <a:pt x="19131" y="7714"/>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295" name="Shape 295"/>
            <p:cNvSpPr/>
            <p:nvPr/>
          </p:nvSpPr>
          <p:spPr>
            <a:xfrm>
              <a:off x="692970" y="3396842"/>
              <a:ext cx="461982" cy="855629"/>
            </a:xfrm>
            <a:custGeom>
              <a:avLst/>
              <a:gdLst/>
              <a:ahLst/>
              <a:cxnLst>
                <a:cxn ang="0">
                  <a:pos x="wd2" y="hd2"/>
                </a:cxn>
                <a:cxn ang="5400000">
                  <a:pos x="wd2" y="hd2"/>
                </a:cxn>
                <a:cxn ang="10800000">
                  <a:pos x="wd2" y="hd2"/>
                </a:cxn>
                <a:cxn ang="16200000">
                  <a:pos x="wd2" y="hd2"/>
                </a:cxn>
              </a:cxnLst>
              <a:rect l="0" t="0" r="r" b="b"/>
              <a:pathLst>
                <a:path w="21600" h="21600" extrusionOk="0">
                  <a:moveTo>
                    <a:pt x="8000" y="216"/>
                  </a:moveTo>
                  <a:lnTo>
                    <a:pt x="7200" y="216"/>
                  </a:lnTo>
                  <a:lnTo>
                    <a:pt x="6400" y="0"/>
                  </a:lnTo>
                  <a:lnTo>
                    <a:pt x="5600" y="0"/>
                  </a:lnTo>
                  <a:lnTo>
                    <a:pt x="4800" y="216"/>
                  </a:lnTo>
                  <a:lnTo>
                    <a:pt x="2800" y="1728"/>
                  </a:lnTo>
                  <a:lnTo>
                    <a:pt x="3200" y="1944"/>
                  </a:lnTo>
                  <a:lnTo>
                    <a:pt x="3200" y="2808"/>
                  </a:lnTo>
                  <a:lnTo>
                    <a:pt x="2800" y="3456"/>
                  </a:lnTo>
                  <a:lnTo>
                    <a:pt x="1600" y="4104"/>
                  </a:lnTo>
                  <a:lnTo>
                    <a:pt x="1200" y="4752"/>
                  </a:lnTo>
                  <a:lnTo>
                    <a:pt x="800" y="5184"/>
                  </a:lnTo>
                  <a:lnTo>
                    <a:pt x="800" y="5616"/>
                  </a:lnTo>
                  <a:lnTo>
                    <a:pt x="1200" y="6048"/>
                  </a:lnTo>
                  <a:lnTo>
                    <a:pt x="2800" y="5832"/>
                  </a:lnTo>
                  <a:lnTo>
                    <a:pt x="2800" y="6048"/>
                  </a:lnTo>
                  <a:lnTo>
                    <a:pt x="2400" y="6264"/>
                  </a:lnTo>
                  <a:lnTo>
                    <a:pt x="2400" y="7128"/>
                  </a:lnTo>
                  <a:lnTo>
                    <a:pt x="2800" y="7560"/>
                  </a:lnTo>
                  <a:lnTo>
                    <a:pt x="3200" y="7776"/>
                  </a:lnTo>
                  <a:lnTo>
                    <a:pt x="4800" y="8208"/>
                  </a:lnTo>
                  <a:lnTo>
                    <a:pt x="4800" y="8856"/>
                  </a:lnTo>
                  <a:lnTo>
                    <a:pt x="4400" y="9072"/>
                  </a:lnTo>
                  <a:lnTo>
                    <a:pt x="4400" y="9288"/>
                  </a:lnTo>
                  <a:lnTo>
                    <a:pt x="3600" y="10152"/>
                  </a:lnTo>
                  <a:lnTo>
                    <a:pt x="3600" y="10368"/>
                  </a:lnTo>
                  <a:lnTo>
                    <a:pt x="4400" y="10800"/>
                  </a:lnTo>
                  <a:lnTo>
                    <a:pt x="6400" y="9936"/>
                  </a:lnTo>
                  <a:lnTo>
                    <a:pt x="8800" y="10152"/>
                  </a:lnTo>
                  <a:lnTo>
                    <a:pt x="7200" y="11016"/>
                  </a:lnTo>
                  <a:lnTo>
                    <a:pt x="6800" y="12312"/>
                  </a:lnTo>
                  <a:lnTo>
                    <a:pt x="8000" y="12312"/>
                  </a:lnTo>
                  <a:lnTo>
                    <a:pt x="8000" y="13824"/>
                  </a:lnTo>
                  <a:lnTo>
                    <a:pt x="4400" y="13824"/>
                  </a:lnTo>
                  <a:lnTo>
                    <a:pt x="4400" y="14904"/>
                  </a:lnTo>
                  <a:lnTo>
                    <a:pt x="5600" y="15120"/>
                  </a:lnTo>
                  <a:lnTo>
                    <a:pt x="4000" y="16416"/>
                  </a:lnTo>
                  <a:lnTo>
                    <a:pt x="4000" y="16632"/>
                  </a:lnTo>
                  <a:lnTo>
                    <a:pt x="3600" y="16632"/>
                  </a:lnTo>
                  <a:lnTo>
                    <a:pt x="3600" y="17280"/>
                  </a:lnTo>
                  <a:lnTo>
                    <a:pt x="4000" y="17280"/>
                  </a:lnTo>
                  <a:lnTo>
                    <a:pt x="7600" y="17712"/>
                  </a:lnTo>
                  <a:lnTo>
                    <a:pt x="9600" y="17280"/>
                  </a:lnTo>
                  <a:lnTo>
                    <a:pt x="10400" y="17064"/>
                  </a:lnTo>
                  <a:lnTo>
                    <a:pt x="10400" y="17496"/>
                  </a:lnTo>
                  <a:lnTo>
                    <a:pt x="8800" y="17928"/>
                  </a:lnTo>
                  <a:lnTo>
                    <a:pt x="4000" y="19008"/>
                  </a:lnTo>
                  <a:lnTo>
                    <a:pt x="0" y="21168"/>
                  </a:lnTo>
                  <a:lnTo>
                    <a:pt x="2000" y="21600"/>
                  </a:lnTo>
                  <a:lnTo>
                    <a:pt x="5600" y="20520"/>
                  </a:lnTo>
                  <a:lnTo>
                    <a:pt x="7200" y="20304"/>
                  </a:lnTo>
                  <a:lnTo>
                    <a:pt x="11600" y="20304"/>
                  </a:lnTo>
                  <a:lnTo>
                    <a:pt x="16800" y="19656"/>
                  </a:lnTo>
                  <a:lnTo>
                    <a:pt x="21600" y="18792"/>
                  </a:lnTo>
                  <a:lnTo>
                    <a:pt x="19200" y="17712"/>
                  </a:lnTo>
                  <a:lnTo>
                    <a:pt x="19600" y="17712"/>
                  </a:lnTo>
                  <a:lnTo>
                    <a:pt x="20000" y="17496"/>
                  </a:lnTo>
                  <a:lnTo>
                    <a:pt x="20400" y="17064"/>
                  </a:lnTo>
                  <a:lnTo>
                    <a:pt x="20400" y="15984"/>
                  </a:lnTo>
                  <a:lnTo>
                    <a:pt x="20000" y="15768"/>
                  </a:lnTo>
                  <a:lnTo>
                    <a:pt x="19600" y="15336"/>
                  </a:lnTo>
                  <a:lnTo>
                    <a:pt x="18000" y="14904"/>
                  </a:lnTo>
                  <a:lnTo>
                    <a:pt x="17600" y="14688"/>
                  </a:lnTo>
                  <a:lnTo>
                    <a:pt x="17200" y="14256"/>
                  </a:lnTo>
                  <a:lnTo>
                    <a:pt x="16800" y="12960"/>
                  </a:lnTo>
                  <a:lnTo>
                    <a:pt x="15600" y="11664"/>
                  </a:lnTo>
                  <a:lnTo>
                    <a:pt x="13200" y="10800"/>
                  </a:lnTo>
                  <a:lnTo>
                    <a:pt x="13200" y="10152"/>
                  </a:lnTo>
                  <a:lnTo>
                    <a:pt x="12800" y="9072"/>
                  </a:lnTo>
                  <a:lnTo>
                    <a:pt x="12000" y="7776"/>
                  </a:lnTo>
                  <a:lnTo>
                    <a:pt x="11200" y="7344"/>
                  </a:lnTo>
                  <a:lnTo>
                    <a:pt x="9600" y="6696"/>
                  </a:lnTo>
                  <a:lnTo>
                    <a:pt x="11200" y="4752"/>
                  </a:lnTo>
                  <a:lnTo>
                    <a:pt x="11200" y="4536"/>
                  </a:lnTo>
                  <a:lnTo>
                    <a:pt x="10800" y="4104"/>
                  </a:lnTo>
                  <a:lnTo>
                    <a:pt x="10400" y="3888"/>
                  </a:lnTo>
                  <a:lnTo>
                    <a:pt x="10400" y="3672"/>
                  </a:lnTo>
                  <a:lnTo>
                    <a:pt x="9600" y="3672"/>
                  </a:lnTo>
                  <a:lnTo>
                    <a:pt x="9200" y="3456"/>
                  </a:lnTo>
                  <a:lnTo>
                    <a:pt x="8800" y="3456"/>
                  </a:lnTo>
                  <a:lnTo>
                    <a:pt x="8800" y="3240"/>
                  </a:lnTo>
                  <a:lnTo>
                    <a:pt x="7200" y="3024"/>
                  </a:lnTo>
                  <a:lnTo>
                    <a:pt x="6800" y="3024"/>
                  </a:lnTo>
                  <a:lnTo>
                    <a:pt x="6800" y="2160"/>
                  </a:lnTo>
                  <a:lnTo>
                    <a:pt x="7200" y="1728"/>
                  </a:lnTo>
                  <a:lnTo>
                    <a:pt x="8000" y="1296"/>
                  </a:lnTo>
                  <a:lnTo>
                    <a:pt x="8000" y="864"/>
                  </a:lnTo>
                  <a:lnTo>
                    <a:pt x="8400" y="648"/>
                  </a:lnTo>
                  <a:lnTo>
                    <a:pt x="8000" y="432"/>
                  </a:lnTo>
                  <a:lnTo>
                    <a:pt x="8000" y="216"/>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296" name="Shape 296"/>
            <p:cNvSpPr/>
            <p:nvPr/>
          </p:nvSpPr>
          <p:spPr>
            <a:xfrm>
              <a:off x="598863" y="3747649"/>
              <a:ext cx="153996" cy="136903"/>
            </a:xfrm>
            <a:custGeom>
              <a:avLst/>
              <a:gdLst/>
              <a:ahLst/>
              <a:cxnLst>
                <a:cxn ang="0">
                  <a:pos x="wd2" y="hd2"/>
                </a:cxn>
                <a:cxn ang="5400000">
                  <a:pos x="wd2" y="hd2"/>
                </a:cxn>
                <a:cxn ang="10800000">
                  <a:pos x="wd2" y="hd2"/>
                </a:cxn>
                <a:cxn ang="16200000">
                  <a:pos x="wd2" y="hd2"/>
                </a:cxn>
              </a:cxnLst>
              <a:rect l="0" t="0" r="r" b="b"/>
              <a:pathLst>
                <a:path w="21600" h="21600" extrusionOk="0">
                  <a:moveTo>
                    <a:pt x="9600" y="0"/>
                  </a:moveTo>
                  <a:lnTo>
                    <a:pt x="16800" y="0"/>
                  </a:lnTo>
                  <a:lnTo>
                    <a:pt x="18000" y="1350"/>
                  </a:lnTo>
                  <a:lnTo>
                    <a:pt x="19200" y="4050"/>
                  </a:lnTo>
                  <a:lnTo>
                    <a:pt x="20400" y="5400"/>
                  </a:lnTo>
                  <a:lnTo>
                    <a:pt x="21600" y="8100"/>
                  </a:lnTo>
                  <a:lnTo>
                    <a:pt x="21600" y="14850"/>
                  </a:lnTo>
                  <a:lnTo>
                    <a:pt x="19200" y="18900"/>
                  </a:lnTo>
                  <a:lnTo>
                    <a:pt x="16800" y="21600"/>
                  </a:lnTo>
                  <a:lnTo>
                    <a:pt x="15600" y="20250"/>
                  </a:lnTo>
                  <a:lnTo>
                    <a:pt x="12000" y="20250"/>
                  </a:lnTo>
                  <a:lnTo>
                    <a:pt x="9600" y="17550"/>
                  </a:lnTo>
                  <a:lnTo>
                    <a:pt x="9600" y="13500"/>
                  </a:lnTo>
                  <a:lnTo>
                    <a:pt x="8400" y="12150"/>
                  </a:lnTo>
                  <a:lnTo>
                    <a:pt x="6000" y="14850"/>
                  </a:lnTo>
                  <a:lnTo>
                    <a:pt x="4800" y="14850"/>
                  </a:lnTo>
                  <a:lnTo>
                    <a:pt x="2400" y="12150"/>
                  </a:lnTo>
                  <a:lnTo>
                    <a:pt x="1200" y="12150"/>
                  </a:lnTo>
                  <a:lnTo>
                    <a:pt x="0" y="9450"/>
                  </a:lnTo>
                  <a:lnTo>
                    <a:pt x="0" y="8100"/>
                  </a:lnTo>
                  <a:lnTo>
                    <a:pt x="1200" y="5400"/>
                  </a:lnTo>
                  <a:lnTo>
                    <a:pt x="9600" y="0"/>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297" name="Shape 297"/>
            <p:cNvSpPr/>
            <p:nvPr/>
          </p:nvSpPr>
          <p:spPr>
            <a:xfrm>
              <a:off x="1471493" y="3525186"/>
              <a:ext cx="153995" cy="265246"/>
            </a:xfrm>
            <a:custGeom>
              <a:avLst/>
              <a:gdLst/>
              <a:ahLst/>
              <a:cxnLst>
                <a:cxn ang="0">
                  <a:pos x="wd2" y="hd2"/>
                </a:cxn>
                <a:cxn ang="5400000">
                  <a:pos x="wd2" y="hd2"/>
                </a:cxn>
                <a:cxn ang="10800000">
                  <a:pos x="wd2" y="hd2"/>
                </a:cxn>
                <a:cxn ang="16200000">
                  <a:pos x="wd2" y="hd2"/>
                </a:cxn>
              </a:cxnLst>
              <a:rect l="0" t="0" r="r" b="b"/>
              <a:pathLst>
                <a:path w="21600" h="21600" extrusionOk="0">
                  <a:moveTo>
                    <a:pt x="18000" y="20206"/>
                  </a:moveTo>
                  <a:lnTo>
                    <a:pt x="18000" y="14632"/>
                  </a:lnTo>
                  <a:lnTo>
                    <a:pt x="16800" y="13239"/>
                  </a:lnTo>
                  <a:lnTo>
                    <a:pt x="18000" y="12542"/>
                  </a:lnTo>
                  <a:lnTo>
                    <a:pt x="18000" y="11148"/>
                  </a:lnTo>
                  <a:lnTo>
                    <a:pt x="19200" y="10452"/>
                  </a:lnTo>
                  <a:lnTo>
                    <a:pt x="21600" y="9755"/>
                  </a:lnTo>
                  <a:lnTo>
                    <a:pt x="21600" y="8361"/>
                  </a:lnTo>
                  <a:lnTo>
                    <a:pt x="20400" y="7665"/>
                  </a:lnTo>
                  <a:lnTo>
                    <a:pt x="20400" y="6271"/>
                  </a:lnTo>
                  <a:lnTo>
                    <a:pt x="19200" y="5574"/>
                  </a:lnTo>
                  <a:lnTo>
                    <a:pt x="18000" y="4181"/>
                  </a:lnTo>
                  <a:lnTo>
                    <a:pt x="18000" y="1394"/>
                  </a:lnTo>
                  <a:lnTo>
                    <a:pt x="16800" y="0"/>
                  </a:lnTo>
                  <a:lnTo>
                    <a:pt x="14400" y="0"/>
                  </a:lnTo>
                  <a:lnTo>
                    <a:pt x="1200" y="6968"/>
                  </a:lnTo>
                  <a:lnTo>
                    <a:pt x="1200" y="7665"/>
                  </a:lnTo>
                  <a:lnTo>
                    <a:pt x="0" y="9058"/>
                  </a:lnTo>
                  <a:lnTo>
                    <a:pt x="0" y="12542"/>
                  </a:lnTo>
                  <a:lnTo>
                    <a:pt x="1200" y="13935"/>
                  </a:lnTo>
                  <a:lnTo>
                    <a:pt x="1200" y="16026"/>
                  </a:lnTo>
                  <a:lnTo>
                    <a:pt x="6000" y="18813"/>
                  </a:lnTo>
                  <a:lnTo>
                    <a:pt x="6000" y="21600"/>
                  </a:lnTo>
                  <a:lnTo>
                    <a:pt x="18000" y="20206"/>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298" name="Shape 298"/>
            <p:cNvSpPr/>
            <p:nvPr/>
          </p:nvSpPr>
          <p:spPr>
            <a:xfrm>
              <a:off x="1685372" y="2079175"/>
              <a:ext cx="718638" cy="1668476"/>
            </a:xfrm>
            <a:custGeom>
              <a:avLst/>
              <a:gdLst/>
              <a:ahLst/>
              <a:cxnLst>
                <a:cxn ang="0">
                  <a:pos x="wd2" y="hd2"/>
                </a:cxn>
                <a:cxn ang="5400000">
                  <a:pos x="wd2" y="hd2"/>
                </a:cxn>
                <a:cxn ang="10800000">
                  <a:pos x="wd2" y="hd2"/>
                </a:cxn>
                <a:cxn ang="16200000">
                  <a:pos x="wd2" y="hd2"/>
                </a:cxn>
              </a:cxnLst>
              <a:rect l="0" t="0" r="r" b="b"/>
              <a:pathLst>
                <a:path w="21600" h="21600" extrusionOk="0">
                  <a:moveTo>
                    <a:pt x="0" y="15508"/>
                  </a:moveTo>
                  <a:lnTo>
                    <a:pt x="0" y="19385"/>
                  </a:lnTo>
                  <a:lnTo>
                    <a:pt x="1543" y="20382"/>
                  </a:lnTo>
                  <a:lnTo>
                    <a:pt x="2057" y="21489"/>
                  </a:lnTo>
                  <a:lnTo>
                    <a:pt x="3086" y="21600"/>
                  </a:lnTo>
                  <a:lnTo>
                    <a:pt x="4629" y="21378"/>
                  </a:lnTo>
                  <a:lnTo>
                    <a:pt x="4886" y="21157"/>
                  </a:lnTo>
                  <a:lnTo>
                    <a:pt x="5914" y="20714"/>
                  </a:lnTo>
                  <a:lnTo>
                    <a:pt x="6429" y="20603"/>
                  </a:lnTo>
                  <a:lnTo>
                    <a:pt x="6943" y="20603"/>
                  </a:lnTo>
                  <a:lnTo>
                    <a:pt x="6943" y="20492"/>
                  </a:lnTo>
                  <a:lnTo>
                    <a:pt x="7714" y="19938"/>
                  </a:lnTo>
                  <a:lnTo>
                    <a:pt x="8229" y="19163"/>
                  </a:lnTo>
                  <a:lnTo>
                    <a:pt x="8486" y="18498"/>
                  </a:lnTo>
                  <a:lnTo>
                    <a:pt x="8486" y="17723"/>
                  </a:lnTo>
                  <a:lnTo>
                    <a:pt x="10800" y="16615"/>
                  </a:lnTo>
                  <a:lnTo>
                    <a:pt x="11314" y="16394"/>
                  </a:lnTo>
                  <a:lnTo>
                    <a:pt x="11829" y="16062"/>
                  </a:lnTo>
                  <a:lnTo>
                    <a:pt x="11829" y="15840"/>
                  </a:lnTo>
                  <a:lnTo>
                    <a:pt x="12086" y="15618"/>
                  </a:lnTo>
                  <a:lnTo>
                    <a:pt x="12086" y="15397"/>
                  </a:lnTo>
                  <a:lnTo>
                    <a:pt x="11829" y="15397"/>
                  </a:lnTo>
                  <a:lnTo>
                    <a:pt x="11829" y="15065"/>
                  </a:lnTo>
                  <a:lnTo>
                    <a:pt x="11571" y="14843"/>
                  </a:lnTo>
                  <a:lnTo>
                    <a:pt x="10543" y="14622"/>
                  </a:lnTo>
                  <a:lnTo>
                    <a:pt x="10286" y="14622"/>
                  </a:lnTo>
                  <a:lnTo>
                    <a:pt x="10029" y="14511"/>
                  </a:lnTo>
                  <a:lnTo>
                    <a:pt x="9771" y="14511"/>
                  </a:lnTo>
                  <a:lnTo>
                    <a:pt x="10029" y="12628"/>
                  </a:lnTo>
                  <a:lnTo>
                    <a:pt x="10029" y="12738"/>
                  </a:lnTo>
                  <a:lnTo>
                    <a:pt x="10286" y="12517"/>
                  </a:lnTo>
                  <a:lnTo>
                    <a:pt x="10286" y="12074"/>
                  </a:lnTo>
                  <a:lnTo>
                    <a:pt x="10543" y="11742"/>
                  </a:lnTo>
                  <a:lnTo>
                    <a:pt x="11571" y="10855"/>
                  </a:lnTo>
                  <a:lnTo>
                    <a:pt x="12086" y="10745"/>
                  </a:lnTo>
                  <a:lnTo>
                    <a:pt x="12600" y="10523"/>
                  </a:lnTo>
                  <a:lnTo>
                    <a:pt x="13371" y="10412"/>
                  </a:lnTo>
                  <a:lnTo>
                    <a:pt x="13629" y="10191"/>
                  </a:lnTo>
                  <a:lnTo>
                    <a:pt x="14143" y="10191"/>
                  </a:lnTo>
                  <a:lnTo>
                    <a:pt x="14143" y="10080"/>
                  </a:lnTo>
                  <a:lnTo>
                    <a:pt x="14914" y="9748"/>
                  </a:lnTo>
                  <a:lnTo>
                    <a:pt x="15429" y="9415"/>
                  </a:lnTo>
                  <a:lnTo>
                    <a:pt x="15686" y="9083"/>
                  </a:lnTo>
                  <a:lnTo>
                    <a:pt x="15686" y="7754"/>
                  </a:lnTo>
                  <a:lnTo>
                    <a:pt x="17229" y="7200"/>
                  </a:lnTo>
                  <a:lnTo>
                    <a:pt x="18514" y="6646"/>
                  </a:lnTo>
                  <a:lnTo>
                    <a:pt x="20057" y="6535"/>
                  </a:lnTo>
                  <a:lnTo>
                    <a:pt x="21343" y="6646"/>
                  </a:lnTo>
                  <a:lnTo>
                    <a:pt x="21600" y="6535"/>
                  </a:lnTo>
                  <a:lnTo>
                    <a:pt x="21600" y="6425"/>
                  </a:lnTo>
                  <a:lnTo>
                    <a:pt x="21343" y="6314"/>
                  </a:lnTo>
                  <a:lnTo>
                    <a:pt x="20829" y="5871"/>
                  </a:lnTo>
                  <a:lnTo>
                    <a:pt x="19800" y="4763"/>
                  </a:lnTo>
                  <a:lnTo>
                    <a:pt x="19543" y="4431"/>
                  </a:lnTo>
                  <a:lnTo>
                    <a:pt x="19543" y="3988"/>
                  </a:lnTo>
                  <a:lnTo>
                    <a:pt x="20057" y="3766"/>
                  </a:lnTo>
                  <a:lnTo>
                    <a:pt x="20314" y="3545"/>
                  </a:lnTo>
                  <a:lnTo>
                    <a:pt x="20314" y="3323"/>
                  </a:lnTo>
                  <a:lnTo>
                    <a:pt x="20057" y="3102"/>
                  </a:lnTo>
                  <a:lnTo>
                    <a:pt x="19543" y="2769"/>
                  </a:lnTo>
                  <a:lnTo>
                    <a:pt x="18257" y="2326"/>
                  </a:lnTo>
                  <a:lnTo>
                    <a:pt x="18000" y="2105"/>
                  </a:lnTo>
                  <a:lnTo>
                    <a:pt x="17486" y="1772"/>
                  </a:lnTo>
                  <a:lnTo>
                    <a:pt x="16971" y="1551"/>
                  </a:lnTo>
                  <a:lnTo>
                    <a:pt x="16714" y="1329"/>
                  </a:lnTo>
                  <a:lnTo>
                    <a:pt x="16200" y="1218"/>
                  </a:lnTo>
                  <a:lnTo>
                    <a:pt x="15943" y="1108"/>
                  </a:lnTo>
                  <a:lnTo>
                    <a:pt x="15686" y="1108"/>
                  </a:lnTo>
                  <a:lnTo>
                    <a:pt x="15171" y="0"/>
                  </a:lnTo>
                  <a:lnTo>
                    <a:pt x="14657" y="222"/>
                  </a:lnTo>
                  <a:lnTo>
                    <a:pt x="14143" y="332"/>
                  </a:lnTo>
                  <a:lnTo>
                    <a:pt x="11314" y="1551"/>
                  </a:lnTo>
                  <a:lnTo>
                    <a:pt x="10029" y="2658"/>
                  </a:lnTo>
                  <a:lnTo>
                    <a:pt x="10029" y="2880"/>
                  </a:lnTo>
                  <a:lnTo>
                    <a:pt x="9771" y="3102"/>
                  </a:lnTo>
                  <a:lnTo>
                    <a:pt x="9257" y="3323"/>
                  </a:lnTo>
                  <a:lnTo>
                    <a:pt x="9257" y="4542"/>
                  </a:lnTo>
                  <a:lnTo>
                    <a:pt x="9000" y="4542"/>
                  </a:lnTo>
                  <a:lnTo>
                    <a:pt x="9000" y="4652"/>
                  </a:lnTo>
                  <a:lnTo>
                    <a:pt x="8486" y="4874"/>
                  </a:lnTo>
                  <a:lnTo>
                    <a:pt x="8229" y="5095"/>
                  </a:lnTo>
                  <a:lnTo>
                    <a:pt x="7200" y="5538"/>
                  </a:lnTo>
                  <a:lnTo>
                    <a:pt x="6943" y="5760"/>
                  </a:lnTo>
                  <a:lnTo>
                    <a:pt x="6429" y="5871"/>
                  </a:lnTo>
                  <a:lnTo>
                    <a:pt x="6171" y="5871"/>
                  </a:lnTo>
                  <a:lnTo>
                    <a:pt x="5914" y="6757"/>
                  </a:lnTo>
                  <a:lnTo>
                    <a:pt x="4629" y="7754"/>
                  </a:lnTo>
                  <a:lnTo>
                    <a:pt x="4371" y="9083"/>
                  </a:lnTo>
                  <a:lnTo>
                    <a:pt x="1543" y="9858"/>
                  </a:lnTo>
                  <a:lnTo>
                    <a:pt x="2057" y="10191"/>
                  </a:lnTo>
                  <a:lnTo>
                    <a:pt x="2057" y="12960"/>
                  </a:lnTo>
                  <a:lnTo>
                    <a:pt x="1800" y="14400"/>
                  </a:lnTo>
                  <a:lnTo>
                    <a:pt x="1800" y="14732"/>
                  </a:lnTo>
                  <a:lnTo>
                    <a:pt x="1543" y="14954"/>
                  </a:lnTo>
                  <a:lnTo>
                    <a:pt x="1543" y="15175"/>
                  </a:lnTo>
                  <a:lnTo>
                    <a:pt x="1029" y="15397"/>
                  </a:lnTo>
                  <a:lnTo>
                    <a:pt x="514" y="15508"/>
                  </a:lnTo>
                  <a:lnTo>
                    <a:pt x="0" y="15508"/>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299" name="Shape 299"/>
            <p:cNvSpPr/>
            <p:nvPr/>
          </p:nvSpPr>
          <p:spPr>
            <a:xfrm>
              <a:off x="2190129" y="1959387"/>
              <a:ext cx="530424" cy="1326225"/>
            </a:xfrm>
            <a:custGeom>
              <a:avLst/>
              <a:gdLst/>
              <a:ahLst/>
              <a:cxnLst>
                <a:cxn ang="0">
                  <a:pos x="wd2" y="hd2"/>
                </a:cxn>
                <a:cxn ang="5400000">
                  <a:pos x="wd2" y="hd2"/>
                </a:cxn>
                <a:cxn ang="10800000">
                  <a:pos x="wd2" y="hd2"/>
                </a:cxn>
                <a:cxn ang="16200000">
                  <a:pos x="wd2" y="hd2"/>
                </a:cxn>
              </a:cxnLst>
              <a:rect l="0" t="0" r="r" b="b"/>
              <a:pathLst>
                <a:path w="21600" h="21600" extrusionOk="0">
                  <a:moveTo>
                    <a:pt x="17768" y="3205"/>
                  </a:moveTo>
                  <a:lnTo>
                    <a:pt x="17768" y="4320"/>
                  </a:lnTo>
                  <a:lnTo>
                    <a:pt x="21252" y="5714"/>
                  </a:lnTo>
                  <a:lnTo>
                    <a:pt x="21252" y="7804"/>
                  </a:lnTo>
                  <a:lnTo>
                    <a:pt x="19161" y="8779"/>
                  </a:lnTo>
                  <a:lnTo>
                    <a:pt x="19510" y="8919"/>
                  </a:lnTo>
                  <a:lnTo>
                    <a:pt x="19510" y="9058"/>
                  </a:lnTo>
                  <a:lnTo>
                    <a:pt x="19858" y="9337"/>
                  </a:lnTo>
                  <a:lnTo>
                    <a:pt x="20206" y="9755"/>
                  </a:lnTo>
                  <a:lnTo>
                    <a:pt x="20555" y="10034"/>
                  </a:lnTo>
                  <a:lnTo>
                    <a:pt x="20555" y="10591"/>
                  </a:lnTo>
                  <a:lnTo>
                    <a:pt x="20206" y="11427"/>
                  </a:lnTo>
                  <a:lnTo>
                    <a:pt x="19858" y="12681"/>
                  </a:lnTo>
                  <a:lnTo>
                    <a:pt x="19858" y="14772"/>
                  </a:lnTo>
                  <a:lnTo>
                    <a:pt x="20555" y="15190"/>
                  </a:lnTo>
                  <a:lnTo>
                    <a:pt x="21252" y="15468"/>
                  </a:lnTo>
                  <a:lnTo>
                    <a:pt x="21600" y="16305"/>
                  </a:lnTo>
                  <a:lnTo>
                    <a:pt x="21600" y="18116"/>
                  </a:lnTo>
                  <a:lnTo>
                    <a:pt x="21252" y="18116"/>
                  </a:lnTo>
                  <a:lnTo>
                    <a:pt x="15677" y="20346"/>
                  </a:lnTo>
                  <a:lnTo>
                    <a:pt x="15677" y="20485"/>
                  </a:lnTo>
                  <a:lnTo>
                    <a:pt x="16026" y="20485"/>
                  </a:lnTo>
                  <a:lnTo>
                    <a:pt x="15329" y="20485"/>
                  </a:lnTo>
                  <a:lnTo>
                    <a:pt x="14632" y="20346"/>
                  </a:lnTo>
                  <a:lnTo>
                    <a:pt x="13935" y="20346"/>
                  </a:lnTo>
                  <a:lnTo>
                    <a:pt x="11845" y="20764"/>
                  </a:lnTo>
                  <a:lnTo>
                    <a:pt x="9406" y="21043"/>
                  </a:lnTo>
                  <a:lnTo>
                    <a:pt x="9058" y="21043"/>
                  </a:lnTo>
                  <a:lnTo>
                    <a:pt x="8361" y="21182"/>
                  </a:lnTo>
                  <a:lnTo>
                    <a:pt x="7665" y="21182"/>
                  </a:lnTo>
                  <a:lnTo>
                    <a:pt x="6619" y="21321"/>
                  </a:lnTo>
                  <a:lnTo>
                    <a:pt x="5923" y="21600"/>
                  </a:lnTo>
                  <a:lnTo>
                    <a:pt x="4181" y="21321"/>
                  </a:lnTo>
                  <a:lnTo>
                    <a:pt x="3832" y="21182"/>
                  </a:lnTo>
                  <a:lnTo>
                    <a:pt x="3484" y="21182"/>
                  </a:lnTo>
                  <a:lnTo>
                    <a:pt x="2787" y="20903"/>
                  </a:lnTo>
                  <a:lnTo>
                    <a:pt x="2090" y="20764"/>
                  </a:lnTo>
                  <a:lnTo>
                    <a:pt x="1045" y="20346"/>
                  </a:lnTo>
                  <a:lnTo>
                    <a:pt x="697" y="20067"/>
                  </a:lnTo>
                  <a:lnTo>
                    <a:pt x="697" y="15886"/>
                  </a:lnTo>
                  <a:lnTo>
                    <a:pt x="1045" y="15608"/>
                  </a:lnTo>
                  <a:lnTo>
                    <a:pt x="1394" y="15190"/>
                  </a:lnTo>
                  <a:lnTo>
                    <a:pt x="2090" y="14772"/>
                  </a:lnTo>
                  <a:lnTo>
                    <a:pt x="3484" y="14354"/>
                  </a:lnTo>
                  <a:lnTo>
                    <a:pt x="7316" y="12960"/>
                  </a:lnTo>
                  <a:lnTo>
                    <a:pt x="8013" y="12821"/>
                  </a:lnTo>
                  <a:lnTo>
                    <a:pt x="8710" y="12403"/>
                  </a:lnTo>
                  <a:lnTo>
                    <a:pt x="9755" y="11845"/>
                  </a:lnTo>
                  <a:lnTo>
                    <a:pt x="9755" y="11009"/>
                  </a:lnTo>
                  <a:lnTo>
                    <a:pt x="8361" y="10312"/>
                  </a:lnTo>
                  <a:lnTo>
                    <a:pt x="8710" y="10173"/>
                  </a:lnTo>
                  <a:lnTo>
                    <a:pt x="8710" y="10034"/>
                  </a:lnTo>
                  <a:lnTo>
                    <a:pt x="8361" y="9894"/>
                  </a:lnTo>
                  <a:lnTo>
                    <a:pt x="7316" y="9197"/>
                  </a:lnTo>
                  <a:lnTo>
                    <a:pt x="6619" y="8501"/>
                  </a:lnTo>
                  <a:lnTo>
                    <a:pt x="5923" y="7665"/>
                  </a:lnTo>
                  <a:lnTo>
                    <a:pt x="5923" y="6968"/>
                  </a:lnTo>
                  <a:lnTo>
                    <a:pt x="6968" y="6550"/>
                  </a:lnTo>
                  <a:lnTo>
                    <a:pt x="6968" y="6271"/>
                  </a:lnTo>
                  <a:lnTo>
                    <a:pt x="6271" y="5714"/>
                  </a:lnTo>
                  <a:lnTo>
                    <a:pt x="5574" y="5295"/>
                  </a:lnTo>
                  <a:lnTo>
                    <a:pt x="4181" y="4877"/>
                  </a:lnTo>
                  <a:lnTo>
                    <a:pt x="3832" y="4738"/>
                  </a:lnTo>
                  <a:lnTo>
                    <a:pt x="3832" y="4599"/>
                  </a:lnTo>
                  <a:lnTo>
                    <a:pt x="3135" y="4320"/>
                  </a:lnTo>
                  <a:lnTo>
                    <a:pt x="2787" y="3902"/>
                  </a:lnTo>
                  <a:lnTo>
                    <a:pt x="697" y="3345"/>
                  </a:lnTo>
                  <a:lnTo>
                    <a:pt x="0" y="1951"/>
                  </a:lnTo>
                  <a:lnTo>
                    <a:pt x="348" y="1812"/>
                  </a:lnTo>
                  <a:lnTo>
                    <a:pt x="1742" y="1394"/>
                  </a:lnTo>
                  <a:lnTo>
                    <a:pt x="3135" y="1115"/>
                  </a:lnTo>
                  <a:lnTo>
                    <a:pt x="4877" y="1115"/>
                  </a:lnTo>
                  <a:lnTo>
                    <a:pt x="6619" y="1533"/>
                  </a:lnTo>
                  <a:lnTo>
                    <a:pt x="6968" y="1672"/>
                  </a:lnTo>
                  <a:lnTo>
                    <a:pt x="8361" y="1672"/>
                  </a:lnTo>
                  <a:lnTo>
                    <a:pt x="10103" y="1533"/>
                  </a:lnTo>
                  <a:lnTo>
                    <a:pt x="11497" y="1394"/>
                  </a:lnTo>
                  <a:lnTo>
                    <a:pt x="12542" y="975"/>
                  </a:lnTo>
                  <a:lnTo>
                    <a:pt x="12542" y="836"/>
                  </a:lnTo>
                  <a:lnTo>
                    <a:pt x="12890" y="557"/>
                  </a:lnTo>
                  <a:lnTo>
                    <a:pt x="13239" y="418"/>
                  </a:lnTo>
                  <a:lnTo>
                    <a:pt x="13587" y="139"/>
                  </a:lnTo>
                  <a:lnTo>
                    <a:pt x="14284" y="139"/>
                  </a:lnTo>
                  <a:lnTo>
                    <a:pt x="14981" y="0"/>
                  </a:lnTo>
                  <a:lnTo>
                    <a:pt x="16026" y="139"/>
                  </a:lnTo>
                  <a:lnTo>
                    <a:pt x="21252" y="1254"/>
                  </a:lnTo>
                  <a:lnTo>
                    <a:pt x="20903" y="1394"/>
                  </a:lnTo>
                  <a:lnTo>
                    <a:pt x="20903" y="1533"/>
                  </a:lnTo>
                  <a:lnTo>
                    <a:pt x="20206" y="1812"/>
                  </a:lnTo>
                  <a:lnTo>
                    <a:pt x="19161" y="1951"/>
                  </a:lnTo>
                  <a:lnTo>
                    <a:pt x="17768" y="3205"/>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300" name="Shape 300"/>
            <p:cNvSpPr/>
            <p:nvPr/>
          </p:nvSpPr>
          <p:spPr>
            <a:xfrm>
              <a:off x="1591266" y="3833212"/>
              <a:ext cx="230991" cy="359366"/>
            </a:xfrm>
            <a:custGeom>
              <a:avLst/>
              <a:gdLst/>
              <a:ahLst/>
              <a:cxnLst>
                <a:cxn ang="0">
                  <a:pos x="wd2" y="hd2"/>
                </a:cxn>
                <a:cxn ang="5400000">
                  <a:pos x="wd2" y="hd2"/>
                </a:cxn>
                <a:cxn ang="10800000">
                  <a:pos x="wd2" y="hd2"/>
                </a:cxn>
                <a:cxn ang="16200000">
                  <a:pos x="wd2" y="hd2"/>
                </a:cxn>
              </a:cxnLst>
              <a:rect l="0" t="0" r="r" b="b"/>
              <a:pathLst>
                <a:path w="21600" h="21600" extrusionOk="0">
                  <a:moveTo>
                    <a:pt x="10400" y="21600"/>
                  </a:moveTo>
                  <a:lnTo>
                    <a:pt x="7200" y="20571"/>
                  </a:lnTo>
                  <a:lnTo>
                    <a:pt x="4800" y="20571"/>
                  </a:lnTo>
                  <a:lnTo>
                    <a:pt x="1600" y="21086"/>
                  </a:lnTo>
                  <a:lnTo>
                    <a:pt x="0" y="20057"/>
                  </a:lnTo>
                  <a:lnTo>
                    <a:pt x="800" y="19543"/>
                  </a:lnTo>
                  <a:lnTo>
                    <a:pt x="800" y="19029"/>
                  </a:lnTo>
                  <a:lnTo>
                    <a:pt x="1600" y="18514"/>
                  </a:lnTo>
                  <a:lnTo>
                    <a:pt x="1600" y="15943"/>
                  </a:lnTo>
                  <a:lnTo>
                    <a:pt x="4800" y="13886"/>
                  </a:lnTo>
                  <a:lnTo>
                    <a:pt x="5600" y="13886"/>
                  </a:lnTo>
                  <a:lnTo>
                    <a:pt x="4000" y="13371"/>
                  </a:lnTo>
                  <a:lnTo>
                    <a:pt x="4000" y="11314"/>
                  </a:lnTo>
                  <a:lnTo>
                    <a:pt x="4800" y="11314"/>
                  </a:lnTo>
                  <a:lnTo>
                    <a:pt x="6400" y="10286"/>
                  </a:lnTo>
                  <a:lnTo>
                    <a:pt x="6400" y="9257"/>
                  </a:lnTo>
                  <a:lnTo>
                    <a:pt x="4800" y="7714"/>
                  </a:lnTo>
                  <a:lnTo>
                    <a:pt x="4800" y="7200"/>
                  </a:lnTo>
                  <a:lnTo>
                    <a:pt x="8000" y="7200"/>
                  </a:lnTo>
                  <a:lnTo>
                    <a:pt x="6400" y="6686"/>
                  </a:lnTo>
                  <a:lnTo>
                    <a:pt x="4000" y="6686"/>
                  </a:lnTo>
                  <a:lnTo>
                    <a:pt x="4000" y="3600"/>
                  </a:lnTo>
                  <a:lnTo>
                    <a:pt x="4800" y="4114"/>
                  </a:lnTo>
                  <a:lnTo>
                    <a:pt x="5600" y="3600"/>
                  </a:lnTo>
                  <a:lnTo>
                    <a:pt x="6400" y="3600"/>
                  </a:lnTo>
                  <a:lnTo>
                    <a:pt x="8000" y="2571"/>
                  </a:lnTo>
                  <a:lnTo>
                    <a:pt x="12800" y="0"/>
                  </a:lnTo>
                  <a:lnTo>
                    <a:pt x="15200" y="514"/>
                  </a:lnTo>
                  <a:lnTo>
                    <a:pt x="18400" y="3086"/>
                  </a:lnTo>
                  <a:lnTo>
                    <a:pt x="18400" y="8743"/>
                  </a:lnTo>
                  <a:lnTo>
                    <a:pt x="16800" y="8743"/>
                  </a:lnTo>
                  <a:lnTo>
                    <a:pt x="16800" y="9257"/>
                  </a:lnTo>
                  <a:lnTo>
                    <a:pt x="17600" y="9257"/>
                  </a:lnTo>
                  <a:lnTo>
                    <a:pt x="18400" y="10286"/>
                  </a:lnTo>
                  <a:lnTo>
                    <a:pt x="19200" y="10800"/>
                  </a:lnTo>
                  <a:lnTo>
                    <a:pt x="20000" y="10800"/>
                  </a:lnTo>
                  <a:lnTo>
                    <a:pt x="20000" y="11314"/>
                  </a:lnTo>
                  <a:lnTo>
                    <a:pt x="21600" y="12343"/>
                  </a:lnTo>
                  <a:lnTo>
                    <a:pt x="21600" y="12857"/>
                  </a:lnTo>
                  <a:lnTo>
                    <a:pt x="19200" y="14400"/>
                  </a:lnTo>
                  <a:lnTo>
                    <a:pt x="19200" y="14914"/>
                  </a:lnTo>
                  <a:lnTo>
                    <a:pt x="20000" y="15429"/>
                  </a:lnTo>
                  <a:lnTo>
                    <a:pt x="20000" y="16457"/>
                  </a:lnTo>
                  <a:lnTo>
                    <a:pt x="19200" y="16971"/>
                  </a:lnTo>
                  <a:lnTo>
                    <a:pt x="19200" y="17486"/>
                  </a:lnTo>
                  <a:lnTo>
                    <a:pt x="20000" y="18000"/>
                  </a:lnTo>
                  <a:lnTo>
                    <a:pt x="19200" y="18000"/>
                  </a:lnTo>
                  <a:lnTo>
                    <a:pt x="19200" y="18514"/>
                  </a:lnTo>
                  <a:lnTo>
                    <a:pt x="20000" y="19029"/>
                  </a:lnTo>
                  <a:lnTo>
                    <a:pt x="20000" y="20057"/>
                  </a:lnTo>
                  <a:lnTo>
                    <a:pt x="19200" y="20571"/>
                  </a:lnTo>
                  <a:lnTo>
                    <a:pt x="18400" y="19543"/>
                  </a:lnTo>
                  <a:lnTo>
                    <a:pt x="17600" y="19543"/>
                  </a:lnTo>
                  <a:lnTo>
                    <a:pt x="18400" y="20571"/>
                  </a:lnTo>
                  <a:lnTo>
                    <a:pt x="16800" y="20571"/>
                  </a:lnTo>
                  <a:lnTo>
                    <a:pt x="16000" y="21086"/>
                  </a:lnTo>
                  <a:lnTo>
                    <a:pt x="12800" y="21086"/>
                  </a:lnTo>
                  <a:lnTo>
                    <a:pt x="12800" y="21600"/>
                  </a:lnTo>
                  <a:lnTo>
                    <a:pt x="10400" y="21600"/>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301" name="Shape 301"/>
            <p:cNvSpPr/>
            <p:nvPr/>
          </p:nvSpPr>
          <p:spPr>
            <a:xfrm>
              <a:off x="2455339" y="4868521"/>
              <a:ext cx="958184" cy="470598"/>
            </a:xfrm>
            <a:custGeom>
              <a:avLst/>
              <a:gdLst/>
              <a:ahLst/>
              <a:cxnLst>
                <a:cxn ang="0">
                  <a:pos x="wd2" y="hd2"/>
                </a:cxn>
                <a:cxn ang="5400000">
                  <a:pos x="wd2" y="hd2"/>
                </a:cxn>
                <a:cxn ang="10800000">
                  <a:pos x="wd2" y="hd2"/>
                </a:cxn>
                <a:cxn ang="16200000">
                  <a:pos x="wd2" y="hd2"/>
                </a:cxn>
              </a:cxnLst>
              <a:rect l="0" t="0" r="r" b="b"/>
              <a:pathLst>
                <a:path w="21600" h="21600" extrusionOk="0">
                  <a:moveTo>
                    <a:pt x="18129" y="5891"/>
                  </a:moveTo>
                  <a:lnTo>
                    <a:pt x="18514" y="6284"/>
                  </a:lnTo>
                  <a:lnTo>
                    <a:pt x="18707" y="6676"/>
                  </a:lnTo>
                  <a:lnTo>
                    <a:pt x="19479" y="7462"/>
                  </a:lnTo>
                  <a:lnTo>
                    <a:pt x="20250" y="9033"/>
                  </a:lnTo>
                  <a:lnTo>
                    <a:pt x="20829" y="11389"/>
                  </a:lnTo>
                  <a:lnTo>
                    <a:pt x="21214" y="13745"/>
                  </a:lnTo>
                  <a:lnTo>
                    <a:pt x="21600" y="15316"/>
                  </a:lnTo>
                  <a:lnTo>
                    <a:pt x="21600" y="15709"/>
                  </a:lnTo>
                  <a:lnTo>
                    <a:pt x="21407" y="16102"/>
                  </a:lnTo>
                  <a:lnTo>
                    <a:pt x="21214" y="16102"/>
                  </a:lnTo>
                  <a:lnTo>
                    <a:pt x="21021" y="15316"/>
                  </a:lnTo>
                  <a:lnTo>
                    <a:pt x="20057" y="15709"/>
                  </a:lnTo>
                  <a:lnTo>
                    <a:pt x="19286" y="15709"/>
                  </a:lnTo>
                  <a:lnTo>
                    <a:pt x="18707" y="16102"/>
                  </a:lnTo>
                  <a:lnTo>
                    <a:pt x="18321" y="16495"/>
                  </a:lnTo>
                  <a:lnTo>
                    <a:pt x="17743" y="16887"/>
                  </a:lnTo>
                  <a:lnTo>
                    <a:pt x="17550" y="17280"/>
                  </a:lnTo>
                  <a:lnTo>
                    <a:pt x="17357" y="17280"/>
                  </a:lnTo>
                  <a:lnTo>
                    <a:pt x="17164" y="17673"/>
                  </a:lnTo>
                  <a:lnTo>
                    <a:pt x="16779" y="18065"/>
                  </a:lnTo>
                  <a:lnTo>
                    <a:pt x="16200" y="18065"/>
                  </a:lnTo>
                  <a:lnTo>
                    <a:pt x="15621" y="19244"/>
                  </a:lnTo>
                  <a:lnTo>
                    <a:pt x="15236" y="19636"/>
                  </a:lnTo>
                  <a:lnTo>
                    <a:pt x="14657" y="20029"/>
                  </a:lnTo>
                  <a:lnTo>
                    <a:pt x="13114" y="20029"/>
                  </a:lnTo>
                  <a:lnTo>
                    <a:pt x="12343" y="19244"/>
                  </a:lnTo>
                  <a:lnTo>
                    <a:pt x="12150" y="19244"/>
                  </a:lnTo>
                  <a:lnTo>
                    <a:pt x="11957" y="19636"/>
                  </a:lnTo>
                  <a:lnTo>
                    <a:pt x="11957" y="20029"/>
                  </a:lnTo>
                  <a:lnTo>
                    <a:pt x="11571" y="21207"/>
                  </a:lnTo>
                  <a:lnTo>
                    <a:pt x="11379" y="21600"/>
                  </a:lnTo>
                  <a:lnTo>
                    <a:pt x="10993" y="21600"/>
                  </a:lnTo>
                  <a:lnTo>
                    <a:pt x="10800" y="21207"/>
                  </a:lnTo>
                  <a:lnTo>
                    <a:pt x="11186" y="20422"/>
                  </a:lnTo>
                  <a:lnTo>
                    <a:pt x="11186" y="19636"/>
                  </a:lnTo>
                  <a:lnTo>
                    <a:pt x="10414" y="20029"/>
                  </a:lnTo>
                  <a:lnTo>
                    <a:pt x="9836" y="20815"/>
                  </a:lnTo>
                  <a:lnTo>
                    <a:pt x="9450" y="20422"/>
                  </a:lnTo>
                  <a:lnTo>
                    <a:pt x="9064" y="20422"/>
                  </a:lnTo>
                  <a:lnTo>
                    <a:pt x="8871" y="20815"/>
                  </a:lnTo>
                  <a:lnTo>
                    <a:pt x="8486" y="21207"/>
                  </a:lnTo>
                  <a:lnTo>
                    <a:pt x="7907" y="21207"/>
                  </a:lnTo>
                  <a:lnTo>
                    <a:pt x="7714" y="20815"/>
                  </a:lnTo>
                  <a:lnTo>
                    <a:pt x="7329" y="20422"/>
                  </a:lnTo>
                  <a:lnTo>
                    <a:pt x="6750" y="20422"/>
                  </a:lnTo>
                  <a:lnTo>
                    <a:pt x="6171" y="20029"/>
                  </a:lnTo>
                  <a:lnTo>
                    <a:pt x="5786" y="20029"/>
                  </a:lnTo>
                  <a:lnTo>
                    <a:pt x="5593" y="20422"/>
                  </a:lnTo>
                  <a:lnTo>
                    <a:pt x="5593" y="20815"/>
                  </a:lnTo>
                  <a:lnTo>
                    <a:pt x="5207" y="21207"/>
                  </a:lnTo>
                  <a:lnTo>
                    <a:pt x="5014" y="21600"/>
                  </a:lnTo>
                  <a:lnTo>
                    <a:pt x="4436" y="21600"/>
                  </a:lnTo>
                  <a:lnTo>
                    <a:pt x="3664" y="20815"/>
                  </a:lnTo>
                  <a:lnTo>
                    <a:pt x="3086" y="20815"/>
                  </a:lnTo>
                  <a:lnTo>
                    <a:pt x="2893" y="20422"/>
                  </a:lnTo>
                  <a:lnTo>
                    <a:pt x="2121" y="19636"/>
                  </a:lnTo>
                  <a:lnTo>
                    <a:pt x="1736" y="18851"/>
                  </a:lnTo>
                  <a:lnTo>
                    <a:pt x="1350" y="18458"/>
                  </a:lnTo>
                  <a:lnTo>
                    <a:pt x="1157" y="17673"/>
                  </a:lnTo>
                  <a:lnTo>
                    <a:pt x="1157" y="16887"/>
                  </a:lnTo>
                  <a:lnTo>
                    <a:pt x="964" y="16102"/>
                  </a:lnTo>
                  <a:lnTo>
                    <a:pt x="964" y="15316"/>
                  </a:lnTo>
                  <a:lnTo>
                    <a:pt x="193" y="13745"/>
                  </a:lnTo>
                  <a:lnTo>
                    <a:pt x="193" y="12960"/>
                  </a:lnTo>
                  <a:lnTo>
                    <a:pt x="0" y="12175"/>
                  </a:lnTo>
                  <a:lnTo>
                    <a:pt x="0" y="10604"/>
                  </a:lnTo>
                  <a:lnTo>
                    <a:pt x="193" y="10604"/>
                  </a:lnTo>
                  <a:lnTo>
                    <a:pt x="193" y="10211"/>
                  </a:lnTo>
                  <a:lnTo>
                    <a:pt x="579" y="9425"/>
                  </a:lnTo>
                  <a:lnTo>
                    <a:pt x="771" y="8640"/>
                  </a:lnTo>
                  <a:lnTo>
                    <a:pt x="1736" y="8640"/>
                  </a:lnTo>
                  <a:lnTo>
                    <a:pt x="1929" y="9033"/>
                  </a:lnTo>
                  <a:lnTo>
                    <a:pt x="2507" y="9033"/>
                  </a:lnTo>
                  <a:lnTo>
                    <a:pt x="2893" y="8640"/>
                  </a:lnTo>
                  <a:lnTo>
                    <a:pt x="3086" y="8247"/>
                  </a:lnTo>
                  <a:lnTo>
                    <a:pt x="3471" y="7855"/>
                  </a:lnTo>
                  <a:lnTo>
                    <a:pt x="4821" y="7855"/>
                  </a:lnTo>
                  <a:lnTo>
                    <a:pt x="4436" y="7462"/>
                  </a:lnTo>
                  <a:lnTo>
                    <a:pt x="4050" y="7462"/>
                  </a:lnTo>
                  <a:lnTo>
                    <a:pt x="3664" y="6676"/>
                  </a:lnTo>
                  <a:lnTo>
                    <a:pt x="3664" y="5498"/>
                  </a:lnTo>
                  <a:lnTo>
                    <a:pt x="4050" y="3927"/>
                  </a:lnTo>
                  <a:lnTo>
                    <a:pt x="4629" y="3142"/>
                  </a:lnTo>
                  <a:lnTo>
                    <a:pt x="6364" y="3142"/>
                  </a:lnTo>
                  <a:lnTo>
                    <a:pt x="6943" y="2749"/>
                  </a:lnTo>
                  <a:lnTo>
                    <a:pt x="7329" y="1964"/>
                  </a:lnTo>
                  <a:lnTo>
                    <a:pt x="7907" y="1571"/>
                  </a:lnTo>
                  <a:lnTo>
                    <a:pt x="8293" y="785"/>
                  </a:lnTo>
                  <a:lnTo>
                    <a:pt x="8486" y="785"/>
                  </a:lnTo>
                  <a:lnTo>
                    <a:pt x="8486" y="393"/>
                  </a:lnTo>
                  <a:lnTo>
                    <a:pt x="8679" y="0"/>
                  </a:lnTo>
                  <a:lnTo>
                    <a:pt x="9450" y="0"/>
                  </a:lnTo>
                  <a:lnTo>
                    <a:pt x="10029" y="393"/>
                  </a:lnTo>
                  <a:lnTo>
                    <a:pt x="10800" y="785"/>
                  </a:lnTo>
                  <a:lnTo>
                    <a:pt x="10993" y="1178"/>
                  </a:lnTo>
                  <a:lnTo>
                    <a:pt x="11379" y="1571"/>
                  </a:lnTo>
                  <a:lnTo>
                    <a:pt x="11764" y="2356"/>
                  </a:lnTo>
                  <a:lnTo>
                    <a:pt x="12343" y="3142"/>
                  </a:lnTo>
                  <a:lnTo>
                    <a:pt x="12343" y="2749"/>
                  </a:lnTo>
                  <a:lnTo>
                    <a:pt x="13114" y="2749"/>
                  </a:lnTo>
                  <a:lnTo>
                    <a:pt x="13307" y="2356"/>
                  </a:lnTo>
                  <a:lnTo>
                    <a:pt x="14657" y="2356"/>
                  </a:lnTo>
                  <a:lnTo>
                    <a:pt x="15043" y="2749"/>
                  </a:lnTo>
                  <a:lnTo>
                    <a:pt x="15236" y="3142"/>
                  </a:lnTo>
                  <a:lnTo>
                    <a:pt x="15621" y="3535"/>
                  </a:lnTo>
                  <a:lnTo>
                    <a:pt x="16007" y="4320"/>
                  </a:lnTo>
                  <a:lnTo>
                    <a:pt x="16393" y="4713"/>
                  </a:lnTo>
                  <a:lnTo>
                    <a:pt x="17357" y="5105"/>
                  </a:lnTo>
                  <a:lnTo>
                    <a:pt x="17550" y="5498"/>
                  </a:lnTo>
                  <a:lnTo>
                    <a:pt x="17936" y="5498"/>
                  </a:lnTo>
                  <a:lnTo>
                    <a:pt x="18129" y="5891"/>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302" name="Shape 302"/>
            <p:cNvSpPr/>
            <p:nvPr/>
          </p:nvSpPr>
          <p:spPr>
            <a:xfrm>
              <a:off x="2147353" y="4569052"/>
              <a:ext cx="470537" cy="385034"/>
            </a:xfrm>
            <a:custGeom>
              <a:avLst/>
              <a:gdLst/>
              <a:ahLst/>
              <a:cxnLst>
                <a:cxn ang="0">
                  <a:pos x="wd2" y="hd2"/>
                </a:cxn>
                <a:cxn ang="5400000">
                  <a:pos x="wd2" y="hd2"/>
                </a:cxn>
                <a:cxn ang="10800000">
                  <a:pos x="wd2" y="hd2"/>
                </a:cxn>
                <a:cxn ang="16200000">
                  <a:pos x="wd2" y="hd2"/>
                </a:cxn>
              </a:cxnLst>
              <a:rect l="0" t="0" r="r" b="b"/>
              <a:pathLst>
                <a:path w="21600" h="21600" extrusionOk="0">
                  <a:moveTo>
                    <a:pt x="7069" y="21600"/>
                  </a:moveTo>
                  <a:lnTo>
                    <a:pt x="4713" y="15840"/>
                  </a:lnTo>
                  <a:lnTo>
                    <a:pt x="6284" y="13920"/>
                  </a:lnTo>
                  <a:lnTo>
                    <a:pt x="6284" y="12960"/>
                  </a:lnTo>
                  <a:lnTo>
                    <a:pt x="5891" y="12000"/>
                  </a:lnTo>
                  <a:lnTo>
                    <a:pt x="5498" y="11520"/>
                  </a:lnTo>
                  <a:lnTo>
                    <a:pt x="4320" y="8640"/>
                  </a:lnTo>
                  <a:lnTo>
                    <a:pt x="4320" y="7200"/>
                  </a:lnTo>
                  <a:lnTo>
                    <a:pt x="3535" y="5760"/>
                  </a:lnTo>
                  <a:lnTo>
                    <a:pt x="3535" y="4800"/>
                  </a:lnTo>
                  <a:lnTo>
                    <a:pt x="2749" y="5280"/>
                  </a:lnTo>
                  <a:lnTo>
                    <a:pt x="785" y="3360"/>
                  </a:lnTo>
                  <a:lnTo>
                    <a:pt x="785" y="1440"/>
                  </a:lnTo>
                  <a:lnTo>
                    <a:pt x="393" y="480"/>
                  </a:lnTo>
                  <a:lnTo>
                    <a:pt x="0" y="0"/>
                  </a:lnTo>
                  <a:lnTo>
                    <a:pt x="1964" y="0"/>
                  </a:lnTo>
                  <a:lnTo>
                    <a:pt x="3535" y="480"/>
                  </a:lnTo>
                  <a:lnTo>
                    <a:pt x="3535" y="960"/>
                  </a:lnTo>
                  <a:lnTo>
                    <a:pt x="4713" y="2400"/>
                  </a:lnTo>
                  <a:lnTo>
                    <a:pt x="5498" y="2880"/>
                  </a:lnTo>
                  <a:lnTo>
                    <a:pt x="6284" y="3840"/>
                  </a:lnTo>
                  <a:lnTo>
                    <a:pt x="7462" y="4320"/>
                  </a:lnTo>
                  <a:lnTo>
                    <a:pt x="8640" y="4320"/>
                  </a:lnTo>
                  <a:lnTo>
                    <a:pt x="9425" y="3840"/>
                  </a:lnTo>
                  <a:lnTo>
                    <a:pt x="11389" y="2880"/>
                  </a:lnTo>
                  <a:lnTo>
                    <a:pt x="13745" y="2880"/>
                  </a:lnTo>
                  <a:lnTo>
                    <a:pt x="16495" y="4320"/>
                  </a:lnTo>
                  <a:lnTo>
                    <a:pt x="19244" y="5280"/>
                  </a:lnTo>
                  <a:lnTo>
                    <a:pt x="19636" y="5760"/>
                  </a:lnTo>
                  <a:lnTo>
                    <a:pt x="20029" y="5760"/>
                  </a:lnTo>
                  <a:lnTo>
                    <a:pt x="20422" y="6240"/>
                  </a:lnTo>
                  <a:lnTo>
                    <a:pt x="21207" y="6720"/>
                  </a:lnTo>
                  <a:lnTo>
                    <a:pt x="21600" y="7200"/>
                  </a:lnTo>
                  <a:lnTo>
                    <a:pt x="21600" y="8160"/>
                  </a:lnTo>
                  <a:lnTo>
                    <a:pt x="21207" y="8640"/>
                  </a:lnTo>
                  <a:lnTo>
                    <a:pt x="21207" y="10080"/>
                  </a:lnTo>
                  <a:lnTo>
                    <a:pt x="20815" y="11040"/>
                  </a:lnTo>
                  <a:lnTo>
                    <a:pt x="20422" y="11520"/>
                  </a:lnTo>
                  <a:lnTo>
                    <a:pt x="20422" y="12480"/>
                  </a:lnTo>
                  <a:lnTo>
                    <a:pt x="19636" y="13440"/>
                  </a:lnTo>
                  <a:lnTo>
                    <a:pt x="19244" y="13440"/>
                  </a:lnTo>
                  <a:lnTo>
                    <a:pt x="19244" y="13920"/>
                  </a:lnTo>
                  <a:lnTo>
                    <a:pt x="18458" y="15840"/>
                  </a:lnTo>
                  <a:lnTo>
                    <a:pt x="18851" y="16320"/>
                  </a:lnTo>
                  <a:lnTo>
                    <a:pt x="18065" y="16320"/>
                  </a:lnTo>
                  <a:lnTo>
                    <a:pt x="17673" y="16800"/>
                  </a:lnTo>
                  <a:lnTo>
                    <a:pt x="16887" y="16800"/>
                  </a:lnTo>
                  <a:lnTo>
                    <a:pt x="16102" y="17280"/>
                  </a:lnTo>
                  <a:lnTo>
                    <a:pt x="15316" y="18240"/>
                  </a:lnTo>
                  <a:lnTo>
                    <a:pt x="14531" y="19680"/>
                  </a:lnTo>
                  <a:lnTo>
                    <a:pt x="14138" y="21120"/>
                  </a:lnTo>
                  <a:lnTo>
                    <a:pt x="10996" y="21120"/>
                  </a:lnTo>
                  <a:lnTo>
                    <a:pt x="10604" y="20640"/>
                  </a:lnTo>
                  <a:lnTo>
                    <a:pt x="7069" y="21600"/>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303" name="Shape 303"/>
            <p:cNvSpPr/>
            <p:nvPr/>
          </p:nvSpPr>
          <p:spPr>
            <a:xfrm>
              <a:off x="2096022" y="4936971"/>
              <a:ext cx="359319" cy="359366"/>
            </a:xfrm>
            <a:custGeom>
              <a:avLst/>
              <a:gdLst/>
              <a:ahLst/>
              <a:cxnLst>
                <a:cxn ang="0">
                  <a:pos x="wd2" y="hd2"/>
                </a:cxn>
                <a:cxn ang="5400000">
                  <a:pos x="wd2" y="hd2"/>
                </a:cxn>
                <a:cxn ang="10800000">
                  <a:pos x="wd2" y="hd2"/>
                </a:cxn>
                <a:cxn ang="16200000">
                  <a:pos x="wd2" y="hd2"/>
                </a:cxn>
              </a:cxnLst>
              <a:rect l="0" t="0" r="r" b="b"/>
              <a:pathLst>
                <a:path w="21600" h="21600" extrusionOk="0">
                  <a:moveTo>
                    <a:pt x="21600" y="514"/>
                  </a:moveTo>
                  <a:lnTo>
                    <a:pt x="18514" y="1029"/>
                  </a:lnTo>
                  <a:lnTo>
                    <a:pt x="18000" y="1029"/>
                  </a:lnTo>
                  <a:lnTo>
                    <a:pt x="16971" y="0"/>
                  </a:lnTo>
                  <a:lnTo>
                    <a:pt x="12343" y="1029"/>
                  </a:lnTo>
                  <a:lnTo>
                    <a:pt x="5143" y="2057"/>
                  </a:lnTo>
                  <a:lnTo>
                    <a:pt x="5143" y="2571"/>
                  </a:lnTo>
                  <a:lnTo>
                    <a:pt x="4629" y="3086"/>
                  </a:lnTo>
                  <a:lnTo>
                    <a:pt x="4629" y="4114"/>
                  </a:lnTo>
                  <a:lnTo>
                    <a:pt x="4114" y="4629"/>
                  </a:lnTo>
                  <a:lnTo>
                    <a:pt x="2057" y="5657"/>
                  </a:lnTo>
                  <a:lnTo>
                    <a:pt x="1543" y="6686"/>
                  </a:lnTo>
                  <a:lnTo>
                    <a:pt x="514" y="7714"/>
                  </a:lnTo>
                  <a:lnTo>
                    <a:pt x="0" y="9257"/>
                  </a:lnTo>
                  <a:lnTo>
                    <a:pt x="0" y="10286"/>
                  </a:lnTo>
                  <a:lnTo>
                    <a:pt x="1029" y="12343"/>
                  </a:lnTo>
                  <a:lnTo>
                    <a:pt x="2571" y="14400"/>
                  </a:lnTo>
                  <a:lnTo>
                    <a:pt x="6686" y="19543"/>
                  </a:lnTo>
                  <a:lnTo>
                    <a:pt x="7714" y="21600"/>
                  </a:lnTo>
                  <a:lnTo>
                    <a:pt x="10800" y="21600"/>
                  </a:lnTo>
                  <a:lnTo>
                    <a:pt x="11314" y="16971"/>
                  </a:lnTo>
                  <a:lnTo>
                    <a:pt x="11829" y="16971"/>
                  </a:lnTo>
                  <a:lnTo>
                    <a:pt x="12857" y="15943"/>
                  </a:lnTo>
                  <a:lnTo>
                    <a:pt x="13886" y="14400"/>
                  </a:lnTo>
                  <a:lnTo>
                    <a:pt x="15429" y="12343"/>
                  </a:lnTo>
                  <a:lnTo>
                    <a:pt x="14914" y="12343"/>
                  </a:lnTo>
                  <a:lnTo>
                    <a:pt x="14914" y="9771"/>
                  </a:lnTo>
                  <a:lnTo>
                    <a:pt x="15429" y="8229"/>
                  </a:lnTo>
                  <a:lnTo>
                    <a:pt x="16457" y="6686"/>
                  </a:lnTo>
                  <a:lnTo>
                    <a:pt x="16457" y="5657"/>
                  </a:lnTo>
                  <a:lnTo>
                    <a:pt x="17486" y="5143"/>
                  </a:lnTo>
                  <a:lnTo>
                    <a:pt x="18000" y="4629"/>
                  </a:lnTo>
                  <a:lnTo>
                    <a:pt x="19029" y="4114"/>
                  </a:lnTo>
                  <a:lnTo>
                    <a:pt x="20057" y="4114"/>
                  </a:lnTo>
                  <a:lnTo>
                    <a:pt x="21600" y="4629"/>
                  </a:lnTo>
                  <a:lnTo>
                    <a:pt x="21600" y="514"/>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304" name="Shape 304"/>
            <p:cNvSpPr/>
            <p:nvPr/>
          </p:nvSpPr>
          <p:spPr>
            <a:xfrm>
              <a:off x="2061801" y="4817184"/>
              <a:ext cx="119775" cy="256690"/>
            </a:xfrm>
            <a:custGeom>
              <a:avLst/>
              <a:gdLst/>
              <a:ahLst/>
              <a:cxnLst>
                <a:cxn ang="0">
                  <a:pos x="wd2" y="hd2"/>
                </a:cxn>
                <a:cxn ang="5400000">
                  <a:pos x="wd2" y="hd2"/>
                </a:cxn>
                <a:cxn ang="10800000">
                  <a:pos x="wd2" y="hd2"/>
                </a:cxn>
                <a:cxn ang="16200000">
                  <a:pos x="wd2" y="hd2"/>
                </a:cxn>
              </a:cxnLst>
              <a:rect l="0" t="0" r="r" b="b"/>
              <a:pathLst>
                <a:path w="21600" h="21600" extrusionOk="0">
                  <a:moveTo>
                    <a:pt x="0" y="7200"/>
                  </a:moveTo>
                  <a:lnTo>
                    <a:pt x="6171" y="10080"/>
                  </a:lnTo>
                  <a:lnTo>
                    <a:pt x="7714" y="10080"/>
                  </a:lnTo>
                  <a:lnTo>
                    <a:pt x="7714" y="11520"/>
                  </a:lnTo>
                  <a:lnTo>
                    <a:pt x="9257" y="12960"/>
                  </a:lnTo>
                  <a:lnTo>
                    <a:pt x="9257" y="14400"/>
                  </a:lnTo>
                  <a:lnTo>
                    <a:pt x="7714" y="14400"/>
                  </a:lnTo>
                  <a:lnTo>
                    <a:pt x="7714" y="15840"/>
                  </a:lnTo>
                  <a:lnTo>
                    <a:pt x="6171" y="17280"/>
                  </a:lnTo>
                  <a:lnTo>
                    <a:pt x="6171" y="21600"/>
                  </a:lnTo>
                  <a:lnTo>
                    <a:pt x="13886" y="18000"/>
                  </a:lnTo>
                  <a:lnTo>
                    <a:pt x="20057" y="15840"/>
                  </a:lnTo>
                  <a:lnTo>
                    <a:pt x="20057" y="14400"/>
                  </a:lnTo>
                  <a:lnTo>
                    <a:pt x="21600" y="13680"/>
                  </a:lnTo>
                  <a:lnTo>
                    <a:pt x="21600" y="12960"/>
                  </a:lnTo>
                  <a:lnTo>
                    <a:pt x="20057" y="12240"/>
                  </a:lnTo>
                  <a:lnTo>
                    <a:pt x="20057" y="6480"/>
                  </a:lnTo>
                  <a:lnTo>
                    <a:pt x="18514" y="5040"/>
                  </a:lnTo>
                  <a:lnTo>
                    <a:pt x="16971" y="2880"/>
                  </a:lnTo>
                  <a:lnTo>
                    <a:pt x="15429" y="1440"/>
                  </a:lnTo>
                  <a:lnTo>
                    <a:pt x="12343" y="0"/>
                  </a:lnTo>
                  <a:lnTo>
                    <a:pt x="6171" y="0"/>
                  </a:lnTo>
                  <a:lnTo>
                    <a:pt x="4629" y="720"/>
                  </a:lnTo>
                  <a:lnTo>
                    <a:pt x="0" y="7200"/>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305" name="Shape 305"/>
            <p:cNvSpPr/>
            <p:nvPr/>
          </p:nvSpPr>
          <p:spPr>
            <a:xfrm>
              <a:off x="1693927" y="4483489"/>
              <a:ext cx="607422" cy="487709"/>
            </a:xfrm>
            <a:custGeom>
              <a:avLst/>
              <a:gdLst/>
              <a:ahLst/>
              <a:cxnLst>
                <a:cxn ang="0">
                  <a:pos x="wd2" y="hd2"/>
                </a:cxn>
                <a:cxn ang="5400000">
                  <a:pos x="wd2" y="hd2"/>
                </a:cxn>
                <a:cxn ang="10800000">
                  <a:pos x="wd2" y="hd2"/>
                </a:cxn>
                <a:cxn ang="16200000">
                  <a:pos x="wd2" y="hd2"/>
                </a:cxn>
              </a:cxnLst>
              <a:rect l="0" t="0" r="r" b="b"/>
              <a:pathLst>
                <a:path w="21600" h="21600" extrusionOk="0">
                  <a:moveTo>
                    <a:pt x="3955" y="9853"/>
                  </a:moveTo>
                  <a:lnTo>
                    <a:pt x="3042" y="7958"/>
                  </a:lnTo>
                  <a:lnTo>
                    <a:pt x="3042" y="7579"/>
                  </a:lnTo>
                  <a:lnTo>
                    <a:pt x="2738" y="7200"/>
                  </a:lnTo>
                  <a:lnTo>
                    <a:pt x="3042" y="6821"/>
                  </a:lnTo>
                  <a:lnTo>
                    <a:pt x="2738" y="6442"/>
                  </a:lnTo>
                  <a:lnTo>
                    <a:pt x="2130" y="6442"/>
                  </a:lnTo>
                  <a:lnTo>
                    <a:pt x="304" y="5305"/>
                  </a:lnTo>
                  <a:lnTo>
                    <a:pt x="0" y="4926"/>
                  </a:lnTo>
                  <a:lnTo>
                    <a:pt x="304" y="4547"/>
                  </a:lnTo>
                  <a:lnTo>
                    <a:pt x="1521" y="3789"/>
                  </a:lnTo>
                  <a:lnTo>
                    <a:pt x="3042" y="3032"/>
                  </a:lnTo>
                  <a:lnTo>
                    <a:pt x="4259" y="2653"/>
                  </a:lnTo>
                  <a:lnTo>
                    <a:pt x="4868" y="2274"/>
                  </a:lnTo>
                  <a:lnTo>
                    <a:pt x="8518" y="1895"/>
                  </a:lnTo>
                  <a:lnTo>
                    <a:pt x="8214" y="1137"/>
                  </a:lnTo>
                  <a:lnTo>
                    <a:pt x="8823" y="379"/>
                  </a:lnTo>
                  <a:lnTo>
                    <a:pt x="8823" y="0"/>
                  </a:lnTo>
                  <a:lnTo>
                    <a:pt x="9127" y="0"/>
                  </a:lnTo>
                  <a:lnTo>
                    <a:pt x="9431" y="1895"/>
                  </a:lnTo>
                  <a:lnTo>
                    <a:pt x="10344" y="4547"/>
                  </a:lnTo>
                  <a:lnTo>
                    <a:pt x="13082" y="4547"/>
                  </a:lnTo>
                  <a:lnTo>
                    <a:pt x="13386" y="4168"/>
                  </a:lnTo>
                  <a:lnTo>
                    <a:pt x="13994" y="4168"/>
                  </a:lnTo>
                  <a:lnTo>
                    <a:pt x="14603" y="3789"/>
                  </a:lnTo>
                  <a:lnTo>
                    <a:pt x="15515" y="3411"/>
                  </a:lnTo>
                  <a:lnTo>
                    <a:pt x="16124" y="3411"/>
                  </a:lnTo>
                  <a:lnTo>
                    <a:pt x="16428" y="3789"/>
                  </a:lnTo>
                  <a:lnTo>
                    <a:pt x="16732" y="4547"/>
                  </a:lnTo>
                  <a:lnTo>
                    <a:pt x="16732" y="6442"/>
                  </a:lnTo>
                  <a:lnTo>
                    <a:pt x="18254" y="7958"/>
                  </a:lnTo>
                  <a:lnTo>
                    <a:pt x="18862" y="7579"/>
                  </a:lnTo>
                  <a:lnTo>
                    <a:pt x="18862" y="8337"/>
                  </a:lnTo>
                  <a:lnTo>
                    <a:pt x="19470" y="9474"/>
                  </a:lnTo>
                  <a:lnTo>
                    <a:pt x="19470" y="10611"/>
                  </a:lnTo>
                  <a:lnTo>
                    <a:pt x="20383" y="12884"/>
                  </a:lnTo>
                  <a:lnTo>
                    <a:pt x="20687" y="13263"/>
                  </a:lnTo>
                  <a:lnTo>
                    <a:pt x="20992" y="14021"/>
                  </a:lnTo>
                  <a:lnTo>
                    <a:pt x="20992" y="14779"/>
                  </a:lnTo>
                  <a:lnTo>
                    <a:pt x="19775" y="16295"/>
                  </a:lnTo>
                  <a:lnTo>
                    <a:pt x="21600" y="20842"/>
                  </a:lnTo>
                  <a:lnTo>
                    <a:pt x="17341" y="21600"/>
                  </a:lnTo>
                  <a:lnTo>
                    <a:pt x="17037" y="20842"/>
                  </a:lnTo>
                  <a:lnTo>
                    <a:pt x="17037" y="18568"/>
                  </a:lnTo>
                  <a:lnTo>
                    <a:pt x="16732" y="17432"/>
                  </a:lnTo>
                  <a:lnTo>
                    <a:pt x="16732" y="16674"/>
                  </a:lnTo>
                  <a:lnTo>
                    <a:pt x="16428" y="16295"/>
                  </a:lnTo>
                  <a:lnTo>
                    <a:pt x="16124" y="15537"/>
                  </a:lnTo>
                  <a:lnTo>
                    <a:pt x="15515" y="14779"/>
                  </a:lnTo>
                  <a:lnTo>
                    <a:pt x="14603" y="14779"/>
                  </a:lnTo>
                  <a:lnTo>
                    <a:pt x="14299" y="15158"/>
                  </a:lnTo>
                  <a:lnTo>
                    <a:pt x="13994" y="15158"/>
                  </a:lnTo>
                  <a:lnTo>
                    <a:pt x="13082" y="18568"/>
                  </a:lnTo>
                  <a:lnTo>
                    <a:pt x="9735" y="14400"/>
                  </a:lnTo>
                  <a:lnTo>
                    <a:pt x="8823" y="14400"/>
                  </a:lnTo>
                  <a:lnTo>
                    <a:pt x="8823" y="14021"/>
                  </a:lnTo>
                  <a:lnTo>
                    <a:pt x="8214" y="13642"/>
                  </a:lnTo>
                  <a:lnTo>
                    <a:pt x="7301" y="12505"/>
                  </a:lnTo>
                  <a:lnTo>
                    <a:pt x="6997" y="11368"/>
                  </a:lnTo>
                  <a:lnTo>
                    <a:pt x="6693" y="10611"/>
                  </a:lnTo>
                  <a:lnTo>
                    <a:pt x="5780" y="11368"/>
                  </a:lnTo>
                  <a:lnTo>
                    <a:pt x="3955" y="9853"/>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306" name="Shape 306"/>
            <p:cNvSpPr/>
            <p:nvPr/>
          </p:nvSpPr>
          <p:spPr>
            <a:xfrm>
              <a:off x="1950583" y="4338032"/>
              <a:ext cx="325100" cy="248134"/>
            </a:xfrm>
            <a:custGeom>
              <a:avLst/>
              <a:gdLst/>
              <a:ahLst/>
              <a:cxnLst>
                <a:cxn ang="0">
                  <a:pos x="wd2" y="hd2"/>
                </a:cxn>
                <a:cxn ang="5400000">
                  <a:pos x="wd2" y="hd2"/>
                </a:cxn>
                <a:cxn ang="10800000">
                  <a:pos x="wd2" y="hd2"/>
                </a:cxn>
                <a:cxn ang="16200000">
                  <a:pos x="wd2" y="hd2"/>
                </a:cxn>
              </a:cxnLst>
              <a:rect l="0" t="0" r="r" b="b"/>
              <a:pathLst>
                <a:path w="21600" h="21600" extrusionOk="0">
                  <a:moveTo>
                    <a:pt x="11937" y="6703"/>
                  </a:moveTo>
                  <a:lnTo>
                    <a:pt x="10232" y="6703"/>
                  </a:lnTo>
                  <a:lnTo>
                    <a:pt x="9663" y="7448"/>
                  </a:lnTo>
                  <a:lnTo>
                    <a:pt x="8526" y="8193"/>
                  </a:lnTo>
                  <a:lnTo>
                    <a:pt x="7389" y="8193"/>
                  </a:lnTo>
                  <a:lnTo>
                    <a:pt x="5684" y="8938"/>
                  </a:lnTo>
                  <a:lnTo>
                    <a:pt x="3411" y="8193"/>
                  </a:lnTo>
                  <a:lnTo>
                    <a:pt x="1705" y="5959"/>
                  </a:lnTo>
                  <a:lnTo>
                    <a:pt x="1705" y="6703"/>
                  </a:lnTo>
                  <a:lnTo>
                    <a:pt x="1137" y="6703"/>
                  </a:lnTo>
                  <a:lnTo>
                    <a:pt x="568" y="7448"/>
                  </a:lnTo>
                  <a:lnTo>
                    <a:pt x="0" y="8938"/>
                  </a:lnTo>
                  <a:lnTo>
                    <a:pt x="0" y="14152"/>
                  </a:lnTo>
                  <a:lnTo>
                    <a:pt x="568" y="15641"/>
                  </a:lnTo>
                  <a:lnTo>
                    <a:pt x="1137" y="17876"/>
                  </a:lnTo>
                  <a:lnTo>
                    <a:pt x="1137" y="19366"/>
                  </a:lnTo>
                  <a:lnTo>
                    <a:pt x="1705" y="20855"/>
                  </a:lnTo>
                  <a:lnTo>
                    <a:pt x="2274" y="21600"/>
                  </a:lnTo>
                  <a:lnTo>
                    <a:pt x="7958" y="21600"/>
                  </a:lnTo>
                  <a:lnTo>
                    <a:pt x="10232" y="20110"/>
                  </a:lnTo>
                  <a:lnTo>
                    <a:pt x="10800" y="20110"/>
                  </a:lnTo>
                  <a:lnTo>
                    <a:pt x="13074" y="19366"/>
                  </a:lnTo>
                  <a:lnTo>
                    <a:pt x="13642" y="20110"/>
                  </a:lnTo>
                  <a:lnTo>
                    <a:pt x="15916" y="20110"/>
                  </a:lnTo>
                  <a:lnTo>
                    <a:pt x="15916" y="19366"/>
                  </a:lnTo>
                  <a:lnTo>
                    <a:pt x="17053" y="19366"/>
                  </a:lnTo>
                  <a:lnTo>
                    <a:pt x="17621" y="17876"/>
                  </a:lnTo>
                  <a:lnTo>
                    <a:pt x="18758" y="17131"/>
                  </a:lnTo>
                  <a:lnTo>
                    <a:pt x="19326" y="15641"/>
                  </a:lnTo>
                  <a:lnTo>
                    <a:pt x="20463" y="11172"/>
                  </a:lnTo>
                  <a:lnTo>
                    <a:pt x="20463" y="7448"/>
                  </a:lnTo>
                  <a:lnTo>
                    <a:pt x="21032" y="5959"/>
                  </a:lnTo>
                  <a:lnTo>
                    <a:pt x="21032" y="4469"/>
                  </a:lnTo>
                  <a:lnTo>
                    <a:pt x="21600" y="3724"/>
                  </a:lnTo>
                  <a:lnTo>
                    <a:pt x="19895" y="0"/>
                  </a:lnTo>
                  <a:lnTo>
                    <a:pt x="19326" y="745"/>
                  </a:lnTo>
                  <a:lnTo>
                    <a:pt x="15916" y="745"/>
                  </a:lnTo>
                  <a:lnTo>
                    <a:pt x="15347" y="1490"/>
                  </a:lnTo>
                  <a:lnTo>
                    <a:pt x="14779" y="1490"/>
                  </a:lnTo>
                  <a:lnTo>
                    <a:pt x="13074" y="2979"/>
                  </a:lnTo>
                  <a:lnTo>
                    <a:pt x="13074" y="5214"/>
                  </a:lnTo>
                  <a:lnTo>
                    <a:pt x="12505" y="5959"/>
                  </a:lnTo>
                  <a:lnTo>
                    <a:pt x="12505" y="6703"/>
                  </a:lnTo>
                  <a:lnTo>
                    <a:pt x="11937" y="6703"/>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307" name="Shape 307"/>
            <p:cNvSpPr/>
            <p:nvPr/>
          </p:nvSpPr>
          <p:spPr>
            <a:xfrm>
              <a:off x="1702482" y="4158350"/>
              <a:ext cx="590311" cy="282360"/>
            </a:xfrm>
            <a:custGeom>
              <a:avLst/>
              <a:gdLst/>
              <a:ahLst/>
              <a:cxnLst>
                <a:cxn ang="0">
                  <a:pos x="wd2" y="hd2"/>
                </a:cxn>
                <a:cxn ang="5400000">
                  <a:pos x="wd2" y="hd2"/>
                </a:cxn>
                <a:cxn ang="10800000">
                  <a:pos x="wd2" y="hd2"/>
                </a:cxn>
                <a:cxn ang="16200000">
                  <a:pos x="wd2" y="hd2"/>
                </a:cxn>
              </a:cxnLst>
              <a:rect l="0" t="0" r="r" b="b"/>
              <a:pathLst>
                <a:path w="21600" h="21600" extrusionOk="0">
                  <a:moveTo>
                    <a:pt x="21600" y="7855"/>
                  </a:moveTo>
                  <a:lnTo>
                    <a:pt x="20974" y="7200"/>
                  </a:lnTo>
                  <a:lnTo>
                    <a:pt x="20035" y="5236"/>
                  </a:lnTo>
                  <a:lnTo>
                    <a:pt x="19722" y="5236"/>
                  </a:lnTo>
                  <a:lnTo>
                    <a:pt x="19096" y="3927"/>
                  </a:lnTo>
                  <a:lnTo>
                    <a:pt x="18470" y="3927"/>
                  </a:lnTo>
                  <a:lnTo>
                    <a:pt x="17843" y="4582"/>
                  </a:lnTo>
                  <a:lnTo>
                    <a:pt x="17217" y="4582"/>
                  </a:lnTo>
                  <a:lnTo>
                    <a:pt x="16591" y="5891"/>
                  </a:lnTo>
                  <a:lnTo>
                    <a:pt x="16278" y="5891"/>
                  </a:lnTo>
                  <a:lnTo>
                    <a:pt x="16278" y="7855"/>
                  </a:lnTo>
                  <a:lnTo>
                    <a:pt x="15965" y="7855"/>
                  </a:lnTo>
                  <a:lnTo>
                    <a:pt x="15652" y="7200"/>
                  </a:lnTo>
                  <a:lnTo>
                    <a:pt x="15026" y="7200"/>
                  </a:lnTo>
                  <a:lnTo>
                    <a:pt x="14713" y="7855"/>
                  </a:lnTo>
                  <a:lnTo>
                    <a:pt x="14087" y="7855"/>
                  </a:lnTo>
                  <a:lnTo>
                    <a:pt x="13148" y="8509"/>
                  </a:lnTo>
                  <a:lnTo>
                    <a:pt x="13148" y="7200"/>
                  </a:lnTo>
                  <a:lnTo>
                    <a:pt x="12522" y="7200"/>
                  </a:lnTo>
                  <a:lnTo>
                    <a:pt x="11896" y="6545"/>
                  </a:lnTo>
                  <a:lnTo>
                    <a:pt x="10643" y="4582"/>
                  </a:lnTo>
                  <a:lnTo>
                    <a:pt x="9391" y="4582"/>
                  </a:lnTo>
                  <a:lnTo>
                    <a:pt x="9078" y="2618"/>
                  </a:lnTo>
                  <a:lnTo>
                    <a:pt x="7200" y="2618"/>
                  </a:lnTo>
                  <a:lnTo>
                    <a:pt x="6574" y="1309"/>
                  </a:lnTo>
                  <a:lnTo>
                    <a:pt x="5635" y="1309"/>
                  </a:lnTo>
                  <a:lnTo>
                    <a:pt x="5322" y="0"/>
                  </a:lnTo>
                  <a:lnTo>
                    <a:pt x="4696" y="0"/>
                  </a:lnTo>
                  <a:lnTo>
                    <a:pt x="4696" y="655"/>
                  </a:lnTo>
                  <a:lnTo>
                    <a:pt x="4383" y="655"/>
                  </a:lnTo>
                  <a:lnTo>
                    <a:pt x="4383" y="1964"/>
                  </a:lnTo>
                  <a:lnTo>
                    <a:pt x="3757" y="1964"/>
                  </a:lnTo>
                  <a:lnTo>
                    <a:pt x="3757" y="1309"/>
                  </a:lnTo>
                  <a:lnTo>
                    <a:pt x="3443" y="1309"/>
                  </a:lnTo>
                  <a:lnTo>
                    <a:pt x="3443" y="655"/>
                  </a:lnTo>
                  <a:lnTo>
                    <a:pt x="3130" y="0"/>
                  </a:lnTo>
                  <a:lnTo>
                    <a:pt x="2817" y="0"/>
                  </a:lnTo>
                  <a:lnTo>
                    <a:pt x="3130" y="1309"/>
                  </a:lnTo>
                  <a:lnTo>
                    <a:pt x="2504" y="1309"/>
                  </a:lnTo>
                  <a:lnTo>
                    <a:pt x="2191" y="1964"/>
                  </a:lnTo>
                  <a:lnTo>
                    <a:pt x="939" y="1964"/>
                  </a:lnTo>
                  <a:lnTo>
                    <a:pt x="939" y="2618"/>
                  </a:lnTo>
                  <a:lnTo>
                    <a:pt x="0" y="2618"/>
                  </a:lnTo>
                  <a:lnTo>
                    <a:pt x="0" y="5891"/>
                  </a:lnTo>
                  <a:lnTo>
                    <a:pt x="1252" y="6545"/>
                  </a:lnTo>
                  <a:lnTo>
                    <a:pt x="1878" y="8509"/>
                  </a:lnTo>
                  <a:lnTo>
                    <a:pt x="2504" y="13745"/>
                  </a:lnTo>
                  <a:lnTo>
                    <a:pt x="2817" y="13745"/>
                  </a:lnTo>
                  <a:lnTo>
                    <a:pt x="2817" y="15055"/>
                  </a:lnTo>
                  <a:lnTo>
                    <a:pt x="3757" y="15055"/>
                  </a:lnTo>
                  <a:lnTo>
                    <a:pt x="4070" y="15709"/>
                  </a:lnTo>
                  <a:lnTo>
                    <a:pt x="4696" y="15055"/>
                  </a:lnTo>
                  <a:lnTo>
                    <a:pt x="5009" y="15055"/>
                  </a:lnTo>
                  <a:lnTo>
                    <a:pt x="5322" y="13745"/>
                  </a:lnTo>
                  <a:lnTo>
                    <a:pt x="6574" y="13745"/>
                  </a:lnTo>
                  <a:lnTo>
                    <a:pt x="6574" y="15709"/>
                  </a:lnTo>
                  <a:lnTo>
                    <a:pt x="6887" y="15709"/>
                  </a:lnTo>
                  <a:lnTo>
                    <a:pt x="7200" y="16364"/>
                  </a:lnTo>
                  <a:lnTo>
                    <a:pt x="9078" y="16364"/>
                  </a:lnTo>
                  <a:lnTo>
                    <a:pt x="9391" y="17018"/>
                  </a:lnTo>
                  <a:lnTo>
                    <a:pt x="9391" y="17673"/>
                  </a:lnTo>
                  <a:lnTo>
                    <a:pt x="9704" y="18982"/>
                  </a:lnTo>
                  <a:lnTo>
                    <a:pt x="10330" y="19636"/>
                  </a:lnTo>
                  <a:lnTo>
                    <a:pt x="10643" y="20945"/>
                  </a:lnTo>
                  <a:lnTo>
                    <a:pt x="11270" y="20945"/>
                  </a:lnTo>
                  <a:lnTo>
                    <a:pt x="11583" y="21600"/>
                  </a:lnTo>
                  <a:lnTo>
                    <a:pt x="12835" y="21600"/>
                  </a:lnTo>
                  <a:lnTo>
                    <a:pt x="14713" y="19636"/>
                  </a:lnTo>
                  <a:lnTo>
                    <a:pt x="15965" y="19636"/>
                  </a:lnTo>
                  <a:lnTo>
                    <a:pt x="15965" y="18982"/>
                  </a:lnTo>
                  <a:lnTo>
                    <a:pt x="16278" y="18327"/>
                  </a:lnTo>
                  <a:lnTo>
                    <a:pt x="16278" y="16364"/>
                  </a:lnTo>
                  <a:lnTo>
                    <a:pt x="16591" y="16364"/>
                  </a:lnTo>
                  <a:lnTo>
                    <a:pt x="17530" y="14400"/>
                  </a:lnTo>
                  <a:lnTo>
                    <a:pt x="17843" y="14400"/>
                  </a:lnTo>
                  <a:lnTo>
                    <a:pt x="18470" y="15055"/>
                  </a:lnTo>
                  <a:lnTo>
                    <a:pt x="19096" y="14400"/>
                  </a:lnTo>
                  <a:lnTo>
                    <a:pt x="19722" y="14400"/>
                  </a:lnTo>
                  <a:lnTo>
                    <a:pt x="20661" y="12436"/>
                  </a:lnTo>
                  <a:lnTo>
                    <a:pt x="21600" y="12436"/>
                  </a:lnTo>
                  <a:lnTo>
                    <a:pt x="21287" y="11782"/>
                  </a:lnTo>
                  <a:lnTo>
                    <a:pt x="21287" y="9818"/>
                  </a:lnTo>
                  <a:lnTo>
                    <a:pt x="21600" y="8509"/>
                  </a:lnTo>
                  <a:lnTo>
                    <a:pt x="21600" y="7855"/>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308" name="Shape 308"/>
            <p:cNvSpPr/>
            <p:nvPr/>
          </p:nvSpPr>
          <p:spPr>
            <a:xfrm>
              <a:off x="1770924" y="3747649"/>
              <a:ext cx="650196" cy="521935"/>
            </a:xfrm>
            <a:custGeom>
              <a:avLst/>
              <a:gdLst/>
              <a:ahLst/>
              <a:cxnLst>
                <a:cxn ang="0">
                  <a:pos x="wd2" y="hd2"/>
                </a:cxn>
                <a:cxn ang="5400000">
                  <a:pos x="wd2" y="hd2"/>
                </a:cxn>
                <a:cxn ang="10800000">
                  <a:pos x="wd2" y="hd2"/>
                </a:cxn>
                <a:cxn ang="16200000">
                  <a:pos x="wd2" y="hd2"/>
                </a:cxn>
              </a:cxnLst>
              <a:rect l="0" t="0" r="r" b="b"/>
              <a:pathLst>
                <a:path w="21600" h="21600" extrusionOk="0">
                  <a:moveTo>
                    <a:pt x="12789" y="708"/>
                  </a:moveTo>
                  <a:lnTo>
                    <a:pt x="11937" y="0"/>
                  </a:lnTo>
                  <a:lnTo>
                    <a:pt x="11937" y="354"/>
                  </a:lnTo>
                  <a:lnTo>
                    <a:pt x="11653" y="708"/>
                  </a:lnTo>
                  <a:lnTo>
                    <a:pt x="11653" y="1416"/>
                  </a:lnTo>
                  <a:lnTo>
                    <a:pt x="11084" y="2125"/>
                  </a:lnTo>
                  <a:lnTo>
                    <a:pt x="8526" y="3187"/>
                  </a:lnTo>
                  <a:lnTo>
                    <a:pt x="7389" y="3187"/>
                  </a:lnTo>
                  <a:lnTo>
                    <a:pt x="7389" y="2833"/>
                  </a:lnTo>
                  <a:lnTo>
                    <a:pt x="5968" y="2833"/>
                  </a:lnTo>
                  <a:lnTo>
                    <a:pt x="5116" y="3895"/>
                  </a:lnTo>
                  <a:lnTo>
                    <a:pt x="4547" y="4249"/>
                  </a:lnTo>
                  <a:lnTo>
                    <a:pt x="4263" y="4603"/>
                  </a:lnTo>
                  <a:lnTo>
                    <a:pt x="4263" y="4957"/>
                  </a:lnTo>
                  <a:lnTo>
                    <a:pt x="568" y="5666"/>
                  </a:lnTo>
                  <a:lnTo>
                    <a:pt x="568" y="9561"/>
                  </a:lnTo>
                  <a:lnTo>
                    <a:pt x="0" y="9561"/>
                  </a:lnTo>
                  <a:lnTo>
                    <a:pt x="0" y="9915"/>
                  </a:lnTo>
                  <a:lnTo>
                    <a:pt x="284" y="9915"/>
                  </a:lnTo>
                  <a:lnTo>
                    <a:pt x="568" y="10623"/>
                  </a:lnTo>
                  <a:lnTo>
                    <a:pt x="853" y="10977"/>
                  </a:lnTo>
                  <a:lnTo>
                    <a:pt x="1137" y="10977"/>
                  </a:lnTo>
                  <a:lnTo>
                    <a:pt x="1137" y="11331"/>
                  </a:lnTo>
                  <a:lnTo>
                    <a:pt x="1705" y="12039"/>
                  </a:lnTo>
                  <a:lnTo>
                    <a:pt x="1705" y="12393"/>
                  </a:lnTo>
                  <a:lnTo>
                    <a:pt x="853" y="13456"/>
                  </a:lnTo>
                  <a:lnTo>
                    <a:pt x="853" y="13810"/>
                  </a:lnTo>
                  <a:lnTo>
                    <a:pt x="1137" y="14164"/>
                  </a:lnTo>
                  <a:lnTo>
                    <a:pt x="1137" y="14872"/>
                  </a:lnTo>
                  <a:lnTo>
                    <a:pt x="853" y="15226"/>
                  </a:lnTo>
                  <a:lnTo>
                    <a:pt x="853" y="15580"/>
                  </a:lnTo>
                  <a:lnTo>
                    <a:pt x="1137" y="15934"/>
                  </a:lnTo>
                  <a:lnTo>
                    <a:pt x="853" y="15934"/>
                  </a:lnTo>
                  <a:lnTo>
                    <a:pt x="853" y="16289"/>
                  </a:lnTo>
                  <a:lnTo>
                    <a:pt x="1137" y="16643"/>
                  </a:lnTo>
                  <a:lnTo>
                    <a:pt x="1137" y="17351"/>
                  </a:lnTo>
                  <a:lnTo>
                    <a:pt x="853" y="17705"/>
                  </a:lnTo>
                  <a:lnTo>
                    <a:pt x="1137" y="17705"/>
                  </a:lnTo>
                  <a:lnTo>
                    <a:pt x="1137" y="18059"/>
                  </a:lnTo>
                  <a:lnTo>
                    <a:pt x="1705" y="18059"/>
                  </a:lnTo>
                  <a:lnTo>
                    <a:pt x="1705" y="17351"/>
                  </a:lnTo>
                  <a:lnTo>
                    <a:pt x="1989" y="17351"/>
                  </a:lnTo>
                  <a:lnTo>
                    <a:pt x="1989" y="16997"/>
                  </a:lnTo>
                  <a:lnTo>
                    <a:pt x="2558" y="16997"/>
                  </a:lnTo>
                  <a:lnTo>
                    <a:pt x="2842" y="17705"/>
                  </a:lnTo>
                  <a:lnTo>
                    <a:pt x="3695" y="17705"/>
                  </a:lnTo>
                  <a:lnTo>
                    <a:pt x="4263" y="18413"/>
                  </a:lnTo>
                  <a:lnTo>
                    <a:pt x="5968" y="18413"/>
                  </a:lnTo>
                  <a:lnTo>
                    <a:pt x="6253" y="19475"/>
                  </a:lnTo>
                  <a:lnTo>
                    <a:pt x="7389" y="19475"/>
                  </a:lnTo>
                  <a:lnTo>
                    <a:pt x="8526" y="20538"/>
                  </a:lnTo>
                  <a:lnTo>
                    <a:pt x="9095" y="20892"/>
                  </a:lnTo>
                  <a:lnTo>
                    <a:pt x="9663" y="20892"/>
                  </a:lnTo>
                  <a:lnTo>
                    <a:pt x="9663" y="21600"/>
                  </a:lnTo>
                  <a:lnTo>
                    <a:pt x="10516" y="21246"/>
                  </a:lnTo>
                  <a:lnTo>
                    <a:pt x="11084" y="21246"/>
                  </a:lnTo>
                  <a:lnTo>
                    <a:pt x="11368" y="20892"/>
                  </a:lnTo>
                  <a:lnTo>
                    <a:pt x="11937" y="20892"/>
                  </a:lnTo>
                  <a:lnTo>
                    <a:pt x="12221" y="21246"/>
                  </a:lnTo>
                  <a:lnTo>
                    <a:pt x="12505" y="21246"/>
                  </a:lnTo>
                  <a:lnTo>
                    <a:pt x="12505" y="20184"/>
                  </a:lnTo>
                  <a:lnTo>
                    <a:pt x="12789" y="20184"/>
                  </a:lnTo>
                  <a:lnTo>
                    <a:pt x="13358" y="19475"/>
                  </a:lnTo>
                  <a:lnTo>
                    <a:pt x="13926" y="19475"/>
                  </a:lnTo>
                  <a:lnTo>
                    <a:pt x="14495" y="19121"/>
                  </a:lnTo>
                  <a:lnTo>
                    <a:pt x="15063" y="19121"/>
                  </a:lnTo>
                  <a:lnTo>
                    <a:pt x="15632" y="19830"/>
                  </a:lnTo>
                  <a:lnTo>
                    <a:pt x="15916" y="19830"/>
                  </a:lnTo>
                  <a:lnTo>
                    <a:pt x="16768" y="20892"/>
                  </a:lnTo>
                  <a:lnTo>
                    <a:pt x="17337" y="21246"/>
                  </a:lnTo>
                  <a:lnTo>
                    <a:pt x="18189" y="21246"/>
                  </a:lnTo>
                  <a:lnTo>
                    <a:pt x="18189" y="20892"/>
                  </a:lnTo>
                  <a:lnTo>
                    <a:pt x="21316" y="18413"/>
                  </a:lnTo>
                  <a:lnTo>
                    <a:pt x="21600" y="18059"/>
                  </a:lnTo>
                  <a:lnTo>
                    <a:pt x="21600" y="17705"/>
                  </a:lnTo>
                  <a:lnTo>
                    <a:pt x="21316" y="17351"/>
                  </a:lnTo>
                  <a:lnTo>
                    <a:pt x="20747" y="15226"/>
                  </a:lnTo>
                  <a:lnTo>
                    <a:pt x="20747" y="14872"/>
                  </a:lnTo>
                  <a:lnTo>
                    <a:pt x="20463" y="14518"/>
                  </a:lnTo>
                  <a:lnTo>
                    <a:pt x="20179" y="13810"/>
                  </a:lnTo>
                  <a:lnTo>
                    <a:pt x="19895" y="12748"/>
                  </a:lnTo>
                  <a:lnTo>
                    <a:pt x="18758" y="11331"/>
                  </a:lnTo>
                  <a:lnTo>
                    <a:pt x="18474" y="10623"/>
                  </a:lnTo>
                  <a:lnTo>
                    <a:pt x="17905" y="10269"/>
                  </a:lnTo>
                  <a:lnTo>
                    <a:pt x="18189" y="10269"/>
                  </a:lnTo>
                  <a:lnTo>
                    <a:pt x="18758" y="9561"/>
                  </a:lnTo>
                  <a:lnTo>
                    <a:pt x="19326" y="8144"/>
                  </a:lnTo>
                  <a:lnTo>
                    <a:pt x="19042" y="7082"/>
                  </a:lnTo>
                  <a:lnTo>
                    <a:pt x="18189" y="4957"/>
                  </a:lnTo>
                  <a:lnTo>
                    <a:pt x="17905" y="3895"/>
                  </a:lnTo>
                  <a:lnTo>
                    <a:pt x="17621" y="3187"/>
                  </a:lnTo>
                  <a:lnTo>
                    <a:pt x="17053" y="2479"/>
                  </a:lnTo>
                  <a:lnTo>
                    <a:pt x="16484" y="2125"/>
                  </a:lnTo>
                  <a:lnTo>
                    <a:pt x="15916" y="1416"/>
                  </a:lnTo>
                  <a:lnTo>
                    <a:pt x="15916" y="1062"/>
                  </a:lnTo>
                  <a:lnTo>
                    <a:pt x="15632" y="1062"/>
                  </a:lnTo>
                  <a:lnTo>
                    <a:pt x="15347" y="1416"/>
                  </a:lnTo>
                  <a:lnTo>
                    <a:pt x="13358" y="1416"/>
                  </a:lnTo>
                  <a:lnTo>
                    <a:pt x="12789" y="708"/>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309" name="Shape 309"/>
            <p:cNvSpPr/>
            <p:nvPr/>
          </p:nvSpPr>
          <p:spPr>
            <a:xfrm>
              <a:off x="2190129" y="4338032"/>
              <a:ext cx="436316" cy="359366"/>
            </a:xfrm>
            <a:custGeom>
              <a:avLst/>
              <a:gdLst/>
              <a:ahLst/>
              <a:cxnLst>
                <a:cxn ang="0">
                  <a:pos x="wd2" y="hd2"/>
                </a:cxn>
                <a:cxn ang="5400000">
                  <a:pos x="wd2" y="hd2"/>
                </a:cxn>
                <a:cxn ang="10800000">
                  <a:pos x="wd2" y="hd2"/>
                </a:cxn>
                <a:cxn ang="16200000">
                  <a:pos x="wd2" y="hd2"/>
                </a:cxn>
              </a:cxnLst>
              <a:rect l="0" t="0" r="r" b="b"/>
              <a:pathLst>
                <a:path w="21600" h="21600" extrusionOk="0">
                  <a:moveTo>
                    <a:pt x="4235" y="1543"/>
                  </a:moveTo>
                  <a:lnTo>
                    <a:pt x="4659" y="1029"/>
                  </a:lnTo>
                  <a:lnTo>
                    <a:pt x="5506" y="514"/>
                  </a:lnTo>
                  <a:lnTo>
                    <a:pt x="8894" y="514"/>
                  </a:lnTo>
                  <a:lnTo>
                    <a:pt x="10165" y="1029"/>
                  </a:lnTo>
                  <a:lnTo>
                    <a:pt x="10588" y="1029"/>
                  </a:lnTo>
                  <a:lnTo>
                    <a:pt x="11012" y="1543"/>
                  </a:lnTo>
                  <a:lnTo>
                    <a:pt x="13976" y="1543"/>
                  </a:lnTo>
                  <a:lnTo>
                    <a:pt x="14400" y="1029"/>
                  </a:lnTo>
                  <a:lnTo>
                    <a:pt x="14824" y="1029"/>
                  </a:lnTo>
                  <a:lnTo>
                    <a:pt x="15247" y="0"/>
                  </a:lnTo>
                  <a:lnTo>
                    <a:pt x="17788" y="1543"/>
                  </a:lnTo>
                  <a:lnTo>
                    <a:pt x="19482" y="3600"/>
                  </a:lnTo>
                  <a:lnTo>
                    <a:pt x="19482" y="4114"/>
                  </a:lnTo>
                  <a:lnTo>
                    <a:pt x="20329" y="6171"/>
                  </a:lnTo>
                  <a:lnTo>
                    <a:pt x="20329" y="7714"/>
                  </a:lnTo>
                  <a:lnTo>
                    <a:pt x="20753" y="8743"/>
                  </a:lnTo>
                  <a:lnTo>
                    <a:pt x="20753" y="10286"/>
                  </a:lnTo>
                  <a:lnTo>
                    <a:pt x="20329" y="12343"/>
                  </a:lnTo>
                  <a:lnTo>
                    <a:pt x="20329" y="14914"/>
                  </a:lnTo>
                  <a:lnTo>
                    <a:pt x="21600" y="16457"/>
                  </a:lnTo>
                  <a:lnTo>
                    <a:pt x="21176" y="16971"/>
                  </a:lnTo>
                  <a:lnTo>
                    <a:pt x="21176" y="21600"/>
                  </a:lnTo>
                  <a:lnTo>
                    <a:pt x="20753" y="21086"/>
                  </a:lnTo>
                  <a:lnTo>
                    <a:pt x="19906" y="20571"/>
                  </a:lnTo>
                  <a:lnTo>
                    <a:pt x="19482" y="20057"/>
                  </a:lnTo>
                  <a:lnTo>
                    <a:pt x="18635" y="19543"/>
                  </a:lnTo>
                  <a:lnTo>
                    <a:pt x="17788" y="19543"/>
                  </a:lnTo>
                  <a:lnTo>
                    <a:pt x="15671" y="18514"/>
                  </a:lnTo>
                  <a:lnTo>
                    <a:pt x="15671" y="18000"/>
                  </a:lnTo>
                  <a:lnTo>
                    <a:pt x="15247" y="18000"/>
                  </a:lnTo>
                  <a:lnTo>
                    <a:pt x="13553" y="16971"/>
                  </a:lnTo>
                  <a:lnTo>
                    <a:pt x="10165" y="16971"/>
                  </a:lnTo>
                  <a:lnTo>
                    <a:pt x="8894" y="17486"/>
                  </a:lnTo>
                  <a:lnTo>
                    <a:pt x="7200" y="18514"/>
                  </a:lnTo>
                  <a:lnTo>
                    <a:pt x="5506" y="18514"/>
                  </a:lnTo>
                  <a:lnTo>
                    <a:pt x="4659" y="17486"/>
                  </a:lnTo>
                  <a:lnTo>
                    <a:pt x="3388" y="16457"/>
                  </a:lnTo>
                  <a:lnTo>
                    <a:pt x="1694" y="14914"/>
                  </a:lnTo>
                  <a:lnTo>
                    <a:pt x="0" y="13886"/>
                  </a:lnTo>
                  <a:lnTo>
                    <a:pt x="424" y="13886"/>
                  </a:lnTo>
                  <a:lnTo>
                    <a:pt x="1694" y="12343"/>
                  </a:lnTo>
                  <a:lnTo>
                    <a:pt x="2118" y="11314"/>
                  </a:lnTo>
                  <a:lnTo>
                    <a:pt x="2965" y="10286"/>
                  </a:lnTo>
                  <a:lnTo>
                    <a:pt x="3388" y="9257"/>
                  </a:lnTo>
                  <a:lnTo>
                    <a:pt x="3388" y="6686"/>
                  </a:lnTo>
                  <a:lnTo>
                    <a:pt x="3812" y="5143"/>
                  </a:lnTo>
                  <a:lnTo>
                    <a:pt x="3812" y="3086"/>
                  </a:lnTo>
                  <a:lnTo>
                    <a:pt x="4235" y="2571"/>
                  </a:lnTo>
                  <a:lnTo>
                    <a:pt x="4235" y="1543"/>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310" name="Shape 310"/>
            <p:cNvSpPr/>
            <p:nvPr/>
          </p:nvSpPr>
          <p:spPr>
            <a:xfrm>
              <a:off x="2446784" y="4859965"/>
              <a:ext cx="179661" cy="188240"/>
            </a:xfrm>
            <a:custGeom>
              <a:avLst/>
              <a:gdLst/>
              <a:ahLst/>
              <a:cxnLst>
                <a:cxn ang="0">
                  <a:pos x="wd2" y="hd2"/>
                </a:cxn>
                <a:cxn ang="5400000">
                  <a:pos x="wd2" y="hd2"/>
                </a:cxn>
                <a:cxn ang="10800000">
                  <a:pos x="wd2" y="hd2"/>
                </a:cxn>
                <a:cxn ang="16200000">
                  <a:pos x="wd2" y="hd2"/>
                </a:cxn>
              </a:cxnLst>
              <a:rect l="0" t="0" r="r" b="b"/>
              <a:pathLst>
                <a:path w="21600" h="21600" extrusionOk="0">
                  <a:moveTo>
                    <a:pt x="13371" y="0"/>
                  </a:moveTo>
                  <a:lnTo>
                    <a:pt x="13371" y="1964"/>
                  </a:lnTo>
                  <a:lnTo>
                    <a:pt x="18514" y="6873"/>
                  </a:lnTo>
                  <a:lnTo>
                    <a:pt x="21600" y="10800"/>
                  </a:lnTo>
                  <a:lnTo>
                    <a:pt x="20571" y="10800"/>
                  </a:lnTo>
                  <a:lnTo>
                    <a:pt x="20571" y="11782"/>
                  </a:lnTo>
                  <a:lnTo>
                    <a:pt x="19543" y="13745"/>
                  </a:lnTo>
                  <a:lnTo>
                    <a:pt x="18514" y="14727"/>
                  </a:lnTo>
                  <a:lnTo>
                    <a:pt x="15429" y="14727"/>
                  </a:lnTo>
                  <a:lnTo>
                    <a:pt x="14400" y="15709"/>
                  </a:lnTo>
                  <a:lnTo>
                    <a:pt x="11314" y="15709"/>
                  </a:lnTo>
                  <a:lnTo>
                    <a:pt x="6171" y="20618"/>
                  </a:lnTo>
                  <a:lnTo>
                    <a:pt x="5143" y="20618"/>
                  </a:lnTo>
                  <a:lnTo>
                    <a:pt x="4114" y="21600"/>
                  </a:lnTo>
                  <a:lnTo>
                    <a:pt x="0" y="21600"/>
                  </a:lnTo>
                  <a:lnTo>
                    <a:pt x="1029" y="17673"/>
                  </a:lnTo>
                  <a:lnTo>
                    <a:pt x="1029" y="9818"/>
                  </a:lnTo>
                  <a:lnTo>
                    <a:pt x="2057" y="7855"/>
                  </a:lnTo>
                  <a:lnTo>
                    <a:pt x="2057" y="5891"/>
                  </a:lnTo>
                  <a:lnTo>
                    <a:pt x="6171" y="1964"/>
                  </a:lnTo>
                  <a:lnTo>
                    <a:pt x="7200" y="1964"/>
                  </a:lnTo>
                  <a:lnTo>
                    <a:pt x="8229" y="982"/>
                  </a:lnTo>
                  <a:lnTo>
                    <a:pt x="10286" y="0"/>
                  </a:lnTo>
                  <a:lnTo>
                    <a:pt x="13371" y="0"/>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311" name="Shape 311"/>
            <p:cNvSpPr/>
            <p:nvPr/>
          </p:nvSpPr>
          <p:spPr>
            <a:xfrm>
              <a:off x="2900210" y="5621473"/>
              <a:ext cx="1154953" cy="992531"/>
            </a:xfrm>
            <a:custGeom>
              <a:avLst/>
              <a:gdLst/>
              <a:ahLst/>
              <a:cxnLst>
                <a:cxn ang="0">
                  <a:pos x="wd2" y="hd2"/>
                </a:cxn>
                <a:cxn ang="5400000">
                  <a:pos x="wd2" y="hd2"/>
                </a:cxn>
                <a:cxn ang="10800000">
                  <a:pos x="wd2" y="hd2"/>
                </a:cxn>
                <a:cxn ang="16200000">
                  <a:pos x="wd2" y="hd2"/>
                </a:cxn>
              </a:cxnLst>
              <a:rect l="0" t="0" r="r" b="b"/>
              <a:pathLst>
                <a:path w="21600" h="21600" extrusionOk="0">
                  <a:moveTo>
                    <a:pt x="4320" y="372"/>
                  </a:moveTo>
                  <a:lnTo>
                    <a:pt x="2720" y="745"/>
                  </a:lnTo>
                  <a:lnTo>
                    <a:pt x="3360" y="2048"/>
                  </a:lnTo>
                  <a:lnTo>
                    <a:pt x="3360" y="2234"/>
                  </a:lnTo>
                  <a:lnTo>
                    <a:pt x="2880" y="2793"/>
                  </a:lnTo>
                  <a:lnTo>
                    <a:pt x="2720" y="3166"/>
                  </a:lnTo>
                  <a:lnTo>
                    <a:pt x="2400" y="3352"/>
                  </a:lnTo>
                  <a:lnTo>
                    <a:pt x="1920" y="3910"/>
                  </a:lnTo>
                  <a:lnTo>
                    <a:pt x="0" y="3724"/>
                  </a:lnTo>
                  <a:lnTo>
                    <a:pt x="160" y="4283"/>
                  </a:lnTo>
                  <a:lnTo>
                    <a:pt x="480" y="5214"/>
                  </a:lnTo>
                  <a:lnTo>
                    <a:pt x="480" y="5400"/>
                  </a:lnTo>
                  <a:lnTo>
                    <a:pt x="640" y="5586"/>
                  </a:lnTo>
                  <a:lnTo>
                    <a:pt x="960" y="6331"/>
                  </a:lnTo>
                  <a:lnTo>
                    <a:pt x="1280" y="6890"/>
                  </a:lnTo>
                  <a:lnTo>
                    <a:pt x="1440" y="7262"/>
                  </a:lnTo>
                  <a:lnTo>
                    <a:pt x="1760" y="7634"/>
                  </a:lnTo>
                  <a:lnTo>
                    <a:pt x="2080" y="8379"/>
                  </a:lnTo>
                  <a:lnTo>
                    <a:pt x="2720" y="9310"/>
                  </a:lnTo>
                  <a:lnTo>
                    <a:pt x="3040" y="10241"/>
                  </a:lnTo>
                  <a:lnTo>
                    <a:pt x="3360" y="10614"/>
                  </a:lnTo>
                  <a:lnTo>
                    <a:pt x="3360" y="10986"/>
                  </a:lnTo>
                  <a:lnTo>
                    <a:pt x="3680" y="11917"/>
                  </a:lnTo>
                  <a:lnTo>
                    <a:pt x="4640" y="14152"/>
                  </a:lnTo>
                  <a:lnTo>
                    <a:pt x="5440" y="15828"/>
                  </a:lnTo>
                  <a:lnTo>
                    <a:pt x="6400" y="17503"/>
                  </a:lnTo>
                  <a:lnTo>
                    <a:pt x="6880" y="18807"/>
                  </a:lnTo>
                  <a:lnTo>
                    <a:pt x="7360" y="19738"/>
                  </a:lnTo>
                  <a:lnTo>
                    <a:pt x="7520" y="20110"/>
                  </a:lnTo>
                  <a:lnTo>
                    <a:pt x="7680" y="19738"/>
                  </a:lnTo>
                  <a:lnTo>
                    <a:pt x="7840" y="19738"/>
                  </a:lnTo>
                  <a:lnTo>
                    <a:pt x="8000" y="19552"/>
                  </a:lnTo>
                  <a:lnTo>
                    <a:pt x="8160" y="19552"/>
                  </a:lnTo>
                  <a:lnTo>
                    <a:pt x="8320" y="19179"/>
                  </a:lnTo>
                  <a:lnTo>
                    <a:pt x="8320" y="18807"/>
                  </a:lnTo>
                  <a:lnTo>
                    <a:pt x="8480" y="18993"/>
                  </a:lnTo>
                  <a:lnTo>
                    <a:pt x="9120" y="18993"/>
                  </a:lnTo>
                  <a:lnTo>
                    <a:pt x="10880" y="21600"/>
                  </a:lnTo>
                  <a:lnTo>
                    <a:pt x="11200" y="21228"/>
                  </a:lnTo>
                  <a:lnTo>
                    <a:pt x="11360" y="20855"/>
                  </a:lnTo>
                  <a:lnTo>
                    <a:pt x="11680" y="20483"/>
                  </a:lnTo>
                  <a:lnTo>
                    <a:pt x="11840" y="20110"/>
                  </a:lnTo>
                  <a:lnTo>
                    <a:pt x="12160" y="19738"/>
                  </a:lnTo>
                  <a:lnTo>
                    <a:pt x="12480" y="19179"/>
                  </a:lnTo>
                  <a:lnTo>
                    <a:pt x="12800" y="18807"/>
                  </a:lnTo>
                  <a:lnTo>
                    <a:pt x="13280" y="18621"/>
                  </a:lnTo>
                  <a:lnTo>
                    <a:pt x="14240" y="18062"/>
                  </a:lnTo>
                  <a:lnTo>
                    <a:pt x="15520" y="17503"/>
                  </a:lnTo>
                  <a:lnTo>
                    <a:pt x="16640" y="17131"/>
                  </a:lnTo>
                  <a:lnTo>
                    <a:pt x="17600" y="17131"/>
                  </a:lnTo>
                  <a:lnTo>
                    <a:pt x="17600" y="16945"/>
                  </a:lnTo>
                  <a:lnTo>
                    <a:pt x="17920" y="16945"/>
                  </a:lnTo>
                  <a:lnTo>
                    <a:pt x="18880" y="16572"/>
                  </a:lnTo>
                  <a:lnTo>
                    <a:pt x="19840" y="15828"/>
                  </a:lnTo>
                  <a:lnTo>
                    <a:pt x="20800" y="14897"/>
                  </a:lnTo>
                  <a:lnTo>
                    <a:pt x="21440" y="13779"/>
                  </a:lnTo>
                  <a:lnTo>
                    <a:pt x="21600" y="12290"/>
                  </a:lnTo>
                  <a:lnTo>
                    <a:pt x="21440" y="12290"/>
                  </a:lnTo>
                  <a:lnTo>
                    <a:pt x="21440" y="11545"/>
                  </a:lnTo>
                  <a:lnTo>
                    <a:pt x="21600" y="11359"/>
                  </a:lnTo>
                  <a:lnTo>
                    <a:pt x="20320" y="11545"/>
                  </a:lnTo>
                  <a:lnTo>
                    <a:pt x="18720" y="11545"/>
                  </a:lnTo>
                  <a:lnTo>
                    <a:pt x="18560" y="11359"/>
                  </a:lnTo>
                  <a:lnTo>
                    <a:pt x="18400" y="11359"/>
                  </a:lnTo>
                  <a:lnTo>
                    <a:pt x="18240" y="11172"/>
                  </a:lnTo>
                  <a:lnTo>
                    <a:pt x="18240" y="10800"/>
                  </a:lnTo>
                  <a:lnTo>
                    <a:pt x="18400" y="10241"/>
                  </a:lnTo>
                  <a:lnTo>
                    <a:pt x="17600" y="10055"/>
                  </a:lnTo>
                  <a:lnTo>
                    <a:pt x="17440" y="10055"/>
                  </a:lnTo>
                  <a:lnTo>
                    <a:pt x="17280" y="10241"/>
                  </a:lnTo>
                  <a:lnTo>
                    <a:pt x="16800" y="10241"/>
                  </a:lnTo>
                  <a:lnTo>
                    <a:pt x="16480" y="10055"/>
                  </a:lnTo>
                  <a:lnTo>
                    <a:pt x="16480" y="9869"/>
                  </a:lnTo>
                  <a:lnTo>
                    <a:pt x="16160" y="9124"/>
                  </a:lnTo>
                  <a:lnTo>
                    <a:pt x="16000" y="8566"/>
                  </a:lnTo>
                  <a:lnTo>
                    <a:pt x="15680" y="8193"/>
                  </a:lnTo>
                  <a:lnTo>
                    <a:pt x="15360" y="7448"/>
                  </a:lnTo>
                  <a:lnTo>
                    <a:pt x="13760" y="5028"/>
                  </a:lnTo>
                  <a:lnTo>
                    <a:pt x="12320" y="5028"/>
                  </a:lnTo>
                  <a:lnTo>
                    <a:pt x="12320" y="4841"/>
                  </a:lnTo>
                  <a:lnTo>
                    <a:pt x="12000" y="4469"/>
                  </a:lnTo>
                  <a:lnTo>
                    <a:pt x="11520" y="4283"/>
                  </a:lnTo>
                  <a:lnTo>
                    <a:pt x="11040" y="3724"/>
                  </a:lnTo>
                  <a:lnTo>
                    <a:pt x="10720" y="3538"/>
                  </a:lnTo>
                  <a:lnTo>
                    <a:pt x="10400" y="3166"/>
                  </a:lnTo>
                  <a:lnTo>
                    <a:pt x="9920" y="2793"/>
                  </a:lnTo>
                  <a:lnTo>
                    <a:pt x="9600" y="2607"/>
                  </a:lnTo>
                  <a:lnTo>
                    <a:pt x="9120" y="2421"/>
                  </a:lnTo>
                  <a:lnTo>
                    <a:pt x="8160" y="1490"/>
                  </a:lnTo>
                  <a:lnTo>
                    <a:pt x="7520" y="1490"/>
                  </a:lnTo>
                  <a:lnTo>
                    <a:pt x="5440" y="372"/>
                  </a:lnTo>
                  <a:lnTo>
                    <a:pt x="4960" y="0"/>
                  </a:lnTo>
                  <a:lnTo>
                    <a:pt x="4800" y="186"/>
                  </a:lnTo>
                  <a:lnTo>
                    <a:pt x="4640" y="186"/>
                  </a:lnTo>
                  <a:lnTo>
                    <a:pt x="4320" y="372"/>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312" name="Shape 312"/>
            <p:cNvSpPr/>
            <p:nvPr/>
          </p:nvSpPr>
          <p:spPr>
            <a:xfrm>
              <a:off x="3302304" y="6485658"/>
              <a:ext cx="179661" cy="282359"/>
            </a:xfrm>
            <a:custGeom>
              <a:avLst/>
              <a:gdLst/>
              <a:ahLst/>
              <a:cxnLst>
                <a:cxn ang="0">
                  <a:pos x="wd2" y="hd2"/>
                </a:cxn>
                <a:cxn ang="5400000">
                  <a:pos x="wd2" y="hd2"/>
                </a:cxn>
                <a:cxn ang="10800000">
                  <a:pos x="wd2" y="hd2"/>
                </a:cxn>
                <a:cxn ang="16200000">
                  <a:pos x="wd2" y="hd2"/>
                </a:cxn>
              </a:cxnLst>
              <a:rect l="0" t="0" r="r" b="b"/>
              <a:pathLst>
                <a:path w="21600" h="21600" extrusionOk="0">
                  <a:moveTo>
                    <a:pt x="10286" y="21600"/>
                  </a:moveTo>
                  <a:lnTo>
                    <a:pt x="6171" y="20291"/>
                  </a:lnTo>
                  <a:lnTo>
                    <a:pt x="5143" y="20291"/>
                  </a:lnTo>
                  <a:lnTo>
                    <a:pt x="5143" y="19636"/>
                  </a:lnTo>
                  <a:lnTo>
                    <a:pt x="4114" y="15055"/>
                  </a:lnTo>
                  <a:lnTo>
                    <a:pt x="1029" y="12436"/>
                  </a:lnTo>
                  <a:lnTo>
                    <a:pt x="1029" y="6545"/>
                  </a:lnTo>
                  <a:lnTo>
                    <a:pt x="0" y="4582"/>
                  </a:lnTo>
                  <a:lnTo>
                    <a:pt x="3086" y="2618"/>
                  </a:lnTo>
                  <a:lnTo>
                    <a:pt x="4114" y="2618"/>
                  </a:lnTo>
                  <a:lnTo>
                    <a:pt x="4114" y="1964"/>
                  </a:lnTo>
                  <a:lnTo>
                    <a:pt x="5143" y="1309"/>
                  </a:lnTo>
                  <a:lnTo>
                    <a:pt x="5143" y="0"/>
                  </a:lnTo>
                  <a:lnTo>
                    <a:pt x="7200" y="655"/>
                  </a:lnTo>
                  <a:lnTo>
                    <a:pt x="10286" y="655"/>
                  </a:lnTo>
                  <a:lnTo>
                    <a:pt x="21600" y="9818"/>
                  </a:lnTo>
                  <a:lnTo>
                    <a:pt x="19543" y="11127"/>
                  </a:lnTo>
                  <a:lnTo>
                    <a:pt x="19543" y="13091"/>
                  </a:lnTo>
                  <a:lnTo>
                    <a:pt x="20571" y="13091"/>
                  </a:lnTo>
                  <a:lnTo>
                    <a:pt x="20571" y="15709"/>
                  </a:lnTo>
                  <a:lnTo>
                    <a:pt x="17486" y="15709"/>
                  </a:lnTo>
                  <a:lnTo>
                    <a:pt x="17486" y="16364"/>
                  </a:lnTo>
                  <a:lnTo>
                    <a:pt x="14400" y="18327"/>
                  </a:lnTo>
                  <a:lnTo>
                    <a:pt x="15429" y="19636"/>
                  </a:lnTo>
                  <a:lnTo>
                    <a:pt x="14400" y="20291"/>
                  </a:lnTo>
                  <a:lnTo>
                    <a:pt x="13371" y="19636"/>
                  </a:lnTo>
                  <a:lnTo>
                    <a:pt x="12343" y="19636"/>
                  </a:lnTo>
                  <a:lnTo>
                    <a:pt x="12343" y="20291"/>
                  </a:lnTo>
                  <a:lnTo>
                    <a:pt x="10286" y="21600"/>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313" name="Shape 313"/>
            <p:cNvSpPr/>
            <p:nvPr/>
          </p:nvSpPr>
          <p:spPr>
            <a:xfrm>
              <a:off x="3387856" y="6408651"/>
              <a:ext cx="504758" cy="367922"/>
            </a:xfrm>
            <a:custGeom>
              <a:avLst/>
              <a:gdLst/>
              <a:ahLst/>
              <a:cxnLst>
                <a:cxn ang="0">
                  <a:pos x="wd2" y="hd2"/>
                </a:cxn>
                <a:cxn ang="5400000">
                  <a:pos x="wd2" y="hd2"/>
                </a:cxn>
                <a:cxn ang="10800000">
                  <a:pos x="wd2" y="hd2"/>
                </a:cxn>
                <a:cxn ang="16200000">
                  <a:pos x="wd2" y="hd2"/>
                </a:cxn>
              </a:cxnLst>
              <a:rect l="0" t="0" r="r" b="b"/>
              <a:pathLst>
                <a:path w="21600" h="21600" extrusionOk="0">
                  <a:moveTo>
                    <a:pt x="21600" y="7033"/>
                  </a:moveTo>
                  <a:lnTo>
                    <a:pt x="18671" y="8037"/>
                  </a:lnTo>
                  <a:lnTo>
                    <a:pt x="17207" y="9544"/>
                  </a:lnTo>
                  <a:lnTo>
                    <a:pt x="15742" y="11553"/>
                  </a:lnTo>
                  <a:lnTo>
                    <a:pt x="14644" y="13563"/>
                  </a:lnTo>
                  <a:lnTo>
                    <a:pt x="13546" y="14567"/>
                  </a:lnTo>
                  <a:lnTo>
                    <a:pt x="11349" y="15572"/>
                  </a:lnTo>
                  <a:lnTo>
                    <a:pt x="10617" y="16074"/>
                  </a:lnTo>
                  <a:lnTo>
                    <a:pt x="9519" y="16074"/>
                  </a:lnTo>
                  <a:lnTo>
                    <a:pt x="6590" y="19591"/>
                  </a:lnTo>
                  <a:lnTo>
                    <a:pt x="1098" y="21600"/>
                  </a:lnTo>
                  <a:lnTo>
                    <a:pt x="366" y="21098"/>
                  </a:lnTo>
                  <a:lnTo>
                    <a:pt x="0" y="21098"/>
                  </a:lnTo>
                  <a:lnTo>
                    <a:pt x="366" y="21098"/>
                  </a:lnTo>
                  <a:lnTo>
                    <a:pt x="732" y="20093"/>
                  </a:lnTo>
                  <a:lnTo>
                    <a:pt x="1464" y="20093"/>
                  </a:lnTo>
                  <a:lnTo>
                    <a:pt x="1831" y="19591"/>
                  </a:lnTo>
                  <a:lnTo>
                    <a:pt x="1464" y="18586"/>
                  </a:lnTo>
                  <a:lnTo>
                    <a:pt x="2197" y="17079"/>
                  </a:lnTo>
                  <a:lnTo>
                    <a:pt x="2563" y="17079"/>
                  </a:lnTo>
                  <a:lnTo>
                    <a:pt x="2563" y="16577"/>
                  </a:lnTo>
                  <a:lnTo>
                    <a:pt x="3661" y="16577"/>
                  </a:lnTo>
                  <a:lnTo>
                    <a:pt x="4027" y="16074"/>
                  </a:lnTo>
                  <a:lnTo>
                    <a:pt x="3661" y="15572"/>
                  </a:lnTo>
                  <a:lnTo>
                    <a:pt x="3661" y="14567"/>
                  </a:lnTo>
                  <a:lnTo>
                    <a:pt x="3295" y="14065"/>
                  </a:lnTo>
                  <a:lnTo>
                    <a:pt x="3295" y="12558"/>
                  </a:lnTo>
                  <a:lnTo>
                    <a:pt x="4027" y="12056"/>
                  </a:lnTo>
                  <a:lnTo>
                    <a:pt x="5125" y="10549"/>
                  </a:lnTo>
                  <a:lnTo>
                    <a:pt x="5492" y="9544"/>
                  </a:lnTo>
                  <a:lnTo>
                    <a:pt x="6956" y="7535"/>
                  </a:lnTo>
                  <a:lnTo>
                    <a:pt x="7322" y="6028"/>
                  </a:lnTo>
                  <a:lnTo>
                    <a:pt x="8054" y="5023"/>
                  </a:lnTo>
                  <a:lnTo>
                    <a:pt x="8786" y="4521"/>
                  </a:lnTo>
                  <a:lnTo>
                    <a:pt x="9153" y="4019"/>
                  </a:lnTo>
                  <a:lnTo>
                    <a:pt x="9885" y="3516"/>
                  </a:lnTo>
                  <a:lnTo>
                    <a:pt x="12081" y="2512"/>
                  </a:lnTo>
                  <a:lnTo>
                    <a:pt x="14644" y="1507"/>
                  </a:lnTo>
                  <a:lnTo>
                    <a:pt x="17207" y="0"/>
                  </a:lnTo>
                  <a:lnTo>
                    <a:pt x="19403" y="0"/>
                  </a:lnTo>
                  <a:lnTo>
                    <a:pt x="19769" y="502"/>
                  </a:lnTo>
                  <a:lnTo>
                    <a:pt x="21600" y="7033"/>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314" name="Shape 314"/>
            <p:cNvSpPr/>
            <p:nvPr/>
          </p:nvSpPr>
          <p:spPr>
            <a:xfrm>
              <a:off x="3841280" y="6092070"/>
              <a:ext cx="393542" cy="436371"/>
            </a:xfrm>
            <a:custGeom>
              <a:avLst/>
              <a:gdLst/>
              <a:ahLst/>
              <a:cxnLst>
                <a:cxn ang="0">
                  <a:pos x="wd2" y="hd2"/>
                </a:cxn>
                <a:cxn ang="5400000">
                  <a:pos x="wd2" y="hd2"/>
                </a:cxn>
                <a:cxn ang="10800000">
                  <a:pos x="wd2" y="hd2"/>
                </a:cxn>
                <a:cxn ang="16200000">
                  <a:pos x="wd2" y="hd2"/>
                </a:cxn>
              </a:cxnLst>
              <a:rect l="0" t="0" r="r" b="b"/>
              <a:pathLst>
                <a:path w="21600" h="21600" extrusionOk="0">
                  <a:moveTo>
                    <a:pt x="16904" y="0"/>
                  </a:moveTo>
                  <a:lnTo>
                    <a:pt x="16904" y="1694"/>
                  </a:lnTo>
                  <a:lnTo>
                    <a:pt x="17843" y="2965"/>
                  </a:lnTo>
                  <a:lnTo>
                    <a:pt x="19722" y="4659"/>
                  </a:lnTo>
                  <a:lnTo>
                    <a:pt x="20661" y="4659"/>
                  </a:lnTo>
                  <a:lnTo>
                    <a:pt x="21130" y="5082"/>
                  </a:lnTo>
                  <a:lnTo>
                    <a:pt x="21600" y="6353"/>
                  </a:lnTo>
                  <a:lnTo>
                    <a:pt x="21600" y="7200"/>
                  </a:lnTo>
                  <a:lnTo>
                    <a:pt x="21130" y="8471"/>
                  </a:lnTo>
                  <a:lnTo>
                    <a:pt x="20191" y="9318"/>
                  </a:lnTo>
                  <a:lnTo>
                    <a:pt x="19252" y="9741"/>
                  </a:lnTo>
                  <a:lnTo>
                    <a:pt x="18313" y="10588"/>
                  </a:lnTo>
                  <a:lnTo>
                    <a:pt x="17374" y="10588"/>
                  </a:lnTo>
                  <a:lnTo>
                    <a:pt x="17374" y="11859"/>
                  </a:lnTo>
                  <a:lnTo>
                    <a:pt x="16904" y="12282"/>
                  </a:lnTo>
                  <a:lnTo>
                    <a:pt x="16435" y="13129"/>
                  </a:lnTo>
                  <a:lnTo>
                    <a:pt x="15496" y="13553"/>
                  </a:lnTo>
                  <a:lnTo>
                    <a:pt x="15026" y="13553"/>
                  </a:lnTo>
                  <a:lnTo>
                    <a:pt x="15026" y="13976"/>
                  </a:lnTo>
                  <a:lnTo>
                    <a:pt x="13617" y="13976"/>
                  </a:lnTo>
                  <a:lnTo>
                    <a:pt x="12678" y="14400"/>
                  </a:lnTo>
                  <a:lnTo>
                    <a:pt x="12209" y="15247"/>
                  </a:lnTo>
                  <a:lnTo>
                    <a:pt x="11739" y="15671"/>
                  </a:lnTo>
                  <a:lnTo>
                    <a:pt x="11739" y="16941"/>
                  </a:lnTo>
                  <a:lnTo>
                    <a:pt x="11270" y="17365"/>
                  </a:lnTo>
                  <a:lnTo>
                    <a:pt x="9861" y="19059"/>
                  </a:lnTo>
                  <a:lnTo>
                    <a:pt x="7043" y="20753"/>
                  </a:lnTo>
                  <a:lnTo>
                    <a:pt x="2817" y="21600"/>
                  </a:lnTo>
                  <a:lnTo>
                    <a:pt x="470" y="16094"/>
                  </a:lnTo>
                  <a:lnTo>
                    <a:pt x="0" y="15671"/>
                  </a:lnTo>
                  <a:lnTo>
                    <a:pt x="470" y="15247"/>
                  </a:lnTo>
                  <a:lnTo>
                    <a:pt x="2817" y="14400"/>
                  </a:lnTo>
                  <a:lnTo>
                    <a:pt x="6104" y="13129"/>
                  </a:lnTo>
                  <a:lnTo>
                    <a:pt x="8922" y="11435"/>
                  </a:lnTo>
                  <a:lnTo>
                    <a:pt x="10800" y="8894"/>
                  </a:lnTo>
                  <a:lnTo>
                    <a:pt x="11739" y="5929"/>
                  </a:lnTo>
                  <a:lnTo>
                    <a:pt x="11739" y="5082"/>
                  </a:lnTo>
                  <a:lnTo>
                    <a:pt x="11270" y="4235"/>
                  </a:lnTo>
                  <a:lnTo>
                    <a:pt x="11270" y="2541"/>
                  </a:lnTo>
                  <a:lnTo>
                    <a:pt x="12678" y="2541"/>
                  </a:lnTo>
                  <a:lnTo>
                    <a:pt x="13617" y="2118"/>
                  </a:lnTo>
                  <a:lnTo>
                    <a:pt x="14087" y="1694"/>
                  </a:lnTo>
                  <a:lnTo>
                    <a:pt x="14087" y="1271"/>
                  </a:lnTo>
                  <a:lnTo>
                    <a:pt x="14557" y="847"/>
                  </a:lnTo>
                  <a:lnTo>
                    <a:pt x="15026" y="847"/>
                  </a:lnTo>
                  <a:lnTo>
                    <a:pt x="16904" y="0"/>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315" name="Shape 315"/>
            <p:cNvSpPr/>
            <p:nvPr/>
          </p:nvSpPr>
          <p:spPr>
            <a:xfrm>
              <a:off x="3088423" y="5202216"/>
              <a:ext cx="496204" cy="573273"/>
            </a:xfrm>
            <a:custGeom>
              <a:avLst/>
              <a:gdLst/>
              <a:ahLst/>
              <a:cxnLst>
                <a:cxn ang="0">
                  <a:pos x="wd2" y="hd2"/>
                </a:cxn>
                <a:cxn ang="5400000">
                  <a:pos x="wd2" y="hd2"/>
                </a:cxn>
                <a:cxn ang="10800000">
                  <a:pos x="wd2" y="hd2"/>
                </a:cxn>
                <a:cxn ang="16200000">
                  <a:pos x="wd2" y="hd2"/>
                </a:cxn>
              </a:cxnLst>
              <a:rect l="0" t="0" r="r" b="b"/>
              <a:pathLst>
                <a:path w="21600" h="21600" extrusionOk="0">
                  <a:moveTo>
                    <a:pt x="16386" y="21600"/>
                  </a:moveTo>
                  <a:lnTo>
                    <a:pt x="16014" y="21278"/>
                  </a:lnTo>
                  <a:lnTo>
                    <a:pt x="15641" y="21278"/>
                  </a:lnTo>
                  <a:lnTo>
                    <a:pt x="14897" y="20955"/>
                  </a:lnTo>
                  <a:lnTo>
                    <a:pt x="14152" y="20310"/>
                  </a:lnTo>
                  <a:lnTo>
                    <a:pt x="13034" y="19988"/>
                  </a:lnTo>
                  <a:lnTo>
                    <a:pt x="10800" y="18376"/>
                  </a:lnTo>
                  <a:lnTo>
                    <a:pt x="9310" y="18376"/>
                  </a:lnTo>
                  <a:lnTo>
                    <a:pt x="4469" y="16442"/>
                  </a:lnTo>
                  <a:lnTo>
                    <a:pt x="3352" y="15797"/>
                  </a:lnTo>
                  <a:lnTo>
                    <a:pt x="3352" y="15475"/>
                  </a:lnTo>
                  <a:lnTo>
                    <a:pt x="2979" y="14830"/>
                  </a:lnTo>
                  <a:lnTo>
                    <a:pt x="745" y="12251"/>
                  </a:lnTo>
                  <a:lnTo>
                    <a:pt x="0" y="10961"/>
                  </a:lnTo>
                  <a:lnTo>
                    <a:pt x="4841" y="7415"/>
                  </a:lnTo>
                  <a:lnTo>
                    <a:pt x="4841" y="5158"/>
                  </a:lnTo>
                  <a:lnTo>
                    <a:pt x="5214" y="4836"/>
                  </a:lnTo>
                  <a:lnTo>
                    <a:pt x="5214" y="4513"/>
                  </a:lnTo>
                  <a:lnTo>
                    <a:pt x="5586" y="4191"/>
                  </a:lnTo>
                  <a:lnTo>
                    <a:pt x="5959" y="3546"/>
                  </a:lnTo>
                  <a:lnTo>
                    <a:pt x="6331" y="3546"/>
                  </a:lnTo>
                  <a:lnTo>
                    <a:pt x="6331" y="3224"/>
                  </a:lnTo>
                  <a:lnTo>
                    <a:pt x="7076" y="1934"/>
                  </a:lnTo>
                  <a:lnTo>
                    <a:pt x="7076" y="1612"/>
                  </a:lnTo>
                  <a:lnTo>
                    <a:pt x="7448" y="1290"/>
                  </a:lnTo>
                  <a:lnTo>
                    <a:pt x="7448" y="967"/>
                  </a:lnTo>
                  <a:lnTo>
                    <a:pt x="7821" y="967"/>
                  </a:lnTo>
                  <a:lnTo>
                    <a:pt x="9310" y="322"/>
                  </a:lnTo>
                  <a:lnTo>
                    <a:pt x="11172" y="322"/>
                  </a:lnTo>
                  <a:lnTo>
                    <a:pt x="13034" y="0"/>
                  </a:lnTo>
                  <a:lnTo>
                    <a:pt x="13034" y="322"/>
                  </a:lnTo>
                  <a:lnTo>
                    <a:pt x="13407" y="645"/>
                  </a:lnTo>
                  <a:lnTo>
                    <a:pt x="14152" y="645"/>
                  </a:lnTo>
                  <a:lnTo>
                    <a:pt x="14524" y="322"/>
                  </a:lnTo>
                  <a:lnTo>
                    <a:pt x="15269" y="645"/>
                  </a:lnTo>
                  <a:lnTo>
                    <a:pt x="15269" y="1290"/>
                  </a:lnTo>
                  <a:lnTo>
                    <a:pt x="15641" y="1612"/>
                  </a:lnTo>
                  <a:lnTo>
                    <a:pt x="15269" y="1612"/>
                  </a:lnTo>
                  <a:lnTo>
                    <a:pt x="15269" y="1934"/>
                  </a:lnTo>
                  <a:lnTo>
                    <a:pt x="14897" y="2257"/>
                  </a:lnTo>
                  <a:lnTo>
                    <a:pt x="14897" y="2579"/>
                  </a:lnTo>
                  <a:lnTo>
                    <a:pt x="15269" y="2579"/>
                  </a:lnTo>
                  <a:lnTo>
                    <a:pt x="16386" y="3546"/>
                  </a:lnTo>
                  <a:lnTo>
                    <a:pt x="16386" y="3869"/>
                  </a:lnTo>
                  <a:lnTo>
                    <a:pt x="16759" y="4191"/>
                  </a:lnTo>
                  <a:lnTo>
                    <a:pt x="17503" y="4513"/>
                  </a:lnTo>
                  <a:lnTo>
                    <a:pt x="17876" y="5158"/>
                  </a:lnTo>
                  <a:lnTo>
                    <a:pt x="18248" y="5481"/>
                  </a:lnTo>
                  <a:lnTo>
                    <a:pt x="18248" y="6125"/>
                  </a:lnTo>
                  <a:lnTo>
                    <a:pt x="17503" y="7415"/>
                  </a:lnTo>
                  <a:lnTo>
                    <a:pt x="17131" y="8382"/>
                  </a:lnTo>
                  <a:lnTo>
                    <a:pt x="17131" y="9027"/>
                  </a:lnTo>
                  <a:lnTo>
                    <a:pt x="16759" y="9672"/>
                  </a:lnTo>
                  <a:lnTo>
                    <a:pt x="18248" y="12251"/>
                  </a:lnTo>
                  <a:lnTo>
                    <a:pt x="18621" y="13218"/>
                  </a:lnTo>
                  <a:lnTo>
                    <a:pt x="19366" y="13540"/>
                  </a:lnTo>
                  <a:lnTo>
                    <a:pt x="19738" y="13863"/>
                  </a:lnTo>
                  <a:lnTo>
                    <a:pt x="19738" y="14830"/>
                  </a:lnTo>
                  <a:lnTo>
                    <a:pt x="20110" y="15475"/>
                  </a:lnTo>
                  <a:lnTo>
                    <a:pt x="20110" y="15797"/>
                  </a:lnTo>
                  <a:lnTo>
                    <a:pt x="21228" y="16764"/>
                  </a:lnTo>
                  <a:lnTo>
                    <a:pt x="21228" y="17409"/>
                  </a:lnTo>
                  <a:lnTo>
                    <a:pt x="21600" y="18054"/>
                  </a:lnTo>
                  <a:lnTo>
                    <a:pt x="21600" y="18376"/>
                  </a:lnTo>
                  <a:lnTo>
                    <a:pt x="21228" y="19988"/>
                  </a:lnTo>
                  <a:lnTo>
                    <a:pt x="20855" y="19988"/>
                  </a:lnTo>
                  <a:lnTo>
                    <a:pt x="20110" y="20633"/>
                  </a:lnTo>
                  <a:lnTo>
                    <a:pt x="16386" y="21600"/>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316" name="Shape 316"/>
            <p:cNvSpPr/>
            <p:nvPr/>
          </p:nvSpPr>
          <p:spPr>
            <a:xfrm>
              <a:off x="2900210" y="5493129"/>
              <a:ext cx="265212" cy="308028"/>
            </a:xfrm>
            <a:custGeom>
              <a:avLst/>
              <a:gdLst/>
              <a:ahLst/>
              <a:cxnLst>
                <a:cxn ang="0">
                  <a:pos x="wd2" y="hd2"/>
                </a:cxn>
                <a:cxn ang="5400000">
                  <a:pos x="wd2" y="hd2"/>
                </a:cxn>
                <a:cxn ang="10800000">
                  <a:pos x="wd2" y="hd2"/>
                </a:cxn>
                <a:cxn ang="16200000">
                  <a:pos x="wd2" y="hd2"/>
                </a:cxn>
              </a:cxnLst>
              <a:rect l="0" t="0" r="r" b="b"/>
              <a:pathLst>
                <a:path w="21600" h="21600" extrusionOk="0">
                  <a:moveTo>
                    <a:pt x="1394" y="12000"/>
                  </a:moveTo>
                  <a:lnTo>
                    <a:pt x="1394" y="2400"/>
                  </a:lnTo>
                  <a:lnTo>
                    <a:pt x="2090" y="3000"/>
                  </a:lnTo>
                  <a:lnTo>
                    <a:pt x="2787" y="3000"/>
                  </a:lnTo>
                  <a:lnTo>
                    <a:pt x="2787" y="3600"/>
                  </a:lnTo>
                  <a:lnTo>
                    <a:pt x="4181" y="4800"/>
                  </a:lnTo>
                  <a:lnTo>
                    <a:pt x="6968" y="4800"/>
                  </a:lnTo>
                  <a:lnTo>
                    <a:pt x="9058" y="4200"/>
                  </a:lnTo>
                  <a:lnTo>
                    <a:pt x="15329" y="0"/>
                  </a:lnTo>
                  <a:lnTo>
                    <a:pt x="16723" y="2400"/>
                  </a:lnTo>
                  <a:lnTo>
                    <a:pt x="18813" y="4200"/>
                  </a:lnTo>
                  <a:lnTo>
                    <a:pt x="20903" y="7800"/>
                  </a:lnTo>
                  <a:lnTo>
                    <a:pt x="21600" y="8400"/>
                  </a:lnTo>
                  <a:lnTo>
                    <a:pt x="21600" y="9000"/>
                  </a:lnTo>
                  <a:lnTo>
                    <a:pt x="20903" y="9600"/>
                  </a:lnTo>
                  <a:lnTo>
                    <a:pt x="19510" y="10200"/>
                  </a:lnTo>
                  <a:lnTo>
                    <a:pt x="16723" y="10200"/>
                  </a:lnTo>
                  <a:lnTo>
                    <a:pt x="13935" y="10800"/>
                  </a:lnTo>
                  <a:lnTo>
                    <a:pt x="11845" y="11400"/>
                  </a:lnTo>
                  <a:lnTo>
                    <a:pt x="13935" y="15000"/>
                  </a:lnTo>
                  <a:lnTo>
                    <a:pt x="14632" y="15600"/>
                  </a:lnTo>
                  <a:lnTo>
                    <a:pt x="14632" y="16800"/>
                  </a:lnTo>
                  <a:lnTo>
                    <a:pt x="13935" y="16800"/>
                  </a:lnTo>
                  <a:lnTo>
                    <a:pt x="13239" y="17400"/>
                  </a:lnTo>
                  <a:lnTo>
                    <a:pt x="12542" y="18600"/>
                  </a:lnTo>
                  <a:lnTo>
                    <a:pt x="10452" y="20400"/>
                  </a:lnTo>
                  <a:lnTo>
                    <a:pt x="9058" y="20400"/>
                  </a:lnTo>
                  <a:lnTo>
                    <a:pt x="9058" y="21600"/>
                  </a:lnTo>
                  <a:lnTo>
                    <a:pt x="8361" y="21600"/>
                  </a:lnTo>
                  <a:lnTo>
                    <a:pt x="6968" y="21000"/>
                  </a:lnTo>
                  <a:lnTo>
                    <a:pt x="0" y="21000"/>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317" name="Shape 317"/>
            <p:cNvSpPr/>
            <p:nvPr/>
          </p:nvSpPr>
          <p:spPr>
            <a:xfrm>
              <a:off x="2823213" y="5527355"/>
              <a:ext cx="94110" cy="265246"/>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5709" y="697"/>
                  </a:lnTo>
                  <a:lnTo>
                    <a:pt x="15709" y="2787"/>
                  </a:lnTo>
                  <a:lnTo>
                    <a:pt x="13745" y="4181"/>
                  </a:lnTo>
                  <a:lnTo>
                    <a:pt x="13745" y="5574"/>
                  </a:lnTo>
                  <a:lnTo>
                    <a:pt x="11782" y="6968"/>
                  </a:lnTo>
                  <a:lnTo>
                    <a:pt x="7855" y="8361"/>
                  </a:lnTo>
                  <a:lnTo>
                    <a:pt x="0" y="10452"/>
                  </a:lnTo>
                  <a:lnTo>
                    <a:pt x="1964" y="11148"/>
                  </a:lnTo>
                  <a:lnTo>
                    <a:pt x="3927" y="13239"/>
                  </a:lnTo>
                  <a:lnTo>
                    <a:pt x="7855" y="16723"/>
                  </a:lnTo>
                  <a:lnTo>
                    <a:pt x="17673" y="21600"/>
                  </a:lnTo>
                  <a:lnTo>
                    <a:pt x="17673" y="15329"/>
                  </a:lnTo>
                  <a:lnTo>
                    <a:pt x="19636" y="13935"/>
                  </a:lnTo>
                  <a:lnTo>
                    <a:pt x="19636" y="11845"/>
                  </a:lnTo>
                  <a:lnTo>
                    <a:pt x="21600" y="11148"/>
                  </a:lnTo>
                  <a:lnTo>
                    <a:pt x="21600" y="0"/>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318" name="Shape 318"/>
            <p:cNvSpPr/>
            <p:nvPr/>
          </p:nvSpPr>
          <p:spPr>
            <a:xfrm>
              <a:off x="2917321" y="5236441"/>
              <a:ext cx="342209" cy="325141"/>
            </a:xfrm>
            <a:custGeom>
              <a:avLst/>
              <a:gdLst/>
              <a:ahLst/>
              <a:cxnLst>
                <a:cxn ang="0">
                  <a:pos x="wd2" y="hd2"/>
                </a:cxn>
                <a:cxn ang="5400000">
                  <a:pos x="wd2" y="hd2"/>
                </a:cxn>
                <a:cxn ang="10800000">
                  <a:pos x="wd2" y="hd2"/>
                </a:cxn>
                <a:cxn ang="16200000">
                  <a:pos x="wd2" y="hd2"/>
                </a:cxn>
              </a:cxnLst>
              <a:rect l="0" t="0" r="r" b="b"/>
              <a:pathLst>
                <a:path w="21600" h="21600" extrusionOk="0">
                  <a:moveTo>
                    <a:pt x="19440" y="568"/>
                  </a:moveTo>
                  <a:lnTo>
                    <a:pt x="18900" y="1137"/>
                  </a:lnTo>
                  <a:lnTo>
                    <a:pt x="17820" y="1705"/>
                  </a:lnTo>
                  <a:lnTo>
                    <a:pt x="16200" y="1705"/>
                  </a:lnTo>
                  <a:lnTo>
                    <a:pt x="14580" y="3411"/>
                  </a:lnTo>
                  <a:lnTo>
                    <a:pt x="13500" y="3979"/>
                  </a:lnTo>
                  <a:lnTo>
                    <a:pt x="11880" y="4547"/>
                  </a:lnTo>
                  <a:lnTo>
                    <a:pt x="7560" y="4547"/>
                  </a:lnTo>
                  <a:lnTo>
                    <a:pt x="5400" y="3411"/>
                  </a:lnTo>
                  <a:lnTo>
                    <a:pt x="4860" y="3411"/>
                  </a:lnTo>
                  <a:lnTo>
                    <a:pt x="4320" y="3979"/>
                  </a:lnTo>
                  <a:lnTo>
                    <a:pt x="4320" y="4547"/>
                  </a:lnTo>
                  <a:lnTo>
                    <a:pt x="3240" y="5684"/>
                  </a:lnTo>
                  <a:lnTo>
                    <a:pt x="2700" y="6821"/>
                  </a:lnTo>
                  <a:lnTo>
                    <a:pt x="1620" y="6821"/>
                  </a:lnTo>
                  <a:lnTo>
                    <a:pt x="1080" y="6253"/>
                  </a:lnTo>
                  <a:lnTo>
                    <a:pt x="1080" y="6821"/>
                  </a:lnTo>
                  <a:lnTo>
                    <a:pt x="1620" y="7389"/>
                  </a:lnTo>
                  <a:lnTo>
                    <a:pt x="1620" y="9095"/>
                  </a:lnTo>
                  <a:lnTo>
                    <a:pt x="1080" y="9663"/>
                  </a:lnTo>
                  <a:lnTo>
                    <a:pt x="1080" y="10800"/>
                  </a:lnTo>
                  <a:lnTo>
                    <a:pt x="540" y="11937"/>
                  </a:lnTo>
                  <a:lnTo>
                    <a:pt x="2700" y="11937"/>
                  </a:lnTo>
                  <a:lnTo>
                    <a:pt x="3240" y="12505"/>
                  </a:lnTo>
                  <a:lnTo>
                    <a:pt x="3240" y="13074"/>
                  </a:lnTo>
                  <a:lnTo>
                    <a:pt x="2160" y="14211"/>
                  </a:lnTo>
                  <a:lnTo>
                    <a:pt x="2160" y="15916"/>
                  </a:lnTo>
                  <a:lnTo>
                    <a:pt x="1620" y="16484"/>
                  </a:lnTo>
                  <a:lnTo>
                    <a:pt x="1620" y="17053"/>
                  </a:lnTo>
                  <a:lnTo>
                    <a:pt x="1080" y="17621"/>
                  </a:lnTo>
                  <a:lnTo>
                    <a:pt x="1080" y="18189"/>
                  </a:lnTo>
                  <a:lnTo>
                    <a:pt x="0" y="19326"/>
                  </a:lnTo>
                  <a:lnTo>
                    <a:pt x="540" y="19895"/>
                  </a:lnTo>
                  <a:lnTo>
                    <a:pt x="1080" y="19895"/>
                  </a:lnTo>
                  <a:lnTo>
                    <a:pt x="1080" y="20463"/>
                  </a:lnTo>
                  <a:lnTo>
                    <a:pt x="2160" y="21600"/>
                  </a:lnTo>
                  <a:lnTo>
                    <a:pt x="4320" y="21600"/>
                  </a:lnTo>
                  <a:lnTo>
                    <a:pt x="5940" y="21032"/>
                  </a:lnTo>
                  <a:lnTo>
                    <a:pt x="17820" y="10800"/>
                  </a:lnTo>
                  <a:lnTo>
                    <a:pt x="17820" y="6253"/>
                  </a:lnTo>
                  <a:lnTo>
                    <a:pt x="18360" y="6253"/>
                  </a:lnTo>
                  <a:lnTo>
                    <a:pt x="19440" y="5116"/>
                  </a:lnTo>
                  <a:lnTo>
                    <a:pt x="19440" y="3979"/>
                  </a:lnTo>
                  <a:lnTo>
                    <a:pt x="19980" y="3979"/>
                  </a:lnTo>
                  <a:lnTo>
                    <a:pt x="19980" y="3411"/>
                  </a:lnTo>
                  <a:lnTo>
                    <a:pt x="21060" y="1137"/>
                  </a:lnTo>
                  <a:lnTo>
                    <a:pt x="21060" y="568"/>
                  </a:lnTo>
                  <a:lnTo>
                    <a:pt x="21600" y="0"/>
                  </a:lnTo>
                  <a:lnTo>
                    <a:pt x="19440" y="568"/>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319" name="Shape 319"/>
            <p:cNvSpPr/>
            <p:nvPr/>
          </p:nvSpPr>
          <p:spPr>
            <a:xfrm>
              <a:off x="3362190" y="5039647"/>
              <a:ext cx="1000960" cy="1060980"/>
            </a:xfrm>
            <a:custGeom>
              <a:avLst/>
              <a:gdLst/>
              <a:ahLst/>
              <a:cxnLst>
                <a:cxn ang="0">
                  <a:pos x="wd2" y="hd2"/>
                </a:cxn>
                <a:cxn ang="5400000">
                  <a:pos x="wd2" y="hd2"/>
                </a:cxn>
                <a:cxn ang="10800000">
                  <a:pos x="wd2" y="hd2"/>
                </a:cxn>
                <a:cxn ang="16200000">
                  <a:pos x="wd2" y="hd2"/>
                </a:cxn>
              </a:cxnLst>
              <a:rect l="0" t="0" r="r" b="b"/>
              <a:pathLst>
                <a:path w="21600" h="21600" extrusionOk="0">
                  <a:moveTo>
                    <a:pt x="1292" y="3658"/>
                  </a:moveTo>
                  <a:lnTo>
                    <a:pt x="1662" y="3658"/>
                  </a:lnTo>
                  <a:lnTo>
                    <a:pt x="1662" y="4006"/>
                  </a:lnTo>
                  <a:lnTo>
                    <a:pt x="1846" y="4181"/>
                  </a:lnTo>
                  <a:lnTo>
                    <a:pt x="1662" y="4181"/>
                  </a:lnTo>
                  <a:lnTo>
                    <a:pt x="1662" y="4355"/>
                  </a:lnTo>
                  <a:lnTo>
                    <a:pt x="1477" y="4529"/>
                  </a:lnTo>
                  <a:lnTo>
                    <a:pt x="1477" y="4703"/>
                  </a:lnTo>
                  <a:lnTo>
                    <a:pt x="1662" y="4703"/>
                  </a:lnTo>
                  <a:lnTo>
                    <a:pt x="2215" y="5226"/>
                  </a:lnTo>
                  <a:lnTo>
                    <a:pt x="2215" y="5400"/>
                  </a:lnTo>
                  <a:lnTo>
                    <a:pt x="2400" y="5574"/>
                  </a:lnTo>
                  <a:lnTo>
                    <a:pt x="2769" y="5748"/>
                  </a:lnTo>
                  <a:lnTo>
                    <a:pt x="2954" y="6097"/>
                  </a:lnTo>
                  <a:lnTo>
                    <a:pt x="3138" y="6271"/>
                  </a:lnTo>
                  <a:lnTo>
                    <a:pt x="3138" y="6619"/>
                  </a:lnTo>
                  <a:lnTo>
                    <a:pt x="2769" y="7316"/>
                  </a:lnTo>
                  <a:lnTo>
                    <a:pt x="2585" y="7839"/>
                  </a:lnTo>
                  <a:lnTo>
                    <a:pt x="2585" y="8187"/>
                  </a:lnTo>
                  <a:lnTo>
                    <a:pt x="2400" y="8535"/>
                  </a:lnTo>
                  <a:lnTo>
                    <a:pt x="3138" y="9929"/>
                  </a:lnTo>
                  <a:lnTo>
                    <a:pt x="3323" y="10452"/>
                  </a:lnTo>
                  <a:lnTo>
                    <a:pt x="3692" y="10626"/>
                  </a:lnTo>
                  <a:lnTo>
                    <a:pt x="3877" y="10800"/>
                  </a:lnTo>
                  <a:lnTo>
                    <a:pt x="3877" y="11323"/>
                  </a:lnTo>
                  <a:lnTo>
                    <a:pt x="4062" y="11671"/>
                  </a:lnTo>
                  <a:lnTo>
                    <a:pt x="4062" y="11845"/>
                  </a:lnTo>
                  <a:lnTo>
                    <a:pt x="4615" y="12368"/>
                  </a:lnTo>
                  <a:lnTo>
                    <a:pt x="4615" y="12716"/>
                  </a:lnTo>
                  <a:lnTo>
                    <a:pt x="4800" y="13065"/>
                  </a:lnTo>
                  <a:lnTo>
                    <a:pt x="4800" y="13239"/>
                  </a:lnTo>
                  <a:lnTo>
                    <a:pt x="4615" y="14110"/>
                  </a:lnTo>
                  <a:lnTo>
                    <a:pt x="5908" y="14284"/>
                  </a:lnTo>
                  <a:lnTo>
                    <a:pt x="7200" y="14110"/>
                  </a:lnTo>
                  <a:lnTo>
                    <a:pt x="7754" y="14632"/>
                  </a:lnTo>
                  <a:lnTo>
                    <a:pt x="8123" y="15155"/>
                  </a:lnTo>
                  <a:lnTo>
                    <a:pt x="8677" y="15852"/>
                  </a:lnTo>
                  <a:lnTo>
                    <a:pt x="10523" y="17594"/>
                  </a:lnTo>
                  <a:lnTo>
                    <a:pt x="10523" y="17768"/>
                  </a:lnTo>
                  <a:lnTo>
                    <a:pt x="10892" y="17768"/>
                  </a:lnTo>
                  <a:lnTo>
                    <a:pt x="11262" y="17942"/>
                  </a:lnTo>
                  <a:lnTo>
                    <a:pt x="11815" y="18116"/>
                  </a:lnTo>
                  <a:lnTo>
                    <a:pt x="12185" y="18116"/>
                  </a:lnTo>
                  <a:lnTo>
                    <a:pt x="12554" y="18290"/>
                  </a:lnTo>
                  <a:lnTo>
                    <a:pt x="14031" y="18290"/>
                  </a:lnTo>
                  <a:lnTo>
                    <a:pt x="14769" y="17942"/>
                  </a:lnTo>
                  <a:lnTo>
                    <a:pt x="15323" y="18639"/>
                  </a:lnTo>
                  <a:lnTo>
                    <a:pt x="15508" y="19684"/>
                  </a:lnTo>
                  <a:lnTo>
                    <a:pt x="16246" y="20381"/>
                  </a:lnTo>
                  <a:lnTo>
                    <a:pt x="16246" y="20206"/>
                  </a:lnTo>
                  <a:lnTo>
                    <a:pt x="16431" y="20206"/>
                  </a:lnTo>
                  <a:lnTo>
                    <a:pt x="16615" y="20032"/>
                  </a:lnTo>
                  <a:lnTo>
                    <a:pt x="16985" y="20032"/>
                  </a:lnTo>
                  <a:lnTo>
                    <a:pt x="17354" y="19858"/>
                  </a:lnTo>
                  <a:lnTo>
                    <a:pt x="17538" y="19858"/>
                  </a:lnTo>
                  <a:lnTo>
                    <a:pt x="18277" y="20206"/>
                  </a:lnTo>
                  <a:lnTo>
                    <a:pt x="18462" y="20381"/>
                  </a:lnTo>
                  <a:lnTo>
                    <a:pt x="18462" y="20903"/>
                  </a:lnTo>
                  <a:lnTo>
                    <a:pt x="19200" y="21600"/>
                  </a:lnTo>
                  <a:lnTo>
                    <a:pt x="20677" y="20903"/>
                  </a:lnTo>
                  <a:lnTo>
                    <a:pt x="20677" y="20729"/>
                  </a:lnTo>
                  <a:lnTo>
                    <a:pt x="20492" y="20555"/>
                  </a:lnTo>
                  <a:lnTo>
                    <a:pt x="20492" y="18987"/>
                  </a:lnTo>
                  <a:lnTo>
                    <a:pt x="20677" y="18639"/>
                  </a:lnTo>
                  <a:lnTo>
                    <a:pt x="21046" y="18290"/>
                  </a:lnTo>
                  <a:lnTo>
                    <a:pt x="21415" y="18116"/>
                  </a:lnTo>
                  <a:lnTo>
                    <a:pt x="21415" y="17768"/>
                  </a:lnTo>
                  <a:lnTo>
                    <a:pt x="21600" y="17594"/>
                  </a:lnTo>
                  <a:lnTo>
                    <a:pt x="21415" y="17245"/>
                  </a:lnTo>
                  <a:lnTo>
                    <a:pt x="21415" y="17071"/>
                  </a:lnTo>
                  <a:lnTo>
                    <a:pt x="21231" y="16897"/>
                  </a:lnTo>
                  <a:lnTo>
                    <a:pt x="20123" y="14981"/>
                  </a:lnTo>
                  <a:lnTo>
                    <a:pt x="19015" y="13239"/>
                  </a:lnTo>
                  <a:lnTo>
                    <a:pt x="19015" y="10452"/>
                  </a:lnTo>
                  <a:lnTo>
                    <a:pt x="19938" y="9058"/>
                  </a:lnTo>
                  <a:lnTo>
                    <a:pt x="20123" y="6968"/>
                  </a:lnTo>
                  <a:lnTo>
                    <a:pt x="19938" y="6619"/>
                  </a:lnTo>
                  <a:lnTo>
                    <a:pt x="19569" y="6097"/>
                  </a:lnTo>
                  <a:lnTo>
                    <a:pt x="19015" y="5400"/>
                  </a:lnTo>
                  <a:lnTo>
                    <a:pt x="18092" y="4703"/>
                  </a:lnTo>
                  <a:lnTo>
                    <a:pt x="16985" y="4529"/>
                  </a:lnTo>
                  <a:lnTo>
                    <a:pt x="16800" y="4355"/>
                  </a:lnTo>
                  <a:lnTo>
                    <a:pt x="16615" y="4355"/>
                  </a:lnTo>
                  <a:lnTo>
                    <a:pt x="16246" y="4181"/>
                  </a:lnTo>
                  <a:lnTo>
                    <a:pt x="15877" y="4181"/>
                  </a:lnTo>
                  <a:lnTo>
                    <a:pt x="15692" y="4006"/>
                  </a:lnTo>
                  <a:lnTo>
                    <a:pt x="14769" y="3832"/>
                  </a:lnTo>
                  <a:lnTo>
                    <a:pt x="13292" y="3832"/>
                  </a:lnTo>
                  <a:lnTo>
                    <a:pt x="11631" y="4703"/>
                  </a:lnTo>
                  <a:lnTo>
                    <a:pt x="11446" y="4877"/>
                  </a:lnTo>
                  <a:lnTo>
                    <a:pt x="11262" y="4877"/>
                  </a:lnTo>
                  <a:lnTo>
                    <a:pt x="10892" y="5052"/>
                  </a:lnTo>
                  <a:lnTo>
                    <a:pt x="9415" y="5052"/>
                  </a:lnTo>
                  <a:lnTo>
                    <a:pt x="9231" y="5226"/>
                  </a:lnTo>
                  <a:lnTo>
                    <a:pt x="9046" y="5226"/>
                  </a:lnTo>
                  <a:lnTo>
                    <a:pt x="8862" y="5052"/>
                  </a:lnTo>
                  <a:lnTo>
                    <a:pt x="8308" y="4877"/>
                  </a:lnTo>
                  <a:lnTo>
                    <a:pt x="7569" y="4355"/>
                  </a:lnTo>
                  <a:lnTo>
                    <a:pt x="7015" y="3484"/>
                  </a:lnTo>
                  <a:lnTo>
                    <a:pt x="6646" y="2265"/>
                  </a:lnTo>
                  <a:lnTo>
                    <a:pt x="5723" y="1045"/>
                  </a:lnTo>
                  <a:lnTo>
                    <a:pt x="4985" y="348"/>
                  </a:lnTo>
                  <a:lnTo>
                    <a:pt x="4800" y="0"/>
                  </a:lnTo>
                  <a:lnTo>
                    <a:pt x="3508" y="1394"/>
                  </a:lnTo>
                  <a:lnTo>
                    <a:pt x="3323" y="1394"/>
                  </a:lnTo>
                  <a:lnTo>
                    <a:pt x="3138" y="1568"/>
                  </a:lnTo>
                  <a:lnTo>
                    <a:pt x="2400" y="1568"/>
                  </a:lnTo>
                  <a:lnTo>
                    <a:pt x="2031" y="1219"/>
                  </a:lnTo>
                  <a:lnTo>
                    <a:pt x="0" y="871"/>
                  </a:lnTo>
                  <a:lnTo>
                    <a:pt x="0" y="1045"/>
                  </a:lnTo>
                  <a:lnTo>
                    <a:pt x="369" y="1394"/>
                  </a:lnTo>
                  <a:lnTo>
                    <a:pt x="369" y="1742"/>
                  </a:lnTo>
                  <a:lnTo>
                    <a:pt x="554" y="2090"/>
                  </a:lnTo>
                  <a:lnTo>
                    <a:pt x="738" y="2265"/>
                  </a:lnTo>
                  <a:lnTo>
                    <a:pt x="1108" y="3310"/>
                  </a:lnTo>
                  <a:lnTo>
                    <a:pt x="1108" y="3484"/>
                  </a:lnTo>
                  <a:lnTo>
                    <a:pt x="923" y="3658"/>
                  </a:lnTo>
                  <a:lnTo>
                    <a:pt x="1292" y="3658"/>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320" name="Shape 320"/>
            <p:cNvSpPr/>
            <p:nvPr/>
          </p:nvSpPr>
          <p:spPr>
            <a:xfrm>
              <a:off x="1582710" y="7709205"/>
              <a:ext cx="119774" cy="94121"/>
            </a:xfrm>
            <a:custGeom>
              <a:avLst/>
              <a:gdLst/>
              <a:ahLst/>
              <a:cxnLst>
                <a:cxn ang="0">
                  <a:pos x="wd2" y="hd2"/>
                </a:cxn>
                <a:cxn ang="5400000">
                  <a:pos x="wd2" y="hd2"/>
                </a:cxn>
                <a:cxn ang="10800000">
                  <a:pos x="wd2" y="hd2"/>
                </a:cxn>
                <a:cxn ang="16200000">
                  <a:pos x="wd2" y="hd2"/>
                </a:cxn>
              </a:cxnLst>
              <a:rect l="0" t="0" r="r" b="b"/>
              <a:pathLst>
                <a:path w="21600" h="21600" extrusionOk="0">
                  <a:moveTo>
                    <a:pt x="1543" y="9818"/>
                  </a:moveTo>
                  <a:lnTo>
                    <a:pt x="3086" y="21600"/>
                  </a:lnTo>
                  <a:lnTo>
                    <a:pt x="21600" y="3927"/>
                  </a:lnTo>
                  <a:lnTo>
                    <a:pt x="18514" y="0"/>
                  </a:lnTo>
                  <a:lnTo>
                    <a:pt x="15429" y="0"/>
                  </a:lnTo>
                  <a:lnTo>
                    <a:pt x="10800" y="1964"/>
                  </a:lnTo>
                  <a:lnTo>
                    <a:pt x="0" y="7855"/>
                  </a:lnTo>
                  <a:lnTo>
                    <a:pt x="1543" y="9818"/>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321" name="Shape 321"/>
            <p:cNvSpPr/>
            <p:nvPr/>
          </p:nvSpPr>
          <p:spPr>
            <a:xfrm>
              <a:off x="487645" y="5244997"/>
              <a:ext cx="1112178" cy="1052424"/>
            </a:xfrm>
            <a:custGeom>
              <a:avLst/>
              <a:gdLst/>
              <a:ahLst/>
              <a:cxnLst>
                <a:cxn ang="0">
                  <a:pos x="wd2" y="hd2"/>
                </a:cxn>
                <a:cxn ang="5400000">
                  <a:pos x="wd2" y="hd2"/>
                </a:cxn>
                <a:cxn ang="10800000">
                  <a:pos x="wd2" y="hd2"/>
                </a:cxn>
                <a:cxn ang="16200000">
                  <a:pos x="wd2" y="hd2"/>
                </a:cxn>
              </a:cxnLst>
              <a:rect l="0" t="0" r="r" b="b"/>
              <a:pathLst>
                <a:path w="21600" h="21600" extrusionOk="0">
                  <a:moveTo>
                    <a:pt x="332" y="12644"/>
                  </a:moveTo>
                  <a:lnTo>
                    <a:pt x="0" y="11239"/>
                  </a:lnTo>
                  <a:lnTo>
                    <a:pt x="997" y="10712"/>
                  </a:lnTo>
                  <a:lnTo>
                    <a:pt x="1662" y="10010"/>
                  </a:lnTo>
                  <a:lnTo>
                    <a:pt x="2825" y="9659"/>
                  </a:lnTo>
                  <a:lnTo>
                    <a:pt x="7145" y="8078"/>
                  </a:lnTo>
                  <a:lnTo>
                    <a:pt x="7311" y="7024"/>
                  </a:lnTo>
                  <a:lnTo>
                    <a:pt x="7311" y="6673"/>
                  </a:lnTo>
                  <a:lnTo>
                    <a:pt x="7643" y="6498"/>
                  </a:lnTo>
                  <a:lnTo>
                    <a:pt x="7809" y="6322"/>
                  </a:lnTo>
                  <a:lnTo>
                    <a:pt x="9138" y="6322"/>
                  </a:lnTo>
                  <a:lnTo>
                    <a:pt x="8474" y="5620"/>
                  </a:lnTo>
                  <a:lnTo>
                    <a:pt x="8142" y="4917"/>
                  </a:lnTo>
                  <a:lnTo>
                    <a:pt x="8142" y="3512"/>
                  </a:lnTo>
                  <a:lnTo>
                    <a:pt x="7809" y="2810"/>
                  </a:lnTo>
                  <a:lnTo>
                    <a:pt x="7477" y="2634"/>
                  </a:lnTo>
                  <a:lnTo>
                    <a:pt x="7145" y="2634"/>
                  </a:lnTo>
                  <a:lnTo>
                    <a:pt x="7311" y="2459"/>
                  </a:lnTo>
                  <a:lnTo>
                    <a:pt x="7643" y="2283"/>
                  </a:lnTo>
                  <a:lnTo>
                    <a:pt x="7809" y="2107"/>
                  </a:lnTo>
                  <a:lnTo>
                    <a:pt x="9637" y="1405"/>
                  </a:lnTo>
                  <a:lnTo>
                    <a:pt x="9969" y="1229"/>
                  </a:lnTo>
                  <a:lnTo>
                    <a:pt x="10468" y="1229"/>
                  </a:lnTo>
                  <a:lnTo>
                    <a:pt x="10800" y="1054"/>
                  </a:lnTo>
                  <a:lnTo>
                    <a:pt x="11298" y="878"/>
                  </a:lnTo>
                  <a:lnTo>
                    <a:pt x="11631" y="878"/>
                  </a:lnTo>
                  <a:lnTo>
                    <a:pt x="11797" y="702"/>
                  </a:lnTo>
                  <a:lnTo>
                    <a:pt x="12295" y="702"/>
                  </a:lnTo>
                  <a:lnTo>
                    <a:pt x="13126" y="351"/>
                  </a:lnTo>
                  <a:lnTo>
                    <a:pt x="14622" y="351"/>
                  </a:lnTo>
                  <a:lnTo>
                    <a:pt x="16449" y="176"/>
                  </a:lnTo>
                  <a:lnTo>
                    <a:pt x="16782" y="0"/>
                  </a:lnTo>
                  <a:lnTo>
                    <a:pt x="17114" y="0"/>
                  </a:lnTo>
                  <a:lnTo>
                    <a:pt x="17446" y="176"/>
                  </a:lnTo>
                  <a:lnTo>
                    <a:pt x="17778" y="176"/>
                  </a:lnTo>
                  <a:lnTo>
                    <a:pt x="18277" y="702"/>
                  </a:lnTo>
                  <a:lnTo>
                    <a:pt x="18111" y="702"/>
                  </a:lnTo>
                  <a:lnTo>
                    <a:pt x="18111" y="878"/>
                  </a:lnTo>
                  <a:lnTo>
                    <a:pt x="17945" y="1229"/>
                  </a:lnTo>
                  <a:lnTo>
                    <a:pt x="17945" y="2107"/>
                  </a:lnTo>
                  <a:lnTo>
                    <a:pt x="17778" y="2107"/>
                  </a:lnTo>
                  <a:lnTo>
                    <a:pt x="17778" y="2634"/>
                  </a:lnTo>
                  <a:lnTo>
                    <a:pt x="17612" y="2985"/>
                  </a:lnTo>
                  <a:lnTo>
                    <a:pt x="17446" y="2985"/>
                  </a:lnTo>
                  <a:lnTo>
                    <a:pt x="17446" y="3512"/>
                  </a:lnTo>
                  <a:lnTo>
                    <a:pt x="17612" y="3863"/>
                  </a:lnTo>
                  <a:lnTo>
                    <a:pt x="17612" y="4215"/>
                  </a:lnTo>
                  <a:lnTo>
                    <a:pt x="17778" y="4390"/>
                  </a:lnTo>
                  <a:lnTo>
                    <a:pt x="17778" y="4917"/>
                  </a:lnTo>
                  <a:lnTo>
                    <a:pt x="17945" y="5268"/>
                  </a:lnTo>
                  <a:lnTo>
                    <a:pt x="18111" y="5268"/>
                  </a:lnTo>
                  <a:lnTo>
                    <a:pt x="18277" y="5444"/>
                  </a:lnTo>
                  <a:lnTo>
                    <a:pt x="18277" y="5620"/>
                  </a:lnTo>
                  <a:lnTo>
                    <a:pt x="18443" y="6498"/>
                  </a:lnTo>
                  <a:lnTo>
                    <a:pt x="18609" y="7727"/>
                  </a:lnTo>
                  <a:lnTo>
                    <a:pt x="18942" y="8956"/>
                  </a:lnTo>
                  <a:lnTo>
                    <a:pt x="19440" y="9659"/>
                  </a:lnTo>
                  <a:lnTo>
                    <a:pt x="19440" y="10537"/>
                  </a:lnTo>
                  <a:lnTo>
                    <a:pt x="19606" y="11063"/>
                  </a:lnTo>
                  <a:lnTo>
                    <a:pt x="19606" y="11415"/>
                  </a:lnTo>
                  <a:lnTo>
                    <a:pt x="19772" y="11766"/>
                  </a:lnTo>
                  <a:lnTo>
                    <a:pt x="19772" y="12293"/>
                  </a:lnTo>
                  <a:lnTo>
                    <a:pt x="19938" y="12468"/>
                  </a:lnTo>
                  <a:lnTo>
                    <a:pt x="20271" y="12644"/>
                  </a:lnTo>
                  <a:lnTo>
                    <a:pt x="20271" y="13522"/>
                  </a:lnTo>
                  <a:lnTo>
                    <a:pt x="20437" y="13873"/>
                  </a:lnTo>
                  <a:lnTo>
                    <a:pt x="20105" y="14576"/>
                  </a:lnTo>
                  <a:lnTo>
                    <a:pt x="20437" y="14927"/>
                  </a:lnTo>
                  <a:lnTo>
                    <a:pt x="20437" y="15805"/>
                  </a:lnTo>
                  <a:lnTo>
                    <a:pt x="20603" y="16156"/>
                  </a:lnTo>
                  <a:lnTo>
                    <a:pt x="20769" y="16332"/>
                  </a:lnTo>
                  <a:lnTo>
                    <a:pt x="21600" y="17561"/>
                  </a:lnTo>
                  <a:lnTo>
                    <a:pt x="15951" y="20722"/>
                  </a:lnTo>
                  <a:lnTo>
                    <a:pt x="12628" y="21600"/>
                  </a:lnTo>
                  <a:lnTo>
                    <a:pt x="12295" y="20195"/>
                  </a:lnTo>
                  <a:lnTo>
                    <a:pt x="9969" y="20195"/>
                  </a:lnTo>
                  <a:lnTo>
                    <a:pt x="332" y="12644"/>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322" name="Shape 322"/>
            <p:cNvSpPr/>
            <p:nvPr/>
          </p:nvSpPr>
          <p:spPr>
            <a:xfrm>
              <a:off x="25665" y="5835381"/>
              <a:ext cx="479093" cy="419260"/>
            </a:xfrm>
            <a:custGeom>
              <a:avLst/>
              <a:gdLst/>
              <a:ahLst/>
              <a:cxnLst>
                <a:cxn ang="0">
                  <a:pos x="wd2" y="hd2"/>
                </a:cxn>
                <a:cxn ang="5400000">
                  <a:pos x="wd2" y="hd2"/>
                </a:cxn>
                <a:cxn ang="10800000">
                  <a:pos x="wd2" y="hd2"/>
                </a:cxn>
                <a:cxn ang="16200000">
                  <a:pos x="wd2" y="hd2"/>
                </a:cxn>
              </a:cxnLst>
              <a:rect l="0" t="0" r="r" b="b"/>
              <a:pathLst>
                <a:path w="21600" h="21600" extrusionOk="0">
                  <a:moveTo>
                    <a:pt x="0" y="20718"/>
                  </a:moveTo>
                  <a:lnTo>
                    <a:pt x="0" y="18955"/>
                  </a:lnTo>
                  <a:lnTo>
                    <a:pt x="1157" y="16310"/>
                  </a:lnTo>
                  <a:lnTo>
                    <a:pt x="1929" y="15429"/>
                  </a:lnTo>
                  <a:lnTo>
                    <a:pt x="5400" y="14106"/>
                  </a:lnTo>
                  <a:lnTo>
                    <a:pt x="6171" y="13665"/>
                  </a:lnTo>
                  <a:lnTo>
                    <a:pt x="6171" y="12343"/>
                  </a:lnTo>
                  <a:lnTo>
                    <a:pt x="5786" y="11902"/>
                  </a:lnTo>
                  <a:lnTo>
                    <a:pt x="5400" y="11902"/>
                  </a:lnTo>
                  <a:lnTo>
                    <a:pt x="4629" y="9257"/>
                  </a:lnTo>
                  <a:lnTo>
                    <a:pt x="5400" y="7935"/>
                  </a:lnTo>
                  <a:lnTo>
                    <a:pt x="5786" y="7053"/>
                  </a:lnTo>
                  <a:lnTo>
                    <a:pt x="6943" y="6171"/>
                  </a:lnTo>
                  <a:lnTo>
                    <a:pt x="8486" y="5290"/>
                  </a:lnTo>
                  <a:lnTo>
                    <a:pt x="9257" y="5290"/>
                  </a:lnTo>
                  <a:lnTo>
                    <a:pt x="9643" y="3527"/>
                  </a:lnTo>
                  <a:lnTo>
                    <a:pt x="10029" y="2645"/>
                  </a:lnTo>
                  <a:lnTo>
                    <a:pt x="10029" y="2204"/>
                  </a:lnTo>
                  <a:lnTo>
                    <a:pt x="10414" y="2204"/>
                  </a:lnTo>
                  <a:lnTo>
                    <a:pt x="10800" y="882"/>
                  </a:lnTo>
                  <a:lnTo>
                    <a:pt x="11571" y="0"/>
                  </a:lnTo>
                  <a:lnTo>
                    <a:pt x="12729" y="0"/>
                  </a:lnTo>
                  <a:lnTo>
                    <a:pt x="21600" y="1322"/>
                  </a:lnTo>
                  <a:lnTo>
                    <a:pt x="21600" y="4408"/>
                  </a:lnTo>
                  <a:lnTo>
                    <a:pt x="16971" y="4408"/>
                  </a:lnTo>
                  <a:lnTo>
                    <a:pt x="16586" y="3967"/>
                  </a:lnTo>
                  <a:lnTo>
                    <a:pt x="16200" y="3967"/>
                  </a:lnTo>
                  <a:lnTo>
                    <a:pt x="15814" y="4408"/>
                  </a:lnTo>
                  <a:lnTo>
                    <a:pt x="15814" y="6612"/>
                  </a:lnTo>
                  <a:lnTo>
                    <a:pt x="15429" y="8376"/>
                  </a:lnTo>
                  <a:lnTo>
                    <a:pt x="15429" y="12784"/>
                  </a:lnTo>
                  <a:lnTo>
                    <a:pt x="15043" y="13224"/>
                  </a:lnTo>
                  <a:lnTo>
                    <a:pt x="12729" y="13224"/>
                  </a:lnTo>
                  <a:lnTo>
                    <a:pt x="11957" y="14106"/>
                  </a:lnTo>
                  <a:lnTo>
                    <a:pt x="11571" y="14988"/>
                  </a:lnTo>
                  <a:lnTo>
                    <a:pt x="11571" y="16310"/>
                  </a:lnTo>
                  <a:lnTo>
                    <a:pt x="11186" y="21600"/>
                  </a:lnTo>
                  <a:lnTo>
                    <a:pt x="0" y="20718"/>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323" name="Shape 323"/>
            <p:cNvSpPr/>
            <p:nvPr/>
          </p:nvSpPr>
          <p:spPr>
            <a:xfrm>
              <a:off x="0" y="5861050"/>
              <a:ext cx="675862" cy="778622"/>
            </a:xfrm>
            <a:custGeom>
              <a:avLst/>
              <a:gdLst/>
              <a:ahLst/>
              <a:cxnLst>
                <a:cxn ang="0">
                  <a:pos x="wd2" y="hd2"/>
                </a:cxn>
                <a:cxn ang="5400000">
                  <a:pos x="wd2" y="hd2"/>
                </a:cxn>
                <a:cxn ang="10800000">
                  <a:pos x="wd2" y="hd2"/>
                </a:cxn>
                <a:cxn ang="16200000">
                  <a:pos x="wd2" y="hd2"/>
                </a:cxn>
              </a:cxnLst>
              <a:rect l="0" t="0" r="r" b="b"/>
              <a:pathLst>
                <a:path w="21600" h="21600" extrusionOk="0">
                  <a:moveTo>
                    <a:pt x="0" y="19464"/>
                  </a:moveTo>
                  <a:lnTo>
                    <a:pt x="547" y="18752"/>
                  </a:lnTo>
                  <a:lnTo>
                    <a:pt x="820" y="18277"/>
                  </a:lnTo>
                  <a:lnTo>
                    <a:pt x="1914" y="17327"/>
                  </a:lnTo>
                  <a:lnTo>
                    <a:pt x="2187" y="17327"/>
                  </a:lnTo>
                  <a:lnTo>
                    <a:pt x="2461" y="16853"/>
                  </a:lnTo>
                  <a:lnTo>
                    <a:pt x="2461" y="15666"/>
                  </a:lnTo>
                  <a:lnTo>
                    <a:pt x="1914" y="14716"/>
                  </a:lnTo>
                  <a:lnTo>
                    <a:pt x="1641" y="14479"/>
                  </a:lnTo>
                  <a:lnTo>
                    <a:pt x="1641" y="14242"/>
                  </a:lnTo>
                  <a:lnTo>
                    <a:pt x="820" y="13055"/>
                  </a:lnTo>
                  <a:lnTo>
                    <a:pt x="2187" y="11393"/>
                  </a:lnTo>
                  <a:lnTo>
                    <a:pt x="820" y="10444"/>
                  </a:lnTo>
                  <a:lnTo>
                    <a:pt x="1914" y="10444"/>
                  </a:lnTo>
                  <a:lnTo>
                    <a:pt x="8749" y="10919"/>
                  </a:lnTo>
                  <a:lnTo>
                    <a:pt x="9023" y="8070"/>
                  </a:lnTo>
                  <a:lnTo>
                    <a:pt x="9023" y="7358"/>
                  </a:lnTo>
                  <a:lnTo>
                    <a:pt x="9296" y="6884"/>
                  </a:lnTo>
                  <a:lnTo>
                    <a:pt x="9843" y="6409"/>
                  </a:lnTo>
                  <a:lnTo>
                    <a:pt x="11484" y="6409"/>
                  </a:lnTo>
                  <a:lnTo>
                    <a:pt x="11757" y="6171"/>
                  </a:lnTo>
                  <a:lnTo>
                    <a:pt x="11757" y="3798"/>
                  </a:lnTo>
                  <a:lnTo>
                    <a:pt x="12030" y="2848"/>
                  </a:lnTo>
                  <a:lnTo>
                    <a:pt x="12030" y="1662"/>
                  </a:lnTo>
                  <a:lnTo>
                    <a:pt x="12304" y="1424"/>
                  </a:lnTo>
                  <a:lnTo>
                    <a:pt x="12577" y="1424"/>
                  </a:lnTo>
                  <a:lnTo>
                    <a:pt x="12851" y="1662"/>
                  </a:lnTo>
                  <a:lnTo>
                    <a:pt x="16132" y="1662"/>
                  </a:lnTo>
                  <a:lnTo>
                    <a:pt x="16132" y="0"/>
                  </a:lnTo>
                  <a:lnTo>
                    <a:pt x="21600" y="3323"/>
                  </a:lnTo>
                  <a:lnTo>
                    <a:pt x="18592" y="3323"/>
                  </a:lnTo>
                  <a:lnTo>
                    <a:pt x="18592" y="3798"/>
                  </a:lnTo>
                  <a:lnTo>
                    <a:pt x="19413" y="16853"/>
                  </a:lnTo>
                  <a:lnTo>
                    <a:pt x="19686" y="17327"/>
                  </a:lnTo>
                  <a:lnTo>
                    <a:pt x="19686" y="17565"/>
                  </a:lnTo>
                  <a:lnTo>
                    <a:pt x="19959" y="18040"/>
                  </a:lnTo>
                  <a:lnTo>
                    <a:pt x="19959" y="18514"/>
                  </a:lnTo>
                  <a:lnTo>
                    <a:pt x="19139" y="19464"/>
                  </a:lnTo>
                  <a:lnTo>
                    <a:pt x="12030" y="18752"/>
                  </a:lnTo>
                  <a:lnTo>
                    <a:pt x="11484" y="19226"/>
                  </a:lnTo>
                  <a:lnTo>
                    <a:pt x="11210" y="19226"/>
                  </a:lnTo>
                  <a:lnTo>
                    <a:pt x="10937" y="18989"/>
                  </a:lnTo>
                  <a:lnTo>
                    <a:pt x="10663" y="18989"/>
                  </a:lnTo>
                  <a:lnTo>
                    <a:pt x="10390" y="19226"/>
                  </a:lnTo>
                  <a:lnTo>
                    <a:pt x="10390" y="20176"/>
                  </a:lnTo>
                  <a:lnTo>
                    <a:pt x="10116" y="20413"/>
                  </a:lnTo>
                  <a:lnTo>
                    <a:pt x="9843" y="20413"/>
                  </a:lnTo>
                  <a:lnTo>
                    <a:pt x="9843" y="20651"/>
                  </a:lnTo>
                  <a:lnTo>
                    <a:pt x="9296" y="21125"/>
                  </a:lnTo>
                  <a:lnTo>
                    <a:pt x="9023" y="21600"/>
                  </a:lnTo>
                  <a:lnTo>
                    <a:pt x="8476" y="21600"/>
                  </a:lnTo>
                  <a:lnTo>
                    <a:pt x="8476" y="21363"/>
                  </a:lnTo>
                  <a:lnTo>
                    <a:pt x="8203" y="21125"/>
                  </a:lnTo>
                  <a:lnTo>
                    <a:pt x="7382" y="21125"/>
                  </a:lnTo>
                  <a:lnTo>
                    <a:pt x="6835" y="20888"/>
                  </a:lnTo>
                  <a:lnTo>
                    <a:pt x="6289" y="20413"/>
                  </a:lnTo>
                  <a:lnTo>
                    <a:pt x="6015" y="19701"/>
                  </a:lnTo>
                  <a:lnTo>
                    <a:pt x="5742" y="19701"/>
                  </a:lnTo>
                  <a:lnTo>
                    <a:pt x="5468" y="19226"/>
                  </a:lnTo>
                  <a:lnTo>
                    <a:pt x="4375" y="18752"/>
                  </a:lnTo>
                  <a:lnTo>
                    <a:pt x="3554" y="18514"/>
                  </a:lnTo>
                  <a:lnTo>
                    <a:pt x="2734" y="18514"/>
                  </a:lnTo>
                  <a:lnTo>
                    <a:pt x="0" y="19464"/>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324" name="Shape 324"/>
            <p:cNvSpPr/>
            <p:nvPr/>
          </p:nvSpPr>
          <p:spPr>
            <a:xfrm>
              <a:off x="59886" y="6708120"/>
              <a:ext cx="171106" cy="119790"/>
            </a:xfrm>
            <a:custGeom>
              <a:avLst/>
              <a:gdLst/>
              <a:ahLst/>
              <a:cxnLst>
                <a:cxn ang="0">
                  <a:pos x="wd2" y="hd2"/>
                </a:cxn>
                <a:cxn ang="5400000">
                  <a:pos x="wd2" y="hd2"/>
                </a:cxn>
                <a:cxn ang="10800000">
                  <a:pos x="wd2" y="hd2"/>
                </a:cxn>
                <a:cxn ang="16200000">
                  <a:pos x="wd2" y="hd2"/>
                </a:cxn>
              </a:cxnLst>
              <a:rect l="0" t="0" r="r" b="b"/>
              <a:pathLst>
                <a:path w="21600" h="21600" extrusionOk="0">
                  <a:moveTo>
                    <a:pt x="12960" y="0"/>
                  </a:moveTo>
                  <a:lnTo>
                    <a:pt x="10800" y="0"/>
                  </a:lnTo>
                  <a:lnTo>
                    <a:pt x="9720" y="1543"/>
                  </a:lnTo>
                  <a:lnTo>
                    <a:pt x="7560" y="1543"/>
                  </a:lnTo>
                  <a:lnTo>
                    <a:pt x="4320" y="3086"/>
                  </a:lnTo>
                  <a:lnTo>
                    <a:pt x="0" y="6171"/>
                  </a:lnTo>
                  <a:lnTo>
                    <a:pt x="1080" y="9257"/>
                  </a:lnTo>
                  <a:lnTo>
                    <a:pt x="3240" y="12343"/>
                  </a:lnTo>
                  <a:lnTo>
                    <a:pt x="5400" y="16971"/>
                  </a:lnTo>
                  <a:lnTo>
                    <a:pt x="8640" y="21600"/>
                  </a:lnTo>
                  <a:lnTo>
                    <a:pt x="9720" y="21600"/>
                  </a:lnTo>
                  <a:lnTo>
                    <a:pt x="10800" y="20057"/>
                  </a:lnTo>
                  <a:lnTo>
                    <a:pt x="12960" y="20057"/>
                  </a:lnTo>
                  <a:lnTo>
                    <a:pt x="17280" y="16971"/>
                  </a:lnTo>
                  <a:lnTo>
                    <a:pt x="19440" y="16971"/>
                  </a:lnTo>
                  <a:lnTo>
                    <a:pt x="20520" y="15429"/>
                  </a:lnTo>
                  <a:lnTo>
                    <a:pt x="20520" y="12343"/>
                  </a:lnTo>
                  <a:lnTo>
                    <a:pt x="21600" y="12343"/>
                  </a:lnTo>
                  <a:lnTo>
                    <a:pt x="20520" y="6171"/>
                  </a:lnTo>
                  <a:lnTo>
                    <a:pt x="20520" y="1543"/>
                  </a:lnTo>
                  <a:lnTo>
                    <a:pt x="12960" y="0"/>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325" name="Shape 325"/>
            <p:cNvSpPr/>
            <p:nvPr/>
          </p:nvSpPr>
          <p:spPr>
            <a:xfrm>
              <a:off x="0" y="6528438"/>
              <a:ext cx="282323" cy="213910"/>
            </a:xfrm>
            <a:custGeom>
              <a:avLst/>
              <a:gdLst/>
              <a:ahLst/>
              <a:cxnLst>
                <a:cxn ang="0">
                  <a:pos x="wd2" y="hd2"/>
                </a:cxn>
                <a:cxn ang="5400000">
                  <a:pos x="wd2" y="hd2"/>
                </a:cxn>
                <a:cxn ang="10800000">
                  <a:pos x="wd2" y="hd2"/>
                </a:cxn>
                <a:cxn ang="16200000">
                  <a:pos x="wd2" y="hd2"/>
                </a:cxn>
              </a:cxnLst>
              <a:rect l="0" t="0" r="r" b="b"/>
              <a:pathLst>
                <a:path w="21600" h="21600" extrusionOk="0">
                  <a:moveTo>
                    <a:pt x="655" y="12960"/>
                  </a:moveTo>
                  <a:lnTo>
                    <a:pt x="655" y="9504"/>
                  </a:lnTo>
                  <a:lnTo>
                    <a:pt x="0" y="6912"/>
                  </a:lnTo>
                  <a:lnTo>
                    <a:pt x="0" y="2592"/>
                  </a:lnTo>
                  <a:lnTo>
                    <a:pt x="655" y="2592"/>
                  </a:lnTo>
                  <a:lnTo>
                    <a:pt x="6545" y="0"/>
                  </a:lnTo>
                  <a:lnTo>
                    <a:pt x="8509" y="0"/>
                  </a:lnTo>
                  <a:lnTo>
                    <a:pt x="12436" y="1728"/>
                  </a:lnTo>
                  <a:lnTo>
                    <a:pt x="13091" y="3456"/>
                  </a:lnTo>
                  <a:lnTo>
                    <a:pt x="13745" y="4320"/>
                  </a:lnTo>
                  <a:lnTo>
                    <a:pt x="14400" y="4320"/>
                  </a:lnTo>
                  <a:lnTo>
                    <a:pt x="15709" y="7776"/>
                  </a:lnTo>
                  <a:lnTo>
                    <a:pt x="16364" y="8640"/>
                  </a:lnTo>
                  <a:lnTo>
                    <a:pt x="18327" y="9504"/>
                  </a:lnTo>
                  <a:lnTo>
                    <a:pt x="19636" y="10368"/>
                  </a:lnTo>
                  <a:lnTo>
                    <a:pt x="20291" y="11232"/>
                  </a:lnTo>
                  <a:lnTo>
                    <a:pt x="20945" y="11232"/>
                  </a:lnTo>
                  <a:lnTo>
                    <a:pt x="20945" y="15552"/>
                  </a:lnTo>
                  <a:lnTo>
                    <a:pt x="21600" y="18144"/>
                  </a:lnTo>
                  <a:lnTo>
                    <a:pt x="21600" y="19008"/>
                  </a:lnTo>
                  <a:lnTo>
                    <a:pt x="13091" y="19008"/>
                  </a:lnTo>
                  <a:lnTo>
                    <a:pt x="12436" y="18144"/>
                  </a:lnTo>
                  <a:lnTo>
                    <a:pt x="11127" y="18144"/>
                  </a:lnTo>
                  <a:lnTo>
                    <a:pt x="9818" y="19008"/>
                  </a:lnTo>
                  <a:lnTo>
                    <a:pt x="8509" y="19008"/>
                  </a:lnTo>
                  <a:lnTo>
                    <a:pt x="5891" y="20736"/>
                  </a:lnTo>
                  <a:lnTo>
                    <a:pt x="5236" y="20736"/>
                  </a:lnTo>
                  <a:lnTo>
                    <a:pt x="4582" y="21600"/>
                  </a:lnTo>
                  <a:lnTo>
                    <a:pt x="3927" y="19872"/>
                  </a:lnTo>
                  <a:lnTo>
                    <a:pt x="1964" y="17280"/>
                  </a:lnTo>
                  <a:lnTo>
                    <a:pt x="1309" y="15552"/>
                  </a:lnTo>
                  <a:lnTo>
                    <a:pt x="655" y="12960"/>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326" name="Shape 326"/>
            <p:cNvSpPr/>
            <p:nvPr/>
          </p:nvSpPr>
          <p:spPr>
            <a:xfrm>
              <a:off x="17110" y="6614002"/>
              <a:ext cx="179661" cy="42783"/>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17280"/>
                  </a:lnTo>
                  <a:lnTo>
                    <a:pt x="1029" y="17280"/>
                  </a:lnTo>
                  <a:lnTo>
                    <a:pt x="3086" y="12960"/>
                  </a:lnTo>
                  <a:lnTo>
                    <a:pt x="5143" y="12960"/>
                  </a:lnTo>
                  <a:lnTo>
                    <a:pt x="11314" y="21600"/>
                  </a:lnTo>
                  <a:lnTo>
                    <a:pt x="14400" y="21600"/>
                  </a:lnTo>
                  <a:lnTo>
                    <a:pt x="15429" y="17280"/>
                  </a:lnTo>
                  <a:lnTo>
                    <a:pt x="16457" y="17280"/>
                  </a:lnTo>
                  <a:lnTo>
                    <a:pt x="17486" y="12960"/>
                  </a:lnTo>
                  <a:lnTo>
                    <a:pt x="21600" y="12960"/>
                  </a:lnTo>
                  <a:lnTo>
                    <a:pt x="21600" y="8640"/>
                  </a:lnTo>
                  <a:lnTo>
                    <a:pt x="20571" y="8640"/>
                  </a:lnTo>
                  <a:lnTo>
                    <a:pt x="16457" y="0"/>
                  </a:lnTo>
                  <a:lnTo>
                    <a:pt x="14400" y="0"/>
                  </a:lnTo>
                  <a:lnTo>
                    <a:pt x="12343" y="4320"/>
                  </a:lnTo>
                  <a:lnTo>
                    <a:pt x="6171" y="4320"/>
                  </a:lnTo>
                  <a:lnTo>
                    <a:pt x="5143" y="0"/>
                  </a:lnTo>
                  <a:lnTo>
                    <a:pt x="0" y="0"/>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327" name="Shape 327"/>
            <p:cNvSpPr/>
            <p:nvPr/>
          </p:nvSpPr>
          <p:spPr>
            <a:xfrm>
              <a:off x="342207" y="6973366"/>
              <a:ext cx="359320" cy="239577"/>
            </a:xfrm>
            <a:custGeom>
              <a:avLst/>
              <a:gdLst/>
              <a:ahLst/>
              <a:cxnLst>
                <a:cxn ang="0">
                  <a:pos x="wd2" y="hd2"/>
                </a:cxn>
                <a:cxn ang="5400000">
                  <a:pos x="wd2" y="hd2"/>
                </a:cxn>
                <a:cxn ang="10800000">
                  <a:pos x="wd2" y="hd2"/>
                </a:cxn>
                <a:cxn ang="16200000">
                  <a:pos x="wd2" y="hd2"/>
                </a:cxn>
              </a:cxnLst>
              <a:rect l="0" t="0" r="r" b="b"/>
              <a:pathLst>
                <a:path w="21600" h="21600" extrusionOk="0">
                  <a:moveTo>
                    <a:pt x="6171" y="16971"/>
                  </a:moveTo>
                  <a:lnTo>
                    <a:pt x="5657" y="14657"/>
                  </a:lnTo>
                  <a:lnTo>
                    <a:pt x="0" y="7714"/>
                  </a:lnTo>
                  <a:lnTo>
                    <a:pt x="1029" y="6943"/>
                  </a:lnTo>
                  <a:lnTo>
                    <a:pt x="1543" y="6171"/>
                  </a:lnTo>
                  <a:lnTo>
                    <a:pt x="3086" y="4629"/>
                  </a:lnTo>
                  <a:lnTo>
                    <a:pt x="3600" y="3086"/>
                  </a:lnTo>
                  <a:lnTo>
                    <a:pt x="4114" y="0"/>
                  </a:lnTo>
                  <a:lnTo>
                    <a:pt x="7200" y="0"/>
                  </a:lnTo>
                  <a:lnTo>
                    <a:pt x="7714" y="771"/>
                  </a:lnTo>
                  <a:lnTo>
                    <a:pt x="9771" y="2314"/>
                  </a:lnTo>
                  <a:lnTo>
                    <a:pt x="10286" y="3086"/>
                  </a:lnTo>
                  <a:lnTo>
                    <a:pt x="11314" y="3857"/>
                  </a:lnTo>
                  <a:lnTo>
                    <a:pt x="11829" y="3857"/>
                  </a:lnTo>
                  <a:lnTo>
                    <a:pt x="11829" y="3086"/>
                  </a:lnTo>
                  <a:lnTo>
                    <a:pt x="12343" y="3086"/>
                  </a:lnTo>
                  <a:lnTo>
                    <a:pt x="13371" y="1543"/>
                  </a:lnTo>
                  <a:lnTo>
                    <a:pt x="14914" y="1543"/>
                  </a:lnTo>
                  <a:lnTo>
                    <a:pt x="15943" y="2314"/>
                  </a:lnTo>
                  <a:lnTo>
                    <a:pt x="16457" y="3857"/>
                  </a:lnTo>
                  <a:lnTo>
                    <a:pt x="16457" y="6943"/>
                  </a:lnTo>
                  <a:lnTo>
                    <a:pt x="16971" y="8486"/>
                  </a:lnTo>
                  <a:lnTo>
                    <a:pt x="18000" y="9257"/>
                  </a:lnTo>
                  <a:lnTo>
                    <a:pt x="20057" y="9257"/>
                  </a:lnTo>
                  <a:lnTo>
                    <a:pt x="20571" y="10029"/>
                  </a:lnTo>
                  <a:lnTo>
                    <a:pt x="21086" y="11571"/>
                  </a:lnTo>
                  <a:lnTo>
                    <a:pt x="21600" y="13886"/>
                  </a:lnTo>
                  <a:lnTo>
                    <a:pt x="21086" y="15429"/>
                  </a:lnTo>
                  <a:lnTo>
                    <a:pt x="21086" y="16200"/>
                  </a:lnTo>
                  <a:lnTo>
                    <a:pt x="20571" y="16971"/>
                  </a:lnTo>
                  <a:lnTo>
                    <a:pt x="20571" y="17743"/>
                  </a:lnTo>
                  <a:lnTo>
                    <a:pt x="12343" y="21600"/>
                  </a:lnTo>
                  <a:lnTo>
                    <a:pt x="11314" y="21600"/>
                  </a:lnTo>
                  <a:lnTo>
                    <a:pt x="8229" y="20057"/>
                  </a:lnTo>
                  <a:lnTo>
                    <a:pt x="7200" y="19286"/>
                  </a:lnTo>
                  <a:lnTo>
                    <a:pt x="6686" y="18514"/>
                  </a:lnTo>
                  <a:lnTo>
                    <a:pt x="6171" y="16971"/>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328" name="Shape 328"/>
            <p:cNvSpPr/>
            <p:nvPr/>
          </p:nvSpPr>
          <p:spPr>
            <a:xfrm>
              <a:off x="265211" y="6870690"/>
              <a:ext cx="153995" cy="188240"/>
            </a:xfrm>
            <a:custGeom>
              <a:avLst/>
              <a:gdLst/>
              <a:ahLst/>
              <a:cxnLst>
                <a:cxn ang="0">
                  <a:pos x="wd2" y="hd2"/>
                </a:cxn>
                <a:cxn ang="5400000">
                  <a:pos x="wd2" y="hd2"/>
                </a:cxn>
                <a:cxn ang="10800000">
                  <a:pos x="wd2" y="hd2"/>
                </a:cxn>
                <a:cxn ang="16200000">
                  <a:pos x="wd2" y="hd2"/>
                </a:cxn>
              </a:cxnLst>
              <a:rect l="0" t="0" r="r" b="b"/>
              <a:pathLst>
                <a:path w="21600" h="21600" extrusionOk="0">
                  <a:moveTo>
                    <a:pt x="0" y="8836"/>
                  </a:moveTo>
                  <a:lnTo>
                    <a:pt x="0" y="5891"/>
                  </a:lnTo>
                  <a:lnTo>
                    <a:pt x="1200" y="3927"/>
                  </a:lnTo>
                  <a:lnTo>
                    <a:pt x="4800" y="982"/>
                  </a:lnTo>
                  <a:lnTo>
                    <a:pt x="8400" y="0"/>
                  </a:lnTo>
                  <a:lnTo>
                    <a:pt x="14400" y="0"/>
                  </a:lnTo>
                  <a:lnTo>
                    <a:pt x="15600" y="982"/>
                  </a:lnTo>
                  <a:lnTo>
                    <a:pt x="16800" y="982"/>
                  </a:lnTo>
                  <a:lnTo>
                    <a:pt x="18000" y="1964"/>
                  </a:lnTo>
                  <a:lnTo>
                    <a:pt x="19200" y="1964"/>
                  </a:lnTo>
                  <a:lnTo>
                    <a:pt x="21600" y="5891"/>
                  </a:lnTo>
                  <a:lnTo>
                    <a:pt x="21600" y="9818"/>
                  </a:lnTo>
                  <a:lnTo>
                    <a:pt x="20400" y="13745"/>
                  </a:lnTo>
                  <a:lnTo>
                    <a:pt x="18000" y="16691"/>
                  </a:lnTo>
                  <a:lnTo>
                    <a:pt x="16800" y="18655"/>
                  </a:lnTo>
                  <a:lnTo>
                    <a:pt x="14400" y="19636"/>
                  </a:lnTo>
                  <a:lnTo>
                    <a:pt x="12000" y="21600"/>
                  </a:lnTo>
                  <a:lnTo>
                    <a:pt x="9600" y="21600"/>
                  </a:lnTo>
                  <a:lnTo>
                    <a:pt x="8400" y="20618"/>
                  </a:lnTo>
                  <a:lnTo>
                    <a:pt x="6000" y="19636"/>
                  </a:lnTo>
                  <a:lnTo>
                    <a:pt x="4800" y="18655"/>
                  </a:lnTo>
                  <a:lnTo>
                    <a:pt x="0" y="8836"/>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329" name="Shape 329"/>
            <p:cNvSpPr/>
            <p:nvPr/>
          </p:nvSpPr>
          <p:spPr>
            <a:xfrm>
              <a:off x="128328" y="6716676"/>
              <a:ext cx="427761" cy="299472"/>
            </a:xfrm>
            <a:custGeom>
              <a:avLst/>
              <a:gdLst/>
              <a:ahLst/>
              <a:cxnLst>
                <a:cxn ang="0">
                  <a:pos x="wd2" y="hd2"/>
                </a:cxn>
                <a:cxn ang="5400000">
                  <a:pos x="wd2" y="hd2"/>
                </a:cxn>
                <a:cxn ang="10800000">
                  <a:pos x="wd2" y="hd2"/>
                </a:cxn>
                <a:cxn ang="16200000">
                  <a:pos x="wd2" y="hd2"/>
                </a:cxn>
              </a:cxnLst>
              <a:rect l="0" t="0" r="r" b="b"/>
              <a:pathLst>
                <a:path w="21600" h="21600" extrusionOk="0">
                  <a:moveTo>
                    <a:pt x="3888" y="12343"/>
                  </a:moveTo>
                  <a:lnTo>
                    <a:pt x="0" y="8023"/>
                  </a:lnTo>
                  <a:lnTo>
                    <a:pt x="3888" y="6171"/>
                  </a:lnTo>
                  <a:lnTo>
                    <a:pt x="4752" y="4937"/>
                  </a:lnTo>
                  <a:lnTo>
                    <a:pt x="5184" y="3703"/>
                  </a:lnTo>
                  <a:lnTo>
                    <a:pt x="5184" y="2469"/>
                  </a:lnTo>
                  <a:lnTo>
                    <a:pt x="4752" y="1234"/>
                  </a:lnTo>
                  <a:lnTo>
                    <a:pt x="4752" y="0"/>
                  </a:lnTo>
                  <a:lnTo>
                    <a:pt x="7344" y="0"/>
                  </a:lnTo>
                  <a:lnTo>
                    <a:pt x="8208" y="1234"/>
                  </a:lnTo>
                  <a:lnTo>
                    <a:pt x="8208" y="1851"/>
                  </a:lnTo>
                  <a:lnTo>
                    <a:pt x="9504" y="1851"/>
                  </a:lnTo>
                  <a:lnTo>
                    <a:pt x="9936" y="2469"/>
                  </a:lnTo>
                  <a:lnTo>
                    <a:pt x="11232" y="3086"/>
                  </a:lnTo>
                  <a:lnTo>
                    <a:pt x="13392" y="3086"/>
                  </a:lnTo>
                  <a:lnTo>
                    <a:pt x="14256" y="1851"/>
                  </a:lnTo>
                  <a:lnTo>
                    <a:pt x="13824" y="1851"/>
                  </a:lnTo>
                  <a:lnTo>
                    <a:pt x="13824" y="1234"/>
                  </a:lnTo>
                  <a:lnTo>
                    <a:pt x="14256" y="1234"/>
                  </a:lnTo>
                  <a:lnTo>
                    <a:pt x="15120" y="617"/>
                  </a:lnTo>
                  <a:lnTo>
                    <a:pt x="15552" y="617"/>
                  </a:lnTo>
                  <a:lnTo>
                    <a:pt x="16416" y="1234"/>
                  </a:lnTo>
                  <a:lnTo>
                    <a:pt x="16848" y="1851"/>
                  </a:lnTo>
                  <a:lnTo>
                    <a:pt x="16848" y="3086"/>
                  </a:lnTo>
                  <a:lnTo>
                    <a:pt x="18144" y="6789"/>
                  </a:lnTo>
                  <a:lnTo>
                    <a:pt x="19008" y="8023"/>
                  </a:lnTo>
                  <a:lnTo>
                    <a:pt x="19008" y="9257"/>
                  </a:lnTo>
                  <a:lnTo>
                    <a:pt x="19440" y="11109"/>
                  </a:lnTo>
                  <a:lnTo>
                    <a:pt x="19872" y="12343"/>
                  </a:lnTo>
                  <a:lnTo>
                    <a:pt x="20736" y="15429"/>
                  </a:lnTo>
                  <a:lnTo>
                    <a:pt x="21168" y="17897"/>
                  </a:lnTo>
                  <a:lnTo>
                    <a:pt x="21600" y="19749"/>
                  </a:lnTo>
                  <a:lnTo>
                    <a:pt x="21168" y="20983"/>
                  </a:lnTo>
                  <a:lnTo>
                    <a:pt x="20736" y="21600"/>
                  </a:lnTo>
                  <a:lnTo>
                    <a:pt x="19872" y="21600"/>
                  </a:lnTo>
                  <a:lnTo>
                    <a:pt x="19008" y="20366"/>
                  </a:lnTo>
                  <a:lnTo>
                    <a:pt x="17712" y="19749"/>
                  </a:lnTo>
                  <a:lnTo>
                    <a:pt x="16848" y="18514"/>
                  </a:lnTo>
                  <a:lnTo>
                    <a:pt x="14688" y="18514"/>
                  </a:lnTo>
                  <a:lnTo>
                    <a:pt x="14688" y="14194"/>
                  </a:lnTo>
                  <a:lnTo>
                    <a:pt x="14256" y="12960"/>
                  </a:lnTo>
                  <a:lnTo>
                    <a:pt x="12528" y="11726"/>
                  </a:lnTo>
                  <a:lnTo>
                    <a:pt x="10800" y="11109"/>
                  </a:lnTo>
                  <a:lnTo>
                    <a:pt x="10368" y="11109"/>
                  </a:lnTo>
                  <a:lnTo>
                    <a:pt x="7776" y="12960"/>
                  </a:lnTo>
                  <a:lnTo>
                    <a:pt x="6912" y="14194"/>
                  </a:lnTo>
                  <a:lnTo>
                    <a:pt x="6912" y="16046"/>
                  </a:lnTo>
                  <a:lnTo>
                    <a:pt x="3888" y="12343"/>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330" name="Shape 330"/>
            <p:cNvSpPr/>
            <p:nvPr/>
          </p:nvSpPr>
          <p:spPr>
            <a:xfrm>
              <a:off x="504756" y="6802239"/>
              <a:ext cx="359320" cy="376478"/>
            </a:xfrm>
            <a:custGeom>
              <a:avLst/>
              <a:gdLst/>
              <a:ahLst/>
              <a:cxnLst>
                <a:cxn ang="0">
                  <a:pos x="wd2" y="hd2"/>
                </a:cxn>
                <a:cxn ang="5400000">
                  <a:pos x="wd2" y="hd2"/>
                </a:cxn>
                <a:cxn ang="10800000">
                  <a:pos x="wd2" y="hd2"/>
                </a:cxn>
                <a:cxn ang="16200000">
                  <a:pos x="wd2" y="hd2"/>
                </a:cxn>
              </a:cxnLst>
              <a:rect l="0" t="0" r="r" b="b"/>
              <a:pathLst>
                <a:path w="21600" h="21600" extrusionOk="0">
                  <a:moveTo>
                    <a:pt x="10800" y="21109"/>
                  </a:moveTo>
                  <a:lnTo>
                    <a:pt x="10800" y="20618"/>
                  </a:lnTo>
                  <a:lnTo>
                    <a:pt x="11314" y="20127"/>
                  </a:lnTo>
                  <a:lnTo>
                    <a:pt x="11314" y="19145"/>
                  </a:lnTo>
                  <a:lnTo>
                    <a:pt x="11829" y="18164"/>
                  </a:lnTo>
                  <a:lnTo>
                    <a:pt x="11314" y="16691"/>
                  </a:lnTo>
                  <a:lnTo>
                    <a:pt x="10286" y="15709"/>
                  </a:lnTo>
                  <a:lnTo>
                    <a:pt x="7714" y="15709"/>
                  </a:lnTo>
                  <a:lnTo>
                    <a:pt x="7200" y="15218"/>
                  </a:lnTo>
                  <a:lnTo>
                    <a:pt x="6686" y="14236"/>
                  </a:lnTo>
                  <a:lnTo>
                    <a:pt x="6686" y="11782"/>
                  </a:lnTo>
                  <a:lnTo>
                    <a:pt x="5657" y="10800"/>
                  </a:lnTo>
                  <a:lnTo>
                    <a:pt x="4629" y="10309"/>
                  </a:lnTo>
                  <a:lnTo>
                    <a:pt x="3600" y="10800"/>
                  </a:lnTo>
                  <a:lnTo>
                    <a:pt x="2571" y="11782"/>
                  </a:lnTo>
                  <a:lnTo>
                    <a:pt x="2571" y="8836"/>
                  </a:lnTo>
                  <a:lnTo>
                    <a:pt x="514" y="4909"/>
                  </a:lnTo>
                  <a:lnTo>
                    <a:pt x="514" y="3436"/>
                  </a:lnTo>
                  <a:lnTo>
                    <a:pt x="0" y="2455"/>
                  </a:lnTo>
                  <a:lnTo>
                    <a:pt x="0" y="1473"/>
                  </a:lnTo>
                  <a:lnTo>
                    <a:pt x="514" y="1473"/>
                  </a:lnTo>
                  <a:lnTo>
                    <a:pt x="1543" y="1964"/>
                  </a:lnTo>
                  <a:lnTo>
                    <a:pt x="2571" y="1964"/>
                  </a:lnTo>
                  <a:lnTo>
                    <a:pt x="4114" y="1473"/>
                  </a:lnTo>
                  <a:lnTo>
                    <a:pt x="5143" y="982"/>
                  </a:lnTo>
                  <a:lnTo>
                    <a:pt x="5657" y="982"/>
                  </a:lnTo>
                  <a:lnTo>
                    <a:pt x="5657" y="491"/>
                  </a:lnTo>
                  <a:lnTo>
                    <a:pt x="6171" y="0"/>
                  </a:lnTo>
                  <a:lnTo>
                    <a:pt x="7200" y="0"/>
                  </a:lnTo>
                  <a:lnTo>
                    <a:pt x="7714" y="491"/>
                  </a:lnTo>
                  <a:lnTo>
                    <a:pt x="7714" y="982"/>
                  </a:lnTo>
                  <a:lnTo>
                    <a:pt x="8229" y="982"/>
                  </a:lnTo>
                  <a:lnTo>
                    <a:pt x="8743" y="1473"/>
                  </a:lnTo>
                  <a:lnTo>
                    <a:pt x="9771" y="491"/>
                  </a:lnTo>
                  <a:lnTo>
                    <a:pt x="10286" y="491"/>
                  </a:lnTo>
                  <a:lnTo>
                    <a:pt x="10800" y="0"/>
                  </a:lnTo>
                  <a:lnTo>
                    <a:pt x="12857" y="0"/>
                  </a:lnTo>
                  <a:lnTo>
                    <a:pt x="14400" y="491"/>
                  </a:lnTo>
                  <a:lnTo>
                    <a:pt x="15943" y="491"/>
                  </a:lnTo>
                  <a:lnTo>
                    <a:pt x="16457" y="0"/>
                  </a:lnTo>
                  <a:lnTo>
                    <a:pt x="18514" y="0"/>
                  </a:lnTo>
                  <a:lnTo>
                    <a:pt x="19543" y="982"/>
                  </a:lnTo>
                  <a:lnTo>
                    <a:pt x="19543" y="1964"/>
                  </a:lnTo>
                  <a:lnTo>
                    <a:pt x="20057" y="2945"/>
                  </a:lnTo>
                  <a:lnTo>
                    <a:pt x="20571" y="4909"/>
                  </a:lnTo>
                  <a:lnTo>
                    <a:pt x="21086" y="7855"/>
                  </a:lnTo>
                  <a:lnTo>
                    <a:pt x="20571" y="10309"/>
                  </a:lnTo>
                  <a:lnTo>
                    <a:pt x="20571" y="11291"/>
                  </a:lnTo>
                  <a:lnTo>
                    <a:pt x="20057" y="13745"/>
                  </a:lnTo>
                  <a:lnTo>
                    <a:pt x="19543" y="16691"/>
                  </a:lnTo>
                  <a:lnTo>
                    <a:pt x="20057" y="18655"/>
                  </a:lnTo>
                  <a:lnTo>
                    <a:pt x="21600" y="21600"/>
                  </a:lnTo>
                  <a:lnTo>
                    <a:pt x="16971" y="20127"/>
                  </a:lnTo>
                  <a:lnTo>
                    <a:pt x="10800" y="21109"/>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331" name="Shape 331"/>
            <p:cNvSpPr/>
            <p:nvPr/>
          </p:nvSpPr>
          <p:spPr>
            <a:xfrm>
              <a:off x="667304" y="6648227"/>
              <a:ext cx="316545" cy="162571"/>
            </a:xfrm>
            <a:custGeom>
              <a:avLst/>
              <a:gdLst/>
              <a:ahLst/>
              <a:cxnLst>
                <a:cxn ang="0">
                  <a:pos x="wd2" y="hd2"/>
                </a:cxn>
                <a:cxn ang="5400000">
                  <a:pos x="wd2" y="hd2"/>
                </a:cxn>
                <a:cxn ang="10800000">
                  <a:pos x="wd2" y="hd2"/>
                </a:cxn>
                <a:cxn ang="16200000">
                  <a:pos x="wd2" y="hd2"/>
                </a:cxn>
              </a:cxnLst>
              <a:rect l="0" t="0" r="r" b="b"/>
              <a:pathLst>
                <a:path w="21600" h="21600" extrusionOk="0">
                  <a:moveTo>
                    <a:pt x="8173" y="4547"/>
                  </a:moveTo>
                  <a:lnTo>
                    <a:pt x="5838" y="4547"/>
                  </a:lnTo>
                  <a:lnTo>
                    <a:pt x="3503" y="6821"/>
                  </a:lnTo>
                  <a:lnTo>
                    <a:pt x="2335" y="9095"/>
                  </a:lnTo>
                  <a:lnTo>
                    <a:pt x="1168" y="12505"/>
                  </a:lnTo>
                  <a:lnTo>
                    <a:pt x="0" y="21600"/>
                  </a:lnTo>
                  <a:lnTo>
                    <a:pt x="584" y="21600"/>
                  </a:lnTo>
                  <a:lnTo>
                    <a:pt x="1751" y="20463"/>
                  </a:lnTo>
                  <a:lnTo>
                    <a:pt x="2919" y="20463"/>
                  </a:lnTo>
                  <a:lnTo>
                    <a:pt x="4670" y="21600"/>
                  </a:lnTo>
                  <a:lnTo>
                    <a:pt x="6422" y="21600"/>
                  </a:lnTo>
                  <a:lnTo>
                    <a:pt x="8173" y="20463"/>
                  </a:lnTo>
                  <a:lnTo>
                    <a:pt x="10508" y="20463"/>
                  </a:lnTo>
                  <a:lnTo>
                    <a:pt x="10508" y="18189"/>
                  </a:lnTo>
                  <a:lnTo>
                    <a:pt x="11676" y="15916"/>
                  </a:lnTo>
                  <a:lnTo>
                    <a:pt x="11676" y="14779"/>
                  </a:lnTo>
                  <a:lnTo>
                    <a:pt x="12843" y="12505"/>
                  </a:lnTo>
                  <a:lnTo>
                    <a:pt x="13427" y="12505"/>
                  </a:lnTo>
                  <a:lnTo>
                    <a:pt x="14595" y="11368"/>
                  </a:lnTo>
                  <a:lnTo>
                    <a:pt x="18097" y="11368"/>
                  </a:lnTo>
                  <a:lnTo>
                    <a:pt x="18681" y="12505"/>
                  </a:lnTo>
                  <a:lnTo>
                    <a:pt x="21016" y="12505"/>
                  </a:lnTo>
                  <a:lnTo>
                    <a:pt x="21600" y="11368"/>
                  </a:lnTo>
                  <a:lnTo>
                    <a:pt x="21600" y="10232"/>
                  </a:lnTo>
                  <a:lnTo>
                    <a:pt x="21016" y="9095"/>
                  </a:lnTo>
                  <a:lnTo>
                    <a:pt x="20432" y="9095"/>
                  </a:lnTo>
                  <a:lnTo>
                    <a:pt x="19265" y="7958"/>
                  </a:lnTo>
                  <a:lnTo>
                    <a:pt x="18681" y="6821"/>
                  </a:lnTo>
                  <a:lnTo>
                    <a:pt x="17514" y="2274"/>
                  </a:lnTo>
                  <a:lnTo>
                    <a:pt x="17514" y="1137"/>
                  </a:lnTo>
                  <a:lnTo>
                    <a:pt x="16930" y="0"/>
                  </a:lnTo>
                  <a:lnTo>
                    <a:pt x="16346" y="0"/>
                  </a:lnTo>
                  <a:lnTo>
                    <a:pt x="15762" y="1137"/>
                  </a:lnTo>
                  <a:lnTo>
                    <a:pt x="14595" y="1137"/>
                  </a:lnTo>
                  <a:lnTo>
                    <a:pt x="13427" y="2274"/>
                  </a:lnTo>
                  <a:lnTo>
                    <a:pt x="11676" y="3411"/>
                  </a:lnTo>
                  <a:lnTo>
                    <a:pt x="10508" y="4547"/>
                  </a:lnTo>
                  <a:lnTo>
                    <a:pt x="8173" y="4547"/>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332" name="Shape 332"/>
            <p:cNvSpPr/>
            <p:nvPr/>
          </p:nvSpPr>
          <p:spPr>
            <a:xfrm>
              <a:off x="821298" y="6733790"/>
              <a:ext cx="136885" cy="453485"/>
            </a:xfrm>
            <a:custGeom>
              <a:avLst/>
              <a:gdLst/>
              <a:ahLst/>
              <a:cxnLst>
                <a:cxn ang="0">
                  <a:pos x="wd2" y="hd2"/>
                </a:cxn>
                <a:cxn ang="5400000">
                  <a:pos x="wd2" y="hd2"/>
                </a:cxn>
                <a:cxn ang="10800000">
                  <a:pos x="wd2" y="hd2"/>
                </a:cxn>
                <a:cxn ang="16200000">
                  <a:pos x="wd2" y="hd2"/>
                </a:cxn>
              </a:cxnLst>
              <a:rect l="0" t="0" r="r" b="b"/>
              <a:pathLst>
                <a:path w="21600" h="21600" extrusionOk="0">
                  <a:moveTo>
                    <a:pt x="9450" y="0"/>
                  </a:moveTo>
                  <a:lnTo>
                    <a:pt x="8100" y="0"/>
                  </a:lnTo>
                  <a:lnTo>
                    <a:pt x="5400" y="408"/>
                  </a:lnTo>
                  <a:lnTo>
                    <a:pt x="2700" y="1223"/>
                  </a:lnTo>
                  <a:lnTo>
                    <a:pt x="2700" y="2038"/>
                  </a:lnTo>
                  <a:lnTo>
                    <a:pt x="1350" y="2445"/>
                  </a:lnTo>
                  <a:lnTo>
                    <a:pt x="0" y="2445"/>
                  </a:lnTo>
                  <a:lnTo>
                    <a:pt x="0" y="2853"/>
                  </a:lnTo>
                  <a:lnTo>
                    <a:pt x="1350" y="3668"/>
                  </a:lnTo>
                  <a:lnTo>
                    <a:pt x="1350" y="4891"/>
                  </a:lnTo>
                  <a:lnTo>
                    <a:pt x="4050" y="6521"/>
                  </a:lnTo>
                  <a:lnTo>
                    <a:pt x="4050" y="8966"/>
                  </a:lnTo>
                  <a:lnTo>
                    <a:pt x="5400" y="10189"/>
                  </a:lnTo>
                  <a:lnTo>
                    <a:pt x="4050" y="11819"/>
                  </a:lnTo>
                  <a:lnTo>
                    <a:pt x="4050" y="12634"/>
                  </a:lnTo>
                  <a:lnTo>
                    <a:pt x="2700" y="13857"/>
                  </a:lnTo>
                  <a:lnTo>
                    <a:pt x="2700" y="15079"/>
                  </a:lnTo>
                  <a:lnTo>
                    <a:pt x="1350" y="16302"/>
                  </a:lnTo>
                  <a:lnTo>
                    <a:pt x="1350" y="17932"/>
                  </a:lnTo>
                  <a:lnTo>
                    <a:pt x="6750" y="21192"/>
                  </a:lnTo>
                  <a:lnTo>
                    <a:pt x="18900" y="21600"/>
                  </a:lnTo>
                  <a:lnTo>
                    <a:pt x="18900" y="20785"/>
                  </a:lnTo>
                  <a:lnTo>
                    <a:pt x="21600" y="15079"/>
                  </a:lnTo>
                  <a:lnTo>
                    <a:pt x="21600" y="10189"/>
                  </a:lnTo>
                  <a:lnTo>
                    <a:pt x="20250" y="8151"/>
                  </a:lnTo>
                  <a:lnTo>
                    <a:pt x="20250" y="7336"/>
                  </a:lnTo>
                  <a:lnTo>
                    <a:pt x="16200" y="1630"/>
                  </a:lnTo>
                  <a:lnTo>
                    <a:pt x="13500" y="408"/>
                  </a:lnTo>
                  <a:lnTo>
                    <a:pt x="9450" y="0"/>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333" name="Shape 333"/>
            <p:cNvSpPr/>
            <p:nvPr/>
          </p:nvSpPr>
          <p:spPr>
            <a:xfrm>
              <a:off x="906850" y="6733790"/>
              <a:ext cx="111219" cy="453485"/>
            </a:xfrm>
            <a:custGeom>
              <a:avLst/>
              <a:gdLst/>
              <a:ahLst/>
              <a:cxnLst>
                <a:cxn ang="0">
                  <a:pos x="wd2" y="hd2"/>
                </a:cxn>
                <a:cxn ang="5400000">
                  <a:pos x="wd2" y="hd2"/>
                </a:cxn>
                <a:cxn ang="10800000">
                  <a:pos x="wd2" y="hd2"/>
                </a:cxn>
                <a:cxn ang="16200000">
                  <a:pos x="wd2" y="hd2"/>
                </a:cxn>
              </a:cxnLst>
              <a:rect l="0" t="0" r="r" b="b"/>
              <a:pathLst>
                <a:path w="21600" h="21600" extrusionOk="0">
                  <a:moveTo>
                    <a:pt x="0" y="408"/>
                  </a:moveTo>
                  <a:lnTo>
                    <a:pt x="3323" y="0"/>
                  </a:lnTo>
                  <a:lnTo>
                    <a:pt x="6646" y="408"/>
                  </a:lnTo>
                  <a:lnTo>
                    <a:pt x="11631" y="408"/>
                  </a:lnTo>
                  <a:lnTo>
                    <a:pt x="11631" y="2038"/>
                  </a:lnTo>
                  <a:lnTo>
                    <a:pt x="14954" y="2853"/>
                  </a:lnTo>
                  <a:lnTo>
                    <a:pt x="16615" y="3668"/>
                  </a:lnTo>
                  <a:lnTo>
                    <a:pt x="19938" y="4483"/>
                  </a:lnTo>
                  <a:lnTo>
                    <a:pt x="19938" y="5706"/>
                  </a:lnTo>
                  <a:lnTo>
                    <a:pt x="21600" y="7336"/>
                  </a:lnTo>
                  <a:lnTo>
                    <a:pt x="21600" y="19562"/>
                  </a:lnTo>
                  <a:lnTo>
                    <a:pt x="19938" y="19562"/>
                  </a:lnTo>
                  <a:lnTo>
                    <a:pt x="16615" y="19970"/>
                  </a:lnTo>
                  <a:lnTo>
                    <a:pt x="14954" y="20377"/>
                  </a:lnTo>
                  <a:lnTo>
                    <a:pt x="11631" y="20785"/>
                  </a:lnTo>
                  <a:lnTo>
                    <a:pt x="6646" y="21600"/>
                  </a:lnTo>
                  <a:lnTo>
                    <a:pt x="6646" y="20785"/>
                  </a:lnTo>
                  <a:lnTo>
                    <a:pt x="9969" y="15079"/>
                  </a:lnTo>
                  <a:lnTo>
                    <a:pt x="9969" y="12226"/>
                  </a:lnTo>
                  <a:lnTo>
                    <a:pt x="8308" y="9781"/>
                  </a:lnTo>
                  <a:lnTo>
                    <a:pt x="8308" y="6928"/>
                  </a:lnTo>
                  <a:lnTo>
                    <a:pt x="6646" y="5706"/>
                  </a:lnTo>
                  <a:lnTo>
                    <a:pt x="4985" y="2038"/>
                  </a:lnTo>
                  <a:lnTo>
                    <a:pt x="3323" y="2038"/>
                  </a:lnTo>
                  <a:lnTo>
                    <a:pt x="3323" y="1630"/>
                  </a:lnTo>
                  <a:lnTo>
                    <a:pt x="1662" y="815"/>
                  </a:lnTo>
                  <a:lnTo>
                    <a:pt x="1662" y="408"/>
                  </a:lnTo>
                  <a:lnTo>
                    <a:pt x="0" y="408"/>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334" name="Shape 334"/>
            <p:cNvSpPr/>
            <p:nvPr/>
          </p:nvSpPr>
          <p:spPr>
            <a:xfrm>
              <a:off x="958181" y="6708120"/>
              <a:ext cx="179661" cy="436372"/>
            </a:xfrm>
            <a:custGeom>
              <a:avLst/>
              <a:gdLst/>
              <a:ahLst/>
              <a:cxnLst>
                <a:cxn ang="0">
                  <a:pos x="wd2" y="hd2"/>
                </a:cxn>
                <a:cxn ang="5400000">
                  <a:pos x="wd2" y="hd2"/>
                </a:cxn>
                <a:cxn ang="10800000">
                  <a:pos x="wd2" y="hd2"/>
                </a:cxn>
                <a:cxn ang="16200000">
                  <a:pos x="wd2" y="hd2"/>
                </a:cxn>
              </a:cxnLst>
              <a:rect l="0" t="0" r="r" b="b"/>
              <a:pathLst>
                <a:path w="21600" h="21600" extrusionOk="0">
                  <a:moveTo>
                    <a:pt x="7200" y="21600"/>
                  </a:moveTo>
                  <a:lnTo>
                    <a:pt x="7200" y="7624"/>
                  </a:lnTo>
                  <a:lnTo>
                    <a:pt x="6171" y="6353"/>
                  </a:lnTo>
                  <a:lnTo>
                    <a:pt x="4114" y="5082"/>
                  </a:lnTo>
                  <a:lnTo>
                    <a:pt x="3086" y="4235"/>
                  </a:lnTo>
                  <a:lnTo>
                    <a:pt x="1029" y="3812"/>
                  </a:lnTo>
                  <a:lnTo>
                    <a:pt x="0" y="2541"/>
                  </a:lnTo>
                  <a:lnTo>
                    <a:pt x="1029" y="1694"/>
                  </a:lnTo>
                  <a:lnTo>
                    <a:pt x="7200" y="1694"/>
                  </a:lnTo>
                  <a:lnTo>
                    <a:pt x="8229" y="0"/>
                  </a:lnTo>
                  <a:lnTo>
                    <a:pt x="14400" y="2118"/>
                  </a:lnTo>
                  <a:lnTo>
                    <a:pt x="20571" y="4659"/>
                  </a:lnTo>
                  <a:lnTo>
                    <a:pt x="21600" y="7200"/>
                  </a:lnTo>
                  <a:lnTo>
                    <a:pt x="19543" y="10165"/>
                  </a:lnTo>
                  <a:lnTo>
                    <a:pt x="19543" y="11012"/>
                  </a:lnTo>
                  <a:lnTo>
                    <a:pt x="18514" y="13553"/>
                  </a:lnTo>
                  <a:lnTo>
                    <a:pt x="18514" y="17365"/>
                  </a:lnTo>
                  <a:lnTo>
                    <a:pt x="17486" y="20753"/>
                  </a:lnTo>
                  <a:lnTo>
                    <a:pt x="7200" y="21600"/>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335" name="Shape 335"/>
            <p:cNvSpPr/>
            <p:nvPr/>
          </p:nvSpPr>
          <p:spPr>
            <a:xfrm>
              <a:off x="282321" y="5322004"/>
              <a:ext cx="675862" cy="539048"/>
            </a:xfrm>
            <a:custGeom>
              <a:avLst/>
              <a:gdLst/>
              <a:ahLst/>
              <a:cxnLst>
                <a:cxn ang="0">
                  <a:pos x="wd2" y="hd2"/>
                </a:cxn>
                <a:cxn ang="5400000">
                  <a:pos x="wd2" y="hd2"/>
                </a:cxn>
                <a:cxn ang="10800000">
                  <a:pos x="wd2" y="hd2"/>
                </a:cxn>
                <a:cxn ang="16200000">
                  <a:pos x="wd2" y="hd2"/>
                </a:cxn>
              </a:cxnLst>
              <a:rect l="0" t="0" r="r" b="b"/>
              <a:pathLst>
                <a:path w="21600" h="21600" extrusionOk="0">
                  <a:moveTo>
                    <a:pt x="0" y="20571"/>
                  </a:moveTo>
                  <a:lnTo>
                    <a:pt x="273" y="20229"/>
                  </a:lnTo>
                  <a:lnTo>
                    <a:pt x="273" y="19886"/>
                  </a:lnTo>
                  <a:lnTo>
                    <a:pt x="1914" y="19200"/>
                  </a:lnTo>
                  <a:lnTo>
                    <a:pt x="3008" y="18171"/>
                  </a:lnTo>
                  <a:lnTo>
                    <a:pt x="5195" y="15429"/>
                  </a:lnTo>
                  <a:lnTo>
                    <a:pt x="6015" y="14057"/>
                  </a:lnTo>
                  <a:lnTo>
                    <a:pt x="6289" y="13714"/>
                  </a:lnTo>
                  <a:lnTo>
                    <a:pt x="6289" y="11657"/>
                  </a:lnTo>
                  <a:lnTo>
                    <a:pt x="6835" y="10286"/>
                  </a:lnTo>
                  <a:lnTo>
                    <a:pt x="7656" y="9257"/>
                  </a:lnTo>
                  <a:lnTo>
                    <a:pt x="8203" y="8229"/>
                  </a:lnTo>
                  <a:lnTo>
                    <a:pt x="8203" y="7543"/>
                  </a:lnTo>
                  <a:lnTo>
                    <a:pt x="8749" y="6857"/>
                  </a:lnTo>
                  <a:lnTo>
                    <a:pt x="9023" y="6171"/>
                  </a:lnTo>
                  <a:lnTo>
                    <a:pt x="10116" y="5486"/>
                  </a:lnTo>
                  <a:lnTo>
                    <a:pt x="10390" y="5143"/>
                  </a:lnTo>
                  <a:lnTo>
                    <a:pt x="10663" y="5143"/>
                  </a:lnTo>
                  <a:lnTo>
                    <a:pt x="10390" y="3429"/>
                  </a:lnTo>
                  <a:lnTo>
                    <a:pt x="10390" y="2400"/>
                  </a:lnTo>
                  <a:lnTo>
                    <a:pt x="10663" y="1371"/>
                  </a:lnTo>
                  <a:lnTo>
                    <a:pt x="10663" y="686"/>
                  </a:lnTo>
                  <a:lnTo>
                    <a:pt x="10937" y="0"/>
                  </a:lnTo>
                  <a:lnTo>
                    <a:pt x="11210" y="0"/>
                  </a:lnTo>
                  <a:lnTo>
                    <a:pt x="11484" y="343"/>
                  </a:lnTo>
                  <a:lnTo>
                    <a:pt x="12577" y="1029"/>
                  </a:lnTo>
                  <a:lnTo>
                    <a:pt x="14218" y="1714"/>
                  </a:lnTo>
                  <a:lnTo>
                    <a:pt x="15585" y="2057"/>
                  </a:lnTo>
                  <a:lnTo>
                    <a:pt x="18866" y="2057"/>
                  </a:lnTo>
                  <a:lnTo>
                    <a:pt x="19413" y="2400"/>
                  </a:lnTo>
                  <a:lnTo>
                    <a:pt x="19959" y="3771"/>
                  </a:lnTo>
                  <a:lnTo>
                    <a:pt x="19959" y="6514"/>
                  </a:lnTo>
                  <a:lnTo>
                    <a:pt x="20506" y="7886"/>
                  </a:lnTo>
                  <a:lnTo>
                    <a:pt x="21600" y="9257"/>
                  </a:lnTo>
                  <a:lnTo>
                    <a:pt x="19413" y="9257"/>
                  </a:lnTo>
                  <a:lnTo>
                    <a:pt x="19139" y="9600"/>
                  </a:lnTo>
                  <a:lnTo>
                    <a:pt x="18592" y="9943"/>
                  </a:lnTo>
                  <a:lnTo>
                    <a:pt x="18592" y="10629"/>
                  </a:lnTo>
                  <a:lnTo>
                    <a:pt x="18319" y="12686"/>
                  </a:lnTo>
                  <a:lnTo>
                    <a:pt x="11210" y="15771"/>
                  </a:lnTo>
                  <a:lnTo>
                    <a:pt x="9296" y="16457"/>
                  </a:lnTo>
                  <a:lnTo>
                    <a:pt x="8203" y="17829"/>
                  </a:lnTo>
                  <a:lnTo>
                    <a:pt x="6562" y="18857"/>
                  </a:lnTo>
                  <a:lnTo>
                    <a:pt x="7109" y="21600"/>
                  </a:lnTo>
                  <a:lnTo>
                    <a:pt x="0" y="20571"/>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336" name="Shape 336"/>
            <p:cNvSpPr/>
            <p:nvPr/>
          </p:nvSpPr>
          <p:spPr>
            <a:xfrm>
              <a:off x="1385941" y="5227885"/>
              <a:ext cx="222437" cy="479153"/>
            </a:xfrm>
            <a:custGeom>
              <a:avLst/>
              <a:gdLst/>
              <a:ahLst/>
              <a:cxnLst>
                <a:cxn ang="0">
                  <a:pos x="wd2" y="hd2"/>
                </a:cxn>
                <a:cxn ang="5400000">
                  <a:pos x="wd2" y="hd2"/>
                </a:cxn>
                <a:cxn ang="10800000">
                  <a:pos x="wd2" y="hd2"/>
                </a:cxn>
                <a:cxn ang="16200000">
                  <a:pos x="wd2" y="hd2"/>
                </a:cxn>
              </a:cxnLst>
              <a:rect l="0" t="0" r="r" b="b"/>
              <a:pathLst>
                <a:path w="21600" h="21600" extrusionOk="0">
                  <a:moveTo>
                    <a:pt x="4154" y="2314"/>
                  </a:moveTo>
                  <a:lnTo>
                    <a:pt x="3323" y="2314"/>
                  </a:lnTo>
                  <a:lnTo>
                    <a:pt x="3323" y="2700"/>
                  </a:lnTo>
                  <a:lnTo>
                    <a:pt x="1662" y="4243"/>
                  </a:lnTo>
                  <a:lnTo>
                    <a:pt x="1662" y="6943"/>
                  </a:lnTo>
                  <a:lnTo>
                    <a:pt x="0" y="7714"/>
                  </a:lnTo>
                  <a:lnTo>
                    <a:pt x="0" y="9257"/>
                  </a:lnTo>
                  <a:lnTo>
                    <a:pt x="831" y="9643"/>
                  </a:lnTo>
                  <a:lnTo>
                    <a:pt x="831" y="11186"/>
                  </a:lnTo>
                  <a:lnTo>
                    <a:pt x="1662" y="11957"/>
                  </a:lnTo>
                  <a:lnTo>
                    <a:pt x="2492" y="12343"/>
                  </a:lnTo>
                  <a:lnTo>
                    <a:pt x="3323" y="12343"/>
                  </a:lnTo>
                  <a:lnTo>
                    <a:pt x="4154" y="12729"/>
                  </a:lnTo>
                  <a:lnTo>
                    <a:pt x="4154" y="13114"/>
                  </a:lnTo>
                  <a:lnTo>
                    <a:pt x="4985" y="14657"/>
                  </a:lnTo>
                  <a:lnTo>
                    <a:pt x="5815" y="16971"/>
                  </a:lnTo>
                  <a:lnTo>
                    <a:pt x="7477" y="19671"/>
                  </a:lnTo>
                  <a:lnTo>
                    <a:pt x="9138" y="21600"/>
                  </a:lnTo>
                  <a:lnTo>
                    <a:pt x="9969" y="21600"/>
                  </a:lnTo>
                  <a:lnTo>
                    <a:pt x="10800" y="20829"/>
                  </a:lnTo>
                  <a:lnTo>
                    <a:pt x="12462" y="20443"/>
                  </a:lnTo>
                  <a:lnTo>
                    <a:pt x="14123" y="19671"/>
                  </a:lnTo>
                  <a:lnTo>
                    <a:pt x="14954" y="18900"/>
                  </a:lnTo>
                  <a:lnTo>
                    <a:pt x="16615" y="18514"/>
                  </a:lnTo>
                  <a:lnTo>
                    <a:pt x="16615" y="17743"/>
                  </a:lnTo>
                  <a:lnTo>
                    <a:pt x="15785" y="17357"/>
                  </a:lnTo>
                  <a:lnTo>
                    <a:pt x="15785" y="16200"/>
                  </a:lnTo>
                  <a:lnTo>
                    <a:pt x="17446" y="15814"/>
                  </a:lnTo>
                  <a:lnTo>
                    <a:pt x="18277" y="15814"/>
                  </a:lnTo>
                  <a:lnTo>
                    <a:pt x="19108" y="15429"/>
                  </a:lnTo>
                  <a:lnTo>
                    <a:pt x="19938" y="14657"/>
                  </a:lnTo>
                  <a:lnTo>
                    <a:pt x="19938" y="13886"/>
                  </a:lnTo>
                  <a:lnTo>
                    <a:pt x="19108" y="13114"/>
                  </a:lnTo>
                  <a:lnTo>
                    <a:pt x="19108" y="12343"/>
                  </a:lnTo>
                  <a:lnTo>
                    <a:pt x="18277" y="11957"/>
                  </a:lnTo>
                  <a:lnTo>
                    <a:pt x="18277" y="11571"/>
                  </a:lnTo>
                  <a:lnTo>
                    <a:pt x="17446" y="11571"/>
                  </a:lnTo>
                  <a:lnTo>
                    <a:pt x="17446" y="10414"/>
                  </a:lnTo>
                  <a:lnTo>
                    <a:pt x="18277" y="9643"/>
                  </a:lnTo>
                  <a:lnTo>
                    <a:pt x="19938" y="8871"/>
                  </a:lnTo>
                  <a:lnTo>
                    <a:pt x="20769" y="8871"/>
                  </a:lnTo>
                  <a:lnTo>
                    <a:pt x="20769" y="8100"/>
                  </a:lnTo>
                  <a:lnTo>
                    <a:pt x="19108" y="7329"/>
                  </a:lnTo>
                  <a:lnTo>
                    <a:pt x="19108" y="6943"/>
                  </a:lnTo>
                  <a:lnTo>
                    <a:pt x="18277" y="6171"/>
                  </a:lnTo>
                  <a:lnTo>
                    <a:pt x="18277" y="5400"/>
                  </a:lnTo>
                  <a:lnTo>
                    <a:pt x="19108" y="5014"/>
                  </a:lnTo>
                  <a:lnTo>
                    <a:pt x="19108" y="4629"/>
                  </a:lnTo>
                  <a:lnTo>
                    <a:pt x="20769" y="4243"/>
                  </a:lnTo>
                  <a:lnTo>
                    <a:pt x="21600" y="3857"/>
                  </a:lnTo>
                  <a:lnTo>
                    <a:pt x="19938" y="2314"/>
                  </a:lnTo>
                  <a:lnTo>
                    <a:pt x="13292" y="386"/>
                  </a:lnTo>
                  <a:lnTo>
                    <a:pt x="12462" y="0"/>
                  </a:lnTo>
                  <a:lnTo>
                    <a:pt x="10800" y="0"/>
                  </a:lnTo>
                  <a:lnTo>
                    <a:pt x="7477" y="771"/>
                  </a:lnTo>
                  <a:lnTo>
                    <a:pt x="6646" y="771"/>
                  </a:lnTo>
                  <a:lnTo>
                    <a:pt x="4985" y="1543"/>
                  </a:lnTo>
                  <a:lnTo>
                    <a:pt x="4154" y="2314"/>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337" name="Shape 337"/>
            <p:cNvSpPr/>
            <p:nvPr/>
          </p:nvSpPr>
          <p:spPr>
            <a:xfrm>
              <a:off x="1480048" y="5493129"/>
              <a:ext cx="881186" cy="864187"/>
            </a:xfrm>
            <a:custGeom>
              <a:avLst/>
              <a:gdLst/>
              <a:ahLst/>
              <a:cxnLst>
                <a:cxn ang="0">
                  <a:pos x="wd2" y="hd2"/>
                </a:cxn>
                <a:cxn ang="5400000">
                  <a:pos x="wd2" y="hd2"/>
                </a:cxn>
                <a:cxn ang="10800000">
                  <a:pos x="wd2" y="hd2"/>
                </a:cxn>
                <a:cxn ang="16200000">
                  <a:pos x="wd2" y="hd2"/>
                </a:cxn>
              </a:cxnLst>
              <a:rect l="0" t="0" r="r" b="b"/>
              <a:pathLst>
                <a:path w="21600" h="21600" extrusionOk="0">
                  <a:moveTo>
                    <a:pt x="21600" y="3636"/>
                  </a:moveTo>
                  <a:lnTo>
                    <a:pt x="20971" y="3636"/>
                  </a:lnTo>
                  <a:lnTo>
                    <a:pt x="20132" y="3208"/>
                  </a:lnTo>
                  <a:lnTo>
                    <a:pt x="19503" y="2780"/>
                  </a:lnTo>
                  <a:lnTo>
                    <a:pt x="19083" y="2566"/>
                  </a:lnTo>
                  <a:lnTo>
                    <a:pt x="18454" y="2566"/>
                  </a:lnTo>
                  <a:lnTo>
                    <a:pt x="18245" y="2352"/>
                  </a:lnTo>
                  <a:lnTo>
                    <a:pt x="16986" y="2352"/>
                  </a:lnTo>
                  <a:lnTo>
                    <a:pt x="16148" y="2566"/>
                  </a:lnTo>
                  <a:lnTo>
                    <a:pt x="15518" y="2780"/>
                  </a:lnTo>
                  <a:lnTo>
                    <a:pt x="14889" y="2780"/>
                  </a:lnTo>
                  <a:lnTo>
                    <a:pt x="14470" y="2994"/>
                  </a:lnTo>
                  <a:lnTo>
                    <a:pt x="14470" y="3422"/>
                  </a:lnTo>
                  <a:lnTo>
                    <a:pt x="14260" y="3636"/>
                  </a:lnTo>
                  <a:lnTo>
                    <a:pt x="14470" y="4063"/>
                  </a:lnTo>
                  <a:lnTo>
                    <a:pt x="14470" y="4491"/>
                  </a:lnTo>
                  <a:lnTo>
                    <a:pt x="14680" y="4705"/>
                  </a:lnTo>
                  <a:lnTo>
                    <a:pt x="14680" y="4919"/>
                  </a:lnTo>
                  <a:lnTo>
                    <a:pt x="14470" y="5774"/>
                  </a:lnTo>
                  <a:lnTo>
                    <a:pt x="13841" y="5988"/>
                  </a:lnTo>
                  <a:lnTo>
                    <a:pt x="12792" y="5988"/>
                  </a:lnTo>
                  <a:lnTo>
                    <a:pt x="11115" y="5560"/>
                  </a:lnTo>
                  <a:lnTo>
                    <a:pt x="10485" y="5133"/>
                  </a:lnTo>
                  <a:lnTo>
                    <a:pt x="10066" y="4705"/>
                  </a:lnTo>
                  <a:lnTo>
                    <a:pt x="9437" y="4277"/>
                  </a:lnTo>
                  <a:lnTo>
                    <a:pt x="9227" y="3850"/>
                  </a:lnTo>
                  <a:lnTo>
                    <a:pt x="9017" y="3208"/>
                  </a:lnTo>
                  <a:lnTo>
                    <a:pt x="8388" y="1925"/>
                  </a:lnTo>
                  <a:lnTo>
                    <a:pt x="8179" y="1711"/>
                  </a:lnTo>
                  <a:lnTo>
                    <a:pt x="6082" y="1283"/>
                  </a:lnTo>
                  <a:lnTo>
                    <a:pt x="5872" y="1069"/>
                  </a:lnTo>
                  <a:lnTo>
                    <a:pt x="5452" y="855"/>
                  </a:lnTo>
                  <a:lnTo>
                    <a:pt x="4823" y="642"/>
                  </a:lnTo>
                  <a:lnTo>
                    <a:pt x="4404" y="428"/>
                  </a:lnTo>
                  <a:lnTo>
                    <a:pt x="3984" y="428"/>
                  </a:lnTo>
                  <a:lnTo>
                    <a:pt x="2517" y="0"/>
                  </a:lnTo>
                  <a:lnTo>
                    <a:pt x="2517" y="428"/>
                  </a:lnTo>
                  <a:lnTo>
                    <a:pt x="2726" y="855"/>
                  </a:lnTo>
                  <a:lnTo>
                    <a:pt x="2726" y="1711"/>
                  </a:lnTo>
                  <a:lnTo>
                    <a:pt x="2307" y="2139"/>
                  </a:lnTo>
                  <a:lnTo>
                    <a:pt x="1887" y="2139"/>
                  </a:lnTo>
                  <a:lnTo>
                    <a:pt x="1887" y="2352"/>
                  </a:lnTo>
                  <a:lnTo>
                    <a:pt x="1678" y="2352"/>
                  </a:lnTo>
                  <a:lnTo>
                    <a:pt x="1678" y="2780"/>
                  </a:lnTo>
                  <a:lnTo>
                    <a:pt x="1887" y="3208"/>
                  </a:lnTo>
                  <a:lnTo>
                    <a:pt x="1887" y="3422"/>
                  </a:lnTo>
                  <a:lnTo>
                    <a:pt x="1468" y="3850"/>
                  </a:lnTo>
                  <a:lnTo>
                    <a:pt x="1258" y="4277"/>
                  </a:lnTo>
                  <a:lnTo>
                    <a:pt x="839" y="4491"/>
                  </a:lnTo>
                  <a:lnTo>
                    <a:pt x="629" y="4919"/>
                  </a:lnTo>
                  <a:lnTo>
                    <a:pt x="210" y="5133"/>
                  </a:lnTo>
                  <a:lnTo>
                    <a:pt x="210" y="5347"/>
                  </a:lnTo>
                  <a:lnTo>
                    <a:pt x="0" y="5347"/>
                  </a:lnTo>
                  <a:lnTo>
                    <a:pt x="210" y="5347"/>
                  </a:lnTo>
                  <a:lnTo>
                    <a:pt x="210" y="5988"/>
                  </a:lnTo>
                  <a:lnTo>
                    <a:pt x="419" y="6416"/>
                  </a:lnTo>
                  <a:lnTo>
                    <a:pt x="419" y="7699"/>
                  </a:lnTo>
                  <a:lnTo>
                    <a:pt x="629" y="8127"/>
                  </a:lnTo>
                  <a:lnTo>
                    <a:pt x="629" y="8554"/>
                  </a:lnTo>
                  <a:lnTo>
                    <a:pt x="1049" y="8982"/>
                  </a:lnTo>
                  <a:lnTo>
                    <a:pt x="1258" y="9410"/>
                  </a:lnTo>
                  <a:lnTo>
                    <a:pt x="1258" y="11335"/>
                  </a:lnTo>
                  <a:lnTo>
                    <a:pt x="1049" y="11549"/>
                  </a:lnTo>
                  <a:lnTo>
                    <a:pt x="1468" y="11976"/>
                  </a:lnTo>
                  <a:lnTo>
                    <a:pt x="1468" y="13046"/>
                  </a:lnTo>
                  <a:lnTo>
                    <a:pt x="2936" y="15184"/>
                  </a:lnTo>
                  <a:lnTo>
                    <a:pt x="3775" y="15184"/>
                  </a:lnTo>
                  <a:lnTo>
                    <a:pt x="4404" y="15826"/>
                  </a:lnTo>
                  <a:lnTo>
                    <a:pt x="4614" y="16253"/>
                  </a:lnTo>
                  <a:lnTo>
                    <a:pt x="4823" y="16467"/>
                  </a:lnTo>
                  <a:lnTo>
                    <a:pt x="5033" y="16895"/>
                  </a:lnTo>
                  <a:lnTo>
                    <a:pt x="7969" y="16681"/>
                  </a:lnTo>
                  <a:lnTo>
                    <a:pt x="19293" y="21600"/>
                  </a:lnTo>
                  <a:lnTo>
                    <a:pt x="19293" y="19675"/>
                  </a:lnTo>
                  <a:lnTo>
                    <a:pt x="21600" y="19675"/>
                  </a:lnTo>
                  <a:lnTo>
                    <a:pt x="21600" y="3636"/>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338" name="Shape 338"/>
            <p:cNvSpPr/>
            <p:nvPr/>
          </p:nvSpPr>
          <p:spPr>
            <a:xfrm>
              <a:off x="1103619" y="6699564"/>
              <a:ext cx="624531" cy="51337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20121" y="0"/>
                  </a:lnTo>
                  <a:lnTo>
                    <a:pt x="19529" y="360"/>
                  </a:lnTo>
                  <a:lnTo>
                    <a:pt x="18641" y="720"/>
                  </a:lnTo>
                  <a:lnTo>
                    <a:pt x="18345" y="1080"/>
                  </a:lnTo>
                  <a:lnTo>
                    <a:pt x="17753" y="1080"/>
                  </a:lnTo>
                  <a:lnTo>
                    <a:pt x="17753" y="1440"/>
                  </a:lnTo>
                  <a:lnTo>
                    <a:pt x="15978" y="360"/>
                  </a:lnTo>
                  <a:lnTo>
                    <a:pt x="14203" y="720"/>
                  </a:lnTo>
                  <a:lnTo>
                    <a:pt x="13019" y="1080"/>
                  </a:lnTo>
                  <a:lnTo>
                    <a:pt x="12427" y="1440"/>
                  </a:lnTo>
                  <a:lnTo>
                    <a:pt x="11836" y="1080"/>
                  </a:lnTo>
                  <a:lnTo>
                    <a:pt x="11244" y="1080"/>
                  </a:lnTo>
                  <a:lnTo>
                    <a:pt x="10356" y="1440"/>
                  </a:lnTo>
                  <a:lnTo>
                    <a:pt x="10060" y="2160"/>
                  </a:lnTo>
                  <a:lnTo>
                    <a:pt x="9468" y="2520"/>
                  </a:lnTo>
                  <a:lnTo>
                    <a:pt x="9173" y="2880"/>
                  </a:lnTo>
                  <a:lnTo>
                    <a:pt x="8581" y="2520"/>
                  </a:lnTo>
                  <a:lnTo>
                    <a:pt x="7989" y="1800"/>
                  </a:lnTo>
                  <a:lnTo>
                    <a:pt x="7397" y="1800"/>
                  </a:lnTo>
                  <a:lnTo>
                    <a:pt x="6805" y="1440"/>
                  </a:lnTo>
                  <a:lnTo>
                    <a:pt x="6214" y="1440"/>
                  </a:lnTo>
                  <a:lnTo>
                    <a:pt x="5918" y="1080"/>
                  </a:lnTo>
                  <a:lnTo>
                    <a:pt x="3255" y="1080"/>
                  </a:lnTo>
                  <a:lnTo>
                    <a:pt x="2367" y="1440"/>
                  </a:lnTo>
                  <a:lnTo>
                    <a:pt x="1479" y="2160"/>
                  </a:lnTo>
                  <a:lnTo>
                    <a:pt x="888" y="2520"/>
                  </a:lnTo>
                  <a:lnTo>
                    <a:pt x="592" y="3240"/>
                  </a:lnTo>
                  <a:lnTo>
                    <a:pt x="296" y="3600"/>
                  </a:lnTo>
                  <a:lnTo>
                    <a:pt x="592" y="3960"/>
                  </a:lnTo>
                  <a:lnTo>
                    <a:pt x="592" y="4320"/>
                  </a:lnTo>
                  <a:lnTo>
                    <a:pt x="888" y="5040"/>
                  </a:lnTo>
                  <a:lnTo>
                    <a:pt x="888" y="8640"/>
                  </a:lnTo>
                  <a:lnTo>
                    <a:pt x="592" y="9000"/>
                  </a:lnTo>
                  <a:lnTo>
                    <a:pt x="296" y="9720"/>
                  </a:lnTo>
                  <a:lnTo>
                    <a:pt x="296" y="10440"/>
                  </a:lnTo>
                  <a:lnTo>
                    <a:pt x="0" y="11520"/>
                  </a:lnTo>
                  <a:lnTo>
                    <a:pt x="0" y="18000"/>
                  </a:lnTo>
                  <a:lnTo>
                    <a:pt x="2071" y="17640"/>
                  </a:lnTo>
                  <a:lnTo>
                    <a:pt x="2367" y="18000"/>
                  </a:lnTo>
                  <a:lnTo>
                    <a:pt x="3551" y="19080"/>
                  </a:lnTo>
                  <a:lnTo>
                    <a:pt x="5030" y="20160"/>
                  </a:lnTo>
                  <a:lnTo>
                    <a:pt x="7101" y="21240"/>
                  </a:lnTo>
                  <a:lnTo>
                    <a:pt x="7693" y="21240"/>
                  </a:lnTo>
                  <a:lnTo>
                    <a:pt x="9173" y="21600"/>
                  </a:lnTo>
                  <a:lnTo>
                    <a:pt x="12723" y="21600"/>
                  </a:lnTo>
                  <a:lnTo>
                    <a:pt x="13907" y="18360"/>
                  </a:lnTo>
                  <a:lnTo>
                    <a:pt x="13907" y="15840"/>
                  </a:lnTo>
                  <a:lnTo>
                    <a:pt x="14499" y="15120"/>
                  </a:lnTo>
                  <a:lnTo>
                    <a:pt x="14795" y="14400"/>
                  </a:lnTo>
                  <a:lnTo>
                    <a:pt x="15978" y="12960"/>
                  </a:lnTo>
                  <a:lnTo>
                    <a:pt x="16570" y="12600"/>
                  </a:lnTo>
                  <a:lnTo>
                    <a:pt x="17458" y="12240"/>
                  </a:lnTo>
                  <a:lnTo>
                    <a:pt x="18049" y="12960"/>
                  </a:lnTo>
                  <a:lnTo>
                    <a:pt x="18641" y="12960"/>
                  </a:lnTo>
                  <a:lnTo>
                    <a:pt x="18937" y="12600"/>
                  </a:lnTo>
                  <a:lnTo>
                    <a:pt x="19529" y="12240"/>
                  </a:lnTo>
                  <a:lnTo>
                    <a:pt x="20121" y="11520"/>
                  </a:lnTo>
                  <a:lnTo>
                    <a:pt x="20416" y="10080"/>
                  </a:lnTo>
                  <a:lnTo>
                    <a:pt x="21008" y="8280"/>
                  </a:lnTo>
                  <a:lnTo>
                    <a:pt x="21304" y="7560"/>
                  </a:lnTo>
                  <a:lnTo>
                    <a:pt x="21304" y="6480"/>
                  </a:lnTo>
                  <a:lnTo>
                    <a:pt x="21600" y="5400"/>
                  </a:lnTo>
                  <a:lnTo>
                    <a:pt x="21600" y="4320"/>
                  </a:lnTo>
                  <a:lnTo>
                    <a:pt x="21304" y="3240"/>
                  </a:lnTo>
                  <a:lnTo>
                    <a:pt x="21304" y="1440"/>
                  </a:lnTo>
                  <a:lnTo>
                    <a:pt x="21600" y="720"/>
                  </a:lnTo>
                  <a:lnTo>
                    <a:pt x="21600" y="0"/>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339" name="Shape 339"/>
            <p:cNvSpPr/>
            <p:nvPr/>
          </p:nvSpPr>
          <p:spPr>
            <a:xfrm>
              <a:off x="1616931" y="6100626"/>
              <a:ext cx="222437" cy="564715"/>
            </a:xfrm>
            <a:custGeom>
              <a:avLst/>
              <a:gdLst/>
              <a:ahLst/>
              <a:cxnLst>
                <a:cxn ang="0">
                  <a:pos x="wd2" y="hd2"/>
                </a:cxn>
                <a:cxn ang="5400000">
                  <a:pos x="wd2" y="hd2"/>
                </a:cxn>
                <a:cxn ang="10800000">
                  <a:pos x="wd2" y="hd2"/>
                </a:cxn>
                <a:cxn ang="16200000">
                  <a:pos x="wd2" y="hd2"/>
                </a:cxn>
              </a:cxnLst>
              <a:rect l="0" t="0" r="r" b="b"/>
              <a:pathLst>
                <a:path w="21600" h="21600" extrusionOk="0">
                  <a:moveTo>
                    <a:pt x="11631" y="21600"/>
                  </a:moveTo>
                  <a:lnTo>
                    <a:pt x="12462" y="19309"/>
                  </a:lnTo>
                  <a:lnTo>
                    <a:pt x="12462" y="18982"/>
                  </a:lnTo>
                  <a:lnTo>
                    <a:pt x="13292" y="18327"/>
                  </a:lnTo>
                  <a:lnTo>
                    <a:pt x="13292" y="17673"/>
                  </a:lnTo>
                  <a:lnTo>
                    <a:pt x="18277" y="15709"/>
                  </a:lnTo>
                  <a:lnTo>
                    <a:pt x="18277" y="10800"/>
                  </a:lnTo>
                  <a:lnTo>
                    <a:pt x="19108" y="8509"/>
                  </a:lnTo>
                  <a:lnTo>
                    <a:pt x="21600" y="7200"/>
                  </a:lnTo>
                  <a:lnTo>
                    <a:pt x="20769" y="7200"/>
                  </a:lnTo>
                  <a:lnTo>
                    <a:pt x="20769" y="6545"/>
                  </a:lnTo>
                  <a:lnTo>
                    <a:pt x="19938" y="5891"/>
                  </a:lnTo>
                  <a:lnTo>
                    <a:pt x="18277" y="3927"/>
                  </a:lnTo>
                  <a:lnTo>
                    <a:pt x="18277" y="2291"/>
                  </a:lnTo>
                  <a:lnTo>
                    <a:pt x="6646" y="2618"/>
                  </a:lnTo>
                  <a:lnTo>
                    <a:pt x="6646" y="2291"/>
                  </a:lnTo>
                  <a:lnTo>
                    <a:pt x="5815" y="1964"/>
                  </a:lnTo>
                  <a:lnTo>
                    <a:pt x="4985" y="1309"/>
                  </a:lnTo>
                  <a:lnTo>
                    <a:pt x="3323" y="655"/>
                  </a:lnTo>
                  <a:lnTo>
                    <a:pt x="0" y="0"/>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340" name="Shape 340"/>
            <p:cNvSpPr/>
            <p:nvPr/>
          </p:nvSpPr>
          <p:spPr>
            <a:xfrm>
              <a:off x="906850" y="6100626"/>
              <a:ext cx="932518" cy="693059"/>
            </a:xfrm>
            <a:custGeom>
              <a:avLst/>
              <a:gdLst/>
              <a:ahLst/>
              <a:cxnLst>
                <a:cxn ang="0">
                  <a:pos x="wd2" y="hd2"/>
                </a:cxn>
                <a:cxn ang="5400000">
                  <a:pos x="wd2" y="hd2"/>
                </a:cxn>
                <a:cxn ang="10800000">
                  <a:pos x="wd2" y="hd2"/>
                </a:cxn>
                <a:cxn ang="16200000">
                  <a:pos x="wd2" y="hd2"/>
                </a:cxn>
              </a:cxnLst>
              <a:rect l="0" t="0" r="r" b="b"/>
              <a:pathLst>
                <a:path w="21600" h="21600" extrusionOk="0">
                  <a:moveTo>
                    <a:pt x="16051" y="0"/>
                  </a:moveTo>
                  <a:lnTo>
                    <a:pt x="9314" y="4800"/>
                  </a:lnTo>
                  <a:lnTo>
                    <a:pt x="8917" y="5067"/>
                  </a:lnTo>
                  <a:lnTo>
                    <a:pt x="7728" y="5333"/>
                  </a:lnTo>
                  <a:lnTo>
                    <a:pt x="6738" y="5600"/>
                  </a:lnTo>
                  <a:lnTo>
                    <a:pt x="6143" y="5600"/>
                  </a:lnTo>
                  <a:lnTo>
                    <a:pt x="6143" y="6400"/>
                  </a:lnTo>
                  <a:lnTo>
                    <a:pt x="5945" y="8267"/>
                  </a:lnTo>
                  <a:lnTo>
                    <a:pt x="5549" y="10667"/>
                  </a:lnTo>
                  <a:lnTo>
                    <a:pt x="4954" y="13333"/>
                  </a:lnTo>
                  <a:lnTo>
                    <a:pt x="3765" y="15467"/>
                  </a:lnTo>
                  <a:lnTo>
                    <a:pt x="3567" y="15733"/>
                  </a:lnTo>
                  <a:lnTo>
                    <a:pt x="3171" y="16000"/>
                  </a:lnTo>
                  <a:lnTo>
                    <a:pt x="2774" y="16000"/>
                  </a:lnTo>
                  <a:lnTo>
                    <a:pt x="2378" y="16267"/>
                  </a:lnTo>
                  <a:lnTo>
                    <a:pt x="396" y="16267"/>
                  </a:lnTo>
                  <a:lnTo>
                    <a:pt x="0" y="17067"/>
                  </a:lnTo>
                  <a:lnTo>
                    <a:pt x="198" y="17067"/>
                  </a:lnTo>
                  <a:lnTo>
                    <a:pt x="198" y="17333"/>
                  </a:lnTo>
                  <a:lnTo>
                    <a:pt x="396" y="17600"/>
                  </a:lnTo>
                  <a:lnTo>
                    <a:pt x="594" y="18133"/>
                  </a:lnTo>
                  <a:lnTo>
                    <a:pt x="793" y="18400"/>
                  </a:lnTo>
                  <a:lnTo>
                    <a:pt x="793" y="18667"/>
                  </a:lnTo>
                  <a:lnTo>
                    <a:pt x="991" y="18933"/>
                  </a:lnTo>
                  <a:lnTo>
                    <a:pt x="1387" y="19200"/>
                  </a:lnTo>
                  <a:lnTo>
                    <a:pt x="1585" y="19200"/>
                  </a:lnTo>
                  <a:lnTo>
                    <a:pt x="1585" y="20000"/>
                  </a:lnTo>
                  <a:lnTo>
                    <a:pt x="2576" y="20000"/>
                  </a:lnTo>
                  <a:lnTo>
                    <a:pt x="2774" y="18933"/>
                  </a:lnTo>
                  <a:lnTo>
                    <a:pt x="2774" y="19200"/>
                  </a:lnTo>
                  <a:lnTo>
                    <a:pt x="2972" y="19467"/>
                  </a:lnTo>
                  <a:lnTo>
                    <a:pt x="3369" y="19733"/>
                  </a:lnTo>
                  <a:lnTo>
                    <a:pt x="3765" y="20267"/>
                  </a:lnTo>
                  <a:lnTo>
                    <a:pt x="4161" y="20533"/>
                  </a:lnTo>
                  <a:lnTo>
                    <a:pt x="4954" y="21600"/>
                  </a:lnTo>
                  <a:lnTo>
                    <a:pt x="4954" y="21067"/>
                  </a:lnTo>
                  <a:lnTo>
                    <a:pt x="5350" y="20800"/>
                  </a:lnTo>
                  <a:lnTo>
                    <a:pt x="5549" y="20267"/>
                  </a:lnTo>
                  <a:lnTo>
                    <a:pt x="6143" y="19733"/>
                  </a:lnTo>
                  <a:lnTo>
                    <a:pt x="6738" y="19467"/>
                  </a:lnTo>
                  <a:lnTo>
                    <a:pt x="8719" y="19467"/>
                  </a:lnTo>
                  <a:lnTo>
                    <a:pt x="8719" y="19733"/>
                  </a:lnTo>
                  <a:lnTo>
                    <a:pt x="9116" y="19733"/>
                  </a:lnTo>
                  <a:lnTo>
                    <a:pt x="9512" y="20000"/>
                  </a:lnTo>
                  <a:lnTo>
                    <a:pt x="10106" y="20267"/>
                  </a:lnTo>
                  <a:lnTo>
                    <a:pt x="10503" y="20533"/>
                  </a:lnTo>
                  <a:lnTo>
                    <a:pt x="10701" y="20800"/>
                  </a:lnTo>
                  <a:lnTo>
                    <a:pt x="10899" y="20800"/>
                  </a:lnTo>
                  <a:lnTo>
                    <a:pt x="10899" y="20533"/>
                  </a:lnTo>
                  <a:lnTo>
                    <a:pt x="11295" y="20267"/>
                  </a:lnTo>
                  <a:lnTo>
                    <a:pt x="11692" y="19733"/>
                  </a:lnTo>
                  <a:lnTo>
                    <a:pt x="12088" y="19733"/>
                  </a:lnTo>
                  <a:lnTo>
                    <a:pt x="12484" y="19467"/>
                  </a:lnTo>
                  <a:lnTo>
                    <a:pt x="12881" y="19733"/>
                  </a:lnTo>
                  <a:lnTo>
                    <a:pt x="13277" y="19467"/>
                  </a:lnTo>
                  <a:lnTo>
                    <a:pt x="14268" y="19200"/>
                  </a:lnTo>
                  <a:lnTo>
                    <a:pt x="15259" y="19200"/>
                  </a:lnTo>
                  <a:lnTo>
                    <a:pt x="16448" y="19733"/>
                  </a:lnTo>
                  <a:lnTo>
                    <a:pt x="16646" y="19733"/>
                  </a:lnTo>
                  <a:lnTo>
                    <a:pt x="16844" y="19467"/>
                  </a:lnTo>
                  <a:lnTo>
                    <a:pt x="18033" y="18667"/>
                  </a:lnTo>
                  <a:lnTo>
                    <a:pt x="19024" y="18667"/>
                  </a:lnTo>
                  <a:lnTo>
                    <a:pt x="19420" y="15733"/>
                  </a:lnTo>
                  <a:lnTo>
                    <a:pt x="19420" y="15467"/>
                  </a:lnTo>
                  <a:lnTo>
                    <a:pt x="19618" y="14933"/>
                  </a:lnTo>
                  <a:lnTo>
                    <a:pt x="19618" y="14400"/>
                  </a:lnTo>
                  <a:lnTo>
                    <a:pt x="20807" y="12800"/>
                  </a:lnTo>
                  <a:lnTo>
                    <a:pt x="20807" y="8800"/>
                  </a:lnTo>
                  <a:lnTo>
                    <a:pt x="21006" y="6933"/>
                  </a:lnTo>
                  <a:lnTo>
                    <a:pt x="21600" y="5867"/>
                  </a:lnTo>
                  <a:lnTo>
                    <a:pt x="21402" y="5867"/>
                  </a:lnTo>
                  <a:lnTo>
                    <a:pt x="21402" y="5333"/>
                  </a:lnTo>
                  <a:lnTo>
                    <a:pt x="21204" y="4800"/>
                  </a:lnTo>
                  <a:lnTo>
                    <a:pt x="20807" y="3200"/>
                  </a:lnTo>
                  <a:lnTo>
                    <a:pt x="20807" y="1867"/>
                  </a:lnTo>
                  <a:lnTo>
                    <a:pt x="18033" y="2133"/>
                  </a:lnTo>
                  <a:lnTo>
                    <a:pt x="18033" y="1867"/>
                  </a:lnTo>
                  <a:lnTo>
                    <a:pt x="17835" y="1600"/>
                  </a:lnTo>
                  <a:lnTo>
                    <a:pt x="17637" y="1067"/>
                  </a:lnTo>
                  <a:lnTo>
                    <a:pt x="17240" y="533"/>
                  </a:lnTo>
                  <a:lnTo>
                    <a:pt x="16448" y="0"/>
                  </a:lnTo>
                  <a:lnTo>
                    <a:pt x="16051" y="0"/>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341" name="Shape 341"/>
            <p:cNvSpPr/>
            <p:nvPr/>
          </p:nvSpPr>
          <p:spPr>
            <a:xfrm>
              <a:off x="1471493" y="6699564"/>
              <a:ext cx="376430" cy="633166"/>
            </a:xfrm>
            <a:custGeom>
              <a:avLst/>
              <a:gdLst/>
              <a:ahLst/>
              <a:cxnLst>
                <a:cxn ang="0">
                  <a:pos x="wd2" y="hd2"/>
                </a:cxn>
                <a:cxn ang="5400000">
                  <a:pos x="wd2" y="hd2"/>
                </a:cxn>
                <a:cxn ang="10800000">
                  <a:pos x="wd2" y="hd2"/>
                </a:cxn>
                <a:cxn ang="16200000">
                  <a:pos x="wd2" y="hd2"/>
                </a:cxn>
              </a:cxnLst>
              <a:rect l="0" t="0" r="r" b="b"/>
              <a:pathLst>
                <a:path w="21600" h="21600" extrusionOk="0">
                  <a:moveTo>
                    <a:pt x="14727" y="0"/>
                  </a:moveTo>
                  <a:lnTo>
                    <a:pt x="14727" y="584"/>
                  </a:lnTo>
                  <a:lnTo>
                    <a:pt x="14236" y="1168"/>
                  </a:lnTo>
                  <a:lnTo>
                    <a:pt x="14236" y="2919"/>
                  </a:lnTo>
                  <a:lnTo>
                    <a:pt x="14727" y="3503"/>
                  </a:lnTo>
                  <a:lnTo>
                    <a:pt x="14727" y="4378"/>
                  </a:lnTo>
                  <a:lnTo>
                    <a:pt x="14236" y="5254"/>
                  </a:lnTo>
                  <a:lnTo>
                    <a:pt x="14236" y="6130"/>
                  </a:lnTo>
                  <a:lnTo>
                    <a:pt x="13745" y="6714"/>
                  </a:lnTo>
                  <a:lnTo>
                    <a:pt x="13745" y="7005"/>
                  </a:lnTo>
                  <a:lnTo>
                    <a:pt x="12764" y="8173"/>
                  </a:lnTo>
                  <a:lnTo>
                    <a:pt x="12273" y="9341"/>
                  </a:lnTo>
                  <a:lnTo>
                    <a:pt x="11291" y="9924"/>
                  </a:lnTo>
                  <a:lnTo>
                    <a:pt x="10309" y="10216"/>
                  </a:lnTo>
                  <a:lnTo>
                    <a:pt x="9818" y="10508"/>
                  </a:lnTo>
                  <a:lnTo>
                    <a:pt x="8836" y="10508"/>
                  </a:lnTo>
                  <a:lnTo>
                    <a:pt x="7855" y="10216"/>
                  </a:lnTo>
                  <a:lnTo>
                    <a:pt x="6382" y="10216"/>
                  </a:lnTo>
                  <a:lnTo>
                    <a:pt x="5400" y="10508"/>
                  </a:lnTo>
                  <a:lnTo>
                    <a:pt x="3436" y="11676"/>
                  </a:lnTo>
                  <a:lnTo>
                    <a:pt x="2945" y="12259"/>
                  </a:lnTo>
                  <a:lnTo>
                    <a:pt x="1964" y="12843"/>
                  </a:lnTo>
                  <a:lnTo>
                    <a:pt x="1964" y="14886"/>
                  </a:lnTo>
                  <a:lnTo>
                    <a:pt x="0" y="17514"/>
                  </a:lnTo>
                  <a:lnTo>
                    <a:pt x="0" y="18097"/>
                  </a:lnTo>
                  <a:lnTo>
                    <a:pt x="491" y="18389"/>
                  </a:lnTo>
                  <a:lnTo>
                    <a:pt x="491" y="18973"/>
                  </a:lnTo>
                  <a:lnTo>
                    <a:pt x="2455" y="19557"/>
                  </a:lnTo>
                  <a:lnTo>
                    <a:pt x="2945" y="19557"/>
                  </a:lnTo>
                  <a:lnTo>
                    <a:pt x="4418" y="20432"/>
                  </a:lnTo>
                  <a:lnTo>
                    <a:pt x="4418" y="21600"/>
                  </a:lnTo>
                  <a:lnTo>
                    <a:pt x="8836" y="21600"/>
                  </a:lnTo>
                  <a:lnTo>
                    <a:pt x="12764" y="21308"/>
                  </a:lnTo>
                  <a:lnTo>
                    <a:pt x="21600" y="21308"/>
                  </a:lnTo>
                  <a:lnTo>
                    <a:pt x="21109" y="21016"/>
                  </a:lnTo>
                  <a:lnTo>
                    <a:pt x="21109" y="20724"/>
                  </a:lnTo>
                  <a:lnTo>
                    <a:pt x="21600" y="20141"/>
                  </a:lnTo>
                  <a:lnTo>
                    <a:pt x="21600" y="19557"/>
                  </a:lnTo>
                  <a:lnTo>
                    <a:pt x="20618" y="19265"/>
                  </a:lnTo>
                  <a:lnTo>
                    <a:pt x="18164" y="17805"/>
                  </a:lnTo>
                  <a:lnTo>
                    <a:pt x="17182" y="16930"/>
                  </a:lnTo>
                  <a:lnTo>
                    <a:pt x="16691" y="16054"/>
                  </a:lnTo>
                  <a:lnTo>
                    <a:pt x="16200" y="14886"/>
                  </a:lnTo>
                  <a:lnTo>
                    <a:pt x="15218" y="14595"/>
                  </a:lnTo>
                  <a:lnTo>
                    <a:pt x="16200" y="14595"/>
                  </a:lnTo>
                  <a:lnTo>
                    <a:pt x="16200" y="14303"/>
                  </a:lnTo>
                  <a:lnTo>
                    <a:pt x="17182" y="13719"/>
                  </a:lnTo>
                  <a:lnTo>
                    <a:pt x="17182" y="13135"/>
                  </a:lnTo>
                  <a:lnTo>
                    <a:pt x="17673" y="12551"/>
                  </a:lnTo>
                  <a:lnTo>
                    <a:pt x="17673" y="11968"/>
                  </a:lnTo>
                  <a:lnTo>
                    <a:pt x="17182" y="11384"/>
                  </a:lnTo>
                  <a:lnTo>
                    <a:pt x="15709" y="10508"/>
                  </a:lnTo>
                  <a:lnTo>
                    <a:pt x="15218" y="9924"/>
                  </a:lnTo>
                  <a:lnTo>
                    <a:pt x="15218" y="8465"/>
                  </a:lnTo>
                  <a:lnTo>
                    <a:pt x="17673" y="8465"/>
                  </a:lnTo>
                  <a:lnTo>
                    <a:pt x="18164" y="8173"/>
                  </a:lnTo>
                  <a:lnTo>
                    <a:pt x="19145" y="7881"/>
                  </a:lnTo>
                  <a:lnTo>
                    <a:pt x="19145" y="6714"/>
                  </a:lnTo>
                  <a:lnTo>
                    <a:pt x="18655" y="6130"/>
                  </a:lnTo>
                  <a:lnTo>
                    <a:pt x="18164" y="5838"/>
                  </a:lnTo>
                  <a:lnTo>
                    <a:pt x="17673" y="4962"/>
                  </a:lnTo>
                  <a:lnTo>
                    <a:pt x="17673" y="1168"/>
                  </a:lnTo>
                  <a:lnTo>
                    <a:pt x="17182" y="584"/>
                  </a:lnTo>
                  <a:lnTo>
                    <a:pt x="16200" y="292"/>
                  </a:lnTo>
                  <a:lnTo>
                    <a:pt x="14727" y="0"/>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342" name="Shape 342"/>
            <p:cNvSpPr/>
            <p:nvPr/>
          </p:nvSpPr>
          <p:spPr>
            <a:xfrm>
              <a:off x="1728148" y="6160519"/>
              <a:ext cx="538980" cy="906966"/>
            </a:xfrm>
            <a:custGeom>
              <a:avLst/>
              <a:gdLst/>
              <a:ahLst/>
              <a:cxnLst>
                <a:cxn ang="0">
                  <a:pos x="wd2" y="hd2"/>
                </a:cxn>
                <a:cxn ang="5400000">
                  <a:pos x="wd2" y="hd2"/>
                </a:cxn>
                <a:cxn ang="10800000">
                  <a:pos x="wd2" y="hd2"/>
                </a:cxn>
                <a:cxn ang="16200000">
                  <a:pos x="wd2" y="hd2"/>
                </a:cxn>
              </a:cxnLst>
              <a:rect l="0" t="0" r="r" b="b"/>
              <a:pathLst>
                <a:path w="21600" h="21600" extrusionOk="0">
                  <a:moveTo>
                    <a:pt x="3086" y="0"/>
                  </a:moveTo>
                  <a:lnTo>
                    <a:pt x="21600" y="4687"/>
                  </a:lnTo>
                  <a:lnTo>
                    <a:pt x="21257" y="9170"/>
                  </a:lnTo>
                  <a:lnTo>
                    <a:pt x="20914" y="9170"/>
                  </a:lnTo>
                  <a:lnTo>
                    <a:pt x="20571" y="8966"/>
                  </a:lnTo>
                  <a:lnTo>
                    <a:pt x="19886" y="8966"/>
                  </a:lnTo>
                  <a:lnTo>
                    <a:pt x="19200" y="9170"/>
                  </a:lnTo>
                  <a:lnTo>
                    <a:pt x="18857" y="9170"/>
                  </a:lnTo>
                  <a:lnTo>
                    <a:pt x="18514" y="9374"/>
                  </a:lnTo>
                  <a:lnTo>
                    <a:pt x="18171" y="9781"/>
                  </a:lnTo>
                  <a:lnTo>
                    <a:pt x="18171" y="10596"/>
                  </a:lnTo>
                  <a:lnTo>
                    <a:pt x="17829" y="11004"/>
                  </a:lnTo>
                  <a:lnTo>
                    <a:pt x="17486" y="11208"/>
                  </a:lnTo>
                  <a:lnTo>
                    <a:pt x="17143" y="11208"/>
                  </a:lnTo>
                  <a:lnTo>
                    <a:pt x="16800" y="11615"/>
                  </a:lnTo>
                  <a:lnTo>
                    <a:pt x="16457" y="11819"/>
                  </a:lnTo>
                  <a:lnTo>
                    <a:pt x="16800" y="12226"/>
                  </a:lnTo>
                  <a:lnTo>
                    <a:pt x="16800" y="12634"/>
                  </a:lnTo>
                  <a:lnTo>
                    <a:pt x="17486" y="13042"/>
                  </a:lnTo>
                  <a:lnTo>
                    <a:pt x="17829" y="13449"/>
                  </a:lnTo>
                  <a:lnTo>
                    <a:pt x="17829" y="13653"/>
                  </a:lnTo>
                  <a:lnTo>
                    <a:pt x="17486" y="14060"/>
                  </a:lnTo>
                  <a:lnTo>
                    <a:pt x="17486" y="15691"/>
                  </a:lnTo>
                  <a:lnTo>
                    <a:pt x="17829" y="16098"/>
                  </a:lnTo>
                  <a:lnTo>
                    <a:pt x="17829" y="16506"/>
                  </a:lnTo>
                  <a:lnTo>
                    <a:pt x="18171" y="17117"/>
                  </a:lnTo>
                  <a:lnTo>
                    <a:pt x="18514" y="17525"/>
                  </a:lnTo>
                  <a:lnTo>
                    <a:pt x="18514" y="17932"/>
                  </a:lnTo>
                  <a:lnTo>
                    <a:pt x="17829" y="18136"/>
                  </a:lnTo>
                  <a:lnTo>
                    <a:pt x="17143" y="18136"/>
                  </a:lnTo>
                  <a:lnTo>
                    <a:pt x="15771" y="18543"/>
                  </a:lnTo>
                  <a:lnTo>
                    <a:pt x="15086" y="18951"/>
                  </a:lnTo>
                  <a:lnTo>
                    <a:pt x="14743" y="19358"/>
                  </a:lnTo>
                  <a:lnTo>
                    <a:pt x="14743" y="19766"/>
                  </a:lnTo>
                  <a:lnTo>
                    <a:pt x="14400" y="20174"/>
                  </a:lnTo>
                  <a:lnTo>
                    <a:pt x="14057" y="20377"/>
                  </a:lnTo>
                  <a:lnTo>
                    <a:pt x="12686" y="20785"/>
                  </a:lnTo>
                  <a:lnTo>
                    <a:pt x="11657" y="20785"/>
                  </a:lnTo>
                  <a:lnTo>
                    <a:pt x="11657" y="20581"/>
                  </a:lnTo>
                  <a:lnTo>
                    <a:pt x="10971" y="20581"/>
                  </a:lnTo>
                  <a:lnTo>
                    <a:pt x="10286" y="20377"/>
                  </a:lnTo>
                  <a:lnTo>
                    <a:pt x="9943" y="20581"/>
                  </a:lnTo>
                  <a:lnTo>
                    <a:pt x="9943" y="20785"/>
                  </a:lnTo>
                  <a:lnTo>
                    <a:pt x="9600" y="20785"/>
                  </a:lnTo>
                  <a:lnTo>
                    <a:pt x="7886" y="21192"/>
                  </a:lnTo>
                  <a:lnTo>
                    <a:pt x="5486" y="21396"/>
                  </a:lnTo>
                  <a:lnTo>
                    <a:pt x="2057" y="21600"/>
                  </a:lnTo>
                  <a:lnTo>
                    <a:pt x="2057" y="21396"/>
                  </a:lnTo>
                  <a:lnTo>
                    <a:pt x="1714" y="20989"/>
                  </a:lnTo>
                  <a:lnTo>
                    <a:pt x="1714" y="20785"/>
                  </a:lnTo>
                  <a:lnTo>
                    <a:pt x="1029" y="20581"/>
                  </a:lnTo>
                  <a:lnTo>
                    <a:pt x="1029" y="20377"/>
                  </a:lnTo>
                  <a:lnTo>
                    <a:pt x="686" y="20174"/>
                  </a:lnTo>
                  <a:lnTo>
                    <a:pt x="343" y="19766"/>
                  </a:lnTo>
                  <a:lnTo>
                    <a:pt x="343" y="18747"/>
                  </a:lnTo>
                  <a:lnTo>
                    <a:pt x="686" y="18747"/>
                  </a:lnTo>
                  <a:lnTo>
                    <a:pt x="1029" y="18951"/>
                  </a:lnTo>
                  <a:lnTo>
                    <a:pt x="1371" y="18747"/>
                  </a:lnTo>
                  <a:lnTo>
                    <a:pt x="2057" y="18747"/>
                  </a:lnTo>
                  <a:lnTo>
                    <a:pt x="2400" y="18543"/>
                  </a:lnTo>
                  <a:lnTo>
                    <a:pt x="3086" y="18340"/>
                  </a:lnTo>
                  <a:lnTo>
                    <a:pt x="3086" y="17525"/>
                  </a:lnTo>
                  <a:lnTo>
                    <a:pt x="2743" y="17117"/>
                  </a:lnTo>
                  <a:lnTo>
                    <a:pt x="2057" y="15894"/>
                  </a:lnTo>
                  <a:lnTo>
                    <a:pt x="2057" y="14875"/>
                  </a:lnTo>
                  <a:lnTo>
                    <a:pt x="2400" y="14672"/>
                  </a:lnTo>
                  <a:lnTo>
                    <a:pt x="2057" y="14264"/>
                  </a:lnTo>
                  <a:lnTo>
                    <a:pt x="2057" y="13857"/>
                  </a:lnTo>
                  <a:lnTo>
                    <a:pt x="1714" y="13449"/>
                  </a:lnTo>
                  <a:lnTo>
                    <a:pt x="1714" y="13245"/>
                  </a:lnTo>
                  <a:lnTo>
                    <a:pt x="1371" y="13245"/>
                  </a:lnTo>
                  <a:lnTo>
                    <a:pt x="686" y="12838"/>
                  </a:lnTo>
                  <a:lnTo>
                    <a:pt x="0" y="13042"/>
                  </a:lnTo>
                  <a:lnTo>
                    <a:pt x="0" y="12634"/>
                  </a:lnTo>
                  <a:lnTo>
                    <a:pt x="343" y="12226"/>
                  </a:lnTo>
                  <a:lnTo>
                    <a:pt x="686" y="11615"/>
                  </a:lnTo>
                  <a:lnTo>
                    <a:pt x="1029" y="10596"/>
                  </a:lnTo>
                  <a:lnTo>
                    <a:pt x="686" y="10596"/>
                  </a:lnTo>
                  <a:lnTo>
                    <a:pt x="686" y="10189"/>
                  </a:lnTo>
                  <a:lnTo>
                    <a:pt x="1371" y="9374"/>
                  </a:lnTo>
                  <a:lnTo>
                    <a:pt x="3086" y="8355"/>
                  </a:lnTo>
                  <a:lnTo>
                    <a:pt x="3086" y="5094"/>
                  </a:lnTo>
                  <a:lnTo>
                    <a:pt x="3429" y="3872"/>
                  </a:lnTo>
                  <a:lnTo>
                    <a:pt x="4457" y="3057"/>
                  </a:lnTo>
                  <a:lnTo>
                    <a:pt x="4114" y="3057"/>
                  </a:lnTo>
                  <a:lnTo>
                    <a:pt x="4114" y="2649"/>
                  </a:lnTo>
                  <a:lnTo>
                    <a:pt x="3771" y="2242"/>
                  </a:lnTo>
                  <a:lnTo>
                    <a:pt x="3429" y="1630"/>
                  </a:lnTo>
                  <a:lnTo>
                    <a:pt x="3086" y="1223"/>
                  </a:lnTo>
                  <a:lnTo>
                    <a:pt x="3086" y="0"/>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343" name="Shape 343"/>
            <p:cNvSpPr/>
            <p:nvPr/>
          </p:nvSpPr>
          <p:spPr>
            <a:xfrm>
              <a:off x="2147353" y="6186188"/>
              <a:ext cx="932517" cy="1069536"/>
            </a:xfrm>
            <a:custGeom>
              <a:avLst/>
              <a:gdLst/>
              <a:ahLst/>
              <a:cxnLst>
                <a:cxn ang="0">
                  <a:pos x="wd2" y="hd2"/>
                </a:cxn>
                <a:cxn ang="5400000">
                  <a:pos x="wd2" y="hd2"/>
                </a:cxn>
                <a:cxn ang="10800000">
                  <a:pos x="wd2" y="hd2"/>
                </a:cxn>
                <a:cxn ang="16200000">
                  <a:pos x="wd2" y="hd2"/>
                </a:cxn>
              </a:cxnLst>
              <a:rect l="0" t="0" r="r" b="b"/>
              <a:pathLst>
                <a:path w="21600" h="21600" extrusionOk="0">
                  <a:moveTo>
                    <a:pt x="18628" y="0"/>
                  </a:moveTo>
                  <a:lnTo>
                    <a:pt x="18628" y="173"/>
                  </a:lnTo>
                  <a:lnTo>
                    <a:pt x="18429" y="346"/>
                  </a:lnTo>
                  <a:lnTo>
                    <a:pt x="18231" y="691"/>
                  </a:lnTo>
                  <a:lnTo>
                    <a:pt x="17835" y="1037"/>
                  </a:lnTo>
                  <a:lnTo>
                    <a:pt x="16646" y="1728"/>
                  </a:lnTo>
                  <a:lnTo>
                    <a:pt x="15853" y="1901"/>
                  </a:lnTo>
                  <a:lnTo>
                    <a:pt x="2774" y="1901"/>
                  </a:lnTo>
                  <a:lnTo>
                    <a:pt x="2774" y="7085"/>
                  </a:lnTo>
                  <a:lnTo>
                    <a:pt x="1783" y="7085"/>
                  </a:lnTo>
                  <a:lnTo>
                    <a:pt x="991" y="7430"/>
                  </a:lnTo>
                  <a:lnTo>
                    <a:pt x="991" y="7776"/>
                  </a:lnTo>
                  <a:lnTo>
                    <a:pt x="793" y="8122"/>
                  </a:lnTo>
                  <a:lnTo>
                    <a:pt x="793" y="8467"/>
                  </a:lnTo>
                  <a:lnTo>
                    <a:pt x="594" y="8640"/>
                  </a:lnTo>
                  <a:lnTo>
                    <a:pt x="594" y="8813"/>
                  </a:lnTo>
                  <a:lnTo>
                    <a:pt x="0" y="9331"/>
                  </a:lnTo>
                  <a:lnTo>
                    <a:pt x="0" y="9850"/>
                  </a:lnTo>
                  <a:lnTo>
                    <a:pt x="396" y="10541"/>
                  </a:lnTo>
                  <a:lnTo>
                    <a:pt x="594" y="10714"/>
                  </a:lnTo>
                  <a:lnTo>
                    <a:pt x="594" y="11750"/>
                  </a:lnTo>
                  <a:lnTo>
                    <a:pt x="396" y="12096"/>
                  </a:lnTo>
                  <a:lnTo>
                    <a:pt x="396" y="12614"/>
                  </a:lnTo>
                  <a:lnTo>
                    <a:pt x="1189" y="14688"/>
                  </a:lnTo>
                  <a:lnTo>
                    <a:pt x="1585" y="15379"/>
                  </a:lnTo>
                  <a:lnTo>
                    <a:pt x="2378" y="16070"/>
                  </a:lnTo>
                  <a:lnTo>
                    <a:pt x="2576" y="16416"/>
                  </a:lnTo>
                  <a:lnTo>
                    <a:pt x="3171" y="16934"/>
                  </a:lnTo>
                  <a:lnTo>
                    <a:pt x="3765" y="17626"/>
                  </a:lnTo>
                  <a:lnTo>
                    <a:pt x="4360" y="18490"/>
                  </a:lnTo>
                  <a:lnTo>
                    <a:pt x="4954" y="19181"/>
                  </a:lnTo>
                  <a:lnTo>
                    <a:pt x="5350" y="19699"/>
                  </a:lnTo>
                  <a:lnTo>
                    <a:pt x="5350" y="19872"/>
                  </a:lnTo>
                  <a:lnTo>
                    <a:pt x="5549" y="19872"/>
                  </a:lnTo>
                  <a:lnTo>
                    <a:pt x="6143" y="20390"/>
                  </a:lnTo>
                  <a:lnTo>
                    <a:pt x="6539" y="20563"/>
                  </a:lnTo>
                  <a:lnTo>
                    <a:pt x="7134" y="20736"/>
                  </a:lnTo>
                  <a:lnTo>
                    <a:pt x="7728" y="20736"/>
                  </a:lnTo>
                  <a:lnTo>
                    <a:pt x="7927" y="20909"/>
                  </a:lnTo>
                  <a:lnTo>
                    <a:pt x="8323" y="21082"/>
                  </a:lnTo>
                  <a:lnTo>
                    <a:pt x="8719" y="21600"/>
                  </a:lnTo>
                  <a:lnTo>
                    <a:pt x="13673" y="21600"/>
                  </a:lnTo>
                  <a:lnTo>
                    <a:pt x="15061" y="21427"/>
                  </a:lnTo>
                  <a:lnTo>
                    <a:pt x="16646" y="21254"/>
                  </a:lnTo>
                  <a:lnTo>
                    <a:pt x="17835" y="21082"/>
                  </a:lnTo>
                  <a:lnTo>
                    <a:pt x="18231" y="20736"/>
                  </a:lnTo>
                  <a:lnTo>
                    <a:pt x="18033" y="19181"/>
                  </a:lnTo>
                  <a:lnTo>
                    <a:pt x="17835" y="19181"/>
                  </a:lnTo>
                  <a:lnTo>
                    <a:pt x="17439" y="18490"/>
                  </a:lnTo>
                  <a:lnTo>
                    <a:pt x="17042" y="18144"/>
                  </a:lnTo>
                  <a:lnTo>
                    <a:pt x="16646" y="17626"/>
                  </a:lnTo>
                  <a:lnTo>
                    <a:pt x="15655" y="16762"/>
                  </a:lnTo>
                  <a:lnTo>
                    <a:pt x="15457" y="16762"/>
                  </a:lnTo>
                  <a:lnTo>
                    <a:pt x="15061" y="16416"/>
                  </a:lnTo>
                  <a:lnTo>
                    <a:pt x="15061" y="15898"/>
                  </a:lnTo>
                  <a:lnTo>
                    <a:pt x="15457" y="15725"/>
                  </a:lnTo>
                  <a:lnTo>
                    <a:pt x="15457" y="13651"/>
                  </a:lnTo>
                  <a:lnTo>
                    <a:pt x="15853" y="12960"/>
                  </a:lnTo>
                  <a:lnTo>
                    <a:pt x="16250" y="12442"/>
                  </a:lnTo>
                  <a:lnTo>
                    <a:pt x="16646" y="11750"/>
                  </a:lnTo>
                  <a:lnTo>
                    <a:pt x="17439" y="11232"/>
                  </a:lnTo>
                  <a:lnTo>
                    <a:pt x="17637" y="11059"/>
                  </a:lnTo>
                  <a:lnTo>
                    <a:pt x="18033" y="10195"/>
                  </a:lnTo>
                  <a:lnTo>
                    <a:pt x="18628" y="9331"/>
                  </a:lnTo>
                  <a:lnTo>
                    <a:pt x="18628" y="8467"/>
                  </a:lnTo>
                  <a:lnTo>
                    <a:pt x="19024" y="8122"/>
                  </a:lnTo>
                  <a:lnTo>
                    <a:pt x="19222" y="7776"/>
                  </a:lnTo>
                  <a:lnTo>
                    <a:pt x="19618" y="7430"/>
                  </a:lnTo>
                  <a:lnTo>
                    <a:pt x="19817" y="7085"/>
                  </a:lnTo>
                  <a:lnTo>
                    <a:pt x="20213" y="6912"/>
                  </a:lnTo>
                  <a:lnTo>
                    <a:pt x="20411" y="6739"/>
                  </a:lnTo>
                  <a:lnTo>
                    <a:pt x="20609" y="6739"/>
                  </a:lnTo>
                  <a:lnTo>
                    <a:pt x="21006" y="6566"/>
                  </a:lnTo>
                  <a:lnTo>
                    <a:pt x="21204" y="6221"/>
                  </a:lnTo>
                  <a:lnTo>
                    <a:pt x="21600" y="5875"/>
                  </a:lnTo>
                  <a:lnTo>
                    <a:pt x="21600" y="5702"/>
                  </a:lnTo>
                  <a:lnTo>
                    <a:pt x="21402" y="5530"/>
                  </a:lnTo>
                  <a:lnTo>
                    <a:pt x="21204" y="5184"/>
                  </a:lnTo>
                  <a:lnTo>
                    <a:pt x="21006" y="4666"/>
                  </a:lnTo>
                  <a:lnTo>
                    <a:pt x="20807" y="4320"/>
                  </a:lnTo>
                  <a:lnTo>
                    <a:pt x="20411" y="3802"/>
                  </a:lnTo>
                  <a:lnTo>
                    <a:pt x="20213" y="3456"/>
                  </a:lnTo>
                  <a:lnTo>
                    <a:pt x="20213" y="3283"/>
                  </a:lnTo>
                  <a:lnTo>
                    <a:pt x="20015" y="2938"/>
                  </a:lnTo>
                  <a:lnTo>
                    <a:pt x="19817" y="2765"/>
                  </a:lnTo>
                  <a:lnTo>
                    <a:pt x="19817" y="1901"/>
                  </a:lnTo>
                  <a:lnTo>
                    <a:pt x="19618" y="1555"/>
                  </a:lnTo>
                  <a:lnTo>
                    <a:pt x="19420" y="1037"/>
                  </a:lnTo>
                  <a:lnTo>
                    <a:pt x="19024" y="691"/>
                  </a:lnTo>
                  <a:lnTo>
                    <a:pt x="18628" y="0"/>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344" name="Shape 344"/>
            <p:cNvSpPr/>
            <p:nvPr/>
          </p:nvSpPr>
          <p:spPr>
            <a:xfrm>
              <a:off x="1736703" y="6913471"/>
              <a:ext cx="633086" cy="359365"/>
            </a:xfrm>
            <a:custGeom>
              <a:avLst/>
              <a:gdLst/>
              <a:ahLst/>
              <a:cxnLst>
                <a:cxn ang="0">
                  <a:pos x="wd2" y="hd2"/>
                </a:cxn>
                <a:cxn ang="5400000">
                  <a:pos x="wd2" y="hd2"/>
                </a:cxn>
                <a:cxn ang="10800000">
                  <a:pos x="wd2" y="hd2"/>
                </a:cxn>
                <a:cxn ang="16200000">
                  <a:pos x="wd2" y="hd2"/>
                </a:cxn>
              </a:cxnLst>
              <a:rect l="0" t="0" r="r" b="b"/>
              <a:pathLst>
                <a:path w="21600" h="21600" extrusionOk="0">
                  <a:moveTo>
                    <a:pt x="15470" y="0"/>
                  </a:moveTo>
                  <a:lnTo>
                    <a:pt x="14886" y="0"/>
                  </a:lnTo>
                  <a:lnTo>
                    <a:pt x="13135" y="1543"/>
                  </a:lnTo>
                  <a:lnTo>
                    <a:pt x="12259" y="3086"/>
                  </a:lnTo>
                  <a:lnTo>
                    <a:pt x="12259" y="4629"/>
                  </a:lnTo>
                  <a:lnTo>
                    <a:pt x="11968" y="5657"/>
                  </a:lnTo>
                  <a:lnTo>
                    <a:pt x="11092" y="7200"/>
                  </a:lnTo>
                  <a:lnTo>
                    <a:pt x="9924" y="7200"/>
                  </a:lnTo>
                  <a:lnTo>
                    <a:pt x="9341" y="6686"/>
                  </a:lnTo>
                  <a:lnTo>
                    <a:pt x="8757" y="6686"/>
                  </a:lnTo>
                  <a:lnTo>
                    <a:pt x="8757" y="6171"/>
                  </a:lnTo>
                  <a:lnTo>
                    <a:pt x="8173" y="7200"/>
                  </a:lnTo>
                  <a:lnTo>
                    <a:pt x="7589" y="7200"/>
                  </a:lnTo>
                  <a:lnTo>
                    <a:pt x="7005" y="7714"/>
                  </a:lnTo>
                  <a:lnTo>
                    <a:pt x="4378" y="9257"/>
                  </a:lnTo>
                  <a:lnTo>
                    <a:pt x="1459" y="9257"/>
                  </a:lnTo>
                  <a:lnTo>
                    <a:pt x="1459" y="9771"/>
                  </a:lnTo>
                  <a:lnTo>
                    <a:pt x="584" y="12857"/>
                  </a:lnTo>
                  <a:lnTo>
                    <a:pt x="0" y="12857"/>
                  </a:lnTo>
                  <a:lnTo>
                    <a:pt x="292" y="13371"/>
                  </a:lnTo>
                  <a:lnTo>
                    <a:pt x="584" y="13371"/>
                  </a:lnTo>
                  <a:lnTo>
                    <a:pt x="584" y="14400"/>
                  </a:lnTo>
                  <a:lnTo>
                    <a:pt x="876" y="15429"/>
                  </a:lnTo>
                  <a:lnTo>
                    <a:pt x="876" y="16971"/>
                  </a:lnTo>
                  <a:lnTo>
                    <a:pt x="2043" y="19029"/>
                  </a:lnTo>
                  <a:lnTo>
                    <a:pt x="3795" y="21600"/>
                  </a:lnTo>
                  <a:lnTo>
                    <a:pt x="5546" y="19029"/>
                  </a:lnTo>
                  <a:lnTo>
                    <a:pt x="5838" y="18514"/>
                  </a:lnTo>
                  <a:lnTo>
                    <a:pt x="6130" y="17486"/>
                  </a:lnTo>
                  <a:lnTo>
                    <a:pt x="7005" y="15943"/>
                  </a:lnTo>
                  <a:lnTo>
                    <a:pt x="7589" y="15429"/>
                  </a:lnTo>
                  <a:lnTo>
                    <a:pt x="8465" y="15429"/>
                  </a:lnTo>
                  <a:lnTo>
                    <a:pt x="8757" y="15943"/>
                  </a:lnTo>
                  <a:lnTo>
                    <a:pt x="8757" y="16971"/>
                  </a:lnTo>
                  <a:lnTo>
                    <a:pt x="9341" y="18000"/>
                  </a:lnTo>
                  <a:lnTo>
                    <a:pt x="9924" y="18000"/>
                  </a:lnTo>
                  <a:lnTo>
                    <a:pt x="10800" y="17486"/>
                  </a:lnTo>
                  <a:lnTo>
                    <a:pt x="13135" y="17486"/>
                  </a:lnTo>
                  <a:lnTo>
                    <a:pt x="17222" y="15943"/>
                  </a:lnTo>
                  <a:lnTo>
                    <a:pt x="21600" y="14400"/>
                  </a:lnTo>
                  <a:lnTo>
                    <a:pt x="21308" y="13371"/>
                  </a:lnTo>
                  <a:lnTo>
                    <a:pt x="20432" y="11314"/>
                  </a:lnTo>
                  <a:lnTo>
                    <a:pt x="19265" y="8743"/>
                  </a:lnTo>
                  <a:lnTo>
                    <a:pt x="18097" y="5657"/>
                  </a:lnTo>
                  <a:lnTo>
                    <a:pt x="17805" y="5657"/>
                  </a:lnTo>
                  <a:lnTo>
                    <a:pt x="17514" y="5143"/>
                  </a:lnTo>
                  <a:lnTo>
                    <a:pt x="17222" y="4114"/>
                  </a:lnTo>
                  <a:lnTo>
                    <a:pt x="16638" y="3086"/>
                  </a:lnTo>
                  <a:lnTo>
                    <a:pt x="16346" y="2057"/>
                  </a:lnTo>
                  <a:lnTo>
                    <a:pt x="15762" y="514"/>
                  </a:lnTo>
                  <a:lnTo>
                    <a:pt x="15470" y="0"/>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345" name="Shape 345"/>
            <p:cNvSpPr/>
            <p:nvPr/>
          </p:nvSpPr>
          <p:spPr>
            <a:xfrm>
              <a:off x="1437272" y="7324173"/>
              <a:ext cx="316544" cy="350808"/>
            </a:xfrm>
            <a:custGeom>
              <a:avLst/>
              <a:gdLst/>
              <a:ahLst/>
              <a:cxnLst>
                <a:cxn ang="0">
                  <a:pos x="wd2" y="hd2"/>
                </a:cxn>
                <a:cxn ang="5400000">
                  <a:pos x="wd2" y="hd2"/>
                </a:cxn>
                <a:cxn ang="10800000">
                  <a:pos x="wd2" y="hd2"/>
                </a:cxn>
                <a:cxn ang="16200000">
                  <a:pos x="wd2" y="hd2"/>
                </a:cxn>
              </a:cxnLst>
              <a:rect l="0" t="0" r="r" b="b"/>
              <a:pathLst>
                <a:path w="21600" h="21600" extrusionOk="0">
                  <a:moveTo>
                    <a:pt x="9341" y="527"/>
                  </a:moveTo>
                  <a:lnTo>
                    <a:pt x="15178" y="0"/>
                  </a:lnTo>
                  <a:lnTo>
                    <a:pt x="15178" y="2634"/>
                  </a:lnTo>
                  <a:lnTo>
                    <a:pt x="15762" y="3161"/>
                  </a:lnTo>
                  <a:lnTo>
                    <a:pt x="21016" y="3161"/>
                  </a:lnTo>
                  <a:lnTo>
                    <a:pt x="21016" y="3688"/>
                  </a:lnTo>
                  <a:lnTo>
                    <a:pt x="21600" y="4741"/>
                  </a:lnTo>
                  <a:lnTo>
                    <a:pt x="21600" y="5795"/>
                  </a:lnTo>
                  <a:lnTo>
                    <a:pt x="21016" y="6849"/>
                  </a:lnTo>
                  <a:lnTo>
                    <a:pt x="19849" y="6849"/>
                  </a:lnTo>
                  <a:lnTo>
                    <a:pt x="19849" y="9483"/>
                  </a:lnTo>
                  <a:lnTo>
                    <a:pt x="21600" y="10010"/>
                  </a:lnTo>
                  <a:lnTo>
                    <a:pt x="21600" y="13698"/>
                  </a:lnTo>
                  <a:lnTo>
                    <a:pt x="20432" y="15805"/>
                  </a:lnTo>
                  <a:lnTo>
                    <a:pt x="19849" y="16332"/>
                  </a:lnTo>
                  <a:lnTo>
                    <a:pt x="16346" y="17385"/>
                  </a:lnTo>
                  <a:lnTo>
                    <a:pt x="15178" y="17385"/>
                  </a:lnTo>
                  <a:lnTo>
                    <a:pt x="14011" y="17912"/>
                  </a:lnTo>
                  <a:lnTo>
                    <a:pt x="13427" y="17912"/>
                  </a:lnTo>
                  <a:lnTo>
                    <a:pt x="12843" y="16332"/>
                  </a:lnTo>
                  <a:lnTo>
                    <a:pt x="12259" y="17912"/>
                  </a:lnTo>
                  <a:lnTo>
                    <a:pt x="9341" y="18966"/>
                  </a:lnTo>
                  <a:lnTo>
                    <a:pt x="8757" y="19493"/>
                  </a:lnTo>
                  <a:lnTo>
                    <a:pt x="8173" y="20546"/>
                  </a:lnTo>
                  <a:lnTo>
                    <a:pt x="7005" y="21600"/>
                  </a:lnTo>
                  <a:lnTo>
                    <a:pt x="6422" y="19493"/>
                  </a:lnTo>
                  <a:lnTo>
                    <a:pt x="5838" y="18966"/>
                  </a:lnTo>
                  <a:lnTo>
                    <a:pt x="5838" y="17912"/>
                  </a:lnTo>
                  <a:lnTo>
                    <a:pt x="4670" y="17912"/>
                  </a:lnTo>
                  <a:lnTo>
                    <a:pt x="4670" y="17385"/>
                  </a:lnTo>
                  <a:lnTo>
                    <a:pt x="4086" y="17385"/>
                  </a:lnTo>
                  <a:lnTo>
                    <a:pt x="584" y="14224"/>
                  </a:lnTo>
                  <a:lnTo>
                    <a:pt x="0" y="12117"/>
                  </a:lnTo>
                  <a:lnTo>
                    <a:pt x="0" y="11590"/>
                  </a:lnTo>
                  <a:lnTo>
                    <a:pt x="1751" y="4741"/>
                  </a:lnTo>
                  <a:lnTo>
                    <a:pt x="8757" y="4741"/>
                  </a:lnTo>
                  <a:lnTo>
                    <a:pt x="8757" y="3688"/>
                  </a:lnTo>
                  <a:lnTo>
                    <a:pt x="9341" y="527"/>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346" name="Shape 346"/>
            <p:cNvSpPr/>
            <p:nvPr/>
          </p:nvSpPr>
          <p:spPr>
            <a:xfrm>
              <a:off x="1462937" y="7332729"/>
              <a:ext cx="111220" cy="68452"/>
            </a:xfrm>
            <a:custGeom>
              <a:avLst/>
              <a:gdLst/>
              <a:ahLst/>
              <a:cxnLst>
                <a:cxn ang="0">
                  <a:pos x="wd2" y="hd2"/>
                </a:cxn>
                <a:cxn ang="5400000">
                  <a:pos x="wd2" y="hd2"/>
                </a:cxn>
                <a:cxn ang="10800000">
                  <a:pos x="wd2" y="hd2"/>
                </a:cxn>
                <a:cxn ang="16200000">
                  <a:pos x="wd2" y="hd2"/>
                </a:cxn>
              </a:cxnLst>
              <a:rect l="0" t="0" r="r" b="b"/>
              <a:pathLst>
                <a:path w="21600" h="21600" extrusionOk="0">
                  <a:moveTo>
                    <a:pt x="16615" y="0"/>
                  </a:moveTo>
                  <a:lnTo>
                    <a:pt x="11631" y="0"/>
                  </a:lnTo>
                  <a:lnTo>
                    <a:pt x="4985" y="5400"/>
                  </a:lnTo>
                  <a:lnTo>
                    <a:pt x="0" y="21600"/>
                  </a:lnTo>
                  <a:lnTo>
                    <a:pt x="18277" y="21600"/>
                  </a:lnTo>
                  <a:lnTo>
                    <a:pt x="19938" y="18900"/>
                  </a:lnTo>
                  <a:lnTo>
                    <a:pt x="19938" y="13500"/>
                  </a:lnTo>
                  <a:lnTo>
                    <a:pt x="21600" y="8100"/>
                  </a:lnTo>
                  <a:lnTo>
                    <a:pt x="21600" y="0"/>
                  </a:lnTo>
                  <a:lnTo>
                    <a:pt x="16615" y="0"/>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347" name="Shape 347"/>
            <p:cNvSpPr/>
            <p:nvPr/>
          </p:nvSpPr>
          <p:spPr>
            <a:xfrm>
              <a:off x="1539934" y="7230053"/>
              <a:ext cx="376430" cy="521935"/>
            </a:xfrm>
            <a:custGeom>
              <a:avLst/>
              <a:gdLst/>
              <a:ahLst/>
              <a:cxnLst>
                <a:cxn ang="0">
                  <a:pos x="wd2" y="hd2"/>
                </a:cxn>
                <a:cxn ang="5400000">
                  <a:pos x="wd2" y="hd2"/>
                </a:cxn>
                <a:cxn ang="10800000">
                  <a:pos x="wd2" y="hd2"/>
                </a:cxn>
                <a:cxn ang="16200000">
                  <a:pos x="wd2" y="hd2"/>
                </a:cxn>
              </a:cxnLst>
              <a:rect l="0" t="0" r="r" b="b"/>
              <a:pathLst>
                <a:path w="21600" h="21600" extrusionOk="0">
                  <a:moveTo>
                    <a:pt x="2455" y="21246"/>
                  </a:moveTo>
                  <a:lnTo>
                    <a:pt x="2945" y="21600"/>
                  </a:lnTo>
                  <a:lnTo>
                    <a:pt x="2455" y="21246"/>
                  </a:lnTo>
                  <a:lnTo>
                    <a:pt x="0" y="19121"/>
                  </a:lnTo>
                  <a:lnTo>
                    <a:pt x="0" y="18413"/>
                  </a:lnTo>
                  <a:lnTo>
                    <a:pt x="1473" y="17351"/>
                  </a:lnTo>
                  <a:lnTo>
                    <a:pt x="1473" y="16997"/>
                  </a:lnTo>
                  <a:lnTo>
                    <a:pt x="1964" y="16997"/>
                  </a:lnTo>
                  <a:lnTo>
                    <a:pt x="2455" y="16289"/>
                  </a:lnTo>
                  <a:lnTo>
                    <a:pt x="3436" y="16289"/>
                  </a:lnTo>
                  <a:lnTo>
                    <a:pt x="4418" y="15934"/>
                  </a:lnTo>
                  <a:lnTo>
                    <a:pt x="4909" y="14872"/>
                  </a:lnTo>
                  <a:lnTo>
                    <a:pt x="5400" y="15934"/>
                  </a:lnTo>
                  <a:lnTo>
                    <a:pt x="6873" y="15934"/>
                  </a:lnTo>
                  <a:lnTo>
                    <a:pt x="7855" y="15580"/>
                  </a:lnTo>
                  <a:lnTo>
                    <a:pt x="10800" y="14872"/>
                  </a:lnTo>
                  <a:lnTo>
                    <a:pt x="11291" y="14518"/>
                  </a:lnTo>
                  <a:lnTo>
                    <a:pt x="11782" y="14518"/>
                  </a:lnTo>
                  <a:lnTo>
                    <a:pt x="11782" y="13810"/>
                  </a:lnTo>
                  <a:lnTo>
                    <a:pt x="12273" y="13102"/>
                  </a:lnTo>
                  <a:lnTo>
                    <a:pt x="12273" y="10269"/>
                  </a:lnTo>
                  <a:lnTo>
                    <a:pt x="10800" y="10269"/>
                  </a:lnTo>
                  <a:lnTo>
                    <a:pt x="10800" y="8498"/>
                  </a:lnTo>
                  <a:lnTo>
                    <a:pt x="11782" y="8498"/>
                  </a:lnTo>
                  <a:lnTo>
                    <a:pt x="11782" y="7436"/>
                  </a:lnTo>
                  <a:lnTo>
                    <a:pt x="12273" y="7082"/>
                  </a:lnTo>
                  <a:lnTo>
                    <a:pt x="12273" y="6374"/>
                  </a:lnTo>
                  <a:lnTo>
                    <a:pt x="11782" y="6020"/>
                  </a:lnTo>
                  <a:lnTo>
                    <a:pt x="7364" y="5666"/>
                  </a:lnTo>
                  <a:lnTo>
                    <a:pt x="6873" y="4957"/>
                  </a:lnTo>
                  <a:lnTo>
                    <a:pt x="6873" y="3895"/>
                  </a:lnTo>
                  <a:lnTo>
                    <a:pt x="10309" y="3895"/>
                  </a:lnTo>
                  <a:lnTo>
                    <a:pt x="13745" y="3541"/>
                  </a:lnTo>
                  <a:lnTo>
                    <a:pt x="16200" y="3541"/>
                  </a:lnTo>
                  <a:lnTo>
                    <a:pt x="17673" y="3895"/>
                  </a:lnTo>
                  <a:lnTo>
                    <a:pt x="17673" y="3187"/>
                  </a:lnTo>
                  <a:lnTo>
                    <a:pt x="17182" y="2833"/>
                  </a:lnTo>
                  <a:lnTo>
                    <a:pt x="18164" y="1416"/>
                  </a:lnTo>
                  <a:lnTo>
                    <a:pt x="19145" y="1062"/>
                  </a:lnTo>
                  <a:lnTo>
                    <a:pt x="19636" y="1062"/>
                  </a:lnTo>
                  <a:lnTo>
                    <a:pt x="21109" y="0"/>
                  </a:lnTo>
                  <a:lnTo>
                    <a:pt x="21600" y="0"/>
                  </a:lnTo>
                  <a:lnTo>
                    <a:pt x="21600" y="3187"/>
                  </a:lnTo>
                  <a:lnTo>
                    <a:pt x="21109" y="4249"/>
                  </a:lnTo>
                  <a:lnTo>
                    <a:pt x="21109" y="8498"/>
                  </a:lnTo>
                  <a:lnTo>
                    <a:pt x="20618" y="9561"/>
                  </a:lnTo>
                  <a:lnTo>
                    <a:pt x="20618" y="10623"/>
                  </a:lnTo>
                  <a:lnTo>
                    <a:pt x="20127" y="11685"/>
                  </a:lnTo>
                  <a:lnTo>
                    <a:pt x="19636" y="12039"/>
                  </a:lnTo>
                  <a:lnTo>
                    <a:pt x="19636" y="12393"/>
                  </a:lnTo>
                  <a:lnTo>
                    <a:pt x="19145" y="12748"/>
                  </a:lnTo>
                  <a:lnTo>
                    <a:pt x="18655" y="13810"/>
                  </a:lnTo>
                  <a:lnTo>
                    <a:pt x="18164" y="14518"/>
                  </a:lnTo>
                  <a:lnTo>
                    <a:pt x="17673" y="15580"/>
                  </a:lnTo>
                  <a:lnTo>
                    <a:pt x="16691" y="16997"/>
                  </a:lnTo>
                  <a:lnTo>
                    <a:pt x="16200" y="17351"/>
                  </a:lnTo>
                  <a:lnTo>
                    <a:pt x="16200" y="17705"/>
                  </a:lnTo>
                  <a:lnTo>
                    <a:pt x="15709" y="18059"/>
                  </a:lnTo>
                  <a:lnTo>
                    <a:pt x="14727" y="19475"/>
                  </a:lnTo>
                  <a:lnTo>
                    <a:pt x="13745" y="19830"/>
                  </a:lnTo>
                  <a:lnTo>
                    <a:pt x="12273" y="19830"/>
                  </a:lnTo>
                  <a:lnTo>
                    <a:pt x="11291" y="19475"/>
                  </a:lnTo>
                  <a:lnTo>
                    <a:pt x="10800" y="19830"/>
                  </a:lnTo>
                  <a:lnTo>
                    <a:pt x="10309" y="19830"/>
                  </a:lnTo>
                  <a:lnTo>
                    <a:pt x="9327" y="20538"/>
                  </a:lnTo>
                  <a:lnTo>
                    <a:pt x="8345" y="20184"/>
                  </a:lnTo>
                  <a:lnTo>
                    <a:pt x="8345" y="19830"/>
                  </a:lnTo>
                  <a:lnTo>
                    <a:pt x="6873" y="19830"/>
                  </a:lnTo>
                  <a:lnTo>
                    <a:pt x="5891" y="20184"/>
                  </a:lnTo>
                  <a:lnTo>
                    <a:pt x="4418" y="20538"/>
                  </a:lnTo>
                  <a:lnTo>
                    <a:pt x="2455" y="21246"/>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348" name="Shape 348"/>
            <p:cNvSpPr/>
            <p:nvPr/>
          </p:nvSpPr>
          <p:spPr>
            <a:xfrm>
              <a:off x="1582710" y="7828993"/>
              <a:ext cx="556090" cy="667392"/>
            </a:xfrm>
            <a:custGeom>
              <a:avLst/>
              <a:gdLst/>
              <a:ahLst/>
              <a:cxnLst>
                <a:cxn ang="0">
                  <a:pos x="wd2" y="hd2"/>
                </a:cxn>
                <a:cxn ang="5400000">
                  <a:pos x="wd2" y="hd2"/>
                </a:cxn>
                <a:cxn ang="10800000">
                  <a:pos x="wd2" y="hd2"/>
                </a:cxn>
                <a:cxn ang="16200000">
                  <a:pos x="wd2" y="hd2"/>
                </a:cxn>
              </a:cxnLst>
              <a:rect l="0" t="0" r="r" b="b"/>
              <a:pathLst>
                <a:path w="21600" h="21600" extrusionOk="0">
                  <a:moveTo>
                    <a:pt x="997" y="554"/>
                  </a:moveTo>
                  <a:lnTo>
                    <a:pt x="3988" y="277"/>
                  </a:lnTo>
                  <a:lnTo>
                    <a:pt x="5317" y="0"/>
                  </a:lnTo>
                  <a:lnTo>
                    <a:pt x="9305" y="0"/>
                  </a:lnTo>
                  <a:lnTo>
                    <a:pt x="10634" y="3323"/>
                  </a:lnTo>
                  <a:lnTo>
                    <a:pt x="14289" y="3600"/>
                  </a:lnTo>
                  <a:lnTo>
                    <a:pt x="14289" y="2492"/>
                  </a:lnTo>
                  <a:lnTo>
                    <a:pt x="14622" y="1938"/>
                  </a:lnTo>
                  <a:lnTo>
                    <a:pt x="16948" y="1662"/>
                  </a:lnTo>
                  <a:lnTo>
                    <a:pt x="16948" y="2492"/>
                  </a:lnTo>
                  <a:lnTo>
                    <a:pt x="18609" y="2492"/>
                  </a:lnTo>
                  <a:lnTo>
                    <a:pt x="18609" y="4708"/>
                  </a:lnTo>
                  <a:lnTo>
                    <a:pt x="19274" y="5815"/>
                  </a:lnTo>
                  <a:lnTo>
                    <a:pt x="19274" y="7200"/>
                  </a:lnTo>
                  <a:lnTo>
                    <a:pt x="18942" y="7754"/>
                  </a:lnTo>
                  <a:lnTo>
                    <a:pt x="18942" y="8308"/>
                  </a:lnTo>
                  <a:lnTo>
                    <a:pt x="21268" y="8585"/>
                  </a:lnTo>
                  <a:lnTo>
                    <a:pt x="21268" y="12185"/>
                  </a:lnTo>
                  <a:lnTo>
                    <a:pt x="18609" y="12462"/>
                  </a:lnTo>
                  <a:lnTo>
                    <a:pt x="18609" y="18831"/>
                  </a:lnTo>
                  <a:lnTo>
                    <a:pt x="19274" y="19385"/>
                  </a:lnTo>
                  <a:lnTo>
                    <a:pt x="19606" y="19938"/>
                  </a:lnTo>
                  <a:lnTo>
                    <a:pt x="21600" y="21046"/>
                  </a:lnTo>
                  <a:lnTo>
                    <a:pt x="20271" y="21046"/>
                  </a:lnTo>
                  <a:lnTo>
                    <a:pt x="19274" y="21323"/>
                  </a:lnTo>
                  <a:lnTo>
                    <a:pt x="18277" y="21323"/>
                  </a:lnTo>
                  <a:lnTo>
                    <a:pt x="17612" y="21600"/>
                  </a:lnTo>
                  <a:lnTo>
                    <a:pt x="15286" y="21600"/>
                  </a:lnTo>
                  <a:lnTo>
                    <a:pt x="14622" y="21323"/>
                  </a:lnTo>
                  <a:lnTo>
                    <a:pt x="13625" y="21323"/>
                  </a:lnTo>
                  <a:lnTo>
                    <a:pt x="12960" y="21046"/>
                  </a:lnTo>
                  <a:lnTo>
                    <a:pt x="12628" y="20769"/>
                  </a:lnTo>
                  <a:lnTo>
                    <a:pt x="3988" y="20769"/>
                  </a:lnTo>
                  <a:lnTo>
                    <a:pt x="3655" y="20492"/>
                  </a:lnTo>
                  <a:lnTo>
                    <a:pt x="3323" y="19938"/>
                  </a:lnTo>
                  <a:lnTo>
                    <a:pt x="2991" y="19938"/>
                  </a:lnTo>
                  <a:lnTo>
                    <a:pt x="2658" y="19662"/>
                  </a:lnTo>
                  <a:lnTo>
                    <a:pt x="997" y="19662"/>
                  </a:lnTo>
                  <a:lnTo>
                    <a:pt x="0" y="19938"/>
                  </a:lnTo>
                  <a:lnTo>
                    <a:pt x="332" y="19385"/>
                  </a:lnTo>
                  <a:lnTo>
                    <a:pt x="665" y="18000"/>
                  </a:lnTo>
                  <a:lnTo>
                    <a:pt x="997" y="16338"/>
                  </a:lnTo>
                  <a:lnTo>
                    <a:pt x="1662" y="14954"/>
                  </a:lnTo>
                  <a:lnTo>
                    <a:pt x="1662" y="13569"/>
                  </a:lnTo>
                  <a:lnTo>
                    <a:pt x="2326" y="12462"/>
                  </a:lnTo>
                  <a:lnTo>
                    <a:pt x="2658" y="11354"/>
                  </a:lnTo>
                  <a:lnTo>
                    <a:pt x="3323" y="10523"/>
                  </a:lnTo>
                  <a:lnTo>
                    <a:pt x="3988" y="9415"/>
                  </a:lnTo>
                  <a:lnTo>
                    <a:pt x="4320" y="9415"/>
                  </a:lnTo>
                  <a:lnTo>
                    <a:pt x="4652" y="9138"/>
                  </a:lnTo>
                  <a:lnTo>
                    <a:pt x="4652" y="7477"/>
                  </a:lnTo>
                  <a:lnTo>
                    <a:pt x="3988" y="5262"/>
                  </a:lnTo>
                  <a:lnTo>
                    <a:pt x="2326" y="2215"/>
                  </a:lnTo>
                  <a:lnTo>
                    <a:pt x="997" y="1385"/>
                  </a:lnTo>
                  <a:lnTo>
                    <a:pt x="997" y="554"/>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349" name="Shape 349"/>
            <p:cNvSpPr/>
            <p:nvPr/>
          </p:nvSpPr>
          <p:spPr>
            <a:xfrm>
              <a:off x="1599821" y="7153047"/>
              <a:ext cx="1086511" cy="1103763"/>
            </a:xfrm>
            <a:custGeom>
              <a:avLst/>
              <a:gdLst/>
              <a:ahLst/>
              <a:cxnLst>
                <a:cxn ang="0">
                  <a:pos x="wd2" y="hd2"/>
                </a:cxn>
                <a:cxn ang="5400000">
                  <a:pos x="wd2" y="hd2"/>
                </a:cxn>
                <a:cxn ang="10800000">
                  <a:pos x="wd2" y="hd2"/>
                </a:cxn>
                <a:cxn ang="16200000">
                  <a:pos x="wd2" y="hd2"/>
                </a:cxn>
              </a:cxnLst>
              <a:rect l="0" t="0" r="r" b="b"/>
              <a:pathLst>
                <a:path w="21600" h="21600" extrusionOk="0">
                  <a:moveTo>
                    <a:pt x="0" y="12726"/>
                  </a:moveTo>
                  <a:lnTo>
                    <a:pt x="2041" y="11219"/>
                  </a:lnTo>
                  <a:lnTo>
                    <a:pt x="2041" y="11051"/>
                  </a:lnTo>
                  <a:lnTo>
                    <a:pt x="2211" y="11051"/>
                  </a:lnTo>
                  <a:lnTo>
                    <a:pt x="2381" y="10884"/>
                  </a:lnTo>
                  <a:lnTo>
                    <a:pt x="2721" y="10716"/>
                  </a:lnTo>
                  <a:lnTo>
                    <a:pt x="3231" y="10884"/>
                  </a:lnTo>
                  <a:lnTo>
                    <a:pt x="3742" y="10884"/>
                  </a:lnTo>
                  <a:lnTo>
                    <a:pt x="3912" y="10716"/>
                  </a:lnTo>
                  <a:lnTo>
                    <a:pt x="4082" y="10381"/>
                  </a:lnTo>
                  <a:lnTo>
                    <a:pt x="4252" y="10381"/>
                  </a:lnTo>
                  <a:lnTo>
                    <a:pt x="4252" y="10047"/>
                  </a:lnTo>
                  <a:lnTo>
                    <a:pt x="4592" y="9544"/>
                  </a:lnTo>
                  <a:lnTo>
                    <a:pt x="4932" y="8874"/>
                  </a:lnTo>
                  <a:lnTo>
                    <a:pt x="5613" y="7200"/>
                  </a:lnTo>
                  <a:lnTo>
                    <a:pt x="5783" y="7033"/>
                  </a:lnTo>
                  <a:lnTo>
                    <a:pt x="5783" y="6698"/>
                  </a:lnTo>
                  <a:lnTo>
                    <a:pt x="5953" y="6195"/>
                  </a:lnTo>
                  <a:lnTo>
                    <a:pt x="5953" y="6028"/>
                  </a:lnTo>
                  <a:lnTo>
                    <a:pt x="6123" y="5860"/>
                  </a:lnTo>
                  <a:lnTo>
                    <a:pt x="6123" y="3349"/>
                  </a:lnTo>
                  <a:lnTo>
                    <a:pt x="6293" y="2847"/>
                  </a:lnTo>
                  <a:lnTo>
                    <a:pt x="6293" y="2679"/>
                  </a:lnTo>
                  <a:lnTo>
                    <a:pt x="6463" y="2512"/>
                  </a:lnTo>
                  <a:lnTo>
                    <a:pt x="6463" y="2009"/>
                  </a:lnTo>
                  <a:lnTo>
                    <a:pt x="6293" y="1674"/>
                  </a:lnTo>
                  <a:lnTo>
                    <a:pt x="6123" y="1507"/>
                  </a:lnTo>
                  <a:lnTo>
                    <a:pt x="6123" y="1172"/>
                  </a:lnTo>
                  <a:lnTo>
                    <a:pt x="6803" y="502"/>
                  </a:lnTo>
                  <a:lnTo>
                    <a:pt x="7143" y="502"/>
                  </a:lnTo>
                  <a:lnTo>
                    <a:pt x="7654" y="335"/>
                  </a:lnTo>
                  <a:lnTo>
                    <a:pt x="7654" y="502"/>
                  </a:lnTo>
                  <a:lnTo>
                    <a:pt x="7994" y="837"/>
                  </a:lnTo>
                  <a:lnTo>
                    <a:pt x="8164" y="1172"/>
                  </a:lnTo>
                  <a:lnTo>
                    <a:pt x="8164" y="1340"/>
                  </a:lnTo>
                  <a:lnTo>
                    <a:pt x="8334" y="1340"/>
                  </a:lnTo>
                  <a:lnTo>
                    <a:pt x="8504" y="1172"/>
                  </a:lnTo>
                  <a:lnTo>
                    <a:pt x="8844" y="1172"/>
                  </a:lnTo>
                  <a:lnTo>
                    <a:pt x="9354" y="1005"/>
                  </a:lnTo>
                  <a:lnTo>
                    <a:pt x="11055" y="1005"/>
                  </a:lnTo>
                  <a:lnTo>
                    <a:pt x="11395" y="837"/>
                  </a:lnTo>
                  <a:lnTo>
                    <a:pt x="15307" y="0"/>
                  </a:lnTo>
                  <a:lnTo>
                    <a:pt x="15307" y="167"/>
                  </a:lnTo>
                  <a:lnTo>
                    <a:pt x="15987" y="837"/>
                  </a:lnTo>
                  <a:lnTo>
                    <a:pt x="17008" y="1172"/>
                  </a:lnTo>
                  <a:lnTo>
                    <a:pt x="17178" y="1172"/>
                  </a:lnTo>
                  <a:lnTo>
                    <a:pt x="17348" y="1340"/>
                  </a:lnTo>
                  <a:lnTo>
                    <a:pt x="17688" y="1340"/>
                  </a:lnTo>
                  <a:lnTo>
                    <a:pt x="18028" y="1507"/>
                  </a:lnTo>
                  <a:lnTo>
                    <a:pt x="18369" y="2009"/>
                  </a:lnTo>
                  <a:lnTo>
                    <a:pt x="19389" y="2009"/>
                  </a:lnTo>
                  <a:lnTo>
                    <a:pt x="20069" y="2177"/>
                  </a:lnTo>
                  <a:lnTo>
                    <a:pt x="20750" y="2177"/>
                  </a:lnTo>
                  <a:lnTo>
                    <a:pt x="20750" y="2344"/>
                  </a:lnTo>
                  <a:lnTo>
                    <a:pt x="20580" y="2679"/>
                  </a:lnTo>
                  <a:lnTo>
                    <a:pt x="20580" y="3181"/>
                  </a:lnTo>
                  <a:lnTo>
                    <a:pt x="20239" y="3516"/>
                  </a:lnTo>
                  <a:lnTo>
                    <a:pt x="20239" y="4688"/>
                  </a:lnTo>
                  <a:lnTo>
                    <a:pt x="19899" y="5358"/>
                  </a:lnTo>
                  <a:lnTo>
                    <a:pt x="19729" y="5860"/>
                  </a:lnTo>
                  <a:lnTo>
                    <a:pt x="19559" y="6195"/>
                  </a:lnTo>
                  <a:lnTo>
                    <a:pt x="19559" y="8874"/>
                  </a:lnTo>
                  <a:lnTo>
                    <a:pt x="19899" y="9879"/>
                  </a:lnTo>
                  <a:lnTo>
                    <a:pt x="20239" y="11219"/>
                  </a:lnTo>
                  <a:lnTo>
                    <a:pt x="20409" y="12726"/>
                  </a:lnTo>
                  <a:lnTo>
                    <a:pt x="20750" y="14233"/>
                  </a:lnTo>
                  <a:lnTo>
                    <a:pt x="21090" y="15405"/>
                  </a:lnTo>
                  <a:lnTo>
                    <a:pt x="21260" y="16074"/>
                  </a:lnTo>
                  <a:lnTo>
                    <a:pt x="21260" y="16242"/>
                  </a:lnTo>
                  <a:lnTo>
                    <a:pt x="20069" y="16242"/>
                  </a:lnTo>
                  <a:lnTo>
                    <a:pt x="19729" y="16409"/>
                  </a:lnTo>
                  <a:lnTo>
                    <a:pt x="19389" y="16744"/>
                  </a:lnTo>
                  <a:lnTo>
                    <a:pt x="19219" y="17079"/>
                  </a:lnTo>
                  <a:lnTo>
                    <a:pt x="19219" y="17581"/>
                  </a:lnTo>
                  <a:lnTo>
                    <a:pt x="19559" y="18251"/>
                  </a:lnTo>
                  <a:lnTo>
                    <a:pt x="19729" y="18753"/>
                  </a:lnTo>
                  <a:lnTo>
                    <a:pt x="19899" y="19088"/>
                  </a:lnTo>
                  <a:lnTo>
                    <a:pt x="20069" y="19591"/>
                  </a:lnTo>
                  <a:lnTo>
                    <a:pt x="20239" y="19926"/>
                  </a:lnTo>
                  <a:lnTo>
                    <a:pt x="20409" y="20093"/>
                  </a:lnTo>
                  <a:lnTo>
                    <a:pt x="21600" y="20260"/>
                  </a:lnTo>
                  <a:lnTo>
                    <a:pt x="21600" y="21433"/>
                  </a:lnTo>
                  <a:lnTo>
                    <a:pt x="21260" y="21600"/>
                  </a:lnTo>
                  <a:lnTo>
                    <a:pt x="20239" y="21265"/>
                  </a:lnTo>
                  <a:lnTo>
                    <a:pt x="18879" y="20428"/>
                  </a:lnTo>
                  <a:lnTo>
                    <a:pt x="18198" y="19256"/>
                  </a:lnTo>
                  <a:lnTo>
                    <a:pt x="18198" y="19423"/>
                  </a:lnTo>
                  <a:lnTo>
                    <a:pt x="18028" y="19423"/>
                  </a:lnTo>
                  <a:lnTo>
                    <a:pt x="17858" y="19256"/>
                  </a:lnTo>
                  <a:lnTo>
                    <a:pt x="17688" y="19256"/>
                  </a:lnTo>
                  <a:lnTo>
                    <a:pt x="17518" y="19088"/>
                  </a:lnTo>
                  <a:lnTo>
                    <a:pt x="17518" y="18921"/>
                  </a:lnTo>
                  <a:lnTo>
                    <a:pt x="17348" y="19088"/>
                  </a:lnTo>
                  <a:lnTo>
                    <a:pt x="17348" y="19256"/>
                  </a:lnTo>
                  <a:lnTo>
                    <a:pt x="16328" y="19256"/>
                  </a:lnTo>
                  <a:lnTo>
                    <a:pt x="15477" y="19088"/>
                  </a:lnTo>
                  <a:lnTo>
                    <a:pt x="14457" y="18921"/>
                  </a:lnTo>
                  <a:lnTo>
                    <a:pt x="13946" y="18753"/>
                  </a:lnTo>
                  <a:lnTo>
                    <a:pt x="13776" y="18753"/>
                  </a:lnTo>
                  <a:lnTo>
                    <a:pt x="13606" y="18586"/>
                  </a:lnTo>
                  <a:lnTo>
                    <a:pt x="13436" y="18586"/>
                  </a:lnTo>
                  <a:lnTo>
                    <a:pt x="13436" y="18419"/>
                  </a:lnTo>
                  <a:lnTo>
                    <a:pt x="13266" y="18419"/>
                  </a:lnTo>
                  <a:lnTo>
                    <a:pt x="13096" y="18251"/>
                  </a:lnTo>
                  <a:lnTo>
                    <a:pt x="11055" y="18251"/>
                  </a:lnTo>
                  <a:lnTo>
                    <a:pt x="10545" y="18419"/>
                  </a:lnTo>
                  <a:lnTo>
                    <a:pt x="9354" y="18251"/>
                  </a:lnTo>
                  <a:lnTo>
                    <a:pt x="9354" y="17916"/>
                  </a:lnTo>
                  <a:lnTo>
                    <a:pt x="9524" y="17581"/>
                  </a:lnTo>
                  <a:lnTo>
                    <a:pt x="9524" y="16744"/>
                  </a:lnTo>
                  <a:lnTo>
                    <a:pt x="9184" y="16074"/>
                  </a:lnTo>
                  <a:lnTo>
                    <a:pt x="9184" y="14735"/>
                  </a:lnTo>
                  <a:lnTo>
                    <a:pt x="8334" y="14735"/>
                  </a:lnTo>
                  <a:lnTo>
                    <a:pt x="8334" y="14233"/>
                  </a:lnTo>
                  <a:lnTo>
                    <a:pt x="7143" y="14400"/>
                  </a:lnTo>
                  <a:lnTo>
                    <a:pt x="6973" y="14735"/>
                  </a:lnTo>
                  <a:lnTo>
                    <a:pt x="6973" y="15405"/>
                  </a:lnTo>
                  <a:lnTo>
                    <a:pt x="5102" y="15237"/>
                  </a:lnTo>
                  <a:lnTo>
                    <a:pt x="4422" y="13228"/>
                  </a:lnTo>
                  <a:lnTo>
                    <a:pt x="2381" y="13228"/>
                  </a:lnTo>
                  <a:lnTo>
                    <a:pt x="1701" y="13395"/>
                  </a:lnTo>
                  <a:lnTo>
                    <a:pt x="170" y="13563"/>
                  </a:lnTo>
                  <a:lnTo>
                    <a:pt x="0" y="12726"/>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350" name="Shape 350"/>
            <p:cNvSpPr/>
            <p:nvPr/>
          </p:nvSpPr>
          <p:spPr>
            <a:xfrm>
              <a:off x="2061801" y="7974450"/>
              <a:ext cx="829856" cy="513378"/>
            </a:xfrm>
            <a:custGeom>
              <a:avLst/>
              <a:gdLst/>
              <a:ahLst/>
              <a:cxnLst>
                <a:cxn ang="0">
                  <a:pos x="wd2" y="hd2"/>
                </a:cxn>
                <a:cxn ang="5400000">
                  <a:pos x="wd2" y="hd2"/>
                </a:cxn>
                <a:cxn ang="10800000">
                  <a:pos x="wd2" y="hd2"/>
                </a:cxn>
                <a:cxn ang="16200000">
                  <a:pos x="wd2" y="hd2"/>
                </a:cxn>
              </a:cxnLst>
              <a:rect l="0" t="0" r="r" b="b"/>
              <a:pathLst>
                <a:path w="21600" h="21600" extrusionOk="0">
                  <a:moveTo>
                    <a:pt x="15810" y="0"/>
                  </a:moveTo>
                  <a:lnTo>
                    <a:pt x="15810" y="360"/>
                  </a:lnTo>
                  <a:lnTo>
                    <a:pt x="14252" y="360"/>
                  </a:lnTo>
                  <a:lnTo>
                    <a:pt x="13806" y="720"/>
                  </a:lnTo>
                  <a:lnTo>
                    <a:pt x="13361" y="1440"/>
                  </a:lnTo>
                  <a:lnTo>
                    <a:pt x="13138" y="2160"/>
                  </a:lnTo>
                  <a:lnTo>
                    <a:pt x="13138" y="3240"/>
                  </a:lnTo>
                  <a:lnTo>
                    <a:pt x="13584" y="4680"/>
                  </a:lnTo>
                  <a:lnTo>
                    <a:pt x="13806" y="5760"/>
                  </a:lnTo>
                  <a:lnTo>
                    <a:pt x="14029" y="6480"/>
                  </a:lnTo>
                  <a:lnTo>
                    <a:pt x="14252" y="7560"/>
                  </a:lnTo>
                  <a:lnTo>
                    <a:pt x="14474" y="8280"/>
                  </a:lnTo>
                  <a:lnTo>
                    <a:pt x="14697" y="8640"/>
                  </a:lnTo>
                  <a:lnTo>
                    <a:pt x="16256" y="9000"/>
                  </a:lnTo>
                  <a:lnTo>
                    <a:pt x="16256" y="11520"/>
                  </a:lnTo>
                  <a:lnTo>
                    <a:pt x="15810" y="11880"/>
                  </a:lnTo>
                  <a:lnTo>
                    <a:pt x="14474" y="11160"/>
                  </a:lnTo>
                  <a:lnTo>
                    <a:pt x="12693" y="9360"/>
                  </a:lnTo>
                  <a:lnTo>
                    <a:pt x="11802" y="6840"/>
                  </a:lnTo>
                  <a:lnTo>
                    <a:pt x="11802" y="7200"/>
                  </a:lnTo>
                  <a:lnTo>
                    <a:pt x="11579" y="7200"/>
                  </a:lnTo>
                  <a:lnTo>
                    <a:pt x="11357" y="6840"/>
                  </a:lnTo>
                  <a:lnTo>
                    <a:pt x="11134" y="6840"/>
                  </a:lnTo>
                  <a:lnTo>
                    <a:pt x="10911" y="6480"/>
                  </a:lnTo>
                  <a:lnTo>
                    <a:pt x="10911" y="6120"/>
                  </a:lnTo>
                  <a:lnTo>
                    <a:pt x="10689" y="6480"/>
                  </a:lnTo>
                  <a:lnTo>
                    <a:pt x="10689" y="6840"/>
                  </a:lnTo>
                  <a:lnTo>
                    <a:pt x="9353" y="6840"/>
                  </a:lnTo>
                  <a:lnTo>
                    <a:pt x="8239" y="6480"/>
                  </a:lnTo>
                  <a:lnTo>
                    <a:pt x="6903" y="6120"/>
                  </a:lnTo>
                  <a:lnTo>
                    <a:pt x="6235" y="5760"/>
                  </a:lnTo>
                  <a:lnTo>
                    <a:pt x="6012" y="5760"/>
                  </a:lnTo>
                  <a:lnTo>
                    <a:pt x="5790" y="5400"/>
                  </a:lnTo>
                  <a:lnTo>
                    <a:pt x="5567" y="5400"/>
                  </a:lnTo>
                  <a:lnTo>
                    <a:pt x="5567" y="5040"/>
                  </a:lnTo>
                  <a:lnTo>
                    <a:pt x="5344" y="5040"/>
                  </a:lnTo>
                  <a:lnTo>
                    <a:pt x="5122" y="4680"/>
                  </a:lnTo>
                  <a:lnTo>
                    <a:pt x="2449" y="4680"/>
                  </a:lnTo>
                  <a:lnTo>
                    <a:pt x="1781" y="5040"/>
                  </a:lnTo>
                  <a:lnTo>
                    <a:pt x="1781" y="6840"/>
                  </a:lnTo>
                  <a:lnTo>
                    <a:pt x="1559" y="7560"/>
                  </a:lnTo>
                  <a:lnTo>
                    <a:pt x="1559" y="8640"/>
                  </a:lnTo>
                  <a:lnTo>
                    <a:pt x="1781" y="9360"/>
                  </a:lnTo>
                  <a:lnTo>
                    <a:pt x="1781" y="9720"/>
                  </a:lnTo>
                  <a:lnTo>
                    <a:pt x="0" y="10080"/>
                  </a:lnTo>
                  <a:lnTo>
                    <a:pt x="0" y="18360"/>
                  </a:lnTo>
                  <a:lnTo>
                    <a:pt x="223" y="18720"/>
                  </a:lnTo>
                  <a:lnTo>
                    <a:pt x="445" y="19440"/>
                  </a:lnTo>
                  <a:lnTo>
                    <a:pt x="891" y="20160"/>
                  </a:lnTo>
                  <a:lnTo>
                    <a:pt x="1336" y="20520"/>
                  </a:lnTo>
                  <a:lnTo>
                    <a:pt x="2004" y="21240"/>
                  </a:lnTo>
                  <a:lnTo>
                    <a:pt x="2227" y="21240"/>
                  </a:lnTo>
                  <a:lnTo>
                    <a:pt x="2672" y="20880"/>
                  </a:lnTo>
                  <a:lnTo>
                    <a:pt x="6012" y="20880"/>
                  </a:lnTo>
                  <a:lnTo>
                    <a:pt x="6680" y="21240"/>
                  </a:lnTo>
                  <a:lnTo>
                    <a:pt x="7348" y="21240"/>
                  </a:lnTo>
                  <a:lnTo>
                    <a:pt x="8016" y="21600"/>
                  </a:lnTo>
                  <a:lnTo>
                    <a:pt x="10021" y="21600"/>
                  </a:lnTo>
                  <a:lnTo>
                    <a:pt x="11357" y="21240"/>
                  </a:lnTo>
                  <a:lnTo>
                    <a:pt x="12247" y="20520"/>
                  </a:lnTo>
                  <a:lnTo>
                    <a:pt x="12693" y="18720"/>
                  </a:lnTo>
                  <a:lnTo>
                    <a:pt x="21377" y="15840"/>
                  </a:lnTo>
                  <a:lnTo>
                    <a:pt x="21377" y="11520"/>
                  </a:lnTo>
                  <a:lnTo>
                    <a:pt x="21155" y="10080"/>
                  </a:lnTo>
                  <a:lnTo>
                    <a:pt x="21600" y="9000"/>
                  </a:lnTo>
                  <a:lnTo>
                    <a:pt x="21600" y="8280"/>
                  </a:lnTo>
                  <a:lnTo>
                    <a:pt x="21155" y="6120"/>
                  </a:lnTo>
                  <a:lnTo>
                    <a:pt x="20487" y="3600"/>
                  </a:lnTo>
                  <a:lnTo>
                    <a:pt x="19373" y="1800"/>
                  </a:lnTo>
                  <a:lnTo>
                    <a:pt x="17814" y="720"/>
                  </a:lnTo>
                  <a:lnTo>
                    <a:pt x="15810" y="0"/>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351" name="Shape 351"/>
            <p:cNvSpPr/>
            <p:nvPr/>
          </p:nvSpPr>
          <p:spPr>
            <a:xfrm>
              <a:off x="1574155" y="8436489"/>
              <a:ext cx="821300" cy="710173"/>
            </a:xfrm>
            <a:custGeom>
              <a:avLst/>
              <a:gdLst/>
              <a:ahLst/>
              <a:cxnLst>
                <a:cxn ang="0">
                  <a:pos x="wd2" y="hd2"/>
                </a:cxn>
                <a:cxn ang="5400000">
                  <a:pos x="wd2" y="hd2"/>
                </a:cxn>
                <a:cxn ang="10800000">
                  <a:pos x="wd2" y="hd2"/>
                </a:cxn>
                <a:cxn ang="16200000">
                  <a:pos x="wd2" y="hd2"/>
                </a:cxn>
              </a:cxnLst>
              <a:rect l="0" t="0" r="r" b="b"/>
              <a:pathLst>
                <a:path w="21600" h="21600" extrusionOk="0">
                  <a:moveTo>
                    <a:pt x="14850" y="1301"/>
                  </a:moveTo>
                  <a:lnTo>
                    <a:pt x="13725" y="1301"/>
                  </a:lnTo>
                  <a:lnTo>
                    <a:pt x="13275" y="1561"/>
                  </a:lnTo>
                  <a:lnTo>
                    <a:pt x="12600" y="1561"/>
                  </a:lnTo>
                  <a:lnTo>
                    <a:pt x="11925" y="1822"/>
                  </a:lnTo>
                  <a:lnTo>
                    <a:pt x="10575" y="1822"/>
                  </a:lnTo>
                  <a:lnTo>
                    <a:pt x="9900" y="1561"/>
                  </a:lnTo>
                  <a:lnTo>
                    <a:pt x="9450" y="1561"/>
                  </a:lnTo>
                  <a:lnTo>
                    <a:pt x="8550" y="1041"/>
                  </a:lnTo>
                  <a:lnTo>
                    <a:pt x="2925" y="1041"/>
                  </a:lnTo>
                  <a:lnTo>
                    <a:pt x="2025" y="0"/>
                  </a:lnTo>
                  <a:lnTo>
                    <a:pt x="900" y="0"/>
                  </a:lnTo>
                  <a:lnTo>
                    <a:pt x="225" y="260"/>
                  </a:lnTo>
                  <a:lnTo>
                    <a:pt x="0" y="1301"/>
                  </a:lnTo>
                  <a:lnTo>
                    <a:pt x="225" y="1561"/>
                  </a:lnTo>
                  <a:lnTo>
                    <a:pt x="1350" y="4164"/>
                  </a:lnTo>
                  <a:lnTo>
                    <a:pt x="1800" y="5465"/>
                  </a:lnTo>
                  <a:lnTo>
                    <a:pt x="2025" y="7027"/>
                  </a:lnTo>
                  <a:lnTo>
                    <a:pt x="2250" y="7547"/>
                  </a:lnTo>
                  <a:lnTo>
                    <a:pt x="2700" y="9369"/>
                  </a:lnTo>
                  <a:lnTo>
                    <a:pt x="3150" y="11711"/>
                  </a:lnTo>
                  <a:lnTo>
                    <a:pt x="3825" y="14313"/>
                  </a:lnTo>
                  <a:lnTo>
                    <a:pt x="4725" y="16395"/>
                  </a:lnTo>
                  <a:lnTo>
                    <a:pt x="5175" y="17696"/>
                  </a:lnTo>
                  <a:lnTo>
                    <a:pt x="5400" y="17696"/>
                  </a:lnTo>
                  <a:lnTo>
                    <a:pt x="5400" y="18217"/>
                  </a:lnTo>
                  <a:lnTo>
                    <a:pt x="5850" y="19258"/>
                  </a:lnTo>
                  <a:lnTo>
                    <a:pt x="6300" y="19778"/>
                  </a:lnTo>
                  <a:lnTo>
                    <a:pt x="6525" y="20559"/>
                  </a:lnTo>
                  <a:lnTo>
                    <a:pt x="6750" y="21080"/>
                  </a:lnTo>
                  <a:lnTo>
                    <a:pt x="6750" y="21340"/>
                  </a:lnTo>
                  <a:lnTo>
                    <a:pt x="8100" y="20819"/>
                  </a:lnTo>
                  <a:lnTo>
                    <a:pt x="8325" y="20559"/>
                  </a:lnTo>
                  <a:lnTo>
                    <a:pt x="8325" y="20299"/>
                  </a:lnTo>
                  <a:lnTo>
                    <a:pt x="8550" y="20039"/>
                  </a:lnTo>
                  <a:lnTo>
                    <a:pt x="8550" y="19778"/>
                  </a:lnTo>
                  <a:lnTo>
                    <a:pt x="8775" y="19518"/>
                  </a:lnTo>
                  <a:lnTo>
                    <a:pt x="9000" y="19778"/>
                  </a:lnTo>
                  <a:lnTo>
                    <a:pt x="9225" y="19778"/>
                  </a:lnTo>
                  <a:lnTo>
                    <a:pt x="9225" y="21080"/>
                  </a:lnTo>
                  <a:lnTo>
                    <a:pt x="9450" y="21340"/>
                  </a:lnTo>
                  <a:lnTo>
                    <a:pt x="10575" y="21340"/>
                  </a:lnTo>
                  <a:lnTo>
                    <a:pt x="11025" y="21600"/>
                  </a:lnTo>
                  <a:lnTo>
                    <a:pt x="11700" y="21600"/>
                  </a:lnTo>
                  <a:lnTo>
                    <a:pt x="12600" y="21080"/>
                  </a:lnTo>
                  <a:lnTo>
                    <a:pt x="12825" y="20819"/>
                  </a:lnTo>
                  <a:lnTo>
                    <a:pt x="12825" y="7807"/>
                  </a:lnTo>
                  <a:lnTo>
                    <a:pt x="14400" y="7807"/>
                  </a:lnTo>
                  <a:lnTo>
                    <a:pt x="14400" y="2082"/>
                  </a:lnTo>
                  <a:lnTo>
                    <a:pt x="16200" y="2082"/>
                  </a:lnTo>
                  <a:lnTo>
                    <a:pt x="17550" y="1822"/>
                  </a:lnTo>
                  <a:lnTo>
                    <a:pt x="18450" y="2082"/>
                  </a:lnTo>
                  <a:lnTo>
                    <a:pt x="18900" y="2342"/>
                  </a:lnTo>
                  <a:lnTo>
                    <a:pt x="18900" y="2602"/>
                  </a:lnTo>
                  <a:lnTo>
                    <a:pt x="19125" y="2863"/>
                  </a:lnTo>
                  <a:lnTo>
                    <a:pt x="19350" y="2602"/>
                  </a:lnTo>
                  <a:lnTo>
                    <a:pt x="19800" y="2342"/>
                  </a:lnTo>
                  <a:lnTo>
                    <a:pt x="20475" y="2082"/>
                  </a:lnTo>
                  <a:lnTo>
                    <a:pt x="21375" y="1561"/>
                  </a:lnTo>
                  <a:lnTo>
                    <a:pt x="21600" y="1561"/>
                  </a:lnTo>
                  <a:lnTo>
                    <a:pt x="21150" y="1561"/>
                  </a:lnTo>
                  <a:lnTo>
                    <a:pt x="20025" y="1301"/>
                  </a:lnTo>
                  <a:lnTo>
                    <a:pt x="18675" y="1041"/>
                  </a:lnTo>
                  <a:lnTo>
                    <a:pt x="17550" y="1041"/>
                  </a:lnTo>
                  <a:lnTo>
                    <a:pt x="14850" y="1301"/>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352" name="Shape 352"/>
            <p:cNvSpPr/>
            <p:nvPr/>
          </p:nvSpPr>
          <p:spPr>
            <a:xfrm>
              <a:off x="2061801" y="8496382"/>
              <a:ext cx="513313" cy="590385"/>
            </a:xfrm>
            <a:custGeom>
              <a:avLst/>
              <a:gdLst/>
              <a:ahLst/>
              <a:cxnLst>
                <a:cxn ang="0">
                  <a:pos x="wd2" y="hd2"/>
                </a:cxn>
                <a:cxn ang="5400000">
                  <a:pos x="wd2" y="hd2"/>
                </a:cxn>
                <a:cxn ang="10800000">
                  <a:pos x="wd2" y="hd2"/>
                </a:cxn>
                <a:cxn ang="16200000">
                  <a:pos x="wd2" y="hd2"/>
                </a:cxn>
              </a:cxnLst>
              <a:rect l="0" t="0" r="r" b="b"/>
              <a:pathLst>
                <a:path w="21600" h="21600" extrusionOk="0">
                  <a:moveTo>
                    <a:pt x="18360" y="7513"/>
                  </a:moveTo>
                  <a:lnTo>
                    <a:pt x="17640" y="7513"/>
                  </a:lnTo>
                  <a:lnTo>
                    <a:pt x="18000" y="7200"/>
                  </a:lnTo>
                  <a:lnTo>
                    <a:pt x="17640" y="6887"/>
                  </a:lnTo>
                  <a:lnTo>
                    <a:pt x="17640" y="6261"/>
                  </a:lnTo>
                  <a:lnTo>
                    <a:pt x="16200" y="5009"/>
                  </a:lnTo>
                  <a:lnTo>
                    <a:pt x="16200" y="4696"/>
                  </a:lnTo>
                  <a:lnTo>
                    <a:pt x="15480" y="4070"/>
                  </a:lnTo>
                  <a:lnTo>
                    <a:pt x="15120" y="3443"/>
                  </a:lnTo>
                  <a:lnTo>
                    <a:pt x="14400" y="1565"/>
                  </a:lnTo>
                  <a:lnTo>
                    <a:pt x="14400" y="626"/>
                  </a:lnTo>
                  <a:lnTo>
                    <a:pt x="14040" y="0"/>
                  </a:lnTo>
                  <a:lnTo>
                    <a:pt x="12960" y="0"/>
                  </a:lnTo>
                  <a:lnTo>
                    <a:pt x="10080" y="1252"/>
                  </a:lnTo>
                  <a:lnTo>
                    <a:pt x="10080" y="1565"/>
                  </a:lnTo>
                  <a:lnTo>
                    <a:pt x="9360" y="626"/>
                  </a:lnTo>
                  <a:lnTo>
                    <a:pt x="8280" y="313"/>
                  </a:lnTo>
                  <a:lnTo>
                    <a:pt x="6480" y="0"/>
                  </a:lnTo>
                  <a:lnTo>
                    <a:pt x="4680" y="313"/>
                  </a:lnTo>
                  <a:lnTo>
                    <a:pt x="3240" y="313"/>
                  </a:lnTo>
                  <a:lnTo>
                    <a:pt x="2520" y="626"/>
                  </a:lnTo>
                  <a:lnTo>
                    <a:pt x="2520" y="7200"/>
                  </a:lnTo>
                  <a:lnTo>
                    <a:pt x="0" y="7513"/>
                  </a:lnTo>
                  <a:lnTo>
                    <a:pt x="0" y="15652"/>
                  </a:lnTo>
                  <a:lnTo>
                    <a:pt x="360" y="15965"/>
                  </a:lnTo>
                  <a:lnTo>
                    <a:pt x="720" y="15965"/>
                  </a:lnTo>
                  <a:lnTo>
                    <a:pt x="1800" y="16904"/>
                  </a:lnTo>
                  <a:lnTo>
                    <a:pt x="2160" y="17530"/>
                  </a:lnTo>
                  <a:lnTo>
                    <a:pt x="2520" y="18470"/>
                  </a:lnTo>
                  <a:lnTo>
                    <a:pt x="2160" y="19722"/>
                  </a:lnTo>
                  <a:lnTo>
                    <a:pt x="1440" y="20348"/>
                  </a:lnTo>
                  <a:lnTo>
                    <a:pt x="1440" y="20974"/>
                  </a:lnTo>
                  <a:lnTo>
                    <a:pt x="2160" y="21600"/>
                  </a:lnTo>
                  <a:lnTo>
                    <a:pt x="2880" y="21600"/>
                  </a:lnTo>
                  <a:lnTo>
                    <a:pt x="3600" y="21287"/>
                  </a:lnTo>
                  <a:lnTo>
                    <a:pt x="4680" y="20974"/>
                  </a:lnTo>
                  <a:lnTo>
                    <a:pt x="5760" y="20348"/>
                  </a:lnTo>
                  <a:lnTo>
                    <a:pt x="6840" y="19409"/>
                  </a:lnTo>
                  <a:lnTo>
                    <a:pt x="7200" y="19409"/>
                  </a:lnTo>
                  <a:lnTo>
                    <a:pt x="7200" y="19096"/>
                  </a:lnTo>
                  <a:lnTo>
                    <a:pt x="7560" y="18470"/>
                  </a:lnTo>
                  <a:lnTo>
                    <a:pt x="7920" y="18157"/>
                  </a:lnTo>
                  <a:lnTo>
                    <a:pt x="7920" y="17530"/>
                  </a:lnTo>
                  <a:lnTo>
                    <a:pt x="8280" y="17217"/>
                  </a:lnTo>
                  <a:lnTo>
                    <a:pt x="9000" y="17217"/>
                  </a:lnTo>
                  <a:lnTo>
                    <a:pt x="9360" y="16904"/>
                  </a:lnTo>
                  <a:lnTo>
                    <a:pt x="10080" y="16904"/>
                  </a:lnTo>
                  <a:lnTo>
                    <a:pt x="10800" y="17217"/>
                  </a:lnTo>
                  <a:lnTo>
                    <a:pt x="11520" y="17843"/>
                  </a:lnTo>
                  <a:lnTo>
                    <a:pt x="12240" y="18157"/>
                  </a:lnTo>
                  <a:lnTo>
                    <a:pt x="13320" y="18157"/>
                  </a:lnTo>
                  <a:lnTo>
                    <a:pt x="13320" y="17530"/>
                  </a:lnTo>
                  <a:lnTo>
                    <a:pt x="13680" y="16591"/>
                  </a:lnTo>
                  <a:lnTo>
                    <a:pt x="14400" y="15965"/>
                  </a:lnTo>
                  <a:lnTo>
                    <a:pt x="14760" y="15339"/>
                  </a:lnTo>
                  <a:lnTo>
                    <a:pt x="16200" y="14087"/>
                  </a:lnTo>
                  <a:lnTo>
                    <a:pt x="17640" y="13461"/>
                  </a:lnTo>
                  <a:lnTo>
                    <a:pt x="18720" y="13148"/>
                  </a:lnTo>
                  <a:lnTo>
                    <a:pt x="19800" y="12209"/>
                  </a:lnTo>
                  <a:lnTo>
                    <a:pt x="20160" y="12209"/>
                  </a:lnTo>
                  <a:lnTo>
                    <a:pt x="20880" y="11896"/>
                  </a:lnTo>
                  <a:lnTo>
                    <a:pt x="21240" y="11270"/>
                  </a:lnTo>
                  <a:lnTo>
                    <a:pt x="21600" y="10957"/>
                  </a:lnTo>
                  <a:lnTo>
                    <a:pt x="21600" y="10330"/>
                  </a:lnTo>
                  <a:lnTo>
                    <a:pt x="20880" y="9704"/>
                  </a:lnTo>
                  <a:lnTo>
                    <a:pt x="20160" y="9391"/>
                  </a:lnTo>
                  <a:lnTo>
                    <a:pt x="19800" y="9391"/>
                  </a:lnTo>
                  <a:lnTo>
                    <a:pt x="18720" y="8452"/>
                  </a:lnTo>
                  <a:lnTo>
                    <a:pt x="18360" y="7513"/>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353" name="Shape 353"/>
            <p:cNvSpPr/>
            <p:nvPr/>
          </p:nvSpPr>
          <p:spPr>
            <a:xfrm>
              <a:off x="3250972" y="6802239"/>
              <a:ext cx="496203" cy="701617"/>
            </a:xfrm>
            <a:custGeom>
              <a:avLst/>
              <a:gdLst/>
              <a:ahLst/>
              <a:cxnLst>
                <a:cxn ang="0">
                  <a:pos x="wd2" y="hd2"/>
                </a:cxn>
                <a:cxn ang="5400000">
                  <a:pos x="wd2" y="hd2"/>
                </a:cxn>
                <a:cxn ang="10800000">
                  <a:pos x="wd2" y="hd2"/>
                </a:cxn>
                <a:cxn ang="16200000">
                  <a:pos x="wd2" y="hd2"/>
                </a:cxn>
              </a:cxnLst>
              <a:rect l="0" t="0" r="r" b="b"/>
              <a:pathLst>
                <a:path w="21600" h="21600" extrusionOk="0">
                  <a:moveTo>
                    <a:pt x="745" y="21600"/>
                  </a:moveTo>
                  <a:lnTo>
                    <a:pt x="5214" y="19493"/>
                  </a:lnTo>
                  <a:lnTo>
                    <a:pt x="5959" y="18966"/>
                  </a:lnTo>
                  <a:lnTo>
                    <a:pt x="7076" y="17912"/>
                  </a:lnTo>
                  <a:lnTo>
                    <a:pt x="9310" y="16595"/>
                  </a:lnTo>
                  <a:lnTo>
                    <a:pt x="11545" y="14751"/>
                  </a:lnTo>
                  <a:lnTo>
                    <a:pt x="15269" y="11063"/>
                  </a:lnTo>
                  <a:lnTo>
                    <a:pt x="17131" y="8693"/>
                  </a:lnTo>
                  <a:lnTo>
                    <a:pt x="18621" y="6585"/>
                  </a:lnTo>
                  <a:lnTo>
                    <a:pt x="19738" y="4741"/>
                  </a:lnTo>
                  <a:lnTo>
                    <a:pt x="20110" y="4215"/>
                  </a:lnTo>
                  <a:lnTo>
                    <a:pt x="21600" y="2371"/>
                  </a:lnTo>
                  <a:lnTo>
                    <a:pt x="21600" y="0"/>
                  </a:lnTo>
                  <a:lnTo>
                    <a:pt x="20110" y="0"/>
                  </a:lnTo>
                  <a:lnTo>
                    <a:pt x="19738" y="263"/>
                  </a:lnTo>
                  <a:lnTo>
                    <a:pt x="18993" y="263"/>
                  </a:lnTo>
                  <a:lnTo>
                    <a:pt x="18248" y="527"/>
                  </a:lnTo>
                  <a:lnTo>
                    <a:pt x="17131" y="527"/>
                  </a:lnTo>
                  <a:lnTo>
                    <a:pt x="14897" y="790"/>
                  </a:lnTo>
                  <a:lnTo>
                    <a:pt x="12290" y="1054"/>
                  </a:lnTo>
                  <a:lnTo>
                    <a:pt x="10055" y="1317"/>
                  </a:lnTo>
                  <a:lnTo>
                    <a:pt x="9310" y="1317"/>
                  </a:lnTo>
                  <a:lnTo>
                    <a:pt x="5214" y="1844"/>
                  </a:lnTo>
                  <a:lnTo>
                    <a:pt x="4841" y="1580"/>
                  </a:lnTo>
                  <a:lnTo>
                    <a:pt x="4469" y="1580"/>
                  </a:lnTo>
                  <a:lnTo>
                    <a:pt x="3724" y="1317"/>
                  </a:lnTo>
                  <a:lnTo>
                    <a:pt x="2607" y="2634"/>
                  </a:lnTo>
                  <a:lnTo>
                    <a:pt x="2979" y="2898"/>
                  </a:lnTo>
                  <a:lnTo>
                    <a:pt x="2607" y="3688"/>
                  </a:lnTo>
                  <a:lnTo>
                    <a:pt x="4469" y="4478"/>
                  </a:lnTo>
                  <a:lnTo>
                    <a:pt x="10428" y="6849"/>
                  </a:lnTo>
                  <a:lnTo>
                    <a:pt x="13034" y="7112"/>
                  </a:lnTo>
                  <a:lnTo>
                    <a:pt x="7448" y="12644"/>
                  </a:lnTo>
                  <a:lnTo>
                    <a:pt x="4469" y="13434"/>
                  </a:lnTo>
                  <a:lnTo>
                    <a:pt x="4097" y="14224"/>
                  </a:lnTo>
                  <a:lnTo>
                    <a:pt x="1117" y="14224"/>
                  </a:lnTo>
                  <a:lnTo>
                    <a:pt x="0" y="16068"/>
                  </a:lnTo>
                  <a:lnTo>
                    <a:pt x="0" y="20546"/>
                  </a:lnTo>
                  <a:lnTo>
                    <a:pt x="745" y="21600"/>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354" name="Shape 354"/>
            <p:cNvSpPr/>
            <p:nvPr/>
          </p:nvSpPr>
          <p:spPr>
            <a:xfrm>
              <a:off x="2823213" y="7212941"/>
              <a:ext cx="453427" cy="530491"/>
            </a:xfrm>
            <a:custGeom>
              <a:avLst/>
              <a:gdLst/>
              <a:ahLst/>
              <a:cxnLst>
                <a:cxn ang="0">
                  <a:pos x="wd2" y="hd2"/>
                </a:cxn>
                <a:cxn ang="5400000">
                  <a:pos x="wd2" y="hd2"/>
                </a:cxn>
                <a:cxn ang="10800000">
                  <a:pos x="wd2" y="hd2"/>
                </a:cxn>
                <a:cxn ang="16200000">
                  <a:pos x="wd2" y="hd2"/>
                </a:cxn>
              </a:cxnLst>
              <a:rect l="0" t="0" r="r" b="b"/>
              <a:pathLst>
                <a:path w="21600" h="21600" extrusionOk="0">
                  <a:moveTo>
                    <a:pt x="13449" y="20206"/>
                  </a:moveTo>
                  <a:lnTo>
                    <a:pt x="16709" y="17419"/>
                  </a:lnTo>
                  <a:lnTo>
                    <a:pt x="20785" y="11845"/>
                  </a:lnTo>
                  <a:lnTo>
                    <a:pt x="21192" y="11845"/>
                  </a:lnTo>
                  <a:lnTo>
                    <a:pt x="20377" y="10452"/>
                  </a:lnTo>
                  <a:lnTo>
                    <a:pt x="20377" y="4529"/>
                  </a:lnTo>
                  <a:lnTo>
                    <a:pt x="21600" y="2090"/>
                  </a:lnTo>
                  <a:lnTo>
                    <a:pt x="21192" y="1045"/>
                  </a:lnTo>
                  <a:lnTo>
                    <a:pt x="17117" y="1742"/>
                  </a:lnTo>
                  <a:lnTo>
                    <a:pt x="15487" y="3135"/>
                  </a:lnTo>
                  <a:lnTo>
                    <a:pt x="11819" y="2787"/>
                  </a:lnTo>
                  <a:lnTo>
                    <a:pt x="8151" y="0"/>
                  </a:lnTo>
                  <a:lnTo>
                    <a:pt x="5298" y="0"/>
                  </a:lnTo>
                  <a:lnTo>
                    <a:pt x="4483" y="697"/>
                  </a:lnTo>
                  <a:lnTo>
                    <a:pt x="3260" y="697"/>
                  </a:lnTo>
                  <a:lnTo>
                    <a:pt x="1630" y="1045"/>
                  </a:lnTo>
                  <a:lnTo>
                    <a:pt x="2038" y="2090"/>
                  </a:lnTo>
                  <a:lnTo>
                    <a:pt x="2853" y="6968"/>
                  </a:lnTo>
                  <a:lnTo>
                    <a:pt x="0" y="9755"/>
                  </a:lnTo>
                  <a:lnTo>
                    <a:pt x="408" y="10103"/>
                  </a:lnTo>
                  <a:lnTo>
                    <a:pt x="815" y="10800"/>
                  </a:lnTo>
                  <a:lnTo>
                    <a:pt x="815" y="11497"/>
                  </a:lnTo>
                  <a:lnTo>
                    <a:pt x="1223" y="12194"/>
                  </a:lnTo>
                  <a:lnTo>
                    <a:pt x="408" y="13587"/>
                  </a:lnTo>
                  <a:lnTo>
                    <a:pt x="9374" y="19161"/>
                  </a:lnTo>
                  <a:lnTo>
                    <a:pt x="9781" y="19510"/>
                  </a:lnTo>
                  <a:lnTo>
                    <a:pt x="9781" y="19858"/>
                  </a:lnTo>
                  <a:lnTo>
                    <a:pt x="10189" y="20206"/>
                  </a:lnTo>
                  <a:lnTo>
                    <a:pt x="12634" y="21600"/>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355" name="Shape 355"/>
            <p:cNvSpPr/>
            <p:nvPr/>
          </p:nvSpPr>
          <p:spPr>
            <a:xfrm>
              <a:off x="2575112" y="7238610"/>
              <a:ext cx="307990" cy="325139"/>
            </a:xfrm>
            <a:custGeom>
              <a:avLst/>
              <a:gdLst/>
              <a:ahLst/>
              <a:cxnLst>
                <a:cxn ang="0">
                  <a:pos x="wd2" y="hd2"/>
                </a:cxn>
                <a:cxn ang="5400000">
                  <a:pos x="wd2" y="hd2"/>
                </a:cxn>
                <a:cxn ang="10800000">
                  <a:pos x="wd2" y="hd2"/>
                </a:cxn>
                <a:cxn ang="16200000">
                  <a:pos x="wd2" y="hd2"/>
                </a:cxn>
              </a:cxnLst>
              <a:rect l="0" t="0" r="r" b="b"/>
              <a:pathLst>
                <a:path w="21600" h="21600" extrusionOk="0">
                  <a:moveTo>
                    <a:pt x="4800" y="1705"/>
                  </a:moveTo>
                  <a:lnTo>
                    <a:pt x="4200" y="2274"/>
                  </a:lnTo>
                  <a:lnTo>
                    <a:pt x="4200" y="5116"/>
                  </a:lnTo>
                  <a:lnTo>
                    <a:pt x="3000" y="6253"/>
                  </a:lnTo>
                  <a:lnTo>
                    <a:pt x="3000" y="9095"/>
                  </a:lnTo>
                  <a:lnTo>
                    <a:pt x="2400" y="9663"/>
                  </a:lnTo>
                  <a:lnTo>
                    <a:pt x="2400" y="10800"/>
                  </a:lnTo>
                  <a:lnTo>
                    <a:pt x="1800" y="12505"/>
                  </a:lnTo>
                  <a:lnTo>
                    <a:pt x="600" y="14779"/>
                  </a:lnTo>
                  <a:lnTo>
                    <a:pt x="600" y="15347"/>
                  </a:lnTo>
                  <a:lnTo>
                    <a:pt x="0" y="16484"/>
                  </a:lnTo>
                  <a:lnTo>
                    <a:pt x="0" y="19326"/>
                  </a:lnTo>
                  <a:lnTo>
                    <a:pt x="600" y="20463"/>
                  </a:lnTo>
                  <a:lnTo>
                    <a:pt x="600" y="21600"/>
                  </a:lnTo>
                  <a:lnTo>
                    <a:pt x="1200" y="21600"/>
                  </a:lnTo>
                  <a:lnTo>
                    <a:pt x="2400" y="21032"/>
                  </a:lnTo>
                  <a:lnTo>
                    <a:pt x="3600" y="21032"/>
                  </a:lnTo>
                  <a:lnTo>
                    <a:pt x="7200" y="19895"/>
                  </a:lnTo>
                  <a:lnTo>
                    <a:pt x="8400" y="19326"/>
                  </a:lnTo>
                  <a:lnTo>
                    <a:pt x="13200" y="15916"/>
                  </a:lnTo>
                  <a:lnTo>
                    <a:pt x="13200" y="14779"/>
                  </a:lnTo>
                  <a:lnTo>
                    <a:pt x="13800" y="14211"/>
                  </a:lnTo>
                  <a:lnTo>
                    <a:pt x="16800" y="14211"/>
                  </a:lnTo>
                  <a:lnTo>
                    <a:pt x="21600" y="9663"/>
                  </a:lnTo>
                  <a:lnTo>
                    <a:pt x="20400" y="2842"/>
                  </a:lnTo>
                  <a:lnTo>
                    <a:pt x="20400" y="1137"/>
                  </a:lnTo>
                  <a:lnTo>
                    <a:pt x="19200" y="0"/>
                  </a:lnTo>
                  <a:lnTo>
                    <a:pt x="18000" y="568"/>
                  </a:lnTo>
                  <a:lnTo>
                    <a:pt x="14400" y="568"/>
                  </a:lnTo>
                  <a:lnTo>
                    <a:pt x="13200" y="1137"/>
                  </a:lnTo>
                  <a:lnTo>
                    <a:pt x="6600" y="1137"/>
                  </a:lnTo>
                  <a:lnTo>
                    <a:pt x="4800" y="1705"/>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356" name="Shape 356"/>
            <p:cNvSpPr/>
            <p:nvPr/>
          </p:nvSpPr>
          <p:spPr>
            <a:xfrm>
              <a:off x="2797548" y="6477101"/>
              <a:ext cx="761414" cy="812848"/>
            </a:xfrm>
            <a:custGeom>
              <a:avLst/>
              <a:gdLst/>
              <a:ahLst/>
              <a:cxnLst>
                <a:cxn ang="0">
                  <a:pos x="wd2" y="hd2"/>
                </a:cxn>
                <a:cxn ang="5400000">
                  <a:pos x="wd2" y="hd2"/>
                </a:cxn>
                <a:cxn ang="10800000">
                  <a:pos x="wd2" y="hd2"/>
                </a:cxn>
                <a:cxn ang="16200000">
                  <a:pos x="wd2" y="hd2"/>
                </a:cxn>
              </a:cxnLst>
              <a:rect l="0" t="0" r="r" b="b"/>
              <a:pathLst>
                <a:path w="21600" h="21600" extrusionOk="0">
                  <a:moveTo>
                    <a:pt x="8009" y="0"/>
                  </a:moveTo>
                  <a:lnTo>
                    <a:pt x="6796" y="1137"/>
                  </a:lnTo>
                  <a:lnTo>
                    <a:pt x="6553" y="1137"/>
                  </a:lnTo>
                  <a:lnTo>
                    <a:pt x="6310" y="1364"/>
                  </a:lnTo>
                  <a:lnTo>
                    <a:pt x="5825" y="1592"/>
                  </a:lnTo>
                  <a:lnTo>
                    <a:pt x="5582" y="2046"/>
                  </a:lnTo>
                  <a:lnTo>
                    <a:pt x="5097" y="2501"/>
                  </a:lnTo>
                  <a:lnTo>
                    <a:pt x="4854" y="2956"/>
                  </a:lnTo>
                  <a:lnTo>
                    <a:pt x="4369" y="3411"/>
                  </a:lnTo>
                  <a:lnTo>
                    <a:pt x="4126" y="4547"/>
                  </a:lnTo>
                  <a:lnTo>
                    <a:pt x="3155" y="6821"/>
                  </a:lnTo>
                  <a:lnTo>
                    <a:pt x="2912" y="7048"/>
                  </a:lnTo>
                  <a:lnTo>
                    <a:pt x="1942" y="7731"/>
                  </a:lnTo>
                  <a:lnTo>
                    <a:pt x="1456" y="8640"/>
                  </a:lnTo>
                  <a:lnTo>
                    <a:pt x="971" y="9322"/>
                  </a:lnTo>
                  <a:lnTo>
                    <a:pt x="485" y="10232"/>
                  </a:lnTo>
                  <a:lnTo>
                    <a:pt x="485" y="12960"/>
                  </a:lnTo>
                  <a:lnTo>
                    <a:pt x="0" y="13187"/>
                  </a:lnTo>
                  <a:lnTo>
                    <a:pt x="0" y="13869"/>
                  </a:lnTo>
                  <a:lnTo>
                    <a:pt x="485" y="14324"/>
                  </a:lnTo>
                  <a:lnTo>
                    <a:pt x="728" y="14324"/>
                  </a:lnTo>
                  <a:lnTo>
                    <a:pt x="1699" y="15234"/>
                  </a:lnTo>
                  <a:lnTo>
                    <a:pt x="2184" y="15916"/>
                  </a:lnTo>
                  <a:lnTo>
                    <a:pt x="2670" y="16371"/>
                  </a:lnTo>
                  <a:lnTo>
                    <a:pt x="2912" y="16825"/>
                  </a:lnTo>
                  <a:lnTo>
                    <a:pt x="3398" y="17280"/>
                  </a:lnTo>
                  <a:lnTo>
                    <a:pt x="3398" y="17507"/>
                  </a:lnTo>
                  <a:lnTo>
                    <a:pt x="3640" y="17507"/>
                  </a:lnTo>
                  <a:lnTo>
                    <a:pt x="3883" y="19554"/>
                  </a:lnTo>
                  <a:lnTo>
                    <a:pt x="5582" y="19554"/>
                  </a:lnTo>
                  <a:lnTo>
                    <a:pt x="7766" y="21373"/>
                  </a:lnTo>
                  <a:lnTo>
                    <a:pt x="9951" y="21600"/>
                  </a:lnTo>
                  <a:lnTo>
                    <a:pt x="10921" y="20691"/>
                  </a:lnTo>
                  <a:lnTo>
                    <a:pt x="13348" y="20236"/>
                  </a:lnTo>
                  <a:lnTo>
                    <a:pt x="13591" y="20918"/>
                  </a:lnTo>
                  <a:lnTo>
                    <a:pt x="15533" y="20918"/>
                  </a:lnTo>
                  <a:lnTo>
                    <a:pt x="15775" y="20236"/>
                  </a:lnTo>
                  <a:lnTo>
                    <a:pt x="17717" y="19554"/>
                  </a:lnTo>
                  <a:lnTo>
                    <a:pt x="21600" y="14779"/>
                  </a:lnTo>
                  <a:lnTo>
                    <a:pt x="19658" y="14552"/>
                  </a:lnTo>
                  <a:lnTo>
                    <a:pt x="15775" y="12505"/>
                  </a:lnTo>
                  <a:lnTo>
                    <a:pt x="14562" y="11823"/>
                  </a:lnTo>
                  <a:lnTo>
                    <a:pt x="14804" y="11141"/>
                  </a:lnTo>
                  <a:lnTo>
                    <a:pt x="14562" y="10914"/>
                  </a:lnTo>
                  <a:lnTo>
                    <a:pt x="12863" y="10459"/>
                  </a:lnTo>
                  <a:lnTo>
                    <a:pt x="12620" y="9095"/>
                  </a:lnTo>
                  <a:lnTo>
                    <a:pt x="13591" y="8185"/>
                  </a:lnTo>
                  <a:lnTo>
                    <a:pt x="13834" y="8413"/>
                  </a:lnTo>
                  <a:lnTo>
                    <a:pt x="14319" y="7958"/>
                  </a:lnTo>
                  <a:lnTo>
                    <a:pt x="14319" y="7503"/>
                  </a:lnTo>
                  <a:lnTo>
                    <a:pt x="14076" y="7276"/>
                  </a:lnTo>
                  <a:lnTo>
                    <a:pt x="13834" y="6821"/>
                  </a:lnTo>
                  <a:lnTo>
                    <a:pt x="12620" y="5684"/>
                  </a:lnTo>
                  <a:lnTo>
                    <a:pt x="11649" y="5002"/>
                  </a:lnTo>
                  <a:lnTo>
                    <a:pt x="11649" y="4775"/>
                  </a:lnTo>
                  <a:lnTo>
                    <a:pt x="11407" y="4547"/>
                  </a:lnTo>
                  <a:lnTo>
                    <a:pt x="10921" y="4320"/>
                  </a:lnTo>
                  <a:lnTo>
                    <a:pt x="9465" y="2956"/>
                  </a:lnTo>
                  <a:lnTo>
                    <a:pt x="9222" y="2274"/>
                  </a:lnTo>
                  <a:lnTo>
                    <a:pt x="8980" y="1819"/>
                  </a:lnTo>
                  <a:lnTo>
                    <a:pt x="8737" y="1592"/>
                  </a:lnTo>
                  <a:lnTo>
                    <a:pt x="8737" y="1364"/>
                  </a:lnTo>
                  <a:lnTo>
                    <a:pt x="8494" y="1137"/>
                  </a:lnTo>
                  <a:lnTo>
                    <a:pt x="8494" y="682"/>
                  </a:lnTo>
                  <a:lnTo>
                    <a:pt x="8009" y="0"/>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357" name="Shape 357"/>
            <p:cNvSpPr/>
            <p:nvPr/>
          </p:nvSpPr>
          <p:spPr>
            <a:xfrm>
              <a:off x="2583667" y="7538080"/>
              <a:ext cx="94110" cy="111233"/>
            </a:xfrm>
            <a:custGeom>
              <a:avLst/>
              <a:gdLst/>
              <a:ahLst/>
              <a:cxnLst>
                <a:cxn ang="0">
                  <a:pos x="wd2" y="hd2"/>
                </a:cxn>
                <a:cxn ang="5400000">
                  <a:pos x="wd2" y="hd2"/>
                </a:cxn>
                <a:cxn ang="10800000">
                  <a:pos x="wd2" y="hd2"/>
                </a:cxn>
                <a:cxn ang="16200000">
                  <a:pos x="wd2" y="hd2"/>
                </a:cxn>
              </a:cxnLst>
              <a:rect l="0" t="0" r="r" b="b"/>
              <a:pathLst>
                <a:path w="21600" h="21600" extrusionOk="0">
                  <a:moveTo>
                    <a:pt x="0" y="4985"/>
                  </a:moveTo>
                  <a:lnTo>
                    <a:pt x="17673" y="0"/>
                  </a:lnTo>
                  <a:lnTo>
                    <a:pt x="19636" y="0"/>
                  </a:lnTo>
                  <a:lnTo>
                    <a:pt x="19636" y="1662"/>
                  </a:lnTo>
                  <a:lnTo>
                    <a:pt x="21600" y="3323"/>
                  </a:lnTo>
                  <a:lnTo>
                    <a:pt x="21600" y="16615"/>
                  </a:lnTo>
                  <a:lnTo>
                    <a:pt x="17673" y="18277"/>
                  </a:lnTo>
                  <a:lnTo>
                    <a:pt x="15709" y="18277"/>
                  </a:lnTo>
                  <a:lnTo>
                    <a:pt x="11782" y="19938"/>
                  </a:lnTo>
                  <a:lnTo>
                    <a:pt x="11782" y="21600"/>
                  </a:lnTo>
                  <a:lnTo>
                    <a:pt x="7855" y="21600"/>
                  </a:lnTo>
                  <a:lnTo>
                    <a:pt x="1964" y="19938"/>
                  </a:lnTo>
                  <a:lnTo>
                    <a:pt x="1964" y="18277"/>
                  </a:lnTo>
                  <a:lnTo>
                    <a:pt x="0" y="14954"/>
                  </a:lnTo>
                  <a:lnTo>
                    <a:pt x="0" y="4985"/>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358" name="Shape 358"/>
            <p:cNvSpPr/>
            <p:nvPr/>
          </p:nvSpPr>
          <p:spPr>
            <a:xfrm>
              <a:off x="2592223" y="7615086"/>
              <a:ext cx="102664" cy="136903"/>
            </a:xfrm>
            <a:custGeom>
              <a:avLst/>
              <a:gdLst/>
              <a:ahLst/>
              <a:cxnLst>
                <a:cxn ang="0">
                  <a:pos x="wd2" y="hd2"/>
                </a:cxn>
                <a:cxn ang="5400000">
                  <a:pos x="wd2" y="hd2"/>
                </a:cxn>
                <a:cxn ang="10800000">
                  <a:pos x="wd2" y="hd2"/>
                </a:cxn>
                <a:cxn ang="16200000">
                  <a:pos x="wd2" y="hd2"/>
                </a:cxn>
              </a:cxnLst>
              <a:rect l="0" t="0" r="r" b="b"/>
              <a:pathLst>
                <a:path w="21600" h="21600" extrusionOk="0">
                  <a:moveTo>
                    <a:pt x="16200" y="0"/>
                  </a:moveTo>
                  <a:lnTo>
                    <a:pt x="16200" y="1350"/>
                  </a:lnTo>
                  <a:lnTo>
                    <a:pt x="14400" y="1350"/>
                  </a:lnTo>
                  <a:lnTo>
                    <a:pt x="10800" y="4050"/>
                  </a:lnTo>
                  <a:lnTo>
                    <a:pt x="9000" y="4050"/>
                  </a:lnTo>
                  <a:lnTo>
                    <a:pt x="9000" y="5400"/>
                  </a:lnTo>
                  <a:lnTo>
                    <a:pt x="5400" y="5400"/>
                  </a:lnTo>
                  <a:lnTo>
                    <a:pt x="1800" y="4050"/>
                  </a:lnTo>
                  <a:lnTo>
                    <a:pt x="0" y="4050"/>
                  </a:lnTo>
                  <a:lnTo>
                    <a:pt x="7200" y="21600"/>
                  </a:lnTo>
                  <a:lnTo>
                    <a:pt x="9000" y="20250"/>
                  </a:lnTo>
                  <a:lnTo>
                    <a:pt x="12600" y="18900"/>
                  </a:lnTo>
                  <a:lnTo>
                    <a:pt x="14400" y="16200"/>
                  </a:lnTo>
                  <a:lnTo>
                    <a:pt x="18000" y="13500"/>
                  </a:lnTo>
                  <a:lnTo>
                    <a:pt x="21600" y="8100"/>
                  </a:lnTo>
                  <a:lnTo>
                    <a:pt x="21600" y="6750"/>
                  </a:lnTo>
                  <a:lnTo>
                    <a:pt x="18000" y="4050"/>
                  </a:lnTo>
                  <a:lnTo>
                    <a:pt x="18000" y="2700"/>
                  </a:lnTo>
                  <a:lnTo>
                    <a:pt x="16200" y="0"/>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359" name="Shape 359"/>
            <p:cNvSpPr/>
            <p:nvPr/>
          </p:nvSpPr>
          <p:spPr>
            <a:xfrm>
              <a:off x="2626443" y="7529522"/>
              <a:ext cx="538979" cy="607498"/>
            </a:xfrm>
            <a:custGeom>
              <a:avLst/>
              <a:gdLst/>
              <a:ahLst/>
              <a:cxnLst>
                <a:cxn ang="0">
                  <a:pos x="wd2" y="hd2"/>
                </a:cxn>
                <a:cxn ang="5400000">
                  <a:pos x="wd2" y="hd2"/>
                </a:cxn>
                <a:cxn ang="10800000">
                  <a:pos x="wd2" y="hd2"/>
                </a:cxn>
                <a:cxn ang="16200000">
                  <a:pos x="wd2" y="hd2"/>
                </a:cxn>
              </a:cxnLst>
              <a:rect l="0" t="0" r="r" b="b"/>
              <a:pathLst>
                <a:path w="21600" h="21600" extrusionOk="0">
                  <a:moveTo>
                    <a:pt x="8229" y="608"/>
                  </a:moveTo>
                  <a:lnTo>
                    <a:pt x="6857" y="608"/>
                  </a:lnTo>
                  <a:lnTo>
                    <a:pt x="6857" y="913"/>
                  </a:lnTo>
                  <a:lnTo>
                    <a:pt x="6514" y="1521"/>
                  </a:lnTo>
                  <a:lnTo>
                    <a:pt x="6514" y="1825"/>
                  </a:lnTo>
                  <a:lnTo>
                    <a:pt x="6171" y="2434"/>
                  </a:lnTo>
                  <a:lnTo>
                    <a:pt x="5486" y="2738"/>
                  </a:lnTo>
                  <a:lnTo>
                    <a:pt x="4800" y="2738"/>
                  </a:lnTo>
                  <a:lnTo>
                    <a:pt x="4114" y="2434"/>
                  </a:lnTo>
                  <a:lnTo>
                    <a:pt x="3771" y="1825"/>
                  </a:lnTo>
                  <a:lnTo>
                    <a:pt x="3429" y="1521"/>
                  </a:lnTo>
                  <a:lnTo>
                    <a:pt x="3086" y="913"/>
                  </a:lnTo>
                  <a:lnTo>
                    <a:pt x="3086" y="0"/>
                  </a:lnTo>
                  <a:lnTo>
                    <a:pt x="1714" y="304"/>
                  </a:lnTo>
                  <a:lnTo>
                    <a:pt x="1714" y="913"/>
                  </a:lnTo>
                  <a:lnTo>
                    <a:pt x="2057" y="1521"/>
                  </a:lnTo>
                  <a:lnTo>
                    <a:pt x="2057" y="2130"/>
                  </a:lnTo>
                  <a:lnTo>
                    <a:pt x="2400" y="2434"/>
                  </a:lnTo>
                  <a:lnTo>
                    <a:pt x="2057" y="2738"/>
                  </a:lnTo>
                  <a:lnTo>
                    <a:pt x="2057" y="3955"/>
                  </a:lnTo>
                  <a:lnTo>
                    <a:pt x="2400" y="4259"/>
                  </a:lnTo>
                  <a:lnTo>
                    <a:pt x="2743" y="4868"/>
                  </a:lnTo>
                  <a:lnTo>
                    <a:pt x="2743" y="5476"/>
                  </a:lnTo>
                  <a:lnTo>
                    <a:pt x="1714" y="6389"/>
                  </a:lnTo>
                  <a:lnTo>
                    <a:pt x="1029" y="7301"/>
                  </a:lnTo>
                  <a:lnTo>
                    <a:pt x="0" y="8214"/>
                  </a:lnTo>
                  <a:lnTo>
                    <a:pt x="1714" y="15820"/>
                  </a:lnTo>
                  <a:lnTo>
                    <a:pt x="2400" y="15820"/>
                  </a:lnTo>
                  <a:lnTo>
                    <a:pt x="2743" y="16124"/>
                  </a:lnTo>
                  <a:lnTo>
                    <a:pt x="3771" y="16124"/>
                  </a:lnTo>
                  <a:lnTo>
                    <a:pt x="4457" y="16428"/>
                  </a:lnTo>
                  <a:lnTo>
                    <a:pt x="8229" y="16428"/>
                  </a:lnTo>
                  <a:lnTo>
                    <a:pt x="9600" y="17645"/>
                  </a:lnTo>
                  <a:lnTo>
                    <a:pt x="10286" y="18862"/>
                  </a:lnTo>
                  <a:lnTo>
                    <a:pt x="10286" y="19166"/>
                  </a:lnTo>
                  <a:lnTo>
                    <a:pt x="10629" y="19470"/>
                  </a:lnTo>
                  <a:lnTo>
                    <a:pt x="10629" y="20079"/>
                  </a:lnTo>
                  <a:lnTo>
                    <a:pt x="10971" y="20992"/>
                  </a:lnTo>
                  <a:lnTo>
                    <a:pt x="11657" y="21600"/>
                  </a:lnTo>
                  <a:lnTo>
                    <a:pt x="13714" y="21600"/>
                  </a:lnTo>
                  <a:lnTo>
                    <a:pt x="14400" y="21296"/>
                  </a:lnTo>
                  <a:lnTo>
                    <a:pt x="14743" y="21600"/>
                  </a:lnTo>
                  <a:lnTo>
                    <a:pt x="18171" y="21600"/>
                  </a:lnTo>
                  <a:lnTo>
                    <a:pt x="21600" y="20383"/>
                  </a:lnTo>
                  <a:lnTo>
                    <a:pt x="18857" y="16428"/>
                  </a:lnTo>
                  <a:lnTo>
                    <a:pt x="18514" y="13690"/>
                  </a:lnTo>
                  <a:lnTo>
                    <a:pt x="18171" y="13690"/>
                  </a:lnTo>
                  <a:lnTo>
                    <a:pt x="17829" y="13386"/>
                  </a:lnTo>
                  <a:lnTo>
                    <a:pt x="17486" y="12777"/>
                  </a:lnTo>
                  <a:lnTo>
                    <a:pt x="17486" y="12169"/>
                  </a:lnTo>
                  <a:lnTo>
                    <a:pt x="17143" y="11561"/>
                  </a:lnTo>
                  <a:lnTo>
                    <a:pt x="17486" y="10648"/>
                  </a:lnTo>
                  <a:lnTo>
                    <a:pt x="18857" y="7606"/>
                  </a:lnTo>
                  <a:lnTo>
                    <a:pt x="16800" y="6693"/>
                  </a:lnTo>
                  <a:lnTo>
                    <a:pt x="16114" y="6085"/>
                  </a:lnTo>
                  <a:lnTo>
                    <a:pt x="16114" y="5476"/>
                  </a:lnTo>
                  <a:lnTo>
                    <a:pt x="8229" y="608"/>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360" name="Shape 360"/>
            <p:cNvSpPr/>
            <p:nvPr/>
          </p:nvSpPr>
          <p:spPr>
            <a:xfrm>
              <a:off x="2694885" y="8102794"/>
              <a:ext cx="479093" cy="906967"/>
            </a:xfrm>
            <a:custGeom>
              <a:avLst/>
              <a:gdLst/>
              <a:ahLst/>
              <a:cxnLst>
                <a:cxn ang="0">
                  <a:pos x="wd2" y="hd2"/>
                </a:cxn>
                <a:cxn ang="5400000">
                  <a:pos x="wd2" y="hd2"/>
                </a:cxn>
                <a:cxn ang="10800000">
                  <a:pos x="wd2" y="hd2"/>
                </a:cxn>
                <a:cxn ang="16200000">
                  <a:pos x="wd2" y="hd2"/>
                </a:cxn>
              </a:cxnLst>
              <a:rect l="0" t="0" r="r" b="b"/>
              <a:pathLst>
                <a:path w="21600" h="21600" extrusionOk="0">
                  <a:moveTo>
                    <a:pt x="386" y="15894"/>
                  </a:moveTo>
                  <a:lnTo>
                    <a:pt x="1543" y="15079"/>
                  </a:lnTo>
                  <a:lnTo>
                    <a:pt x="3857" y="14264"/>
                  </a:lnTo>
                  <a:lnTo>
                    <a:pt x="5400" y="13042"/>
                  </a:lnTo>
                  <a:lnTo>
                    <a:pt x="5786" y="11411"/>
                  </a:lnTo>
                  <a:lnTo>
                    <a:pt x="5400" y="9781"/>
                  </a:lnTo>
                  <a:lnTo>
                    <a:pt x="5786" y="8355"/>
                  </a:lnTo>
                  <a:lnTo>
                    <a:pt x="3471" y="7743"/>
                  </a:lnTo>
                  <a:lnTo>
                    <a:pt x="1543" y="7336"/>
                  </a:lnTo>
                  <a:lnTo>
                    <a:pt x="1543" y="6725"/>
                  </a:lnTo>
                  <a:lnTo>
                    <a:pt x="8486" y="5909"/>
                  </a:lnTo>
                  <a:lnTo>
                    <a:pt x="8486" y="3464"/>
                  </a:lnTo>
                  <a:lnTo>
                    <a:pt x="8100" y="2649"/>
                  </a:lnTo>
                  <a:lnTo>
                    <a:pt x="8871" y="2038"/>
                  </a:lnTo>
                  <a:lnTo>
                    <a:pt x="9643" y="2853"/>
                  </a:lnTo>
                  <a:lnTo>
                    <a:pt x="10414" y="2853"/>
                  </a:lnTo>
                  <a:lnTo>
                    <a:pt x="10800" y="3464"/>
                  </a:lnTo>
                  <a:lnTo>
                    <a:pt x="11957" y="4075"/>
                  </a:lnTo>
                  <a:lnTo>
                    <a:pt x="12343" y="4075"/>
                  </a:lnTo>
                  <a:lnTo>
                    <a:pt x="12343" y="3260"/>
                  </a:lnTo>
                  <a:lnTo>
                    <a:pt x="11957" y="2649"/>
                  </a:lnTo>
                  <a:lnTo>
                    <a:pt x="11571" y="2649"/>
                  </a:lnTo>
                  <a:lnTo>
                    <a:pt x="10800" y="2242"/>
                  </a:lnTo>
                  <a:lnTo>
                    <a:pt x="10800" y="2038"/>
                  </a:lnTo>
                  <a:lnTo>
                    <a:pt x="10029" y="815"/>
                  </a:lnTo>
                  <a:lnTo>
                    <a:pt x="12343" y="815"/>
                  </a:lnTo>
                  <a:lnTo>
                    <a:pt x="13114" y="611"/>
                  </a:lnTo>
                  <a:lnTo>
                    <a:pt x="13500" y="815"/>
                  </a:lnTo>
                  <a:lnTo>
                    <a:pt x="17743" y="815"/>
                  </a:lnTo>
                  <a:lnTo>
                    <a:pt x="21214" y="0"/>
                  </a:lnTo>
                  <a:lnTo>
                    <a:pt x="21214" y="3668"/>
                  </a:lnTo>
                  <a:lnTo>
                    <a:pt x="21600" y="4075"/>
                  </a:lnTo>
                  <a:lnTo>
                    <a:pt x="21600" y="5909"/>
                  </a:lnTo>
                  <a:lnTo>
                    <a:pt x="20829" y="7132"/>
                  </a:lnTo>
                  <a:lnTo>
                    <a:pt x="19671" y="7743"/>
                  </a:lnTo>
                  <a:lnTo>
                    <a:pt x="18514" y="8151"/>
                  </a:lnTo>
                  <a:lnTo>
                    <a:pt x="17357" y="8355"/>
                  </a:lnTo>
                  <a:lnTo>
                    <a:pt x="16971" y="8355"/>
                  </a:lnTo>
                  <a:lnTo>
                    <a:pt x="15814" y="8762"/>
                  </a:lnTo>
                  <a:lnTo>
                    <a:pt x="15043" y="8966"/>
                  </a:lnTo>
                  <a:lnTo>
                    <a:pt x="13886" y="9577"/>
                  </a:lnTo>
                  <a:lnTo>
                    <a:pt x="13114" y="10189"/>
                  </a:lnTo>
                  <a:lnTo>
                    <a:pt x="11571" y="11004"/>
                  </a:lnTo>
                  <a:lnTo>
                    <a:pt x="10800" y="11208"/>
                  </a:lnTo>
                  <a:lnTo>
                    <a:pt x="9643" y="11615"/>
                  </a:lnTo>
                  <a:lnTo>
                    <a:pt x="8486" y="12838"/>
                  </a:lnTo>
                  <a:lnTo>
                    <a:pt x="8486" y="16098"/>
                  </a:lnTo>
                  <a:lnTo>
                    <a:pt x="8871" y="17117"/>
                  </a:lnTo>
                  <a:lnTo>
                    <a:pt x="8871" y="18747"/>
                  </a:lnTo>
                  <a:lnTo>
                    <a:pt x="8100" y="19155"/>
                  </a:lnTo>
                  <a:lnTo>
                    <a:pt x="5786" y="19766"/>
                  </a:lnTo>
                  <a:lnTo>
                    <a:pt x="4629" y="19970"/>
                  </a:lnTo>
                  <a:lnTo>
                    <a:pt x="3857" y="20377"/>
                  </a:lnTo>
                  <a:lnTo>
                    <a:pt x="3857" y="20989"/>
                  </a:lnTo>
                  <a:lnTo>
                    <a:pt x="4243" y="21192"/>
                  </a:lnTo>
                  <a:lnTo>
                    <a:pt x="4243" y="21396"/>
                  </a:lnTo>
                  <a:lnTo>
                    <a:pt x="3857" y="21600"/>
                  </a:lnTo>
                  <a:lnTo>
                    <a:pt x="2700" y="21600"/>
                  </a:lnTo>
                  <a:lnTo>
                    <a:pt x="2314" y="20785"/>
                  </a:lnTo>
                  <a:lnTo>
                    <a:pt x="1929" y="20174"/>
                  </a:lnTo>
                  <a:lnTo>
                    <a:pt x="1929" y="19766"/>
                  </a:lnTo>
                  <a:lnTo>
                    <a:pt x="1543" y="19562"/>
                  </a:lnTo>
                  <a:lnTo>
                    <a:pt x="1157" y="19562"/>
                  </a:lnTo>
                  <a:lnTo>
                    <a:pt x="1543" y="18543"/>
                  </a:lnTo>
                  <a:lnTo>
                    <a:pt x="1157" y="17728"/>
                  </a:lnTo>
                  <a:lnTo>
                    <a:pt x="771" y="17117"/>
                  </a:lnTo>
                  <a:lnTo>
                    <a:pt x="386" y="16709"/>
                  </a:lnTo>
                  <a:lnTo>
                    <a:pt x="0" y="16506"/>
                  </a:lnTo>
                  <a:lnTo>
                    <a:pt x="0" y="16302"/>
                  </a:lnTo>
                  <a:lnTo>
                    <a:pt x="386" y="15894"/>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361" name="Shape 361"/>
            <p:cNvSpPr/>
            <p:nvPr/>
          </p:nvSpPr>
          <p:spPr>
            <a:xfrm>
              <a:off x="1830810" y="8787295"/>
              <a:ext cx="958184" cy="752954"/>
            </a:xfrm>
            <a:custGeom>
              <a:avLst/>
              <a:gdLst/>
              <a:ahLst/>
              <a:cxnLst>
                <a:cxn ang="0">
                  <a:pos x="wd2" y="hd2"/>
                </a:cxn>
                <a:cxn ang="5400000">
                  <a:pos x="wd2" y="hd2"/>
                </a:cxn>
                <a:cxn ang="10800000">
                  <a:pos x="wd2" y="hd2"/>
                </a:cxn>
                <a:cxn ang="16200000">
                  <a:pos x="wd2" y="hd2"/>
                </a:cxn>
              </a:cxnLst>
              <a:rect l="0" t="0" r="r" b="b"/>
              <a:pathLst>
                <a:path w="21600" h="21600" extrusionOk="0">
                  <a:moveTo>
                    <a:pt x="16971" y="0"/>
                  </a:moveTo>
                  <a:lnTo>
                    <a:pt x="16779" y="491"/>
                  </a:lnTo>
                  <a:lnTo>
                    <a:pt x="16007" y="982"/>
                  </a:lnTo>
                  <a:lnTo>
                    <a:pt x="15814" y="1227"/>
                  </a:lnTo>
                  <a:lnTo>
                    <a:pt x="15621" y="1227"/>
                  </a:lnTo>
                  <a:lnTo>
                    <a:pt x="15429" y="1718"/>
                  </a:lnTo>
                  <a:lnTo>
                    <a:pt x="15236" y="1964"/>
                  </a:lnTo>
                  <a:lnTo>
                    <a:pt x="14657" y="2209"/>
                  </a:lnTo>
                  <a:lnTo>
                    <a:pt x="14271" y="2455"/>
                  </a:lnTo>
                  <a:lnTo>
                    <a:pt x="14079" y="2455"/>
                  </a:lnTo>
                  <a:lnTo>
                    <a:pt x="13886" y="2700"/>
                  </a:lnTo>
                  <a:lnTo>
                    <a:pt x="13500" y="2945"/>
                  </a:lnTo>
                  <a:lnTo>
                    <a:pt x="13114" y="3436"/>
                  </a:lnTo>
                  <a:lnTo>
                    <a:pt x="12921" y="4173"/>
                  </a:lnTo>
                  <a:lnTo>
                    <a:pt x="12343" y="5645"/>
                  </a:lnTo>
                  <a:lnTo>
                    <a:pt x="12343" y="5891"/>
                  </a:lnTo>
                  <a:lnTo>
                    <a:pt x="11957" y="5891"/>
                  </a:lnTo>
                  <a:lnTo>
                    <a:pt x="11571" y="5400"/>
                  </a:lnTo>
                  <a:lnTo>
                    <a:pt x="11379" y="5400"/>
                  </a:lnTo>
                  <a:lnTo>
                    <a:pt x="10993" y="4909"/>
                  </a:lnTo>
                  <a:lnTo>
                    <a:pt x="10221" y="4909"/>
                  </a:lnTo>
                  <a:lnTo>
                    <a:pt x="9836" y="5155"/>
                  </a:lnTo>
                  <a:lnTo>
                    <a:pt x="9643" y="5155"/>
                  </a:lnTo>
                  <a:lnTo>
                    <a:pt x="9450" y="5400"/>
                  </a:lnTo>
                  <a:lnTo>
                    <a:pt x="9450" y="5645"/>
                  </a:lnTo>
                  <a:lnTo>
                    <a:pt x="9257" y="6136"/>
                  </a:lnTo>
                  <a:lnTo>
                    <a:pt x="9064" y="6382"/>
                  </a:lnTo>
                  <a:lnTo>
                    <a:pt x="9064" y="6873"/>
                  </a:lnTo>
                  <a:lnTo>
                    <a:pt x="8486" y="7609"/>
                  </a:lnTo>
                  <a:lnTo>
                    <a:pt x="7714" y="8100"/>
                  </a:lnTo>
                  <a:lnTo>
                    <a:pt x="7136" y="8345"/>
                  </a:lnTo>
                  <a:lnTo>
                    <a:pt x="6171" y="8345"/>
                  </a:lnTo>
                  <a:lnTo>
                    <a:pt x="5979" y="7855"/>
                  </a:lnTo>
                  <a:lnTo>
                    <a:pt x="6171" y="7609"/>
                  </a:lnTo>
                  <a:lnTo>
                    <a:pt x="6364" y="7118"/>
                  </a:lnTo>
                  <a:lnTo>
                    <a:pt x="6557" y="6873"/>
                  </a:lnTo>
                  <a:lnTo>
                    <a:pt x="6557" y="6136"/>
                  </a:lnTo>
                  <a:lnTo>
                    <a:pt x="6171" y="4664"/>
                  </a:lnTo>
                  <a:lnTo>
                    <a:pt x="5786" y="4418"/>
                  </a:lnTo>
                  <a:lnTo>
                    <a:pt x="5400" y="3927"/>
                  </a:lnTo>
                  <a:lnTo>
                    <a:pt x="5207" y="3927"/>
                  </a:lnTo>
                  <a:lnTo>
                    <a:pt x="5207" y="9818"/>
                  </a:lnTo>
                  <a:lnTo>
                    <a:pt x="5014" y="9818"/>
                  </a:lnTo>
                  <a:lnTo>
                    <a:pt x="4821" y="10064"/>
                  </a:lnTo>
                  <a:lnTo>
                    <a:pt x="2507" y="10064"/>
                  </a:lnTo>
                  <a:lnTo>
                    <a:pt x="2314" y="9818"/>
                  </a:lnTo>
                  <a:lnTo>
                    <a:pt x="2121" y="9327"/>
                  </a:lnTo>
                  <a:lnTo>
                    <a:pt x="2121" y="8591"/>
                  </a:lnTo>
                  <a:lnTo>
                    <a:pt x="1929" y="8591"/>
                  </a:lnTo>
                  <a:lnTo>
                    <a:pt x="1929" y="8345"/>
                  </a:lnTo>
                  <a:lnTo>
                    <a:pt x="1543" y="8345"/>
                  </a:lnTo>
                  <a:lnTo>
                    <a:pt x="1157" y="9573"/>
                  </a:lnTo>
                  <a:lnTo>
                    <a:pt x="0" y="10064"/>
                  </a:lnTo>
                  <a:lnTo>
                    <a:pt x="771" y="13500"/>
                  </a:lnTo>
                  <a:lnTo>
                    <a:pt x="1929" y="15464"/>
                  </a:lnTo>
                  <a:lnTo>
                    <a:pt x="1929" y="19882"/>
                  </a:lnTo>
                  <a:lnTo>
                    <a:pt x="2700" y="20618"/>
                  </a:lnTo>
                  <a:lnTo>
                    <a:pt x="3664" y="21109"/>
                  </a:lnTo>
                  <a:lnTo>
                    <a:pt x="5400" y="21600"/>
                  </a:lnTo>
                  <a:lnTo>
                    <a:pt x="5786" y="21600"/>
                  </a:lnTo>
                  <a:lnTo>
                    <a:pt x="6750" y="21109"/>
                  </a:lnTo>
                  <a:lnTo>
                    <a:pt x="7907" y="20373"/>
                  </a:lnTo>
                  <a:lnTo>
                    <a:pt x="8871" y="20127"/>
                  </a:lnTo>
                  <a:lnTo>
                    <a:pt x="11186" y="20127"/>
                  </a:lnTo>
                  <a:lnTo>
                    <a:pt x="12343" y="19636"/>
                  </a:lnTo>
                  <a:lnTo>
                    <a:pt x="13693" y="18900"/>
                  </a:lnTo>
                  <a:lnTo>
                    <a:pt x="14850" y="17427"/>
                  </a:lnTo>
                  <a:lnTo>
                    <a:pt x="15043" y="16936"/>
                  </a:lnTo>
                  <a:lnTo>
                    <a:pt x="15236" y="16691"/>
                  </a:lnTo>
                  <a:lnTo>
                    <a:pt x="16779" y="14236"/>
                  </a:lnTo>
                  <a:lnTo>
                    <a:pt x="17936" y="12764"/>
                  </a:lnTo>
                  <a:lnTo>
                    <a:pt x="17936" y="12518"/>
                  </a:lnTo>
                  <a:lnTo>
                    <a:pt x="18129" y="12273"/>
                  </a:lnTo>
                  <a:lnTo>
                    <a:pt x="18321" y="11782"/>
                  </a:lnTo>
                  <a:lnTo>
                    <a:pt x="18707" y="11536"/>
                  </a:lnTo>
                  <a:lnTo>
                    <a:pt x="18900" y="11045"/>
                  </a:lnTo>
                  <a:lnTo>
                    <a:pt x="19093" y="10800"/>
                  </a:lnTo>
                  <a:lnTo>
                    <a:pt x="19093" y="10555"/>
                  </a:lnTo>
                  <a:lnTo>
                    <a:pt x="19286" y="10555"/>
                  </a:lnTo>
                  <a:lnTo>
                    <a:pt x="19479" y="10309"/>
                  </a:lnTo>
                  <a:lnTo>
                    <a:pt x="19864" y="10064"/>
                  </a:lnTo>
                  <a:lnTo>
                    <a:pt x="20829" y="8836"/>
                  </a:lnTo>
                  <a:lnTo>
                    <a:pt x="20829" y="8591"/>
                  </a:lnTo>
                  <a:lnTo>
                    <a:pt x="21021" y="8345"/>
                  </a:lnTo>
                  <a:lnTo>
                    <a:pt x="21214" y="7609"/>
                  </a:lnTo>
                  <a:lnTo>
                    <a:pt x="21600" y="6627"/>
                  </a:lnTo>
                  <a:lnTo>
                    <a:pt x="21600" y="6382"/>
                  </a:lnTo>
                  <a:lnTo>
                    <a:pt x="20636" y="6382"/>
                  </a:lnTo>
                  <a:lnTo>
                    <a:pt x="20636" y="4909"/>
                  </a:lnTo>
                  <a:lnTo>
                    <a:pt x="20250" y="3927"/>
                  </a:lnTo>
                  <a:lnTo>
                    <a:pt x="20057" y="3682"/>
                  </a:lnTo>
                  <a:lnTo>
                    <a:pt x="20250" y="3191"/>
                  </a:lnTo>
                  <a:lnTo>
                    <a:pt x="20250" y="2455"/>
                  </a:lnTo>
                  <a:lnTo>
                    <a:pt x="20057" y="1718"/>
                  </a:lnTo>
                  <a:lnTo>
                    <a:pt x="20057" y="982"/>
                  </a:lnTo>
                  <a:lnTo>
                    <a:pt x="19671" y="491"/>
                  </a:lnTo>
                  <a:lnTo>
                    <a:pt x="19479" y="0"/>
                  </a:lnTo>
                  <a:lnTo>
                    <a:pt x="16971" y="0"/>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362" name="Shape 362"/>
            <p:cNvSpPr/>
            <p:nvPr/>
          </p:nvSpPr>
          <p:spPr>
            <a:xfrm>
              <a:off x="2694885" y="8915641"/>
              <a:ext cx="59889" cy="119789"/>
            </a:xfrm>
            <a:custGeom>
              <a:avLst/>
              <a:gdLst/>
              <a:ahLst/>
              <a:cxnLst>
                <a:cxn ang="0">
                  <a:pos x="wd2" y="hd2"/>
                </a:cxn>
                <a:cxn ang="5400000">
                  <a:pos x="wd2" y="hd2"/>
                </a:cxn>
                <a:cxn ang="10800000">
                  <a:pos x="wd2" y="hd2"/>
                </a:cxn>
                <a:cxn ang="16200000">
                  <a:pos x="wd2" y="hd2"/>
                </a:cxn>
              </a:cxnLst>
              <a:rect l="0" t="0" r="r" b="b"/>
              <a:pathLst>
                <a:path w="21600" h="21600" extrusionOk="0">
                  <a:moveTo>
                    <a:pt x="6171" y="1543"/>
                  </a:moveTo>
                  <a:lnTo>
                    <a:pt x="9257" y="1543"/>
                  </a:lnTo>
                  <a:lnTo>
                    <a:pt x="9257" y="0"/>
                  </a:lnTo>
                  <a:lnTo>
                    <a:pt x="9257" y="1543"/>
                  </a:lnTo>
                  <a:lnTo>
                    <a:pt x="12343" y="1543"/>
                  </a:lnTo>
                  <a:lnTo>
                    <a:pt x="12343" y="3086"/>
                  </a:lnTo>
                  <a:lnTo>
                    <a:pt x="15429" y="4629"/>
                  </a:lnTo>
                  <a:lnTo>
                    <a:pt x="18514" y="7714"/>
                  </a:lnTo>
                  <a:lnTo>
                    <a:pt x="18514" y="10800"/>
                  </a:lnTo>
                  <a:lnTo>
                    <a:pt x="21600" y="16971"/>
                  </a:lnTo>
                  <a:lnTo>
                    <a:pt x="15429" y="20057"/>
                  </a:lnTo>
                  <a:lnTo>
                    <a:pt x="9257" y="21600"/>
                  </a:lnTo>
                  <a:lnTo>
                    <a:pt x="3086" y="18514"/>
                  </a:lnTo>
                  <a:lnTo>
                    <a:pt x="3086" y="16971"/>
                  </a:lnTo>
                  <a:lnTo>
                    <a:pt x="0" y="13886"/>
                  </a:lnTo>
                  <a:lnTo>
                    <a:pt x="0" y="6171"/>
                  </a:lnTo>
                  <a:lnTo>
                    <a:pt x="6171" y="1543"/>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363" name="Shape 363"/>
            <p:cNvSpPr/>
            <p:nvPr/>
          </p:nvSpPr>
          <p:spPr>
            <a:xfrm>
              <a:off x="2446784" y="9112435"/>
              <a:ext cx="94109" cy="111234"/>
            </a:xfrm>
            <a:custGeom>
              <a:avLst/>
              <a:gdLst/>
              <a:ahLst/>
              <a:cxnLst>
                <a:cxn ang="0">
                  <a:pos x="wd2" y="hd2"/>
                </a:cxn>
                <a:cxn ang="5400000">
                  <a:pos x="wd2" y="hd2"/>
                </a:cxn>
                <a:cxn ang="10800000">
                  <a:pos x="wd2" y="hd2"/>
                </a:cxn>
                <a:cxn ang="16200000">
                  <a:pos x="wd2" y="hd2"/>
                </a:cxn>
              </a:cxnLst>
              <a:rect l="0" t="0" r="r" b="b"/>
              <a:pathLst>
                <a:path w="21600" h="21600" extrusionOk="0">
                  <a:moveTo>
                    <a:pt x="0" y="9969"/>
                  </a:moveTo>
                  <a:lnTo>
                    <a:pt x="3927" y="4985"/>
                  </a:lnTo>
                  <a:lnTo>
                    <a:pt x="3927" y="3323"/>
                  </a:lnTo>
                  <a:lnTo>
                    <a:pt x="5891" y="1662"/>
                  </a:lnTo>
                  <a:lnTo>
                    <a:pt x="7855" y="1662"/>
                  </a:lnTo>
                  <a:lnTo>
                    <a:pt x="11782" y="0"/>
                  </a:lnTo>
                  <a:lnTo>
                    <a:pt x="21600" y="6646"/>
                  </a:lnTo>
                  <a:lnTo>
                    <a:pt x="15709" y="14954"/>
                  </a:lnTo>
                  <a:lnTo>
                    <a:pt x="13745" y="16615"/>
                  </a:lnTo>
                  <a:lnTo>
                    <a:pt x="13745" y="18277"/>
                  </a:lnTo>
                  <a:lnTo>
                    <a:pt x="11782" y="19938"/>
                  </a:lnTo>
                  <a:lnTo>
                    <a:pt x="11782" y="21600"/>
                  </a:lnTo>
                  <a:lnTo>
                    <a:pt x="7855" y="21600"/>
                  </a:lnTo>
                  <a:lnTo>
                    <a:pt x="0" y="9969"/>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364" name="Shape 364"/>
            <p:cNvSpPr/>
            <p:nvPr/>
          </p:nvSpPr>
          <p:spPr>
            <a:xfrm>
              <a:off x="2395453" y="8376594"/>
              <a:ext cx="427762" cy="410704"/>
            </a:xfrm>
            <a:custGeom>
              <a:avLst/>
              <a:gdLst/>
              <a:ahLst/>
              <a:cxnLst>
                <a:cxn ang="0">
                  <a:pos x="wd2" y="hd2"/>
                </a:cxn>
                <a:cxn ang="5400000">
                  <a:pos x="wd2" y="hd2"/>
                </a:cxn>
                <a:cxn ang="10800000">
                  <a:pos x="wd2" y="hd2"/>
                </a:cxn>
                <a:cxn ang="16200000">
                  <a:pos x="wd2" y="hd2"/>
                </a:cxn>
              </a:cxnLst>
              <a:rect l="0" t="0" r="r" b="b"/>
              <a:pathLst>
                <a:path w="21600" h="21600" extrusionOk="0">
                  <a:moveTo>
                    <a:pt x="0" y="5850"/>
                  </a:moveTo>
                  <a:lnTo>
                    <a:pt x="3888" y="5850"/>
                  </a:lnTo>
                  <a:lnTo>
                    <a:pt x="6480" y="4950"/>
                  </a:lnTo>
                  <a:lnTo>
                    <a:pt x="7344" y="3600"/>
                  </a:lnTo>
                  <a:lnTo>
                    <a:pt x="7776" y="2700"/>
                  </a:lnTo>
                  <a:lnTo>
                    <a:pt x="7776" y="2250"/>
                  </a:lnTo>
                  <a:lnTo>
                    <a:pt x="16848" y="0"/>
                  </a:lnTo>
                  <a:lnTo>
                    <a:pt x="16848" y="1800"/>
                  </a:lnTo>
                  <a:lnTo>
                    <a:pt x="19008" y="2700"/>
                  </a:lnTo>
                  <a:lnTo>
                    <a:pt x="21600" y="4050"/>
                  </a:lnTo>
                  <a:lnTo>
                    <a:pt x="21168" y="7200"/>
                  </a:lnTo>
                  <a:lnTo>
                    <a:pt x="21600" y="10800"/>
                  </a:lnTo>
                  <a:lnTo>
                    <a:pt x="21168" y="14400"/>
                  </a:lnTo>
                  <a:lnTo>
                    <a:pt x="19440" y="17100"/>
                  </a:lnTo>
                  <a:lnTo>
                    <a:pt x="16848" y="19350"/>
                  </a:lnTo>
                  <a:lnTo>
                    <a:pt x="15552" y="20700"/>
                  </a:lnTo>
                  <a:lnTo>
                    <a:pt x="15120" y="21600"/>
                  </a:lnTo>
                  <a:lnTo>
                    <a:pt x="9072" y="21600"/>
                  </a:lnTo>
                  <a:lnTo>
                    <a:pt x="8640" y="21150"/>
                  </a:lnTo>
                  <a:lnTo>
                    <a:pt x="8208" y="20250"/>
                  </a:lnTo>
                  <a:lnTo>
                    <a:pt x="7344" y="19800"/>
                  </a:lnTo>
                  <a:lnTo>
                    <a:pt x="6480" y="19800"/>
                  </a:lnTo>
                  <a:lnTo>
                    <a:pt x="5616" y="18900"/>
                  </a:lnTo>
                  <a:lnTo>
                    <a:pt x="5616" y="18000"/>
                  </a:lnTo>
                  <a:lnTo>
                    <a:pt x="5184" y="17100"/>
                  </a:lnTo>
                  <a:lnTo>
                    <a:pt x="4320" y="16650"/>
                  </a:lnTo>
                  <a:lnTo>
                    <a:pt x="4320" y="16200"/>
                  </a:lnTo>
                  <a:lnTo>
                    <a:pt x="3456" y="14400"/>
                  </a:lnTo>
                  <a:lnTo>
                    <a:pt x="864" y="10350"/>
                  </a:lnTo>
                  <a:lnTo>
                    <a:pt x="0" y="5850"/>
                  </a:lnTo>
                  <a:lnTo>
                    <a:pt x="0" y="6300"/>
                  </a:lnTo>
                  <a:lnTo>
                    <a:pt x="432" y="7200"/>
                  </a:lnTo>
                  <a:lnTo>
                    <a:pt x="432" y="8550"/>
                  </a:lnTo>
                  <a:lnTo>
                    <a:pt x="1296" y="11250"/>
                  </a:lnTo>
                  <a:lnTo>
                    <a:pt x="1728" y="12150"/>
                  </a:lnTo>
                  <a:lnTo>
                    <a:pt x="2592" y="13050"/>
                  </a:lnTo>
                  <a:lnTo>
                    <a:pt x="3024" y="13950"/>
                  </a:lnTo>
                  <a:lnTo>
                    <a:pt x="3456" y="14400"/>
                  </a:lnTo>
                  <a:lnTo>
                    <a:pt x="4320" y="16200"/>
                  </a:lnTo>
                  <a:lnTo>
                    <a:pt x="4320" y="16650"/>
                  </a:lnTo>
                  <a:lnTo>
                    <a:pt x="5184" y="17100"/>
                  </a:lnTo>
                  <a:lnTo>
                    <a:pt x="6048" y="18900"/>
                  </a:lnTo>
                  <a:lnTo>
                    <a:pt x="6048" y="19350"/>
                  </a:lnTo>
                  <a:lnTo>
                    <a:pt x="6480" y="19800"/>
                  </a:lnTo>
                  <a:lnTo>
                    <a:pt x="7344" y="19800"/>
                  </a:lnTo>
                  <a:lnTo>
                    <a:pt x="8208" y="20250"/>
                  </a:lnTo>
                  <a:lnTo>
                    <a:pt x="8640" y="21150"/>
                  </a:lnTo>
                  <a:lnTo>
                    <a:pt x="9072" y="21600"/>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365" name="Shape 365"/>
            <p:cNvSpPr/>
            <p:nvPr/>
          </p:nvSpPr>
          <p:spPr>
            <a:xfrm>
              <a:off x="273766" y="5980838"/>
              <a:ext cx="898297" cy="855629"/>
            </a:xfrm>
            <a:custGeom>
              <a:avLst/>
              <a:gdLst/>
              <a:ahLst/>
              <a:cxnLst>
                <a:cxn ang="0">
                  <a:pos x="wd2" y="hd2"/>
                </a:cxn>
                <a:cxn ang="5400000">
                  <a:pos x="wd2" y="hd2"/>
                </a:cxn>
                <a:cxn ang="10800000">
                  <a:pos x="wd2" y="hd2"/>
                </a:cxn>
                <a:cxn ang="16200000">
                  <a:pos x="wd2" y="hd2"/>
                </a:cxn>
              </a:cxnLst>
              <a:rect l="0" t="0" r="r" b="b"/>
              <a:pathLst>
                <a:path w="21600" h="21600" extrusionOk="0">
                  <a:moveTo>
                    <a:pt x="9669" y="0"/>
                  </a:moveTo>
                  <a:lnTo>
                    <a:pt x="7406" y="0"/>
                  </a:lnTo>
                  <a:lnTo>
                    <a:pt x="7406" y="216"/>
                  </a:lnTo>
                  <a:lnTo>
                    <a:pt x="8023" y="12312"/>
                  </a:lnTo>
                  <a:lnTo>
                    <a:pt x="8229" y="12744"/>
                  </a:lnTo>
                  <a:lnTo>
                    <a:pt x="8229" y="12960"/>
                  </a:lnTo>
                  <a:lnTo>
                    <a:pt x="8434" y="13392"/>
                  </a:lnTo>
                  <a:lnTo>
                    <a:pt x="8434" y="13824"/>
                  </a:lnTo>
                  <a:lnTo>
                    <a:pt x="7817" y="14688"/>
                  </a:lnTo>
                  <a:lnTo>
                    <a:pt x="2469" y="14040"/>
                  </a:lnTo>
                  <a:lnTo>
                    <a:pt x="2057" y="14472"/>
                  </a:lnTo>
                  <a:lnTo>
                    <a:pt x="1851" y="14472"/>
                  </a:lnTo>
                  <a:lnTo>
                    <a:pt x="1646" y="14256"/>
                  </a:lnTo>
                  <a:lnTo>
                    <a:pt x="1440" y="14256"/>
                  </a:lnTo>
                  <a:lnTo>
                    <a:pt x="1234" y="14472"/>
                  </a:lnTo>
                  <a:lnTo>
                    <a:pt x="1234" y="15552"/>
                  </a:lnTo>
                  <a:lnTo>
                    <a:pt x="823" y="15552"/>
                  </a:lnTo>
                  <a:lnTo>
                    <a:pt x="823" y="15984"/>
                  </a:lnTo>
                  <a:lnTo>
                    <a:pt x="617" y="16200"/>
                  </a:lnTo>
                  <a:lnTo>
                    <a:pt x="411" y="16632"/>
                  </a:lnTo>
                  <a:lnTo>
                    <a:pt x="0" y="16632"/>
                  </a:lnTo>
                  <a:lnTo>
                    <a:pt x="0" y="17712"/>
                  </a:lnTo>
                  <a:lnTo>
                    <a:pt x="206" y="18144"/>
                  </a:lnTo>
                  <a:lnTo>
                    <a:pt x="206" y="19008"/>
                  </a:lnTo>
                  <a:lnTo>
                    <a:pt x="411" y="19008"/>
                  </a:lnTo>
                  <a:lnTo>
                    <a:pt x="617" y="19224"/>
                  </a:lnTo>
                  <a:lnTo>
                    <a:pt x="1029" y="19224"/>
                  </a:lnTo>
                  <a:lnTo>
                    <a:pt x="1851" y="19656"/>
                  </a:lnTo>
                  <a:lnTo>
                    <a:pt x="3086" y="19656"/>
                  </a:lnTo>
                  <a:lnTo>
                    <a:pt x="3086" y="19008"/>
                  </a:lnTo>
                  <a:lnTo>
                    <a:pt x="3291" y="19008"/>
                  </a:lnTo>
                  <a:lnTo>
                    <a:pt x="3703" y="18792"/>
                  </a:lnTo>
                  <a:lnTo>
                    <a:pt x="3909" y="18792"/>
                  </a:lnTo>
                  <a:lnTo>
                    <a:pt x="4320" y="19008"/>
                  </a:lnTo>
                  <a:lnTo>
                    <a:pt x="4526" y="19224"/>
                  </a:lnTo>
                  <a:lnTo>
                    <a:pt x="4526" y="19656"/>
                  </a:lnTo>
                  <a:lnTo>
                    <a:pt x="5143" y="20952"/>
                  </a:lnTo>
                  <a:lnTo>
                    <a:pt x="5760" y="21384"/>
                  </a:lnTo>
                  <a:lnTo>
                    <a:pt x="6171" y="21600"/>
                  </a:lnTo>
                  <a:lnTo>
                    <a:pt x="6583" y="21600"/>
                  </a:lnTo>
                  <a:lnTo>
                    <a:pt x="7200" y="21384"/>
                  </a:lnTo>
                  <a:lnTo>
                    <a:pt x="7611" y="21168"/>
                  </a:lnTo>
                  <a:lnTo>
                    <a:pt x="8023" y="20736"/>
                  </a:lnTo>
                  <a:lnTo>
                    <a:pt x="8434" y="20736"/>
                  </a:lnTo>
                  <a:lnTo>
                    <a:pt x="8640" y="21168"/>
                  </a:lnTo>
                  <a:lnTo>
                    <a:pt x="8846" y="21168"/>
                  </a:lnTo>
                  <a:lnTo>
                    <a:pt x="9051" y="21384"/>
                  </a:lnTo>
                  <a:lnTo>
                    <a:pt x="9463" y="20952"/>
                  </a:lnTo>
                  <a:lnTo>
                    <a:pt x="9463" y="20520"/>
                  </a:lnTo>
                  <a:lnTo>
                    <a:pt x="9669" y="20088"/>
                  </a:lnTo>
                  <a:lnTo>
                    <a:pt x="9874" y="19440"/>
                  </a:lnTo>
                  <a:lnTo>
                    <a:pt x="10286" y="18576"/>
                  </a:lnTo>
                  <a:lnTo>
                    <a:pt x="10491" y="18360"/>
                  </a:lnTo>
                  <a:lnTo>
                    <a:pt x="10491" y="18144"/>
                  </a:lnTo>
                  <a:lnTo>
                    <a:pt x="10903" y="17928"/>
                  </a:lnTo>
                  <a:lnTo>
                    <a:pt x="11109" y="17712"/>
                  </a:lnTo>
                  <a:lnTo>
                    <a:pt x="12343" y="17712"/>
                  </a:lnTo>
                  <a:lnTo>
                    <a:pt x="14400" y="17280"/>
                  </a:lnTo>
                  <a:lnTo>
                    <a:pt x="15223" y="16848"/>
                  </a:lnTo>
                  <a:lnTo>
                    <a:pt x="15634" y="16200"/>
                  </a:lnTo>
                  <a:lnTo>
                    <a:pt x="17280" y="16200"/>
                  </a:lnTo>
                  <a:lnTo>
                    <a:pt x="18103" y="15984"/>
                  </a:lnTo>
                  <a:lnTo>
                    <a:pt x="18514" y="15984"/>
                  </a:lnTo>
                  <a:lnTo>
                    <a:pt x="19131" y="15336"/>
                  </a:lnTo>
                  <a:lnTo>
                    <a:pt x="19749" y="14904"/>
                  </a:lnTo>
                  <a:lnTo>
                    <a:pt x="20160" y="14256"/>
                  </a:lnTo>
                  <a:lnTo>
                    <a:pt x="20777" y="12960"/>
                  </a:lnTo>
                  <a:lnTo>
                    <a:pt x="20983" y="11664"/>
                  </a:lnTo>
                  <a:lnTo>
                    <a:pt x="21394" y="9936"/>
                  </a:lnTo>
                  <a:lnTo>
                    <a:pt x="21600" y="7776"/>
                  </a:lnTo>
                  <a:lnTo>
                    <a:pt x="20777" y="7992"/>
                  </a:lnTo>
                  <a:lnTo>
                    <a:pt x="20366" y="6264"/>
                  </a:lnTo>
                  <a:lnTo>
                    <a:pt x="17486" y="6264"/>
                  </a:lnTo>
                  <a:lnTo>
                    <a:pt x="9669" y="0"/>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366" name="Shape 366"/>
            <p:cNvSpPr/>
            <p:nvPr/>
          </p:nvSpPr>
          <p:spPr>
            <a:xfrm>
              <a:off x="2361233" y="5638586"/>
              <a:ext cx="590310" cy="641723"/>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0" y="0"/>
                  </a:lnTo>
                  <a:lnTo>
                    <a:pt x="313" y="0"/>
                  </a:lnTo>
                  <a:lnTo>
                    <a:pt x="939" y="288"/>
                  </a:lnTo>
                  <a:lnTo>
                    <a:pt x="3443" y="288"/>
                  </a:lnTo>
                  <a:lnTo>
                    <a:pt x="4070" y="576"/>
                  </a:lnTo>
                  <a:lnTo>
                    <a:pt x="4383" y="576"/>
                  </a:lnTo>
                  <a:lnTo>
                    <a:pt x="4696" y="864"/>
                  </a:lnTo>
                  <a:lnTo>
                    <a:pt x="5948" y="1440"/>
                  </a:lnTo>
                  <a:lnTo>
                    <a:pt x="6887" y="1440"/>
                  </a:lnTo>
                  <a:lnTo>
                    <a:pt x="10643" y="576"/>
                  </a:lnTo>
                  <a:lnTo>
                    <a:pt x="10957" y="576"/>
                  </a:lnTo>
                  <a:lnTo>
                    <a:pt x="11270" y="288"/>
                  </a:lnTo>
                  <a:lnTo>
                    <a:pt x="11896" y="288"/>
                  </a:lnTo>
                  <a:lnTo>
                    <a:pt x="12522" y="576"/>
                  </a:lnTo>
                  <a:lnTo>
                    <a:pt x="13461" y="864"/>
                  </a:lnTo>
                  <a:lnTo>
                    <a:pt x="13461" y="2016"/>
                  </a:lnTo>
                  <a:lnTo>
                    <a:pt x="13774" y="2880"/>
                  </a:lnTo>
                  <a:lnTo>
                    <a:pt x="14400" y="3744"/>
                  </a:lnTo>
                  <a:lnTo>
                    <a:pt x="14400" y="4320"/>
                  </a:lnTo>
                  <a:lnTo>
                    <a:pt x="15339" y="5760"/>
                  </a:lnTo>
                  <a:lnTo>
                    <a:pt x="16591" y="8064"/>
                  </a:lnTo>
                  <a:lnTo>
                    <a:pt x="19096" y="13248"/>
                  </a:lnTo>
                  <a:lnTo>
                    <a:pt x="20348" y="15552"/>
                  </a:lnTo>
                  <a:lnTo>
                    <a:pt x="21287" y="17568"/>
                  </a:lnTo>
                  <a:lnTo>
                    <a:pt x="21600" y="18432"/>
                  </a:lnTo>
                  <a:lnTo>
                    <a:pt x="21600" y="18720"/>
                  </a:lnTo>
                  <a:lnTo>
                    <a:pt x="21287" y="19008"/>
                  </a:lnTo>
                  <a:lnTo>
                    <a:pt x="20661" y="19872"/>
                  </a:lnTo>
                  <a:lnTo>
                    <a:pt x="18783" y="21024"/>
                  </a:lnTo>
                  <a:lnTo>
                    <a:pt x="17217" y="21600"/>
                  </a:lnTo>
                  <a:lnTo>
                    <a:pt x="0" y="21600"/>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367" name="Shape 367"/>
            <p:cNvSpPr/>
            <p:nvPr/>
          </p:nvSpPr>
          <p:spPr>
            <a:xfrm>
              <a:off x="2729106" y="5655699"/>
              <a:ext cx="171106" cy="213909"/>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4320"/>
                  </a:lnTo>
                  <a:lnTo>
                    <a:pt x="1080" y="5184"/>
                  </a:lnTo>
                  <a:lnTo>
                    <a:pt x="1080" y="6912"/>
                  </a:lnTo>
                  <a:lnTo>
                    <a:pt x="4320" y="12096"/>
                  </a:lnTo>
                  <a:lnTo>
                    <a:pt x="7560" y="14688"/>
                  </a:lnTo>
                  <a:lnTo>
                    <a:pt x="8640" y="16416"/>
                  </a:lnTo>
                  <a:lnTo>
                    <a:pt x="11880" y="18144"/>
                  </a:lnTo>
                  <a:lnTo>
                    <a:pt x="14040" y="19008"/>
                  </a:lnTo>
                  <a:lnTo>
                    <a:pt x="17280" y="21600"/>
                  </a:lnTo>
                  <a:lnTo>
                    <a:pt x="18360" y="21600"/>
                  </a:lnTo>
                  <a:lnTo>
                    <a:pt x="19440" y="20736"/>
                  </a:lnTo>
                  <a:lnTo>
                    <a:pt x="20520" y="19008"/>
                  </a:lnTo>
                  <a:lnTo>
                    <a:pt x="21600" y="13824"/>
                  </a:lnTo>
                  <a:lnTo>
                    <a:pt x="20520" y="12096"/>
                  </a:lnTo>
                  <a:lnTo>
                    <a:pt x="14040" y="3456"/>
                  </a:lnTo>
                  <a:lnTo>
                    <a:pt x="11880" y="0"/>
                  </a:lnTo>
                  <a:lnTo>
                    <a:pt x="0" y="0"/>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368" name="Shape 368"/>
            <p:cNvSpPr/>
            <p:nvPr/>
          </p:nvSpPr>
          <p:spPr>
            <a:xfrm>
              <a:off x="3319414" y="8111349"/>
              <a:ext cx="367875" cy="778624"/>
            </a:xfrm>
            <a:custGeom>
              <a:avLst/>
              <a:gdLst/>
              <a:ahLst/>
              <a:cxnLst>
                <a:cxn ang="0">
                  <a:pos x="wd2" y="hd2"/>
                </a:cxn>
                <a:cxn ang="5400000">
                  <a:pos x="wd2" y="hd2"/>
                </a:cxn>
                <a:cxn ang="10800000">
                  <a:pos x="wd2" y="hd2"/>
                </a:cxn>
                <a:cxn ang="16200000">
                  <a:pos x="wd2" y="hd2"/>
                </a:cxn>
              </a:cxnLst>
              <a:rect l="0" t="0" r="r" b="b"/>
              <a:pathLst>
                <a:path w="21600" h="21600" extrusionOk="0">
                  <a:moveTo>
                    <a:pt x="19591" y="0"/>
                  </a:moveTo>
                  <a:lnTo>
                    <a:pt x="19088" y="237"/>
                  </a:lnTo>
                  <a:lnTo>
                    <a:pt x="17079" y="712"/>
                  </a:lnTo>
                  <a:lnTo>
                    <a:pt x="16074" y="1424"/>
                  </a:lnTo>
                  <a:lnTo>
                    <a:pt x="15572" y="2374"/>
                  </a:lnTo>
                  <a:lnTo>
                    <a:pt x="15070" y="2374"/>
                  </a:lnTo>
                  <a:lnTo>
                    <a:pt x="11051" y="4273"/>
                  </a:lnTo>
                  <a:lnTo>
                    <a:pt x="10047" y="4985"/>
                  </a:lnTo>
                  <a:lnTo>
                    <a:pt x="9544" y="5459"/>
                  </a:lnTo>
                  <a:lnTo>
                    <a:pt x="8540" y="5934"/>
                  </a:lnTo>
                  <a:lnTo>
                    <a:pt x="7535" y="6171"/>
                  </a:lnTo>
                  <a:lnTo>
                    <a:pt x="7033" y="6409"/>
                  </a:lnTo>
                  <a:lnTo>
                    <a:pt x="4019" y="6409"/>
                  </a:lnTo>
                  <a:lnTo>
                    <a:pt x="2512" y="7121"/>
                  </a:lnTo>
                  <a:lnTo>
                    <a:pt x="1507" y="8070"/>
                  </a:lnTo>
                  <a:lnTo>
                    <a:pt x="1507" y="10444"/>
                  </a:lnTo>
                  <a:lnTo>
                    <a:pt x="1005" y="10681"/>
                  </a:lnTo>
                  <a:lnTo>
                    <a:pt x="1507" y="10681"/>
                  </a:lnTo>
                  <a:lnTo>
                    <a:pt x="1507" y="10919"/>
                  </a:lnTo>
                  <a:lnTo>
                    <a:pt x="2009" y="10919"/>
                  </a:lnTo>
                  <a:lnTo>
                    <a:pt x="3014" y="11393"/>
                  </a:lnTo>
                  <a:lnTo>
                    <a:pt x="3516" y="11868"/>
                  </a:lnTo>
                  <a:lnTo>
                    <a:pt x="3516" y="12580"/>
                  </a:lnTo>
                  <a:lnTo>
                    <a:pt x="2009" y="13292"/>
                  </a:lnTo>
                  <a:lnTo>
                    <a:pt x="502" y="14716"/>
                  </a:lnTo>
                  <a:lnTo>
                    <a:pt x="0" y="16378"/>
                  </a:lnTo>
                  <a:lnTo>
                    <a:pt x="0" y="18277"/>
                  </a:lnTo>
                  <a:lnTo>
                    <a:pt x="1507" y="20413"/>
                  </a:lnTo>
                  <a:lnTo>
                    <a:pt x="5526" y="20413"/>
                  </a:lnTo>
                  <a:lnTo>
                    <a:pt x="5023" y="20651"/>
                  </a:lnTo>
                  <a:lnTo>
                    <a:pt x="7033" y="21600"/>
                  </a:lnTo>
                  <a:lnTo>
                    <a:pt x="10047" y="21600"/>
                  </a:lnTo>
                  <a:lnTo>
                    <a:pt x="11051" y="21125"/>
                  </a:lnTo>
                  <a:lnTo>
                    <a:pt x="11553" y="20413"/>
                  </a:lnTo>
                  <a:lnTo>
                    <a:pt x="12558" y="19464"/>
                  </a:lnTo>
                  <a:lnTo>
                    <a:pt x="14065" y="17327"/>
                  </a:lnTo>
                  <a:lnTo>
                    <a:pt x="14567" y="15903"/>
                  </a:lnTo>
                  <a:lnTo>
                    <a:pt x="15070" y="15191"/>
                  </a:lnTo>
                  <a:lnTo>
                    <a:pt x="14567" y="14954"/>
                  </a:lnTo>
                  <a:lnTo>
                    <a:pt x="14567" y="14716"/>
                  </a:lnTo>
                  <a:lnTo>
                    <a:pt x="15070" y="14242"/>
                  </a:lnTo>
                  <a:lnTo>
                    <a:pt x="15572" y="13530"/>
                  </a:lnTo>
                  <a:lnTo>
                    <a:pt x="16577" y="12818"/>
                  </a:lnTo>
                  <a:lnTo>
                    <a:pt x="17581" y="11631"/>
                  </a:lnTo>
                  <a:lnTo>
                    <a:pt x="18084" y="9732"/>
                  </a:lnTo>
                  <a:lnTo>
                    <a:pt x="19088" y="7833"/>
                  </a:lnTo>
                  <a:lnTo>
                    <a:pt x="19591" y="6409"/>
                  </a:lnTo>
                  <a:lnTo>
                    <a:pt x="19591" y="5934"/>
                  </a:lnTo>
                  <a:lnTo>
                    <a:pt x="20093" y="5222"/>
                  </a:lnTo>
                  <a:lnTo>
                    <a:pt x="20595" y="4747"/>
                  </a:lnTo>
                  <a:lnTo>
                    <a:pt x="20595" y="4035"/>
                  </a:lnTo>
                  <a:lnTo>
                    <a:pt x="21098" y="3323"/>
                  </a:lnTo>
                  <a:lnTo>
                    <a:pt x="21098" y="2374"/>
                  </a:lnTo>
                  <a:lnTo>
                    <a:pt x="21600" y="1899"/>
                  </a:lnTo>
                  <a:lnTo>
                    <a:pt x="21600" y="475"/>
                  </a:lnTo>
                  <a:lnTo>
                    <a:pt x="21098" y="237"/>
                  </a:lnTo>
                  <a:lnTo>
                    <a:pt x="19591" y="0"/>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369" name="Shape 369"/>
            <p:cNvSpPr/>
            <p:nvPr/>
          </p:nvSpPr>
          <p:spPr>
            <a:xfrm>
              <a:off x="9042837" y="7563749"/>
              <a:ext cx="299434" cy="231021"/>
            </a:xfrm>
            <a:custGeom>
              <a:avLst/>
              <a:gdLst/>
              <a:ahLst/>
              <a:cxnLst>
                <a:cxn ang="0">
                  <a:pos x="wd2" y="hd2"/>
                </a:cxn>
                <a:cxn ang="5400000">
                  <a:pos x="wd2" y="hd2"/>
                </a:cxn>
                <a:cxn ang="10800000">
                  <a:pos x="wd2" y="hd2"/>
                </a:cxn>
                <a:cxn ang="16200000">
                  <a:pos x="wd2" y="hd2"/>
                </a:cxn>
              </a:cxnLst>
              <a:rect l="0" t="0" r="r" b="b"/>
              <a:pathLst>
                <a:path w="21600" h="21600" extrusionOk="0">
                  <a:moveTo>
                    <a:pt x="617" y="17600"/>
                  </a:moveTo>
                  <a:lnTo>
                    <a:pt x="11726" y="10400"/>
                  </a:lnTo>
                  <a:lnTo>
                    <a:pt x="12343" y="8800"/>
                  </a:lnTo>
                  <a:lnTo>
                    <a:pt x="16046" y="4000"/>
                  </a:lnTo>
                  <a:lnTo>
                    <a:pt x="16663" y="1600"/>
                  </a:lnTo>
                  <a:lnTo>
                    <a:pt x="16663" y="0"/>
                  </a:lnTo>
                  <a:lnTo>
                    <a:pt x="19749" y="0"/>
                  </a:lnTo>
                  <a:lnTo>
                    <a:pt x="21600" y="3200"/>
                  </a:lnTo>
                  <a:lnTo>
                    <a:pt x="20983" y="4800"/>
                  </a:lnTo>
                  <a:lnTo>
                    <a:pt x="19749" y="8800"/>
                  </a:lnTo>
                  <a:lnTo>
                    <a:pt x="17280" y="12800"/>
                  </a:lnTo>
                  <a:lnTo>
                    <a:pt x="14194" y="16800"/>
                  </a:lnTo>
                  <a:lnTo>
                    <a:pt x="8640" y="20000"/>
                  </a:lnTo>
                  <a:lnTo>
                    <a:pt x="4937" y="21600"/>
                  </a:lnTo>
                  <a:lnTo>
                    <a:pt x="1851" y="21600"/>
                  </a:lnTo>
                  <a:lnTo>
                    <a:pt x="1234" y="20800"/>
                  </a:lnTo>
                  <a:lnTo>
                    <a:pt x="617" y="20800"/>
                  </a:lnTo>
                  <a:lnTo>
                    <a:pt x="0" y="20000"/>
                  </a:lnTo>
                  <a:lnTo>
                    <a:pt x="0" y="19200"/>
                  </a:lnTo>
                  <a:lnTo>
                    <a:pt x="617" y="17600"/>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370" name="Shape 370"/>
            <p:cNvSpPr/>
            <p:nvPr/>
          </p:nvSpPr>
          <p:spPr>
            <a:xfrm>
              <a:off x="7468682" y="6408651"/>
              <a:ext cx="153996" cy="410703"/>
            </a:xfrm>
            <a:custGeom>
              <a:avLst/>
              <a:gdLst/>
              <a:ahLst/>
              <a:cxnLst>
                <a:cxn ang="0">
                  <a:pos x="wd2" y="hd2"/>
                </a:cxn>
                <a:cxn ang="5400000">
                  <a:pos x="wd2" y="hd2"/>
                </a:cxn>
                <a:cxn ang="10800000">
                  <a:pos x="wd2" y="hd2"/>
                </a:cxn>
                <a:cxn ang="16200000">
                  <a:pos x="wd2" y="hd2"/>
                </a:cxn>
              </a:cxnLst>
              <a:rect l="0" t="0" r="r" b="b"/>
              <a:pathLst>
                <a:path w="21600" h="21600" extrusionOk="0">
                  <a:moveTo>
                    <a:pt x="12000" y="0"/>
                  </a:moveTo>
                  <a:lnTo>
                    <a:pt x="7200" y="0"/>
                  </a:lnTo>
                  <a:lnTo>
                    <a:pt x="2400" y="900"/>
                  </a:lnTo>
                  <a:lnTo>
                    <a:pt x="1200" y="1800"/>
                  </a:lnTo>
                  <a:lnTo>
                    <a:pt x="1200" y="2700"/>
                  </a:lnTo>
                  <a:lnTo>
                    <a:pt x="0" y="5850"/>
                  </a:lnTo>
                  <a:lnTo>
                    <a:pt x="0" y="9000"/>
                  </a:lnTo>
                  <a:lnTo>
                    <a:pt x="1200" y="10800"/>
                  </a:lnTo>
                  <a:lnTo>
                    <a:pt x="1200" y="11700"/>
                  </a:lnTo>
                  <a:lnTo>
                    <a:pt x="2400" y="12150"/>
                  </a:lnTo>
                  <a:lnTo>
                    <a:pt x="2400" y="12600"/>
                  </a:lnTo>
                  <a:lnTo>
                    <a:pt x="1200" y="13050"/>
                  </a:lnTo>
                  <a:lnTo>
                    <a:pt x="1200" y="13500"/>
                  </a:lnTo>
                  <a:lnTo>
                    <a:pt x="0" y="14400"/>
                  </a:lnTo>
                  <a:lnTo>
                    <a:pt x="0" y="14850"/>
                  </a:lnTo>
                  <a:lnTo>
                    <a:pt x="1200" y="15750"/>
                  </a:lnTo>
                  <a:lnTo>
                    <a:pt x="3600" y="18450"/>
                  </a:lnTo>
                  <a:lnTo>
                    <a:pt x="6000" y="19800"/>
                  </a:lnTo>
                  <a:lnTo>
                    <a:pt x="7200" y="20700"/>
                  </a:lnTo>
                  <a:lnTo>
                    <a:pt x="9600" y="21600"/>
                  </a:lnTo>
                  <a:lnTo>
                    <a:pt x="14400" y="19800"/>
                  </a:lnTo>
                  <a:lnTo>
                    <a:pt x="14400" y="12600"/>
                  </a:lnTo>
                  <a:lnTo>
                    <a:pt x="18000" y="9450"/>
                  </a:lnTo>
                  <a:lnTo>
                    <a:pt x="18000" y="6300"/>
                  </a:lnTo>
                  <a:lnTo>
                    <a:pt x="19200" y="5400"/>
                  </a:lnTo>
                  <a:lnTo>
                    <a:pt x="20400" y="4950"/>
                  </a:lnTo>
                  <a:lnTo>
                    <a:pt x="20400" y="450"/>
                  </a:lnTo>
                  <a:lnTo>
                    <a:pt x="21600" y="0"/>
                  </a:lnTo>
                  <a:lnTo>
                    <a:pt x="19200" y="0"/>
                  </a:lnTo>
                  <a:lnTo>
                    <a:pt x="16800" y="450"/>
                  </a:lnTo>
                  <a:lnTo>
                    <a:pt x="14400" y="450"/>
                  </a:lnTo>
                  <a:lnTo>
                    <a:pt x="12000" y="0"/>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371" name="Shape 371"/>
            <p:cNvSpPr/>
            <p:nvPr/>
          </p:nvSpPr>
          <p:spPr>
            <a:xfrm>
              <a:off x="7331799" y="6836466"/>
              <a:ext cx="136885" cy="145458"/>
            </a:xfrm>
            <a:custGeom>
              <a:avLst/>
              <a:gdLst/>
              <a:ahLst/>
              <a:cxnLst>
                <a:cxn ang="0">
                  <a:pos x="wd2" y="hd2"/>
                </a:cxn>
                <a:cxn ang="5400000">
                  <a:pos x="wd2" y="hd2"/>
                </a:cxn>
                <a:cxn ang="10800000">
                  <a:pos x="wd2" y="hd2"/>
                </a:cxn>
                <a:cxn ang="16200000">
                  <a:pos x="wd2" y="hd2"/>
                </a:cxn>
              </a:cxnLst>
              <a:rect l="0" t="0" r="r" b="b"/>
              <a:pathLst>
                <a:path w="21600" h="21600" extrusionOk="0">
                  <a:moveTo>
                    <a:pt x="1350" y="17788"/>
                  </a:moveTo>
                  <a:lnTo>
                    <a:pt x="0" y="19059"/>
                  </a:lnTo>
                  <a:lnTo>
                    <a:pt x="2700" y="21600"/>
                  </a:lnTo>
                  <a:lnTo>
                    <a:pt x="4050" y="20329"/>
                  </a:lnTo>
                  <a:lnTo>
                    <a:pt x="6750" y="20329"/>
                  </a:lnTo>
                  <a:lnTo>
                    <a:pt x="10800" y="16518"/>
                  </a:lnTo>
                  <a:lnTo>
                    <a:pt x="13500" y="15247"/>
                  </a:lnTo>
                  <a:lnTo>
                    <a:pt x="16200" y="12706"/>
                  </a:lnTo>
                  <a:lnTo>
                    <a:pt x="18900" y="7624"/>
                  </a:lnTo>
                  <a:lnTo>
                    <a:pt x="20250" y="6353"/>
                  </a:lnTo>
                  <a:lnTo>
                    <a:pt x="21600" y="3812"/>
                  </a:lnTo>
                  <a:lnTo>
                    <a:pt x="21600" y="1271"/>
                  </a:lnTo>
                  <a:lnTo>
                    <a:pt x="20250" y="0"/>
                  </a:lnTo>
                  <a:lnTo>
                    <a:pt x="17550" y="0"/>
                  </a:lnTo>
                  <a:lnTo>
                    <a:pt x="14850" y="1271"/>
                  </a:lnTo>
                  <a:lnTo>
                    <a:pt x="13500" y="3812"/>
                  </a:lnTo>
                  <a:lnTo>
                    <a:pt x="8100" y="8894"/>
                  </a:lnTo>
                  <a:lnTo>
                    <a:pt x="5400" y="12706"/>
                  </a:lnTo>
                  <a:lnTo>
                    <a:pt x="1350" y="16518"/>
                  </a:lnTo>
                  <a:lnTo>
                    <a:pt x="1350" y="17788"/>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372" name="Shape 372"/>
            <p:cNvSpPr/>
            <p:nvPr/>
          </p:nvSpPr>
          <p:spPr>
            <a:xfrm>
              <a:off x="7588456" y="6939140"/>
              <a:ext cx="256657" cy="196796"/>
            </a:xfrm>
            <a:custGeom>
              <a:avLst/>
              <a:gdLst/>
              <a:ahLst/>
              <a:cxnLst>
                <a:cxn ang="0">
                  <a:pos x="wd2" y="hd2"/>
                </a:cxn>
                <a:cxn ang="5400000">
                  <a:pos x="wd2" y="hd2"/>
                </a:cxn>
                <a:cxn ang="10800000">
                  <a:pos x="wd2" y="hd2"/>
                </a:cxn>
                <a:cxn ang="16200000">
                  <a:pos x="wd2" y="hd2"/>
                </a:cxn>
              </a:cxnLst>
              <a:rect l="0" t="0" r="r" b="b"/>
              <a:pathLst>
                <a:path w="21600" h="21600" extrusionOk="0">
                  <a:moveTo>
                    <a:pt x="15120" y="939"/>
                  </a:moveTo>
                  <a:lnTo>
                    <a:pt x="10800" y="3757"/>
                  </a:lnTo>
                  <a:lnTo>
                    <a:pt x="7200" y="4696"/>
                  </a:lnTo>
                  <a:lnTo>
                    <a:pt x="2160" y="7513"/>
                  </a:lnTo>
                  <a:lnTo>
                    <a:pt x="2160" y="8452"/>
                  </a:lnTo>
                  <a:lnTo>
                    <a:pt x="720" y="10330"/>
                  </a:lnTo>
                  <a:lnTo>
                    <a:pt x="720" y="12209"/>
                  </a:lnTo>
                  <a:lnTo>
                    <a:pt x="0" y="14087"/>
                  </a:lnTo>
                  <a:lnTo>
                    <a:pt x="0" y="15965"/>
                  </a:lnTo>
                  <a:lnTo>
                    <a:pt x="720" y="16904"/>
                  </a:lnTo>
                  <a:lnTo>
                    <a:pt x="2880" y="15965"/>
                  </a:lnTo>
                  <a:lnTo>
                    <a:pt x="4320" y="15965"/>
                  </a:lnTo>
                  <a:lnTo>
                    <a:pt x="5760" y="15026"/>
                  </a:lnTo>
                  <a:lnTo>
                    <a:pt x="7200" y="15026"/>
                  </a:lnTo>
                  <a:lnTo>
                    <a:pt x="7200" y="17843"/>
                  </a:lnTo>
                  <a:lnTo>
                    <a:pt x="9360" y="20661"/>
                  </a:lnTo>
                  <a:lnTo>
                    <a:pt x="10800" y="20661"/>
                  </a:lnTo>
                  <a:lnTo>
                    <a:pt x="11520" y="21600"/>
                  </a:lnTo>
                  <a:lnTo>
                    <a:pt x="15120" y="21600"/>
                  </a:lnTo>
                  <a:lnTo>
                    <a:pt x="15840" y="19722"/>
                  </a:lnTo>
                  <a:lnTo>
                    <a:pt x="15840" y="15965"/>
                  </a:lnTo>
                  <a:lnTo>
                    <a:pt x="15120" y="15026"/>
                  </a:lnTo>
                  <a:lnTo>
                    <a:pt x="15120" y="14087"/>
                  </a:lnTo>
                  <a:lnTo>
                    <a:pt x="15840" y="13148"/>
                  </a:lnTo>
                  <a:lnTo>
                    <a:pt x="16560" y="13148"/>
                  </a:lnTo>
                  <a:lnTo>
                    <a:pt x="19440" y="16904"/>
                  </a:lnTo>
                  <a:lnTo>
                    <a:pt x="20160" y="15965"/>
                  </a:lnTo>
                  <a:lnTo>
                    <a:pt x="20880" y="14087"/>
                  </a:lnTo>
                  <a:lnTo>
                    <a:pt x="21600" y="11270"/>
                  </a:lnTo>
                  <a:lnTo>
                    <a:pt x="21600" y="7513"/>
                  </a:lnTo>
                  <a:lnTo>
                    <a:pt x="20160" y="3757"/>
                  </a:lnTo>
                  <a:lnTo>
                    <a:pt x="18720" y="1878"/>
                  </a:lnTo>
                  <a:lnTo>
                    <a:pt x="17280" y="939"/>
                  </a:lnTo>
                  <a:lnTo>
                    <a:pt x="16560" y="0"/>
                  </a:lnTo>
                  <a:lnTo>
                    <a:pt x="15120" y="939"/>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373" name="Shape 373"/>
            <p:cNvSpPr/>
            <p:nvPr/>
          </p:nvSpPr>
          <p:spPr>
            <a:xfrm>
              <a:off x="6981035" y="7058928"/>
              <a:ext cx="461983" cy="410704"/>
            </a:xfrm>
            <a:custGeom>
              <a:avLst/>
              <a:gdLst/>
              <a:ahLst/>
              <a:cxnLst>
                <a:cxn ang="0">
                  <a:pos x="wd2" y="hd2"/>
                </a:cxn>
                <a:cxn ang="5400000">
                  <a:pos x="wd2" y="hd2"/>
                </a:cxn>
                <a:cxn ang="10800000">
                  <a:pos x="wd2" y="hd2"/>
                </a:cxn>
                <a:cxn ang="16200000">
                  <a:pos x="wd2" y="hd2"/>
                </a:cxn>
              </a:cxnLst>
              <a:rect l="0" t="0" r="r" b="b"/>
              <a:pathLst>
                <a:path w="21600" h="21600" extrusionOk="0">
                  <a:moveTo>
                    <a:pt x="12400" y="12600"/>
                  </a:moveTo>
                  <a:lnTo>
                    <a:pt x="14000" y="10350"/>
                  </a:lnTo>
                  <a:lnTo>
                    <a:pt x="18000" y="10350"/>
                  </a:lnTo>
                  <a:lnTo>
                    <a:pt x="19200" y="9900"/>
                  </a:lnTo>
                  <a:lnTo>
                    <a:pt x="20000" y="9900"/>
                  </a:lnTo>
                  <a:lnTo>
                    <a:pt x="20400" y="9450"/>
                  </a:lnTo>
                  <a:lnTo>
                    <a:pt x="17200" y="8550"/>
                  </a:lnTo>
                  <a:lnTo>
                    <a:pt x="21600" y="7200"/>
                  </a:lnTo>
                  <a:lnTo>
                    <a:pt x="21600" y="5850"/>
                  </a:lnTo>
                  <a:lnTo>
                    <a:pt x="20800" y="5400"/>
                  </a:lnTo>
                  <a:lnTo>
                    <a:pt x="20800" y="4950"/>
                  </a:lnTo>
                  <a:lnTo>
                    <a:pt x="18000" y="1800"/>
                  </a:lnTo>
                  <a:lnTo>
                    <a:pt x="18000" y="1350"/>
                  </a:lnTo>
                  <a:lnTo>
                    <a:pt x="17600" y="1350"/>
                  </a:lnTo>
                  <a:lnTo>
                    <a:pt x="17600" y="900"/>
                  </a:lnTo>
                  <a:lnTo>
                    <a:pt x="16800" y="0"/>
                  </a:lnTo>
                  <a:lnTo>
                    <a:pt x="16400" y="0"/>
                  </a:lnTo>
                  <a:lnTo>
                    <a:pt x="14800" y="900"/>
                  </a:lnTo>
                  <a:lnTo>
                    <a:pt x="14400" y="900"/>
                  </a:lnTo>
                  <a:lnTo>
                    <a:pt x="13200" y="2250"/>
                  </a:lnTo>
                  <a:lnTo>
                    <a:pt x="11600" y="3150"/>
                  </a:lnTo>
                  <a:lnTo>
                    <a:pt x="9600" y="8100"/>
                  </a:lnTo>
                  <a:lnTo>
                    <a:pt x="9600" y="8550"/>
                  </a:lnTo>
                  <a:lnTo>
                    <a:pt x="9200" y="8550"/>
                  </a:lnTo>
                  <a:lnTo>
                    <a:pt x="8400" y="9000"/>
                  </a:lnTo>
                  <a:lnTo>
                    <a:pt x="7200" y="10350"/>
                  </a:lnTo>
                  <a:lnTo>
                    <a:pt x="6400" y="10800"/>
                  </a:lnTo>
                  <a:lnTo>
                    <a:pt x="6000" y="10800"/>
                  </a:lnTo>
                  <a:lnTo>
                    <a:pt x="3200" y="13950"/>
                  </a:lnTo>
                  <a:lnTo>
                    <a:pt x="3200" y="14400"/>
                  </a:lnTo>
                  <a:lnTo>
                    <a:pt x="1600" y="18900"/>
                  </a:lnTo>
                  <a:lnTo>
                    <a:pt x="0" y="19800"/>
                  </a:lnTo>
                  <a:lnTo>
                    <a:pt x="400" y="20250"/>
                  </a:lnTo>
                  <a:lnTo>
                    <a:pt x="2800" y="21600"/>
                  </a:lnTo>
                  <a:lnTo>
                    <a:pt x="3200" y="21600"/>
                  </a:lnTo>
                  <a:lnTo>
                    <a:pt x="4400" y="20250"/>
                  </a:lnTo>
                  <a:lnTo>
                    <a:pt x="4800" y="19350"/>
                  </a:lnTo>
                  <a:lnTo>
                    <a:pt x="5600" y="18450"/>
                  </a:lnTo>
                  <a:lnTo>
                    <a:pt x="6400" y="18000"/>
                  </a:lnTo>
                  <a:lnTo>
                    <a:pt x="7600" y="17550"/>
                  </a:lnTo>
                  <a:lnTo>
                    <a:pt x="10800" y="15750"/>
                  </a:lnTo>
                  <a:lnTo>
                    <a:pt x="12400" y="12600"/>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374" name="Shape 374"/>
            <p:cNvSpPr/>
            <p:nvPr/>
          </p:nvSpPr>
          <p:spPr>
            <a:xfrm>
              <a:off x="6895485" y="7238610"/>
              <a:ext cx="513313" cy="470597"/>
            </a:xfrm>
            <a:custGeom>
              <a:avLst/>
              <a:gdLst/>
              <a:ahLst/>
              <a:cxnLst>
                <a:cxn ang="0">
                  <a:pos x="wd2" y="hd2"/>
                </a:cxn>
                <a:cxn ang="5400000">
                  <a:pos x="wd2" y="hd2"/>
                </a:cxn>
                <a:cxn ang="10800000">
                  <a:pos x="wd2" y="hd2"/>
                </a:cxn>
                <a:cxn ang="16200000">
                  <a:pos x="wd2" y="hd2"/>
                </a:cxn>
              </a:cxnLst>
              <a:rect l="0" t="0" r="r" b="b"/>
              <a:pathLst>
                <a:path w="21600" h="21600" extrusionOk="0">
                  <a:moveTo>
                    <a:pt x="18360" y="5498"/>
                  </a:moveTo>
                  <a:lnTo>
                    <a:pt x="18360" y="6676"/>
                  </a:lnTo>
                  <a:lnTo>
                    <a:pt x="19080" y="6676"/>
                  </a:lnTo>
                  <a:lnTo>
                    <a:pt x="20160" y="7069"/>
                  </a:lnTo>
                  <a:lnTo>
                    <a:pt x="20880" y="7462"/>
                  </a:lnTo>
                  <a:lnTo>
                    <a:pt x="21600" y="8247"/>
                  </a:lnTo>
                  <a:lnTo>
                    <a:pt x="20520" y="9425"/>
                  </a:lnTo>
                  <a:lnTo>
                    <a:pt x="19440" y="9425"/>
                  </a:lnTo>
                  <a:lnTo>
                    <a:pt x="19080" y="9818"/>
                  </a:lnTo>
                  <a:lnTo>
                    <a:pt x="18360" y="10211"/>
                  </a:lnTo>
                  <a:lnTo>
                    <a:pt x="18360" y="10604"/>
                  </a:lnTo>
                  <a:lnTo>
                    <a:pt x="18000" y="10996"/>
                  </a:lnTo>
                  <a:lnTo>
                    <a:pt x="17640" y="13745"/>
                  </a:lnTo>
                  <a:lnTo>
                    <a:pt x="16920" y="13745"/>
                  </a:lnTo>
                  <a:lnTo>
                    <a:pt x="15480" y="15316"/>
                  </a:lnTo>
                  <a:lnTo>
                    <a:pt x="15480" y="15709"/>
                  </a:lnTo>
                  <a:lnTo>
                    <a:pt x="15120" y="16102"/>
                  </a:lnTo>
                  <a:lnTo>
                    <a:pt x="15120" y="16495"/>
                  </a:lnTo>
                  <a:lnTo>
                    <a:pt x="14760" y="17673"/>
                  </a:lnTo>
                  <a:lnTo>
                    <a:pt x="14760" y="18458"/>
                  </a:lnTo>
                  <a:lnTo>
                    <a:pt x="14040" y="20029"/>
                  </a:lnTo>
                  <a:lnTo>
                    <a:pt x="13320" y="20815"/>
                  </a:lnTo>
                  <a:lnTo>
                    <a:pt x="12600" y="21207"/>
                  </a:lnTo>
                  <a:lnTo>
                    <a:pt x="11880" y="21207"/>
                  </a:lnTo>
                  <a:lnTo>
                    <a:pt x="11520" y="21600"/>
                  </a:lnTo>
                  <a:lnTo>
                    <a:pt x="10800" y="19636"/>
                  </a:lnTo>
                  <a:lnTo>
                    <a:pt x="9000" y="19636"/>
                  </a:lnTo>
                  <a:lnTo>
                    <a:pt x="9000" y="18851"/>
                  </a:lnTo>
                  <a:lnTo>
                    <a:pt x="5400" y="18851"/>
                  </a:lnTo>
                  <a:lnTo>
                    <a:pt x="4680" y="18458"/>
                  </a:lnTo>
                  <a:lnTo>
                    <a:pt x="3600" y="17280"/>
                  </a:lnTo>
                  <a:lnTo>
                    <a:pt x="2160" y="16495"/>
                  </a:lnTo>
                  <a:lnTo>
                    <a:pt x="1080" y="16102"/>
                  </a:lnTo>
                  <a:lnTo>
                    <a:pt x="360" y="15709"/>
                  </a:lnTo>
                  <a:lnTo>
                    <a:pt x="0" y="15316"/>
                  </a:lnTo>
                  <a:lnTo>
                    <a:pt x="0" y="14531"/>
                  </a:lnTo>
                  <a:lnTo>
                    <a:pt x="360" y="14531"/>
                  </a:lnTo>
                  <a:lnTo>
                    <a:pt x="720" y="14138"/>
                  </a:lnTo>
                  <a:lnTo>
                    <a:pt x="360" y="11782"/>
                  </a:lnTo>
                  <a:lnTo>
                    <a:pt x="360" y="10211"/>
                  </a:lnTo>
                  <a:lnTo>
                    <a:pt x="1080" y="8640"/>
                  </a:lnTo>
                  <a:lnTo>
                    <a:pt x="1440" y="8247"/>
                  </a:lnTo>
                  <a:lnTo>
                    <a:pt x="5040" y="8247"/>
                  </a:lnTo>
                  <a:lnTo>
                    <a:pt x="3600" y="9033"/>
                  </a:lnTo>
                  <a:lnTo>
                    <a:pt x="3960" y="9425"/>
                  </a:lnTo>
                  <a:lnTo>
                    <a:pt x="4680" y="9818"/>
                  </a:lnTo>
                  <a:lnTo>
                    <a:pt x="5040" y="10211"/>
                  </a:lnTo>
                  <a:lnTo>
                    <a:pt x="5760" y="10604"/>
                  </a:lnTo>
                  <a:lnTo>
                    <a:pt x="7200" y="9818"/>
                  </a:lnTo>
                  <a:lnTo>
                    <a:pt x="7920" y="8640"/>
                  </a:lnTo>
                  <a:lnTo>
                    <a:pt x="8640" y="8247"/>
                  </a:lnTo>
                  <a:lnTo>
                    <a:pt x="9000" y="7462"/>
                  </a:lnTo>
                  <a:lnTo>
                    <a:pt x="10080" y="7462"/>
                  </a:lnTo>
                  <a:lnTo>
                    <a:pt x="10440" y="7069"/>
                  </a:lnTo>
                  <a:lnTo>
                    <a:pt x="12600" y="5891"/>
                  </a:lnTo>
                  <a:lnTo>
                    <a:pt x="12960" y="5498"/>
                  </a:lnTo>
                  <a:lnTo>
                    <a:pt x="13320" y="5498"/>
                  </a:lnTo>
                  <a:lnTo>
                    <a:pt x="14760" y="2749"/>
                  </a:lnTo>
                  <a:lnTo>
                    <a:pt x="16200" y="785"/>
                  </a:lnTo>
                  <a:lnTo>
                    <a:pt x="20160" y="785"/>
                  </a:lnTo>
                  <a:lnTo>
                    <a:pt x="21600" y="0"/>
                  </a:lnTo>
                  <a:lnTo>
                    <a:pt x="21600" y="393"/>
                  </a:lnTo>
                  <a:lnTo>
                    <a:pt x="20880" y="1178"/>
                  </a:lnTo>
                  <a:lnTo>
                    <a:pt x="20160" y="1571"/>
                  </a:lnTo>
                  <a:lnTo>
                    <a:pt x="19440" y="2356"/>
                  </a:lnTo>
                  <a:lnTo>
                    <a:pt x="18360" y="2749"/>
                  </a:lnTo>
                  <a:lnTo>
                    <a:pt x="18360" y="5498"/>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375" name="Shape 375"/>
            <p:cNvSpPr/>
            <p:nvPr/>
          </p:nvSpPr>
          <p:spPr>
            <a:xfrm>
              <a:off x="8623634" y="7597974"/>
              <a:ext cx="547535" cy="462041"/>
            </a:xfrm>
            <a:custGeom>
              <a:avLst/>
              <a:gdLst/>
              <a:ahLst/>
              <a:cxnLst>
                <a:cxn ang="0">
                  <a:pos x="wd2" y="hd2"/>
                </a:cxn>
                <a:cxn ang="5400000">
                  <a:pos x="wd2" y="hd2"/>
                </a:cxn>
                <a:cxn ang="10800000">
                  <a:pos x="wd2" y="hd2"/>
                </a:cxn>
                <a:cxn ang="16200000">
                  <a:pos x="wd2" y="hd2"/>
                </a:cxn>
              </a:cxnLst>
              <a:rect l="0" t="0" r="r" b="b"/>
              <a:pathLst>
                <a:path w="21600" h="21600" extrusionOk="0">
                  <a:moveTo>
                    <a:pt x="13163" y="8000"/>
                  </a:moveTo>
                  <a:lnTo>
                    <a:pt x="13163" y="7600"/>
                  </a:lnTo>
                  <a:lnTo>
                    <a:pt x="12825" y="7200"/>
                  </a:lnTo>
                  <a:lnTo>
                    <a:pt x="12150" y="7200"/>
                  </a:lnTo>
                  <a:lnTo>
                    <a:pt x="11475" y="6400"/>
                  </a:lnTo>
                  <a:lnTo>
                    <a:pt x="10462" y="5600"/>
                  </a:lnTo>
                  <a:lnTo>
                    <a:pt x="9787" y="4800"/>
                  </a:lnTo>
                  <a:lnTo>
                    <a:pt x="7762" y="3200"/>
                  </a:lnTo>
                  <a:lnTo>
                    <a:pt x="6750" y="2000"/>
                  </a:lnTo>
                  <a:lnTo>
                    <a:pt x="5737" y="2000"/>
                  </a:lnTo>
                  <a:lnTo>
                    <a:pt x="4387" y="1600"/>
                  </a:lnTo>
                  <a:lnTo>
                    <a:pt x="2362" y="800"/>
                  </a:lnTo>
                  <a:lnTo>
                    <a:pt x="675" y="0"/>
                  </a:lnTo>
                  <a:lnTo>
                    <a:pt x="0" y="16000"/>
                  </a:lnTo>
                  <a:lnTo>
                    <a:pt x="2025" y="17200"/>
                  </a:lnTo>
                  <a:lnTo>
                    <a:pt x="4725" y="16000"/>
                  </a:lnTo>
                  <a:lnTo>
                    <a:pt x="4725" y="15200"/>
                  </a:lnTo>
                  <a:lnTo>
                    <a:pt x="5062" y="14800"/>
                  </a:lnTo>
                  <a:lnTo>
                    <a:pt x="5737" y="14400"/>
                  </a:lnTo>
                  <a:lnTo>
                    <a:pt x="6412" y="13600"/>
                  </a:lnTo>
                  <a:lnTo>
                    <a:pt x="7087" y="13600"/>
                  </a:lnTo>
                  <a:lnTo>
                    <a:pt x="7762" y="13200"/>
                  </a:lnTo>
                  <a:lnTo>
                    <a:pt x="8775" y="13600"/>
                  </a:lnTo>
                  <a:lnTo>
                    <a:pt x="12825" y="16400"/>
                  </a:lnTo>
                  <a:lnTo>
                    <a:pt x="14513" y="18800"/>
                  </a:lnTo>
                  <a:lnTo>
                    <a:pt x="17550" y="20400"/>
                  </a:lnTo>
                  <a:lnTo>
                    <a:pt x="21262" y="21600"/>
                  </a:lnTo>
                  <a:lnTo>
                    <a:pt x="21600" y="21600"/>
                  </a:lnTo>
                  <a:lnTo>
                    <a:pt x="21600" y="20000"/>
                  </a:lnTo>
                  <a:lnTo>
                    <a:pt x="21262" y="19600"/>
                  </a:lnTo>
                  <a:lnTo>
                    <a:pt x="20925" y="18800"/>
                  </a:lnTo>
                  <a:lnTo>
                    <a:pt x="20250" y="18400"/>
                  </a:lnTo>
                  <a:lnTo>
                    <a:pt x="19575" y="17600"/>
                  </a:lnTo>
                  <a:lnTo>
                    <a:pt x="18563" y="16800"/>
                  </a:lnTo>
                  <a:lnTo>
                    <a:pt x="16200" y="14000"/>
                  </a:lnTo>
                  <a:lnTo>
                    <a:pt x="13500" y="12000"/>
                  </a:lnTo>
                  <a:lnTo>
                    <a:pt x="16200" y="10800"/>
                  </a:lnTo>
                  <a:lnTo>
                    <a:pt x="15525" y="9200"/>
                  </a:lnTo>
                  <a:lnTo>
                    <a:pt x="15188" y="9200"/>
                  </a:lnTo>
                  <a:lnTo>
                    <a:pt x="14850" y="8800"/>
                  </a:lnTo>
                  <a:lnTo>
                    <a:pt x="14175" y="8800"/>
                  </a:lnTo>
                  <a:lnTo>
                    <a:pt x="13500" y="8400"/>
                  </a:lnTo>
                  <a:lnTo>
                    <a:pt x="13163" y="8400"/>
                  </a:lnTo>
                  <a:lnTo>
                    <a:pt x="13163" y="8000"/>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376" name="Shape 376"/>
            <p:cNvSpPr/>
            <p:nvPr/>
          </p:nvSpPr>
          <p:spPr>
            <a:xfrm>
              <a:off x="8110322" y="7478186"/>
              <a:ext cx="521869" cy="462041"/>
            </a:xfrm>
            <a:custGeom>
              <a:avLst/>
              <a:gdLst/>
              <a:ahLst/>
              <a:cxnLst>
                <a:cxn ang="0">
                  <a:pos x="wd2" y="hd2"/>
                </a:cxn>
                <a:cxn ang="5400000">
                  <a:pos x="wd2" y="hd2"/>
                </a:cxn>
                <a:cxn ang="10800000">
                  <a:pos x="wd2" y="hd2"/>
                </a:cxn>
                <a:cxn ang="16200000">
                  <a:pos x="wd2" y="hd2"/>
                </a:cxn>
              </a:cxnLst>
              <a:rect l="0" t="0" r="r" b="b"/>
              <a:pathLst>
                <a:path w="21600" h="21600" extrusionOk="0">
                  <a:moveTo>
                    <a:pt x="21600" y="5600"/>
                  </a:moveTo>
                  <a:lnTo>
                    <a:pt x="18059" y="3600"/>
                  </a:lnTo>
                  <a:lnTo>
                    <a:pt x="16289" y="2800"/>
                  </a:lnTo>
                  <a:lnTo>
                    <a:pt x="14164" y="2800"/>
                  </a:lnTo>
                  <a:lnTo>
                    <a:pt x="12748" y="4000"/>
                  </a:lnTo>
                  <a:lnTo>
                    <a:pt x="12748" y="5600"/>
                  </a:lnTo>
                  <a:lnTo>
                    <a:pt x="12393" y="6400"/>
                  </a:lnTo>
                  <a:lnTo>
                    <a:pt x="12393" y="7200"/>
                  </a:lnTo>
                  <a:lnTo>
                    <a:pt x="11331" y="8400"/>
                  </a:lnTo>
                  <a:lnTo>
                    <a:pt x="9207" y="8400"/>
                  </a:lnTo>
                  <a:lnTo>
                    <a:pt x="8498" y="8000"/>
                  </a:lnTo>
                  <a:lnTo>
                    <a:pt x="7436" y="7600"/>
                  </a:lnTo>
                  <a:lnTo>
                    <a:pt x="7082" y="6400"/>
                  </a:lnTo>
                  <a:lnTo>
                    <a:pt x="6728" y="5600"/>
                  </a:lnTo>
                  <a:lnTo>
                    <a:pt x="6020" y="4400"/>
                  </a:lnTo>
                  <a:lnTo>
                    <a:pt x="6020" y="3600"/>
                  </a:lnTo>
                  <a:lnTo>
                    <a:pt x="5666" y="2800"/>
                  </a:lnTo>
                  <a:lnTo>
                    <a:pt x="5666" y="2400"/>
                  </a:lnTo>
                  <a:lnTo>
                    <a:pt x="5311" y="2400"/>
                  </a:lnTo>
                  <a:lnTo>
                    <a:pt x="4957" y="2000"/>
                  </a:lnTo>
                  <a:lnTo>
                    <a:pt x="4603" y="1200"/>
                  </a:lnTo>
                  <a:lnTo>
                    <a:pt x="3187" y="400"/>
                  </a:lnTo>
                  <a:lnTo>
                    <a:pt x="2125" y="0"/>
                  </a:lnTo>
                  <a:lnTo>
                    <a:pt x="1416" y="400"/>
                  </a:lnTo>
                  <a:lnTo>
                    <a:pt x="354" y="800"/>
                  </a:lnTo>
                  <a:lnTo>
                    <a:pt x="354" y="1200"/>
                  </a:lnTo>
                  <a:lnTo>
                    <a:pt x="0" y="1600"/>
                  </a:lnTo>
                  <a:lnTo>
                    <a:pt x="0" y="2000"/>
                  </a:lnTo>
                  <a:lnTo>
                    <a:pt x="354" y="2800"/>
                  </a:lnTo>
                  <a:lnTo>
                    <a:pt x="1062" y="3600"/>
                  </a:lnTo>
                  <a:lnTo>
                    <a:pt x="1770" y="5200"/>
                  </a:lnTo>
                  <a:lnTo>
                    <a:pt x="2479" y="7600"/>
                  </a:lnTo>
                  <a:lnTo>
                    <a:pt x="2479" y="8400"/>
                  </a:lnTo>
                  <a:lnTo>
                    <a:pt x="2833" y="9200"/>
                  </a:lnTo>
                  <a:lnTo>
                    <a:pt x="3541" y="10000"/>
                  </a:lnTo>
                  <a:lnTo>
                    <a:pt x="4249" y="10000"/>
                  </a:lnTo>
                  <a:lnTo>
                    <a:pt x="4957" y="9600"/>
                  </a:lnTo>
                  <a:lnTo>
                    <a:pt x="6020" y="9600"/>
                  </a:lnTo>
                  <a:lnTo>
                    <a:pt x="8144" y="10800"/>
                  </a:lnTo>
                  <a:lnTo>
                    <a:pt x="8852" y="10800"/>
                  </a:lnTo>
                  <a:lnTo>
                    <a:pt x="9915" y="11200"/>
                  </a:lnTo>
                  <a:lnTo>
                    <a:pt x="10977" y="11200"/>
                  </a:lnTo>
                  <a:lnTo>
                    <a:pt x="12039" y="11600"/>
                  </a:lnTo>
                  <a:lnTo>
                    <a:pt x="12748" y="11600"/>
                  </a:lnTo>
                  <a:lnTo>
                    <a:pt x="15580" y="14400"/>
                  </a:lnTo>
                  <a:lnTo>
                    <a:pt x="17351" y="18000"/>
                  </a:lnTo>
                  <a:lnTo>
                    <a:pt x="20184" y="20800"/>
                  </a:lnTo>
                  <a:lnTo>
                    <a:pt x="20892" y="21600"/>
                  </a:lnTo>
                  <a:lnTo>
                    <a:pt x="21600" y="5600"/>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377" name="Shape 377"/>
            <p:cNvSpPr/>
            <p:nvPr/>
          </p:nvSpPr>
          <p:spPr>
            <a:xfrm>
              <a:off x="7135029" y="8239694"/>
              <a:ext cx="2173021" cy="1745483"/>
            </a:xfrm>
            <a:custGeom>
              <a:avLst/>
              <a:gdLst/>
              <a:ahLst/>
              <a:cxnLst>
                <a:cxn ang="0">
                  <a:pos x="wd2" y="hd2"/>
                </a:cxn>
                <a:cxn ang="5400000">
                  <a:pos x="wd2" y="hd2"/>
                </a:cxn>
                <a:cxn ang="10800000">
                  <a:pos x="wd2" y="hd2"/>
                </a:cxn>
                <a:cxn ang="16200000">
                  <a:pos x="wd2" y="hd2"/>
                </a:cxn>
              </a:cxnLst>
              <a:rect l="0" t="0" r="r" b="b"/>
              <a:pathLst>
                <a:path w="21600" h="21600" extrusionOk="0">
                  <a:moveTo>
                    <a:pt x="1276" y="7306"/>
                  </a:moveTo>
                  <a:lnTo>
                    <a:pt x="2551" y="7200"/>
                  </a:lnTo>
                  <a:lnTo>
                    <a:pt x="3912" y="6882"/>
                  </a:lnTo>
                  <a:lnTo>
                    <a:pt x="4167" y="6565"/>
                  </a:lnTo>
                  <a:lnTo>
                    <a:pt x="4252" y="6353"/>
                  </a:lnTo>
                  <a:lnTo>
                    <a:pt x="4422" y="6141"/>
                  </a:lnTo>
                  <a:lnTo>
                    <a:pt x="4677" y="5506"/>
                  </a:lnTo>
                  <a:lnTo>
                    <a:pt x="4677" y="5082"/>
                  </a:lnTo>
                  <a:lnTo>
                    <a:pt x="4847" y="4659"/>
                  </a:lnTo>
                  <a:lnTo>
                    <a:pt x="5017" y="4553"/>
                  </a:lnTo>
                  <a:lnTo>
                    <a:pt x="5443" y="4553"/>
                  </a:lnTo>
                  <a:lnTo>
                    <a:pt x="5443" y="4235"/>
                  </a:lnTo>
                  <a:lnTo>
                    <a:pt x="5528" y="4024"/>
                  </a:lnTo>
                  <a:lnTo>
                    <a:pt x="5528" y="3812"/>
                  </a:lnTo>
                  <a:lnTo>
                    <a:pt x="5698" y="3706"/>
                  </a:lnTo>
                  <a:lnTo>
                    <a:pt x="5783" y="3706"/>
                  </a:lnTo>
                  <a:lnTo>
                    <a:pt x="5953" y="3494"/>
                  </a:lnTo>
                  <a:lnTo>
                    <a:pt x="6208" y="2965"/>
                  </a:lnTo>
                  <a:lnTo>
                    <a:pt x="6633" y="2541"/>
                  </a:lnTo>
                  <a:lnTo>
                    <a:pt x="7228" y="2541"/>
                  </a:lnTo>
                  <a:lnTo>
                    <a:pt x="7313" y="2647"/>
                  </a:lnTo>
                  <a:lnTo>
                    <a:pt x="7654" y="2859"/>
                  </a:lnTo>
                  <a:lnTo>
                    <a:pt x="7739" y="2965"/>
                  </a:lnTo>
                  <a:lnTo>
                    <a:pt x="8079" y="3176"/>
                  </a:lnTo>
                  <a:lnTo>
                    <a:pt x="8334" y="3176"/>
                  </a:lnTo>
                  <a:lnTo>
                    <a:pt x="8419" y="3282"/>
                  </a:lnTo>
                  <a:lnTo>
                    <a:pt x="8419" y="3176"/>
                  </a:lnTo>
                  <a:lnTo>
                    <a:pt x="8589" y="2965"/>
                  </a:lnTo>
                  <a:lnTo>
                    <a:pt x="8589" y="2753"/>
                  </a:lnTo>
                  <a:lnTo>
                    <a:pt x="8334" y="2435"/>
                  </a:lnTo>
                  <a:lnTo>
                    <a:pt x="8334" y="2329"/>
                  </a:lnTo>
                  <a:lnTo>
                    <a:pt x="8419" y="2224"/>
                  </a:lnTo>
                  <a:lnTo>
                    <a:pt x="8589" y="2118"/>
                  </a:lnTo>
                  <a:lnTo>
                    <a:pt x="8674" y="1694"/>
                  </a:lnTo>
                  <a:lnTo>
                    <a:pt x="8589" y="1694"/>
                  </a:lnTo>
                  <a:lnTo>
                    <a:pt x="8674" y="1588"/>
                  </a:lnTo>
                  <a:lnTo>
                    <a:pt x="8674" y="1482"/>
                  </a:lnTo>
                  <a:lnTo>
                    <a:pt x="8759" y="1271"/>
                  </a:lnTo>
                  <a:lnTo>
                    <a:pt x="8844" y="1165"/>
                  </a:lnTo>
                  <a:lnTo>
                    <a:pt x="9014" y="1059"/>
                  </a:lnTo>
                  <a:lnTo>
                    <a:pt x="9694" y="1059"/>
                  </a:lnTo>
                  <a:lnTo>
                    <a:pt x="9694" y="953"/>
                  </a:lnTo>
                  <a:lnTo>
                    <a:pt x="9780" y="953"/>
                  </a:lnTo>
                  <a:lnTo>
                    <a:pt x="9865" y="847"/>
                  </a:lnTo>
                  <a:lnTo>
                    <a:pt x="9865" y="529"/>
                  </a:lnTo>
                  <a:lnTo>
                    <a:pt x="9439" y="529"/>
                  </a:lnTo>
                  <a:lnTo>
                    <a:pt x="9439" y="424"/>
                  </a:lnTo>
                  <a:lnTo>
                    <a:pt x="9524" y="318"/>
                  </a:lnTo>
                  <a:lnTo>
                    <a:pt x="9524" y="212"/>
                  </a:lnTo>
                  <a:lnTo>
                    <a:pt x="9865" y="0"/>
                  </a:lnTo>
                  <a:lnTo>
                    <a:pt x="10375" y="0"/>
                  </a:lnTo>
                  <a:lnTo>
                    <a:pt x="10460" y="106"/>
                  </a:lnTo>
                  <a:lnTo>
                    <a:pt x="10545" y="106"/>
                  </a:lnTo>
                  <a:lnTo>
                    <a:pt x="10460" y="318"/>
                  </a:lnTo>
                  <a:lnTo>
                    <a:pt x="10460" y="424"/>
                  </a:lnTo>
                  <a:lnTo>
                    <a:pt x="10375" y="424"/>
                  </a:lnTo>
                  <a:lnTo>
                    <a:pt x="10375" y="529"/>
                  </a:lnTo>
                  <a:lnTo>
                    <a:pt x="10460" y="529"/>
                  </a:lnTo>
                  <a:lnTo>
                    <a:pt x="10545" y="635"/>
                  </a:lnTo>
                  <a:lnTo>
                    <a:pt x="10715" y="635"/>
                  </a:lnTo>
                  <a:lnTo>
                    <a:pt x="10800" y="529"/>
                  </a:lnTo>
                  <a:lnTo>
                    <a:pt x="10800" y="212"/>
                  </a:lnTo>
                  <a:lnTo>
                    <a:pt x="10970" y="212"/>
                  </a:lnTo>
                  <a:lnTo>
                    <a:pt x="11140" y="318"/>
                  </a:lnTo>
                  <a:lnTo>
                    <a:pt x="11225" y="635"/>
                  </a:lnTo>
                  <a:lnTo>
                    <a:pt x="11310" y="847"/>
                  </a:lnTo>
                  <a:lnTo>
                    <a:pt x="11395" y="953"/>
                  </a:lnTo>
                  <a:lnTo>
                    <a:pt x="11395" y="1059"/>
                  </a:lnTo>
                  <a:lnTo>
                    <a:pt x="11906" y="741"/>
                  </a:lnTo>
                  <a:lnTo>
                    <a:pt x="12331" y="741"/>
                  </a:lnTo>
                  <a:lnTo>
                    <a:pt x="12671" y="953"/>
                  </a:lnTo>
                  <a:lnTo>
                    <a:pt x="12756" y="1059"/>
                  </a:lnTo>
                  <a:lnTo>
                    <a:pt x="12926" y="1482"/>
                  </a:lnTo>
                  <a:lnTo>
                    <a:pt x="12841" y="1588"/>
                  </a:lnTo>
                  <a:lnTo>
                    <a:pt x="12841" y="1694"/>
                  </a:lnTo>
                  <a:lnTo>
                    <a:pt x="12756" y="1694"/>
                  </a:lnTo>
                  <a:lnTo>
                    <a:pt x="12671" y="1800"/>
                  </a:lnTo>
                  <a:lnTo>
                    <a:pt x="12501" y="1906"/>
                  </a:lnTo>
                  <a:lnTo>
                    <a:pt x="12161" y="2753"/>
                  </a:lnTo>
                  <a:lnTo>
                    <a:pt x="12161" y="2859"/>
                  </a:lnTo>
                  <a:lnTo>
                    <a:pt x="12331" y="2965"/>
                  </a:lnTo>
                  <a:lnTo>
                    <a:pt x="12671" y="3282"/>
                  </a:lnTo>
                  <a:lnTo>
                    <a:pt x="13096" y="3706"/>
                  </a:lnTo>
                  <a:lnTo>
                    <a:pt x="13521" y="4024"/>
                  </a:lnTo>
                  <a:lnTo>
                    <a:pt x="13861" y="4341"/>
                  </a:lnTo>
                  <a:lnTo>
                    <a:pt x="14031" y="4341"/>
                  </a:lnTo>
                  <a:lnTo>
                    <a:pt x="14031" y="4447"/>
                  </a:lnTo>
                  <a:lnTo>
                    <a:pt x="14287" y="4447"/>
                  </a:lnTo>
                  <a:lnTo>
                    <a:pt x="14457" y="4341"/>
                  </a:lnTo>
                  <a:lnTo>
                    <a:pt x="14627" y="4129"/>
                  </a:lnTo>
                  <a:lnTo>
                    <a:pt x="14797" y="3706"/>
                  </a:lnTo>
                  <a:lnTo>
                    <a:pt x="14967" y="3071"/>
                  </a:lnTo>
                  <a:lnTo>
                    <a:pt x="15052" y="2541"/>
                  </a:lnTo>
                  <a:lnTo>
                    <a:pt x="15137" y="2224"/>
                  </a:lnTo>
                  <a:lnTo>
                    <a:pt x="15222" y="635"/>
                  </a:lnTo>
                  <a:lnTo>
                    <a:pt x="15222" y="212"/>
                  </a:lnTo>
                  <a:lnTo>
                    <a:pt x="15307" y="106"/>
                  </a:lnTo>
                  <a:lnTo>
                    <a:pt x="15307" y="0"/>
                  </a:lnTo>
                  <a:lnTo>
                    <a:pt x="15647" y="0"/>
                  </a:lnTo>
                  <a:lnTo>
                    <a:pt x="15817" y="212"/>
                  </a:lnTo>
                  <a:lnTo>
                    <a:pt x="15987" y="318"/>
                  </a:lnTo>
                  <a:lnTo>
                    <a:pt x="15987" y="635"/>
                  </a:lnTo>
                  <a:lnTo>
                    <a:pt x="16072" y="847"/>
                  </a:lnTo>
                  <a:lnTo>
                    <a:pt x="16072" y="1271"/>
                  </a:lnTo>
                  <a:lnTo>
                    <a:pt x="15987" y="1271"/>
                  </a:lnTo>
                  <a:lnTo>
                    <a:pt x="15987" y="1906"/>
                  </a:lnTo>
                  <a:lnTo>
                    <a:pt x="16072" y="2118"/>
                  </a:lnTo>
                  <a:lnTo>
                    <a:pt x="16072" y="2224"/>
                  </a:lnTo>
                  <a:lnTo>
                    <a:pt x="16583" y="2224"/>
                  </a:lnTo>
                  <a:lnTo>
                    <a:pt x="16753" y="2435"/>
                  </a:lnTo>
                  <a:lnTo>
                    <a:pt x="16838" y="2647"/>
                  </a:lnTo>
                  <a:lnTo>
                    <a:pt x="16923" y="2965"/>
                  </a:lnTo>
                  <a:lnTo>
                    <a:pt x="17093" y="3282"/>
                  </a:lnTo>
                  <a:lnTo>
                    <a:pt x="17178" y="3494"/>
                  </a:lnTo>
                  <a:lnTo>
                    <a:pt x="17348" y="3600"/>
                  </a:lnTo>
                  <a:lnTo>
                    <a:pt x="17348" y="3706"/>
                  </a:lnTo>
                  <a:lnTo>
                    <a:pt x="17433" y="3812"/>
                  </a:lnTo>
                  <a:lnTo>
                    <a:pt x="17433" y="4024"/>
                  </a:lnTo>
                  <a:lnTo>
                    <a:pt x="17688" y="4659"/>
                  </a:lnTo>
                  <a:lnTo>
                    <a:pt x="17688" y="4871"/>
                  </a:lnTo>
                  <a:lnTo>
                    <a:pt x="17773" y="4976"/>
                  </a:lnTo>
                  <a:lnTo>
                    <a:pt x="17858" y="5188"/>
                  </a:lnTo>
                  <a:lnTo>
                    <a:pt x="18028" y="5294"/>
                  </a:lnTo>
                  <a:lnTo>
                    <a:pt x="18113" y="5506"/>
                  </a:lnTo>
                  <a:lnTo>
                    <a:pt x="18539" y="6035"/>
                  </a:lnTo>
                  <a:lnTo>
                    <a:pt x="19304" y="7200"/>
                  </a:lnTo>
                  <a:lnTo>
                    <a:pt x="19304" y="7624"/>
                  </a:lnTo>
                  <a:lnTo>
                    <a:pt x="20750" y="9000"/>
                  </a:lnTo>
                  <a:lnTo>
                    <a:pt x="20835" y="9212"/>
                  </a:lnTo>
                  <a:lnTo>
                    <a:pt x="21090" y="9635"/>
                  </a:lnTo>
                  <a:lnTo>
                    <a:pt x="21345" y="10271"/>
                  </a:lnTo>
                  <a:lnTo>
                    <a:pt x="21515" y="11118"/>
                  </a:lnTo>
                  <a:lnTo>
                    <a:pt x="21515" y="11859"/>
                  </a:lnTo>
                  <a:lnTo>
                    <a:pt x="21600" y="12706"/>
                  </a:lnTo>
                  <a:lnTo>
                    <a:pt x="21600" y="14612"/>
                  </a:lnTo>
                  <a:lnTo>
                    <a:pt x="21430" y="14824"/>
                  </a:lnTo>
                  <a:lnTo>
                    <a:pt x="21345" y="15035"/>
                  </a:lnTo>
                  <a:lnTo>
                    <a:pt x="21005" y="15459"/>
                  </a:lnTo>
                  <a:lnTo>
                    <a:pt x="20750" y="15565"/>
                  </a:lnTo>
                  <a:lnTo>
                    <a:pt x="20409" y="16518"/>
                  </a:lnTo>
                  <a:lnTo>
                    <a:pt x="20324" y="16729"/>
                  </a:lnTo>
                  <a:lnTo>
                    <a:pt x="20239" y="17047"/>
                  </a:lnTo>
                  <a:lnTo>
                    <a:pt x="20154" y="17259"/>
                  </a:lnTo>
                  <a:lnTo>
                    <a:pt x="20069" y="17576"/>
                  </a:lnTo>
                  <a:lnTo>
                    <a:pt x="19984" y="17788"/>
                  </a:lnTo>
                  <a:lnTo>
                    <a:pt x="19644" y="18000"/>
                  </a:lnTo>
                  <a:lnTo>
                    <a:pt x="19559" y="18212"/>
                  </a:lnTo>
                  <a:lnTo>
                    <a:pt x="19559" y="18635"/>
                  </a:lnTo>
                  <a:lnTo>
                    <a:pt x="19814" y="19588"/>
                  </a:lnTo>
                  <a:lnTo>
                    <a:pt x="19814" y="19906"/>
                  </a:lnTo>
                  <a:lnTo>
                    <a:pt x="19729" y="20118"/>
                  </a:lnTo>
                  <a:lnTo>
                    <a:pt x="19559" y="20329"/>
                  </a:lnTo>
                  <a:lnTo>
                    <a:pt x="18709" y="20859"/>
                  </a:lnTo>
                  <a:lnTo>
                    <a:pt x="18283" y="21282"/>
                  </a:lnTo>
                  <a:lnTo>
                    <a:pt x="17858" y="21494"/>
                  </a:lnTo>
                  <a:lnTo>
                    <a:pt x="17688" y="21600"/>
                  </a:lnTo>
                  <a:lnTo>
                    <a:pt x="17603" y="21600"/>
                  </a:lnTo>
                  <a:lnTo>
                    <a:pt x="17518" y="21494"/>
                  </a:lnTo>
                  <a:lnTo>
                    <a:pt x="17348" y="21388"/>
                  </a:lnTo>
                  <a:lnTo>
                    <a:pt x="17093" y="21176"/>
                  </a:lnTo>
                  <a:lnTo>
                    <a:pt x="16923" y="20965"/>
                  </a:lnTo>
                  <a:lnTo>
                    <a:pt x="16838" y="20753"/>
                  </a:lnTo>
                  <a:lnTo>
                    <a:pt x="16583" y="20753"/>
                  </a:lnTo>
                  <a:lnTo>
                    <a:pt x="16413" y="20859"/>
                  </a:lnTo>
                  <a:lnTo>
                    <a:pt x="16328" y="20965"/>
                  </a:lnTo>
                  <a:lnTo>
                    <a:pt x="15817" y="20965"/>
                  </a:lnTo>
                  <a:lnTo>
                    <a:pt x="15647" y="20859"/>
                  </a:lnTo>
                  <a:lnTo>
                    <a:pt x="15562" y="20859"/>
                  </a:lnTo>
                  <a:lnTo>
                    <a:pt x="15477" y="20753"/>
                  </a:lnTo>
                  <a:lnTo>
                    <a:pt x="14712" y="20753"/>
                  </a:lnTo>
                  <a:lnTo>
                    <a:pt x="14627" y="20541"/>
                  </a:lnTo>
                  <a:lnTo>
                    <a:pt x="14372" y="20118"/>
                  </a:lnTo>
                  <a:lnTo>
                    <a:pt x="14202" y="19376"/>
                  </a:lnTo>
                  <a:lnTo>
                    <a:pt x="14031" y="18741"/>
                  </a:lnTo>
                  <a:lnTo>
                    <a:pt x="13521" y="17682"/>
                  </a:lnTo>
                  <a:lnTo>
                    <a:pt x="12416" y="17576"/>
                  </a:lnTo>
                  <a:lnTo>
                    <a:pt x="11650" y="16835"/>
                  </a:lnTo>
                  <a:lnTo>
                    <a:pt x="11310" y="16412"/>
                  </a:lnTo>
                  <a:lnTo>
                    <a:pt x="10885" y="16094"/>
                  </a:lnTo>
                  <a:lnTo>
                    <a:pt x="10205" y="15671"/>
                  </a:lnTo>
                  <a:lnTo>
                    <a:pt x="9354" y="15459"/>
                  </a:lnTo>
                  <a:lnTo>
                    <a:pt x="9099" y="15565"/>
                  </a:lnTo>
                  <a:lnTo>
                    <a:pt x="8674" y="15671"/>
                  </a:lnTo>
                  <a:lnTo>
                    <a:pt x="8079" y="15882"/>
                  </a:lnTo>
                  <a:lnTo>
                    <a:pt x="7569" y="16094"/>
                  </a:lnTo>
                  <a:lnTo>
                    <a:pt x="6123" y="17153"/>
                  </a:lnTo>
                  <a:lnTo>
                    <a:pt x="5783" y="17153"/>
                  </a:lnTo>
                  <a:lnTo>
                    <a:pt x="5698" y="17259"/>
                  </a:lnTo>
                  <a:lnTo>
                    <a:pt x="5698" y="17365"/>
                  </a:lnTo>
                  <a:lnTo>
                    <a:pt x="5613" y="17576"/>
                  </a:lnTo>
                  <a:lnTo>
                    <a:pt x="5528" y="17682"/>
                  </a:lnTo>
                  <a:lnTo>
                    <a:pt x="5443" y="17894"/>
                  </a:lnTo>
                  <a:lnTo>
                    <a:pt x="5272" y="18000"/>
                  </a:lnTo>
                  <a:lnTo>
                    <a:pt x="4507" y="18000"/>
                  </a:lnTo>
                  <a:lnTo>
                    <a:pt x="4422" y="17894"/>
                  </a:lnTo>
                  <a:lnTo>
                    <a:pt x="3317" y="17894"/>
                  </a:lnTo>
                  <a:lnTo>
                    <a:pt x="3146" y="18106"/>
                  </a:lnTo>
                  <a:lnTo>
                    <a:pt x="2976" y="18212"/>
                  </a:lnTo>
                  <a:lnTo>
                    <a:pt x="2891" y="18318"/>
                  </a:lnTo>
                  <a:lnTo>
                    <a:pt x="2721" y="18635"/>
                  </a:lnTo>
                  <a:lnTo>
                    <a:pt x="1701" y="18635"/>
                  </a:lnTo>
                  <a:lnTo>
                    <a:pt x="1531" y="18529"/>
                  </a:lnTo>
                  <a:lnTo>
                    <a:pt x="1446" y="18529"/>
                  </a:lnTo>
                  <a:lnTo>
                    <a:pt x="1361" y="18424"/>
                  </a:lnTo>
                  <a:lnTo>
                    <a:pt x="1361" y="18106"/>
                  </a:lnTo>
                  <a:lnTo>
                    <a:pt x="1276" y="18000"/>
                  </a:lnTo>
                  <a:lnTo>
                    <a:pt x="1276" y="18106"/>
                  </a:lnTo>
                  <a:lnTo>
                    <a:pt x="1191" y="18106"/>
                  </a:lnTo>
                  <a:lnTo>
                    <a:pt x="1106" y="18212"/>
                  </a:lnTo>
                  <a:lnTo>
                    <a:pt x="935" y="18212"/>
                  </a:lnTo>
                  <a:lnTo>
                    <a:pt x="850" y="18106"/>
                  </a:lnTo>
                  <a:lnTo>
                    <a:pt x="765" y="18106"/>
                  </a:lnTo>
                  <a:lnTo>
                    <a:pt x="680" y="17894"/>
                  </a:lnTo>
                  <a:lnTo>
                    <a:pt x="680" y="17576"/>
                  </a:lnTo>
                  <a:lnTo>
                    <a:pt x="850" y="17471"/>
                  </a:lnTo>
                  <a:lnTo>
                    <a:pt x="1106" y="17259"/>
                  </a:lnTo>
                  <a:lnTo>
                    <a:pt x="1276" y="15882"/>
                  </a:lnTo>
                  <a:lnTo>
                    <a:pt x="1191" y="15671"/>
                  </a:lnTo>
                  <a:lnTo>
                    <a:pt x="1191" y="15459"/>
                  </a:lnTo>
                  <a:lnTo>
                    <a:pt x="935" y="14824"/>
                  </a:lnTo>
                  <a:lnTo>
                    <a:pt x="935" y="14718"/>
                  </a:lnTo>
                  <a:lnTo>
                    <a:pt x="765" y="14400"/>
                  </a:lnTo>
                  <a:lnTo>
                    <a:pt x="510" y="13659"/>
                  </a:lnTo>
                  <a:lnTo>
                    <a:pt x="340" y="12812"/>
                  </a:lnTo>
                  <a:lnTo>
                    <a:pt x="170" y="12071"/>
                  </a:lnTo>
                  <a:lnTo>
                    <a:pt x="170" y="11541"/>
                  </a:lnTo>
                  <a:lnTo>
                    <a:pt x="340" y="11329"/>
                  </a:lnTo>
                  <a:lnTo>
                    <a:pt x="340" y="10694"/>
                  </a:lnTo>
                  <a:lnTo>
                    <a:pt x="255" y="10376"/>
                  </a:lnTo>
                  <a:lnTo>
                    <a:pt x="170" y="10271"/>
                  </a:lnTo>
                  <a:lnTo>
                    <a:pt x="85" y="9953"/>
                  </a:lnTo>
                  <a:lnTo>
                    <a:pt x="0" y="9424"/>
                  </a:lnTo>
                  <a:lnTo>
                    <a:pt x="0" y="8894"/>
                  </a:lnTo>
                  <a:lnTo>
                    <a:pt x="170" y="8471"/>
                  </a:lnTo>
                  <a:lnTo>
                    <a:pt x="340" y="8365"/>
                  </a:lnTo>
                  <a:lnTo>
                    <a:pt x="680" y="7941"/>
                  </a:lnTo>
                  <a:lnTo>
                    <a:pt x="850" y="7835"/>
                  </a:lnTo>
                  <a:lnTo>
                    <a:pt x="1276" y="7306"/>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378" name="Shape 378"/>
            <p:cNvSpPr/>
            <p:nvPr/>
          </p:nvSpPr>
          <p:spPr>
            <a:xfrm>
              <a:off x="7425907" y="7332729"/>
              <a:ext cx="350764" cy="410703"/>
            </a:xfrm>
            <a:custGeom>
              <a:avLst/>
              <a:gdLst/>
              <a:ahLst/>
              <a:cxnLst>
                <a:cxn ang="0">
                  <a:pos x="wd2" y="hd2"/>
                </a:cxn>
                <a:cxn ang="5400000">
                  <a:pos x="wd2" y="hd2"/>
                </a:cxn>
                <a:cxn ang="10800000">
                  <a:pos x="wd2" y="hd2"/>
                </a:cxn>
                <a:cxn ang="16200000">
                  <a:pos x="wd2" y="hd2"/>
                </a:cxn>
              </a:cxnLst>
              <a:rect l="0" t="0" r="r" b="b"/>
              <a:pathLst>
                <a:path w="21600" h="21600" extrusionOk="0">
                  <a:moveTo>
                    <a:pt x="4215" y="19800"/>
                  </a:moveTo>
                  <a:lnTo>
                    <a:pt x="2634" y="20700"/>
                  </a:lnTo>
                  <a:lnTo>
                    <a:pt x="2634" y="20250"/>
                  </a:lnTo>
                  <a:lnTo>
                    <a:pt x="2107" y="19350"/>
                  </a:lnTo>
                  <a:lnTo>
                    <a:pt x="2107" y="16200"/>
                  </a:lnTo>
                  <a:lnTo>
                    <a:pt x="3161" y="14400"/>
                  </a:lnTo>
                  <a:lnTo>
                    <a:pt x="3161" y="13050"/>
                  </a:lnTo>
                  <a:lnTo>
                    <a:pt x="1580" y="11700"/>
                  </a:lnTo>
                  <a:lnTo>
                    <a:pt x="527" y="11700"/>
                  </a:lnTo>
                  <a:lnTo>
                    <a:pt x="0" y="11250"/>
                  </a:lnTo>
                  <a:lnTo>
                    <a:pt x="0" y="10350"/>
                  </a:lnTo>
                  <a:lnTo>
                    <a:pt x="1580" y="7650"/>
                  </a:lnTo>
                  <a:lnTo>
                    <a:pt x="2107" y="7200"/>
                  </a:lnTo>
                  <a:lnTo>
                    <a:pt x="2107" y="4500"/>
                  </a:lnTo>
                  <a:lnTo>
                    <a:pt x="2634" y="4050"/>
                  </a:lnTo>
                  <a:lnTo>
                    <a:pt x="3688" y="3600"/>
                  </a:lnTo>
                  <a:lnTo>
                    <a:pt x="3688" y="4050"/>
                  </a:lnTo>
                  <a:lnTo>
                    <a:pt x="4215" y="4050"/>
                  </a:lnTo>
                  <a:lnTo>
                    <a:pt x="4741" y="3600"/>
                  </a:lnTo>
                  <a:lnTo>
                    <a:pt x="5268" y="3600"/>
                  </a:lnTo>
                  <a:lnTo>
                    <a:pt x="5268" y="2700"/>
                  </a:lnTo>
                  <a:lnTo>
                    <a:pt x="6322" y="1800"/>
                  </a:lnTo>
                  <a:lnTo>
                    <a:pt x="7902" y="900"/>
                  </a:lnTo>
                  <a:lnTo>
                    <a:pt x="8956" y="450"/>
                  </a:lnTo>
                  <a:lnTo>
                    <a:pt x="11063" y="0"/>
                  </a:lnTo>
                  <a:lnTo>
                    <a:pt x="14751" y="0"/>
                  </a:lnTo>
                  <a:lnTo>
                    <a:pt x="17912" y="900"/>
                  </a:lnTo>
                  <a:lnTo>
                    <a:pt x="18439" y="1350"/>
                  </a:lnTo>
                  <a:lnTo>
                    <a:pt x="20020" y="1350"/>
                  </a:lnTo>
                  <a:lnTo>
                    <a:pt x="20020" y="900"/>
                  </a:lnTo>
                  <a:lnTo>
                    <a:pt x="20546" y="900"/>
                  </a:lnTo>
                  <a:lnTo>
                    <a:pt x="21073" y="1350"/>
                  </a:lnTo>
                  <a:lnTo>
                    <a:pt x="21600" y="2250"/>
                  </a:lnTo>
                  <a:lnTo>
                    <a:pt x="21600" y="4050"/>
                  </a:lnTo>
                  <a:lnTo>
                    <a:pt x="19493" y="4950"/>
                  </a:lnTo>
                  <a:lnTo>
                    <a:pt x="17912" y="4950"/>
                  </a:lnTo>
                  <a:lnTo>
                    <a:pt x="17385" y="4500"/>
                  </a:lnTo>
                  <a:lnTo>
                    <a:pt x="16859" y="3600"/>
                  </a:lnTo>
                  <a:lnTo>
                    <a:pt x="15278" y="2250"/>
                  </a:lnTo>
                  <a:lnTo>
                    <a:pt x="14224" y="1800"/>
                  </a:lnTo>
                  <a:lnTo>
                    <a:pt x="13171" y="1800"/>
                  </a:lnTo>
                  <a:lnTo>
                    <a:pt x="12117" y="1350"/>
                  </a:lnTo>
                  <a:lnTo>
                    <a:pt x="10537" y="1800"/>
                  </a:lnTo>
                  <a:lnTo>
                    <a:pt x="9483" y="2250"/>
                  </a:lnTo>
                  <a:lnTo>
                    <a:pt x="7902" y="3150"/>
                  </a:lnTo>
                  <a:lnTo>
                    <a:pt x="6849" y="3600"/>
                  </a:lnTo>
                  <a:lnTo>
                    <a:pt x="6322" y="4050"/>
                  </a:lnTo>
                  <a:lnTo>
                    <a:pt x="5795" y="4950"/>
                  </a:lnTo>
                  <a:lnTo>
                    <a:pt x="5795" y="6750"/>
                  </a:lnTo>
                  <a:lnTo>
                    <a:pt x="5268" y="7650"/>
                  </a:lnTo>
                  <a:lnTo>
                    <a:pt x="5268" y="8550"/>
                  </a:lnTo>
                  <a:lnTo>
                    <a:pt x="6322" y="8550"/>
                  </a:lnTo>
                  <a:lnTo>
                    <a:pt x="7376" y="8100"/>
                  </a:lnTo>
                  <a:lnTo>
                    <a:pt x="10537" y="8100"/>
                  </a:lnTo>
                  <a:lnTo>
                    <a:pt x="11590" y="7200"/>
                  </a:lnTo>
                  <a:lnTo>
                    <a:pt x="11590" y="6750"/>
                  </a:lnTo>
                  <a:lnTo>
                    <a:pt x="12644" y="6300"/>
                  </a:lnTo>
                  <a:lnTo>
                    <a:pt x="14224" y="6300"/>
                  </a:lnTo>
                  <a:lnTo>
                    <a:pt x="14224" y="8100"/>
                  </a:lnTo>
                  <a:lnTo>
                    <a:pt x="13698" y="8550"/>
                  </a:lnTo>
                  <a:lnTo>
                    <a:pt x="13171" y="8550"/>
                  </a:lnTo>
                  <a:lnTo>
                    <a:pt x="12117" y="9000"/>
                  </a:lnTo>
                  <a:lnTo>
                    <a:pt x="11063" y="9000"/>
                  </a:lnTo>
                  <a:lnTo>
                    <a:pt x="10010" y="9450"/>
                  </a:lnTo>
                  <a:lnTo>
                    <a:pt x="9483" y="9900"/>
                  </a:lnTo>
                  <a:lnTo>
                    <a:pt x="8429" y="9900"/>
                  </a:lnTo>
                  <a:lnTo>
                    <a:pt x="8429" y="10350"/>
                  </a:lnTo>
                  <a:lnTo>
                    <a:pt x="7902" y="10800"/>
                  </a:lnTo>
                  <a:lnTo>
                    <a:pt x="8429" y="11250"/>
                  </a:lnTo>
                  <a:lnTo>
                    <a:pt x="10537" y="12150"/>
                  </a:lnTo>
                  <a:lnTo>
                    <a:pt x="12117" y="14850"/>
                  </a:lnTo>
                  <a:lnTo>
                    <a:pt x="12117" y="15750"/>
                  </a:lnTo>
                  <a:lnTo>
                    <a:pt x="15278" y="17100"/>
                  </a:lnTo>
                  <a:lnTo>
                    <a:pt x="16332" y="20250"/>
                  </a:lnTo>
                  <a:lnTo>
                    <a:pt x="12117" y="20700"/>
                  </a:lnTo>
                  <a:lnTo>
                    <a:pt x="10010" y="21600"/>
                  </a:lnTo>
                  <a:lnTo>
                    <a:pt x="8956" y="18000"/>
                  </a:lnTo>
                  <a:lnTo>
                    <a:pt x="8956" y="14400"/>
                  </a:lnTo>
                  <a:lnTo>
                    <a:pt x="7376" y="13050"/>
                  </a:lnTo>
                  <a:lnTo>
                    <a:pt x="6322" y="13050"/>
                  </a:lnTo>
                  <a:lnTo>
                    <a:pt x="6322" y="17550"/>
                  </a:lnTo>
                  <a:lnTo>
                    <a:pt x="4215" y="19800"/>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379" name="Shape 379"/>
            <p:cNvSpPr/>
            <p:nvPr/>
          </p:nvSpPr>
          <p:spPr>
            <a:xfrm>
              <a:off x="6116962" y="7153047"/>
              <a:ext cx="581755" cy="633167"/>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318" y="292"/>
                  </a:lnTo>
                  <a:lnTo>
                    <a:pt x="635" y="292"/>
                  </a:lnTo>
                  <a:lnTo>
                    <a:pt x="1271" y="584"/>
                  </a:lnTo>
                  <a:lnTo>
                    <a:pt x="1906" y="584"/>
                  </a:lnTo>
                  <a:lnTo>
                    <a:pt x="2859" y="292"/>
                  </a:lnTo>
                  <a:lnTo>
                    <a:pt x="3176" y="292"/>
                  </a:lnTo>
                  <a:lnTo>
                    <a:pt x="3812" y="0"/>
                  </a:lnTo>
                  <a:lnTo>
                    <a:pt x="5082" y="584"/>
                  </a:lnTo>
                  <a:lnTo>
                    <a:pt x="5718" y="1168"/>
                  </a:lnTo>
                  <a:lnTo>
                    <a:pt x="6035" y="2043"/>
                  </a:lnTo>
                  <a:lnTo>
                    <a:pt x="6671" y="2627"/>
                  </a:lnTo>
                  <a:lnTo>
                    <a:pt x="6671" y="2919"/>
                  </a:lnTo>
                  <a:lnTo>
                    <a:pt x="10482" y="6130"/>
                  </a:lnTo>
                  <a:lnTo>
                    <a:pt x="10800" y="5838"/>
                  </a:lnTo>
                  <a:lnTo>
                    <a:pt x="11435" y="6130"/>
                  </a:lnTo>
                  <a:lnTo>
                    <a:pt x="13024" y="7297"/>
                  </a:lnTo>
                  <a:lnTo>
                    <a:pt x="14612" y="8757"/>
                  </a:lnTo>
                  <a:lnTo>
                    <a:pt x="16518" y="9924"/>
                  </a:lnTo>
                  <a:lnTo>
                    <a:pt x="17471" y="10800"/>
                  </a:lnTo>
                  <a:lnTo>
                    <a:pt x="16835" y="10800"/>
                  </a:lnTo>
                  <a:lnTo>
                    <a:pt x="16518" y="11092"/>
                  </a:lnTo>
                  <a:lnTo>
                    <a:pt x="16200" y="11092"/>
                  </a:lnTo>
                  <a:lnTo>
                    <a:pt x="16518" y="11384"/>
                  </a:lnTo>
                  <a:lnTo>
                    <a:pt x="16835" y="11968"/>
                  </a:lnTo>
                  <a:lnTo>
                    <a:pt x="18106" y="12843"/>
                  </a:lnTo>
                  <a:lnTo>
                    <a:pt x="18106" y="14595"/>
                  </a:lnTo>
                  <a:lnTo>
                    <a:pt x="20012" y="14595"/>
                  </a:lnTo>
                  <a:lnTo>
                    <a:pt x="20647" y="15178"/>
                  </a:lnTo>
                  <a:lnTo>
                    <a:pt x="21600" y="16930"/>
                  </a:lnTo>
                  <a:lnTo>
                    <a:pt x="21282" y="16930"/>
                  </a:lnTo>
                  <a:lnTo>
                    <a:pt x="21282" y="18097"/>
                  </a:lnTo>
                  <a:lnTo>
                    <a:pt x="21600" y="18681"/>
                  </a:lnTo>
                  <a:lnTo>
                    <a:pt x="21600" y="20432"/>
                  </a:lnTo>
                  <a:lnTo>
                    <a:pt x="21282" y="21016"/>
                  </a:lnTo>
                  <a:lnTo>
                    <a:pt x="20965" y="21308"/>
                  </a:lnTo>
                  <a:lnTo>
                    <a:pt x="20329" y="21600"/>
                  </a:lnTo>
                  <a:lnTo>
                    <a:pt x="19376" y="21600"/>
                  </a:lnTo>
                  <a:lnTo>
                    <a:pt x="16200" y="20724"/>
                  </a:lnTo>
                  <a:lnTo>
                    <a:pt x="15882" y="20141"/>
                  </a:lnTo>
                  <a:lnTo>
                    <a:pt x="14612" y="18681"/>
                  </a:lnTo>
                  <a:lnTo>
                    <a:pt x="13024" y="16930"/>
                  </a:lnTo>
                  <a:lnTo>
                    <a:pt x="9847" y="12843"/>
                  </a:lnTo>
                  <a:lnTo>
                    <a:pt x="8894" y="11384"/>
                  </a:lnTo>
                  <a:lnTo>
                    <a:pt x="8259" y="9924"/>
                  </a:lnTo>
                  <a:lnTo>
                    <a:pt x="6988" y="9049"/>
                  </a:lnTo>
                  <a:lnTo>
                    <a:pt x="6988" y="8757"/>
                  </a:lnTo>
                  <a:lnTo>
                    <a:pt x="6671" y="8465"/>
                  </a:lnTo>
                  <a:lnTo>
                    <a:pt x="6035" y="7297"/>
                  </a:lnTo>
                  <a:lnTo>
                    <a:pt x="5400" y="6714"/>
                  </a:lnTo>
                  <a:lnTo>
                    <a:pt x="5082" y="6130"/>
                  </a:lnTo>
                  <a:lnTo>
                    <a:pt x="2224" y="2627"/>
                  </a:lnTo>
                  <a:lnTo>
                    <a:pt x="1906" y="2335"/>
                  </a:lnTo>
                  <a:lnTo>
                    <a:pt x="1271" y="2043"/>
                  </a:lnTo>
                  <a:lnTo>
                    <a:pt x="0" y="876"/>
                  </a:lnTo>
                  <a:lnTo>
                    <a:pt x="0" y="0"/>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380" name="Shape 380"/>
            <p:cNvSpPr/>
            <p:nvPr/>
          </p:nvSpPr>
          <p:spPr>
            <a:xfrm>
              <a:off x="6681605" y="7803325"/>
              <a:ext cx="496203" cy="136902"/>
            </a:xfrm>
            <a:custGeom>
              <a:avLst/>
              <a:gdLst/>
              <a:ahLst/>
              <a:cxnLst>
                <a:cxn ang="0">
                  <a:pos x="wd2" y="hd2"/>
                </a:cxn>
                <a:cxn ang="5400000">
                  <a:pos x="wd2" y="hd2"/>
                </a:cxn>
                <a:cxn ang="10800000">
                  <a:pos x="wd2" y="hd2"/>
                </a:cxn>
                <a:cxn ang="16200000">
                  <a:pos x="wd2" y="hd2"/>
                </a:cxn>
              </a:cxnLst>
              <a:rect l="0" t="0" r="r" b="b"/>
              <a:pathLst>
                <a:path w="21600" h="21600" extrusionOk="0">
                  <a:moveTo>
                    <a:pt x="9310" y="14850"/>
                  </a:moveTo>
                  <a:lnTo>
                    <a:pt x="4097" y="14850"/>
                  </a:lnTo>
                  <a:lnTo>
                    <a:pt x="0" y="6750"/>
                  </a:lnTo>
                  <a:lnTo>
                    <a:pt x="372" y="2700"/>
                  </a:lnTo>
                  <a:lnTo>
                    <a:pt x="1862" y="0"/>
                  </a:lnTo>
                  <a:lnTo>
                    <a:pt x="4841" y="0"/>
                  </a:lnTo>
                  <a:lnTo>
                    <a:pt x="10428" y="5400"/>
                  </a:lnTo>
                  <a:lnTo>
                    <a:pt x="10800" y="5400"/>
                  </a:lnTo>
                  <a:lnTo>
                    <a:pt x="11545" y="4050"/>
                  </a:lnTo>
                  <a:lnTo>
                    <a:pt x="14897" y="4050"/>
                  </a:lnTo>
                  <a:lnTo>
                    <a:pt x="15641" y="5400"/>
                  </a:lnTo>
                  <a:lnTo>
                    <a:pt x="16759" y="8100"/>
                  </a:lnTo>
                  <a:lnTo>
                    <a:pt x="20110" y="12150"/>
                  </a:lnTo>
                  <a:lnTo>
                    <a:pt x="20483" y="13500"/>
                  </a:lnTo>
                  <a:lnTo>
                    <a:pt x="20855" y="13500"/>
                  </a:lnTo>
                  <a:lnTo>
                    <a:pt x="21228" y="14850"/>
                  </a:lnTo>
                  <a:lnTo>
                    <a:pt x="21228" y="16200"/>
                  </a:lnTo>
                  <a:lnTo>
                    <a:pt x="21600" y="18900"/>
                  </a:lnTo>
                  <a:lnTo>
                    <a:pt x="21228" y="20250"/>
                  </a:lnTo>
                  <a:lnTo>
                    <a:pt x="21228" y="21600"/>
                  </a:lnTo>
                  <a:lnTo>
                    <a:pt x="18621" y="21600"/>
                  </a:lnTo>
                  <a:lnTo>
                    <a:pt x="16386" y="20250"/>
                  </a:lnTo>
                  <a:lnTo>
                    <a:pt x="14152" y="20250"/>
                  </a:lnTo>
                  <a:lnTo>
                    <a:pt x="13407" y="18900"/>
                  </a:lnTo>
                  <a:lnTo>
                    <a:pt x="9310" y="14850"/>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381" name="Shape 381"/>
            <p:cNvSpPr/>
            <p:nvPr/>
          </p:nvSpPr>
          <p:spPr>
            <a:xfrm>
              <a:off x="16828062" y="8077126"/>
              <a:ext cx="752859" cy="872741"/>
            </a:xfrm>
            <a:custGeom>
              <a:avLst/>
              <a:gdLst/>
              <a:ahLst/>
              <a:cxnLst>
                <a:cxn ang="0">
                  <a:pos x="wd2" y="hd2"/>
                </a:cxn>
                <a:cxn ang="5400000">
                  <a:pos x="wd2" y="hd2"/>
                </a:cxn>
                <a:cxn ang="10800000">
                  <a:pos x="wd2" y="hd2"/>
                </a:cxn>
                <a:cxn ang="16200000">
                  <a:pos x="wd2" y="hd2"/>
                </a:cxn>
              </a:cxnLst>
              <a:rect l="0" t="0" r="r" b="b"/>
              <a:pathLst>
                <a:path w="21600" h="21600" extrusionOk="0">
                  <a:moveTo>
                    <a:pt x="0" y="10165"/>
                  </a:moveTo>
                  <a:lnTo>
                    <a:pt x="245" y="9953"/>
                  </a:lnTo>
                  <a:lnTo>
                    <a:pt x="491" y="9953"/>
                  </a:lnTo>
                  <a:lnTo>
                    <a:pt x="982" y="9529"/>
                  </a:lnTo>
                  <a:lnTo>
                    <a:pt x="1473" y="9318"/>
                  </a:lnTo>
                  <a:lnTo>
                    <a:pt x="2209" y="9106"/>
                  </a:lnTo>
                  <a:lnTo>
                    <a:pt x="2700" y="8894"/>
                  </a:lnTo>
                  <a:lnTo>
                    <a:pt x="2945" y="8894"/>
                  </a:lnTo>
                  <a:lnTo>
                    <a:pt x="3436" y="8471"/>
                  </a:lnTo>
                  <a:lnTo>
                    <a:pt x="3436" y="7835"/>
                  </a:lnTo>
                  <a:lnTo>
                    <a:pt x="3191" y="7412"/>
                  </a:lnTo>
                  <a:lnTo>
                    <a:pt x="3191" y="7200"/>
                  </a:lnTo>
                  <a:lnTo>
                    <a:pt x="2945" y="7200"/>
                  </a:lnTo>
                  <a:lnTo>
                    <a:pt x="2945" y="5506"/>
                  </a:lnTo>
                  <a:lnTo>
                    <a:pt x="3191" y="5082"/>
                  </a:lnTo>
                  <a:lnTo>
                    <a:pt x="3191" y="4871"/>
                  </a:lnTo>
                  <a:lnTo>
                    <a:pt x="3436" y="4659"/>
                  </a:lnTo>
                  <a:lnTo>
                    <a:pt x="3436" y="4235"/>
                  </a:lnTo>
                  <a:lnTo>
                    <a:pt x="3191" y="4024"/>
                  </a:lnTo>
                  <a:lnTo>
                    <a:pt x="3191" y="3812"/>
                  </a:lnTo>
                  <a:lnTo>
                    <a:pt x="1964" y="2118"/>
                  </a:lnTo>
                  <a:lnTo>
                    <a:pt x="4173" y="1906"/>
                  </a:lnTo>
                  <a:lnTo>
                    <a:pt x="4664" y="1906"/>
                  </a:lnTo>
                  <a:lnTo>
                    <a:pt x="5155" y="1694"/>
                  </a:lnTo>
                  <a:lnTo>
                    <a:pt x="5400" y="1271"/>
                  </a:lnTo>
                  <a:lnTo>
                    <a:pt x="5891" y="847"/>
                  </a:lnTo>
                  <a:lnTo>
                    <a:pt x="6382" y="635"/>
                  </a:lnTo>
                  <a:lnTo>
                    <a:pt x="6627" y="424"/>
                  </a:lnTo>
                  <a:lnTo>
                    <a:pt x="7118" y="424"/>
                  </a:lnTo>
                  <a:lnTo>
                    <a:pt x="7364" y="635"/>
                  </a:lnTo>
                  <a:lnTo>
                    <a:pt x="7855" y="635"/>
                  </a:lnTo>
                  <a:lnTo>
                    <a:pt x="8100" y="424"/>
                  </a:lnTo>
                  <a:lnTo>
                    <a:pt x="8100" y="212"/>
                  </a:lnTo>
                  <a:lnTo>
                    <a:pt x="8345" y="0"/>
                  </a:lnTo>
                  <a:lnTo>
                    <a:pt x="8836" y="0"/>
                  </a:lnTo>
                  <a:lnTo>
                    <a:pt x="9082" y="212"/>
                  </a:lnTo>
                  <a:lnTo>
                    <a:pt x="9082" y="635"/>
                  </a:lnTo>
                  <a:lnTo>
                    <a:pt x="8836" y="1059"/>
                  </a:lnTo>
                  <a:lnTo>
                    <a:pt x="8836" y="2118"/>
                  </a:lnTo>
                  <a:lnTo>
                    <a:pt x="9327" y="3388"/>
                  </a:lnTo>
                  <a:lnTo>
                    <a:pt x="10555" y="4447"/>
                  </a:lnTo>
                  <a:lnTo>
                    <a:pt x="12027" y="4871"/>
                  </a:lnTo>
                  <a:lnTo>
                    <a:pt x="13255" y="4659"/>
                  </a:lnTo>
                  <a:lnTo>
                    <a:pt x="13255" y="4871"/>
                  </a:lnTo>
                  <a:lnTo>
                    <a:pt x="13500" y="5082"/>
                  </a:lnTo>
                  <a:lnTo>
                    <a:pt x="13991" y="5929"/>
                  </a:lnTo>
                  <a:lnTo>
                    <a:pt x="14482" y="6353"/>
                  </a:lnTo>
                  <a:lnTo>
                    <a:pt x="15218" y="6565"/>
                  </a:lnTo>
                  <a:lnTo>
                    <a:pt x="15709" y="6988"/>
                  </a:lnTo>
                  <a:lnTo>
                    <a:pt x="16200" y="7200"/>
                  </a:lnTo>
                  <a:lnTo>
                    <a:pt x="16691" y="7624"/>
                  </a:lnTo>
                  <a:lnTo>
                    <a:pt x="17182" y="8259"/>
                  </a:lnTo>
                  <a:lnTo>
                    <a:pt x="17427" y="8682"/>
                  </a:lnTo>
                  <a:lnTo>
                    <a:pt x="17673" y="9318"/>
                  </a:lnTo>
                  <a:lnTo>
                    <a:pt x="20373" y="9529"/>
                  </a:lnTo>
                  <a:lnTo>
                    <a:pt x="20373" y="10800"/>
                  </a:lnTo>
                  <a:lnTo>
                    <a:pt x="20864" y="11224"/>
                  </a:lnTo>
                  <a:lnTo>
                    <a:pt x="21109" y="11224"/>
                  </a:lnTo>
                  <a:lnTo>
                    <a:pt x="21355" y="11435"/>
                  </a:lnTo>
                  <a:lnTo>
                    <a:pt x="21600" y="11859"/>
                  </a:lnTo>
                  <a:lnTo>
                    <a:pt x="21600" y="15247"/>
                  </a:lnTo>
                  <a:lnTo>
                    <a:pt x="21355" y="16518"/>
                  </a:lnTo>
                  <a:lnTo>
                    <a:pt x="21109" y="17153"/>
                  </a:lnTo>
                  <a:lnTo>
                    <a:pt x="19882" y="16094"/>
                  </a:lnTo>
                  <a:lnTo>
                    <a:pt x="18409" y="15671"/>
                  </a:lnTo>
                  <a:lnTo>
                    <a:pt x="16691" y="15671"/>
                  </a:lnTo>
                  <a:lnTo>
                    <a:pt x="16200" y="15882"/>
                  </a:lnTo>
                  <a:lnTo>
                    <a:pt x="15464" y="16729"/>
                  </a:lnTo>
                  <a:lnTo>
                    <a:pt x="14236" y="17788"/>
                  </a:lnTo>
                  <a:lnTo>
                    <a:pt x="13255" y="20329"/>
                  </a:lnTo>
                  <a:lnTo>
                    <a:pt x="13255" y="20118"/>
                  </a:lnTo>
                  <a:lnTo>
                    <a:pt x="13009" y="20118"/>
                  </a:lnTo>
                  <a:lnTo>
                    <a:pt x="12518" y="19694"/>
                  </a:lnTo>
                  <a:lnTo>
                    <a:pt x="12027" y="19694"/>
                  </a:lnTo>
                  <a:lnTo>
                    <a:pt x="11536" y="19906"/>
                  </a:lnTo>
                  <a:lnTo>
                    <a:pt x="10800" y="20329"/>
                  </a:lnTo>
                  <a:lnTo>
                    <a:pt x="10309" y="21176"/>
                  </a:lnTo>
                  <a:lnTo>
                    <a:pt x="10064" y="20753"/>
                  </a:lnTo>
                  <a:lnTo>
                    <a:pt x="10064" y="20541"/>
                  </a:lnTo>
                  <a:lnTo>
                    <a:pt x="9818" y="20329"/>
                  </a:lnTo>
                  <a:lnTo>
                    <a:pt x="9573" y="19906"/>
                  </a:lnTo>
                  <a:lnTo>
                    <a:pt x="9327" y="19906"/>
                  </a:lnTo>
                  <a:lnTo>
                    <a:pt x="7118" y="19482"/>
                  </a:lnTo>
                  <a:lnTo>
                    <a:pt x="7118" y="19694"/>
                  </a:lnTo>
                  <a:lnTo>
                    <a:pt x="6873" y="19906"/>
                  </a:lnTo>
                  <a:lnTo>
                    <a:pt x="6627" y="20329"/>
                  </a:lnTo>
                  <a:lnTo>
                    <a:pt x="6382" y="20541"/>
                  </a:lnTo>
                  <a:lnTo>
                    <a:pt x="6136" y="20965"/>
                  </a:lnTo>
                  <a:lnTo>
                    <a:pt x="5891" y="20965"/>
                  </a:lnTo>
                  <a:lnTo>
                    <a:pt x="5645" y="21176"/>
                  </a:lnTo>
                  <a:lnTo>
                    <a:pt x="5645" y="21388"/>
                  </a:lnTo>
                  <a:lnTo>
                    <a:pt x="5400" y="21388"/>
                  </a:lnTo>
                  <a:lnTo>
                    <a:pt x="5155" y="21600"/>
                  </a:lnTo>
                  <a:lnTo>
                    <a:pt x="4909" y="21600"/>
                  </a:lnTo>
                  <a:lnTo>
                    <a:pt x="4664" y="21388"/>
                  </a:lnTo>
                  <a:lnTo>
                    <a:pt x="4173" y="19059"/>
                  </a:lnTo>
                  <a:lnTo>
                    <a:pt x="3682" y="16941"/>
                  </a:lnTo>
                  <a:lnTo>
                    <a:pt x="3682" y="15882"/>
                  </a:lnTo>
                  <a:lnTo>
                    <a:pt x="3436" y="15247"/>
                  </a:lnTo>
                  <a:lnTo>
                    <a:pt x="3191" y="14824"/>
                  </a:lnTo>
                  <a:lnTo>
                    <a:pt x="2945" y="14612"/>
                  </a:lnTo>
                  <a:lnTo>
                    <a:pt x="1473" y="12918"/>
                  </a:lnTo>
                  <a:lnTo>
                    <a:pt x="1473" y="12706"/>
                  </a:lnTo>
                  <a:lnTo>
                    <a:pt x="736" y="12071"/>
                  </a:lnTo>
                  <a:lnTo>
                    <a:pt x="0" y="10165"/>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382" name="Shape 382"/>
            <p:cNvSpPr/>
            <p:nvPr/>
          </p:nvSpPr>
          <p:spPr>
            <a:xfrm>
              <a:off x="16186424" y="7478186"/>
              <a:ext cx="761414" cy="1043867"/>
            </a:xfrm>
            <a:custGeom>
              <a:avLst/>
              <a:gdLst/>
              <a:ahLst/>
              <a:cxnLst>
                <a:cxn ang="0">
                  <a:pos x="wd2" y="hd2"/>
                </a:cxn>
                <a:cxn ang="5400000">
                  <a:pos x="wd2" y="hd2"/>
                </a:cxn>
                <a:cxn ang="10800000">
                  <a:pos x="wd2" y="hd2"/>
                </a:cxn>
                <a:cxn ang="16200000">
                  <a:pos x="wd2" y="hd2"/>
                </a:cxn>
              </a:cxnLst>
              <a:rect l="0" t="0" r="r" b="b"/>
              <a:pathLst>
                <a:path w="21600" h="21600" extrusionOk="0">
                  <a:moveTo>
                    <a:pt x="9951" y="20007"/>
                  </a:moveTo>
                  <a:lnTo>
                    <a:pt x="9222" y="19652"/>
                  </a:lnTo>
                  <a:lnTo>
                    <a:pt x="8737" y="19121"/>
                  </a:lnTo>
                  <a:lnTo>
                    <a:pt x="8252" y="18059"/>
                  </a:lnTo>
                  <a:lnTo>
                    <a:pt x="8252" y="17705"/>
                  </a:lnTo>
                  <a:lnTo>
                    <a:pt x="8009" y="17351"/>
                  </a:lnTo>
                  <a:lnTo>
                    <a:pt x="7766" y="16820"/>
                  </a:lnTo>
                  <a:lnTo>
                    <a:pt x="7038" y="15580"/>
                  </a:lnTo>
                  <a:lnTo>
                    <a:pt x="6310" y="14518"/>
                  </a:lnTo>
                  <a:lnTo>
                    <a:pt x="5825" y="13456"/>
                  </a:lnTo>
                  <a:lnTo>
                    <a:pt x="4854" y="12039"/>
                  </a:lnTo>
                  <a:lnTo>
                    <a:pt x="3640" y="10800"/>
                  </a:lnTo>
                  <a:lnTo>
                    <a:pt x="2184" y="9561"/>
                  </a:lnTo>
                  <a:lnTo>
                    <a:pt x="1213" y="8675"/>
                  </a:lnTo>
                  <a:lnTo>
                    <a:pt x="728" y="8321"/>
                  </a:lnTo>
                  <a:lnTo>
                    <a:pt x="485" y="7967"/>
                  </a:lnTo>
                  <a:lnTo>
                    <a:pt x="485" y="7436"/>
                  </a:lnTo>
                  <a:lnTo>
                    <a:pt x="728" y="7436"/>
                  </a:lnTo>
                  <a:lnTo>
                    <a:pt x="728" y="7082"/>
                  </a:lnTo>
                  <a:lnTo>
                    <a:pt x="485" y="6905"/>
                  </a:lnTo>
                  <a:lnTo>
                    <a:pt x="485" y="6728"/>
                  </a:lnTo>
                  <a:lnTo>
                    <a:pt x="243" y="6551"/>
                  </a:lnTo>
                  <a:lnTo>
                    <a:pt x="0" y="6551"/>
                  </a:lnTo>
                  <a:lnTo>
                    <a:pt x="243" y="6020"/>
                  </a:lnTo>
                  <a:lnTo>
                    <a:pt x="971" y="5489"/>
                  </a:lnTo>
                  <a:lnTo>
                    <a:pt x="1213" y="5489"/>
                  </a:lnTo>
                  <a:lnTo>
                    <a:pt x="1699" y="5666"/>
                  </a:lnTo>
                  <a:lnTo>
                    <a:pt x="1942" y="5843"/>
                  </a:lnTo>
                  <a:lnTo>
                    <a:pt x="3155" y="5843"/>
                  </a:lnTo>
                  <a:lnTo>
                    <a:pt x="3398" y="6020"/>
                  </a:lnTo>
                  <a:lnTo>
                    <a:pt x="4126" y="6020"/>
                  </a:lnTo>
                  <a:lnTo>
                    <a:pt x="4369" y="5843"/>
                  </a:lnTo>
                  <a:lnTo>
                    <a:pt x="4369" y="5666"/>
                  </a:lnTo>
                  <a:lnTo>
                    <a:pt x="4854" y="5311"/>
                  </a:lnTo>
                  <a:lnTo>
                    <a:pt x="4854" y="4957"/>
                  </a:lnTo>
                  <a:lnTo>
                    <a:pt x="5097" y="4780"/>
                  </a:lnTo>
                  <a:lnTo>
                    <a:pt x="5339" y="4426"/>
                  </a:lnTo>
                  <a:lnTo>
                    <a:pt x="5582" y="4249"/>
                  </a:lnTo>
                  <a:lnTo>
                    <a:pt x="5825" y="4249"/>
                  </a:lnTo>
                  <a:lnTo>
                    <a:pt x="7281" y="3895"/>
                  </a:lnTo>
                  <a:lnTo>
                    <a:pt x="8494" y="3187"/>
                  </a:lnTo>
                  <a:lnTo>
                    <a:pt x="9465" y="2479"/>
                  </a:lnTo>
                  <a:lnTo>
                    <a:pt x="9951" y="1593"/>
                  </a:lnTo>
                  <a:lnTo>
                    <a:pt x="10193" y="1239"/>
                  </a:lnTo>
                  <a:lnTo>
                    <a:pt x="10193" y="885"/>
                  </a:lnTo>
                  <a:lnTo>
                    <a:pt x="9951" y="708"/>
                  </a:lnTo>
                  <a:lnTo>
                    <a:pt x="9951" y="0"/>
                  </a:lnTo>
                  <a:lnTo>
                    <a:pt x="10679" y="354"/>
                  </a:lnTo>
                  <a:lnTo>
                    <a:pt x="11407" y="531"/>
                  </a:lnTo>
                  <a:lnTo>
                    <a:pt x="11649" y="531"/>
                  </a:lnTo>
                  <a:lnTo>
                    <a:pt x="12620" y="885"/>
                  </a:lnTo>
                  <a:lnTo>
                    <a:pt x="14076" y="1239"/>
                  </a:lnTo>
                  <a:lnTo>
                    <a:pt x="14804" y="1593"/>
                  </a:lnTo>
                  <a:lnTo>
                    <a:pt x="15047" y="1948"/>
                  </a:lnTo>
                  <a:lnTo>
                    <a:pt x="15047" y="2302"/>
                  </a:lnTo>
                  <a:lnTo>
                    <a:pt x="15290" y="2479"/>
                  </a:lnTo>
                  <a:lnTo>
                    <a:pt x="15290" y="2833"/>
                  </a:lnTo>
                  <a:lnTo>
                    <a:pt x="16261" y="3187"/>
                  </a:lnTo>
                  <a:lnTo>
                    <a:pt x="18202" y="3187"/>
                  </a:lnTo>
                  <a:lnTo>
                    <a:pt x="18688" y="3364"/>
                  </a:lnTo>
                  <a:lnTo>
                    <a:pt x="19173" y="3364"/>
                  </a:lnTo>
                  <a:lnTo>
                    <a:pt x="19658" y="3718"/>
                  </a:lnTo>
                  <a:lnTo>
                    <a:pt x="19658" y="3895"/>
                  </a:lnTo>
                  <a:lnTo>
                    <a:pt x="18930" y="5311"/>
                  </a:lnTo>
                  <a:lnTo>
                    <a:pt x="19658" y="5311"/>
                  </a:lnTo>
                  <a:lnTo>
                    <a:pt x="19658" y="5843"/>
                  </a:lnTo>
                  <a:lnTo>
                    <a:pt x="18930" y="5843"/>
                  </a:lnTo>
                  <a:lnTo>
                    <a:pt x="18688" y="5666"/>
                  </a:lnTo>
                  <a:lnTo>
                    <a:pt x="17960" y="5666"/>
                  </a:lnTo>
                  <a:lnTo>
                    <a:pt x="17717" y="5843"/>
                  </a:lnTo>
                  <a:lnTo>
                    <a:pt x="17231" y="5843"/>
                  </a:lnTo>
                  <a:lnTo>
                    <a:pt x="16746" y="6020"/>
                  </a:lnTo>
                  <a:lnTo>
                    <a:pt x="16261" y="6020"/>
                  </a:lnTo>
                  <a:lnTo>
                    <a:pt x="15533" y="6374"/>
                  </a:lnTo>
                  <a:lnTo>
                    <a:pt x="15047" y="6728"/>
                  </a:lnTo>
                  <a:lnTo>
                    <a:pt x="14804" y="7082"/>
                  </a:lnTo>
                  <a:lnTo>
                    <a:pt x="14804" y="7613"/>
                  </a:lnTo>
                  <a:lnTo>
                    <a:pt x="14562" y="7967"/>
                  </a:lnTo>
                  <a:lnTo>
                    <a:pt x="14319" y="8144"/>
                  </a:lnTo>
                  <a:lnTo>
                    <a:pt x="14319" y="8321"/>
                  </a:lnTo>
                  <a:lnTo>
                    <a:pt x="13834" y="8675"/>
                  </a:lnTo>
                  <a:lnTo>
                    <a:pt x="13591" y="9030"/>
                  </a:lnTo>
                  <a:lnTo>
                    <a:pt x="13348" y="9561"/>
                  </a:lnTo>
                  <a:lnTo>
                    <a:pt x="13348" y="10269"/>
                  </a:lnTo>
                  <a:lnTo>
                    <a:pt x="13834" y="10800"/>
                  </a:lnTo>
                  <a:lnTo>
                    <a:pt x="13834" y="11154"/>
                  </a:lnTo>
                  <a:lnTo>
                    <a:pt x="14076" y="11331"/>
                  </a:lnTo>
                  <a:lnTo>
                    <a:pt x="14076" y="11862"/>
                  </a:lnTo>
                  <a:lnTo>
                    <a:pt x="14319" y="11862"/>
                  </a:lnTo>
                  <a:lnTo>
                    <a:pt x="14562" y="11685"/>
                  </a:lnTo>
                  <a:lnTo>
                    <a:pt x="14804" y="11685"/>
                  </a:lnTo>
                  <a:lnTo>
                    <a:pt x="15290" y="11862"/>
                  </a:lnTo>
                  <a:lnTo>
                    <a:pt x="15290" y="12039"/>
                  </a:lnTo>
                  <a:lnTo>
                    <a:pt x="15533" y="12216"/>
                  </a:lnTo>
                  <a:lnTo>
                    <a:pt x="16018" y="12216"/>
                  </a:lnTo>
                  <a:lnTo>
                    <a:pt x="16746" y="12393"/>
                  </a:lnTo>
                  <a:lnTo>
                    <a:pt x="17231" y="12393"/>
                  </a:lnTo>
                  <a:lnTo>
                    <a:pt x="17474" y="12216"/>
                  </a:lnTo>
                  <a:lnTo>
                    <a:pt x="17960" y="12039"/>
                  </a:lnTo>
                  <a:lnTo>
                    <a:pt x="18688" y="11508"/>
                  </a:lnTo>
                  <a:lnTo>
                    <a:pt x="18445" y="13810"/>
                  </a:lnTo>
                  <a:lnTo>
                    <a:pt x="18688" y="13987"/>
                  </a:lnTo>
                  <a:lnTo>
                    <a:pt x="18930" y="13987"/>
                  </a:lnTo>
                  <a:lnTo>
                    <a:pt x="19416" y="14164"/>
                  </a:lnTo>
                  <a:lnTo>
                    <a:pt x="20144" y="14164"/>
                  </a:lnTo>
                  <a:lnTo>
                    <a:pt x="21357" y="15580"/>
                  </a:lnTo>
                  <a:lnTo>
                    <a:pt x="21357" y="15757"/>
                  </a:lnTo>
                  <a:lnTo>
                    <a:pt x="21600" y="15934"/>
                  </a:lnTo>
                  <a:lnTo>
                    <a:pt x="21600" y="16289"/>
                  </a:lnTo>
                  <a:lnTo>
                    <a:pt x="21357" y="16466"/>
                  </a:lnTo>
                  <a:lnTo>
                    <a:pt x="21357" y="16643"/>
                  </a:lnTo>
                  <a:lnTo>
                    <a:pt x="21115" y="16997"/>
                  </a:lnTo>
                  <a:lnTo>
                    <a:pt x="21115" y="18413"/>
                  </a:lnTo>
                  <a:lnTo>
                    <a:pt x="21357" y="18413"/>
                  </a:lnTo>
                  <a:lnTo>
                    <a:pt x="21357" y="18590"/>
                  </a:lnTo>
                  <a:lnTo>
                    <a:pt x="21600" y="18944"/>
                  </a:lnTo>
                  <a:lnTo>
                    <a:pt x="21600" y="19475"/>
                  </a:lnTo>
                  <a:lnTo>
                    <a:pt x="21115" y="19830"/>
                  </a:lnTo>
                  <a:lnTo>
                    <a:pt x="20629" y="19830"/>
                  </a:lnTo>
                  <a:lnTo>
                    <a:pt x="20144" y="20007"/>
                  </a:lnTo>
                  <a:lnTo>
                    <a:pt x="19416" y="20184"/>
                  </a:lnTo>
                  <a:lnTo>
                    <a:pt x="18930" y="20361"/>
                  </a:lnTo>
                  <a:lnTo>
                    <a:pt x="18688" y="20715"/>
                  </a:lnTo>
                  <a:lnTo>
                    <a:pt x="18445" y="20892"/>
                  </a:lnTo>
                  <a:lnTo>
                    <a:pt x="17960" y="21069"/>
                  </a:lnTo>
                  <a:lnTo>
                    <a:pt x="17231" y="21246"/>
                  </a:lnTo>
                  <a:lnTo>
                    <a:pt x="16746" y="21423"/>
                  </a:lnTo>
                  <a:lnTo>
                    <a:pt x="16018" y="21600"/>
                  </a:lnTo>
                  <a:lnTo>
                    <a:pt x="14319" y="21600"/>
                  </a:lnTo>
                  <a:lnTo>
                    <a:pt x="14076" y="21423"/>
                  </a:lnTo>
                  <a:lnTo>
                    <a:pt x="12620" y="20892"/>
                  </a:lnTo>
                  <a:lnTo>
                    <a:pt x="11892" y="20715"/>
                  </a:lnTo>
                  <a:lnTo>
                    <a:pt x="11407" y="20361"/>
                  </a:lnTo>
                  <a:lnTo>
                    <a:pt x="9951" y="20007"/>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383" name="Shape 383"/>
            <p:cNvSpPr/>
            <p:nvPr/>
          </p:nvSpPr>
          <p:spPr>
            <a:xfrm>
              <a:off x="16716846" y="6708120"/>
              <a:ext cx="752858" cy="735842"/>
            </a:xfrm>
            <a:custGeom>
              <a:avLst/>
              <a:gdLst/>
              <a:ahLst/>
              <a:cxnLst>
                <a:cxn ang="0">
                  <a:pos x="wd2" y="hd2"/>
                </a:cxn>
                <a:cxn ang="5400000">
                  <a:pos x="wd2" y="hd2"/>
                </a:cxn>
                <a:cxn ang="10800000">
                  <a:pos x="wd2" y="hd2"/>
                </a:cxn>
                <a:cxn ang="16200000">
                  <a:pos x="wd2" y="hd2"/>
                </a:cxn>
              </a:cxnLst>
              <a:rect l="0" t="0" r="r" b="b"/>
              <a:pathLst>
                <a:path w="21600" h="21600" extrusionOk="0">
                  <a:moveTo>
                    <a:pt x="21600" y="7284"/>
                  </a:moveTo>
                  <a:lnTo>
                    <a:pt x="20864" y="6781"/>
                  </a:lnTo>
                  <a:lnTo>
                    <a:pt x="19145" y="5023"/>
                  </a:lnTo>
                  <a:lnTo>
                    <a:pt x="18655" y="4772"/>
                  </a:lnTo>
                  <a:lnTo>
                    <a:pt x="17918" y="4521"/>
                  </a:lnTo>
                  <a:lnTo>
                    <a:pt x="17673" y="4270"/>
                  </a:lnTo>
                  <a:lnTo>
                    <a:pt x="17427" y="4270"/>
                  </a:lnTo>
                  <a:lnTo>
                    <a:pt x="16936" y="4019"/>
                  </a:lnTo>
                  <a:lnTo>
                    <a:pt x="16691" y="3516"/>
                  </a:lnTo>
                  <a:lnTo>
                    <a:pt x="16200" y="3014"/>
                  </a:lnTo>
                  <a:lnTo>
                    <a:pt x="15464" y="2763"/>
                  </a:lnTo>
                  <a:lnTo>
                    <a:pt x="14727" y="3014"/>
                  </a:lnTo>
                  <a:lnTo>
                    <a:pt x="14236" y="3014"/>
                  </a:lnTo>
                  <a:lnTo>
                    <a:pt x="13500" y="3265"/>
                  </a:lnTo>
                  <a:lnTo>
                    <a:pt x="13255" y="3265"/>
                  </a:lnTo>
                  <a:lnTo>
                    <a:pt x="13009" y="3516"/>
                  </a:lnTo>
                  <a:lnTo>
                    <a:pt x="11536" y="4019"/>
                  </a:lnTo>
                  <a:lnTo>
                    <a:pt x="9573" y="4019"/>
                  </a:lnTo>
                  <a:lnTo>
                    <a:pt x="8836" y="3767"/>
                  </a:lnTo>
                  <a:lnTo>
                    <a:pt x="8345" y="3516"/>
                  </a:lnTo>
                  <a:lnTo>
                    <a:pt x="7609" y="2763"/>
                  </a:lnTo>
                  <a:lnTo>
                    <a:pt x="6873" y="2260"/>
                  </a:lnTo>
                  <a:lnTo>
                    <a:pt x="6627" y="1758"/>
                  </a:lnTo>
                  <a:lnTo>
                    <a:pt x="6136" y="1256"/>
                  </a:lnTo>
                  <a:lnTo>
                    <a:pt x="6136" y="1005"/>
                  </a:lnTo>
                  <a:lnTo>
                    <a:pt x="5645" y="502"/>
                  </a:lnTo>
                  <a:lnTo>
                    <a:pt x="5155" y="502"/>
                  </a:lnTo>
                  <a:lnTo>
                    <a:pt x="5155" y="0"/>
                  </a:lnTo>
                  <a:lnTo>
                    <a:pt x="4909" y="0"/>
                  </a:lnTo>
                  <a:lnTo>
                    <a:pt x="4909" y="251"/>
                  </a:lnTo>
                  <a:lnTo>
                    <a:pt x="5155" y="502"/>
                  </a:lnTo>
                  <a:lnTo>
                    <a:pt x="4909" y="502"/>
                  </a:lnTo>
                  <a:lnTo>
                    <a:pt x="4909" y="1005"/>
                  </a:lnTo>
                  <a:lnTo>
                    <a:pt x="4664" y="1005"/>
                  </a:lnTo>
                  <a:lnTo>
                    <a:pt x="4664" y="1256"/>
                  </a:lnTo>
                  <a:lnTo>
                    <a:pt x="4418" y="1507"/>
                  </a:lnTo>
                  <a:lnTo>
                    <a:pt x="4418" y="2512"/>
                  </a:lnTo>
                  <a:lnTo>
                    <a:pt x="4173" y="2512"/>
                  </a:lnTo>
                  <a:lnTo>
                    <a:pt x="3927" y="2260"/>
                  </a:lnTo>
                  <a:lnTo>
                    <a:pt x="3927" y="1758"/>
                  </a:lnTo>
                  <a:lnTo>
                    <a:pt x="4173" y="1758"/>
                  </a:lnTo>
                  <a:lnTo>
                    <a:pt x="4173" y="1256"/>
                  </a:lnTo>
                  <a:lnTo>
                    <a:pt x="3927" y="1005"/>
                  </a:lnTo>
                  <a:lnTo>
                    <a:pt x="3927" y="502"/>
                  </a:lnTo>
                  <a:lnTo>
                    <a:pt x="3436" y="753"/>
                  </a:lnTo>
                  <a:lnTo>
                    <a:pt x="2945" y="1256"/>
                  </a:lnTo>
                  <a:lnTo>
                    <a:pt x="2700" y="1758"/>
                  </a:lnTo>
                  <a:lnTo>
                    <a:pt x="2455" y="2009"/>
                  </a:lnTo>
                  <a:lnTo>
                    <a:pt x="2209" y="2009"/>
                  </a:lnTo>
                  <a:lnTo>
                    <a:pt x="2209" y="2260"/>
                  </a:lnTo>
                  <a:lnTo>
                    <a:pt x="1718" y="2260"/>
                  </a:lnTo>
                  <a:lnTo>
                    <a:pt x="1227" y="2512"/>
                  </a:lnTo>
                  <a:lnTo>
                    <a:pt x="736" y="3014"/>
                  </a:lnTo>
                  <a:lnTo>
                    <a:pt x="245" y="3265"/>
                  </a:lnTo>
                  <a:lnTo>
                    <a:pt x="0" y="3767"/>
                  </a:lnTo>
                  <a:lnTo>
                    <a:pt x="0" y="5777"/>
                  </a:lnTo>
                  <a:lnTo>
                    <a:pt x="245" y="6028"/>
                  </a:lnTo>
                  <a:lnTo>
                    <a:pt x="245" y="6279"/>
                  </a:lnTo>
                  <a:lnTo>
                    <a:pt x="491" y="6781"/>
                  </a:lnTo>
                  <a:lnTo>
                    <a:pt x="491" y="7284"/>
                  </a:lnTo>
                  <a:lnTo>
                    <a:pt x="245" y="7535"/>
                  </a:lnTo>
                  <a:lnTo>
                    <a:pt x="245" y="8037"/>
                  </a:lnTo>
                  <a:lnTo>
                    <a:pt x="0" y="8540"/>
                  </a:lnTo>
                  <a:lnTo>
                    <a:pt x="0" y="9042"/>
                  </a:lnTo>
                  <a:lnTo>
                    <a:pt x="245" y="9544"/>
                  </a:lnTo>
                  <a:lnTo>
                    <a:pt x="245" y="10047"/>
                  </a:lnTo>
                  <a:lnTo>
                    <a:pt x="736" y="10549"/>
                  </a:lnTo>
                  <a:lnTo>
                    <a:pt x="1473" y="10800"/>
                  </a:lnTo>
                  <a:lnTo>
                    <a:pt x="5400" y="11302"/>
                  </a:lnTo>
                  <a:lnTo>
                    <a:pt x="5891" y="12307"/>
                  </a:lnTo>
                  <a:lnTo>
                    <a:pt x="7364" y="12307"/>
                  </a:lnTo>
                  <a:lnTo>
                    <a:pt x="7609" y="12056"/>
                  </a:lnTo>
                  <a:lnTo>
                    <a:pt x="8100" y="12056"/>
                  </a:lnTo>
                  <a:lnTo>
                    <a:pt x="8100" y="12809"/>
                  </a:lnTo>
                  <a:lnTo>
                    <a:pt x="7364" y="13563"/>
                  </a:lnTo>
                  <a:lnTo>
                    <a:pt x="7364" y="14065"/>
                  </a:lnTo>
                  <a:lnTo>
                    <a:pt x="7118" y="14567"/>
                  </a:lnTo>
                  <a:lnTo>
                    <a:pt x="7609" y="16074"/>
                  </a:lnTo>
                  <a:lnTo>
                    <a:pt x="8345" y="16577"/>
                  </a:lnTo>
                  <a:lnTo>
                    <a:pt x="7364" y="17581"/>
                  </a:lnTo>
                  <a:lnTo>
                    <a:pt x="7609" y="17581"/>
                  </a:lnTo>
                  <a:lnTo>
                    <a:pt x="7609" y="18084"/>
                  </a:lnTo>
                  <a:lnTo>
                    <a:pt x="7855" y="18586"/>
                  </a:lnTo>
                  <a:lnTo>
                    <a:pt x="8345" y="20093"/>
                  </a:lnTo>
                  <a:lnTo>
                    <a:pt x="8345" y="20595"/>
                  </a:lnTo>
                  <a:lnTo>
                    <a:pt x="9818" y="20847"/>
                  </a:lnTo>
                  <a:lnTo>
                    <a:pt x="12027" y="21600"/>
                  </a:lnTo>
                  <a:lnTo>
                    <a:pt x="14236" y="19088"/>
                  </a:lnTo>
                  <a:lnTo>
                    <a:pt x="15218" y="18586"/>
                  </a:lnTo>
                  <a:lnTo>
                    <a:pt x="15218" y="17581"/>
                  </a:lnTo>
                  <a:lnTo>
                    <a:pt x="13991" y="17581"/>
                  </a:lnTo>
                  <a:lnTo>
                    <a:pt x="13745" y="17330"/>
                  </a:lnTo>
                  <a:lnTo>
                    <a:pt x="13745" y="16326"/>
                  </a:lnTo>
                  <a:lnTo>
                    <a:pt x="13009" y="15572"/>
                  </a:lnTo>
                  <a:lnTo>
                    <a:pt x="12764" y="15572"/>
                  </a:lnTo>
                  <a:lnTo>
                    <a:pt x="12764" y="14819"/>
                  </a:lnTo>
                  <a:lnTo>
                    <a:pt x="13009" y="14819"/>
                  </a:lnTo>
                  <a:lnTo>
                    <a:pt x="13255" y="15070"/>
                  </a:lnTo>
                  <a:lnTo>
                    <a:pt x="13991" y="15321"/>
                  </a:lnTo>
                  <a:lnTo>
                    <a:pt x="15464" y="15572"/>
                  </a:lnTo>
                  <a:lnTo>
                    <a:pt x="15709" y="16326"/>
                  </a:lnTo>
                  <a:lnTo>
                    <a:pt x="17673" y="16074"/>
                  </a:lnTo>
                  <a:lnTo>
                    <a:pt x="17673" y="15572"/>
                  </a:lnTo>
                  <a:lnTo>
                    <a:pt x="18655" y="15070"/>
                  </a:lnTo>
                  <a:lnTo>
                    <a:pt x="18900" y="15070"/>
                  </a:lnTo>
                  <a:lnTo>
                    <a:pt x="19145" y="15321"/>
                  </a:lnTo>
                  <a:lnTo>
                    <a:pt x="19391" y="15321"/>
                  </a:lnTo>
                  <a:lnTo>
                    <a:pt x="19636" y="15070"/>
                  </a:lnTo>
                  <a:lnTo>
                    <a:pt x="19882" y="15070"/>
                  </a:lnTo>
                  <a:lnTo>
                    <a:pt x="20127" y="14819"/>
                  </a:lnTo>
                  <a:lnTo>
                    <a:pt x="20127" y="14567"/>
                  </a:lnTo>
                  <a:lnTo>
                    <a:pt x="19145" y="12558"/>
                  </a:lnTo>
                  <a:lnTo>
                    <a:pt x="19145" y="12307"/>
                  </a:lnTo>
                  <a:lnTo>
                    <a:pt x="18900" y="12056"/>
                  </a:lnTo>
                  <a:lnTo>
                    <a:pt x="18900" y="10549"/>
                  </a:lnTo>
                  <a:lnTo>
                    <a:pt x="19145" y="9795"/>
                  </a:lnTo>
                  <a:lnTo>
                    <a:pt x="20373" y="9544"/>
                  </a:lnTo>
                  <a:lnTo>
                    <a:pt x="20127" y="8037"/>
                  </a:lnTo>
                  <a:lnTo>
                    <a:pt x="20618" y="7786"/>
                  </a:lnTo>
                  <a:lnTo>
                    <a:pt x="20864" y="7786"/>
                  </a:lnTo>
                  <a:lnTo>
                    <a:pt x="21355" y="7535"/>
                  </a:lnTo>
                  <a:lnTo>
                    <a:pt x="21600" y="7284"/>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384" name="Shape 384"/>
            <p:cNvSpPr/>
            <p:nvPr/>
          </p:nvSpPr>
          <p:spPr>
            <a:xfrm>
              <a:off x="17375596" y="6956252"/>
              <a:ext cx="222437" cy="367922"/>
            </a:xfrm>
            <a:custGeom>
              <a:avLst/>
              <a:gdLst/>
              <a:ahLst/>
              <a:cxnLst>
                <a:cxn ang="0">
                  <a:pos x="wd2" y="hd2"/>
                </a:cxn>
                <a:cxn ang="5400000">
                  <a:pos x="wd2" y="hd2"/>
                </a:cxn>
                <a:cxn ang="10800000">
                  <a:pos x="wd2" y="hd2"/>
                </a:cxn>
                <a:cxn ang="16200000">
                  <a:pos x="wd2" y="hd2"/>
                </a:cxn>
              </a:cxnLst>
              <a:rect l="0" t="0" r="r" b="b"/>
              <a:pathLst>
                <a:path w="21600" h="21600" extrusionOk="0">
                  <a:moveTo>
                    <a:pt x="21600" y="7033"/>
                  </a:moveTo>
                  <a:lnTo>
                    <a:pt x="19938" y="6530"/>
                  </a:lnTo>
                  <a:lnTo>
                    <a:pt x="19108" y="5526"/>
                  </a:lnTo>
                  <a:lnTo>
                    <a:pt x="16615" y="4019"/>
                  </a:lnTo>
                  <a:lnTo>
                    <a:pt x="14123" y="3014"/>
                  </a:lnTo>
                  <a:lnTo>
                    <a:pt x="9138" y="0"/>
                  </a:lnTo>
                  <a:lnTo>
                    <a:pt x="8308" y="502"/>
                  </a:lnTo>
                  <a:lnTo>
                    <a:pt x="6646" y="1005"/>
                  </a:lnTo>
                  <a:lnTo>
                    <a:pt x="5815" y="1005"/>
                  </a:lnTo>
                  <a:lnTo>
                    <a:pt x="4154" y="1507"/>
                  </a:lnTo>
                  <a:lnTo>
                    <a:pt x="4985" y="4521"/>
                  </a:lnTo>
                  <a:lnTo>
                    <a:pt x="831" y="5023"/>
                  </a:lnTo>
                  <a:lnTo>
                    <a:pt x="0" y="6530"/>
                  </a:lnTo>
                  <a:lnTo>
                    <a:pt x="0" y="9544"/>
                  </a:lnTo>
                  <a:lnTo>
                    <a:pt x="831" y="10047"/>
                  </a:lnTo>
                  <a:lnTo>
                    <a:pt x="831" y="10549"/>
                  </a:lnTo>
                  <a:lnTo>
                    <a:pt x="4154" y="14567"/>
                  </a:lnTo>
                  <a:lnTo>
                    <a:pt x="5815" y="14567"/>
                  </a:lnTo>
                  <a:lnTo>
                    <a:pt x="6646" y="15070"/>
                  </a:lnTo>
                  <a:lnTo>
                    <a:pt x="6646" y="15572"/>
                  </a:lnTo>
                  <a:lnTo>
                    <a:pt x="7477" y="16577"/>
                  </a:lnTo>
                  <a:lnTo>
                    <a:pt x="7477" y="18084"/>
                  </a:lnTo>
                  <a:lnTo>
                    <a:pt x="6646" y="18586"/>
                  </a:lnTo>
                  <a:lnTo>
                    <a:pt x="6646" y="21098"/>
                  </a:lnTo>
                  <a:lnTo>
                    <a:pt x="7477" y="21600"/>
                  </a:lnTo>
                  <a:lnTo>
                    <a:pt x="9969" y="21098"/>
                  </a:lnTo>
                  <a:lnTo>
                    <a:pt x="10800" y="21098"/>
                  </a:lnTo>
                  <a:lnTo>
                    <a:pt x="14954" y="20595"/>
                  </a:lnTo>
                  <a:lnTo>
                    <a:pt x="19108" y="20595"/>
                  </a:lnTo>
                  <a:lnTo>
                    <a:pt x="17446" y="19591"/>
                  </a:lnTo>
                  <a:lnTo>
                    <a:pt x="17446" y="18586"/>
                  </a:lnTo>
                  <a:lnTo>
                    <a:pt x="16615" y="16074"/>
                  </a:lnTo>
                  <a:lnTo>
                    <a:pt x="14954" y="15572"/>
                  </a:lnTo>
                  <a:lnTo>
                    <a:pt x="13292" y="13563"/>
                  </a:lnTo>
                  <a:lnTo>
                    <a:pt x="13292" y="11051"/>
                  </a:lnTo>
                  <a:lnTo>
                    <a:pt x="14123" y="10047"/>
                  </a:lnTo>
                  <a:lnTo>
                    <a:pt x="16615" y="10047"/>
                  </a:lnTo>
                  <a:lnTo>
                    <a:pt x="17446" y="10549"/>
                  </a:lnTo>
                  <a:lnTo>
                    <a:pt x="18277" y="10549"/>
                  </a:lnTo>
                  <a:lnTo>
                    <a:pt x="18277" y="10047"/>
                  </a:lnTo>
                  <a:lnTo>
                    <a:pt x="19108" y="9544"/>
                  </a:lnTo>
                  <a:lnTo>
                    <a:pt x="19108" y="9042"/>
                  </a:lnTo>
                  <a:lnTo>
                    <a:pt x="19938" y="8540"/>
                  </a:lnTo>
                  <a:lnTo>
                    <a:pt x="19938" y="8037"/>
                  </a:lnTo>
                  <a:lnTo>
                    <a:pt x="21600" y="7033"/>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385" name="Shape 385"/>
            <p:cNvSpPr/>
            <p:nvPr/>
          </p:nvSpPr>
          <p:spPr>
            <a:xfrm>
              <a:off x="17512478" y="7076040"/>
              <a:ext cx="196771" cy="239577"/>
            </a:xfrm>
            <a:custGeom>
              <a:avLst/>
              <a:gdLst/>
              <a:ahLst/>
              <a:cxnLst>
                <a:cxn ang="0">
                  <a:pos x="wd2" y="hd2"/>
                </a:cxn>
                <a:cxn ang="5400000">
                  <a:pos x="wd2" y="hd2"/>
                </a:cxn>
                <a:cxn ang="10800000">
                  <a:pos x="wd2" y="hd2"/>
                </a:cxn>
                <a:cxn ang="16200000">
                  <a:pos x="wd2" y="hd2"/>
                </a:cxn>
              </a:cxnLst>
              <a:rect l="0" t="0" r="r" b="b"/>
              <a:pathLst>
                <a:path w="21600" h="21600" extrusionOk="0">
                  <a:moveTo>
                    <a:pt x="9391" y="0"/>
                  </a:moveTo>
                  <a:lnTo>
                    <a:pt x="16904" y="3086"/>
                  </a:lnTo>
                  <a:lnTo>
                    <a:pt x="21600" y="3857"/>
                  </a:lnTo>
                  <a:lnTo>
                    <a:pt x="20661" y="6171"/>
                  </a:lnTo>
                  <a:lnTo>
                    <a:pt x="17843" y="8486"/>
                  </a:lnTo>
                  <a:lnTo>
                    <a:pt x="17843" y="9257"/>
                  </a:lnTo>
                  <a:lnTo>
                    <a:pt x="16904" y="10029"/>
                  </a:lnTo>
                  <a:lnTo>
                    <a:pt x="16904" y="10800"/>
                  </a:lnTo>
                  <a:lnTo>
                    <a:pt x="18783" y="12343"/>
                  </a:lnTo>
                  <a:lnTo>
                    <a:pt x="19722" y="13886"/>
                  </a:lnTo>
                  <a:lnTo>
                    <a:pt x="19722" y="14657"/>
                  </a:lnTo>
                  <a:lnTo>
                    <a:pt x="18783" y="16200"/>
                  </a:lnTo>
                  <a:lnTo>
                    <a:pt x="18783" y="19286"/>
                  </a:lnTo>
                  <a:lnTo>
                    <a:pt x="17843" y="20057"/>
                  </a:lnTo>
                  <a:lnTo>
                    <a:pt x="15965" y="20057"/>
                  </a:lnTo>
                  <a:lnTo>
                    <a:pt x="15026" y="19286"/>
                  </a:lnTo>
                  <a:lnTo>
                    <a:pt x="13148" y="19286"/>
                  </a:lnTo>
                  <a:lnTo>
                    <a:pt x="12209" y="20057"/>
                  </a:lnTo>
                  <a:lnTo>
                    <a:pt x="11270" y="20057"/>
                  </a:lnTo>
                  <a:lnTo>
                    <a:pt x="9391" y="19286"/>
                  </a:lnTo>
                  <a:lnTo>
                    <a:pt x="8452" y="20829"/>
                  </a:lnTo>
                  <a:lnTo>
                    <a:pt x="9391" y="21600"/>
                  </a:lnTo>
                  <a:lnTo>
                    <a:pt x="6574" y="20829"/>
                  </a:lnTo>
                  <a:lnTo>
                    <a:pt x="4696" y="19286"/>
                  </a:lnTo>
                  <a:lnTo>
                    <a:pt x="4696" y="17743"/>
                  </a:lnTo>
                  <a:lnTo>
                    <a:pt x="3757" y="13886"/>
                  </a:lnTo>
                  <a:lnTo>
                    <a:pt x="1878" y="13114"/>
                  </a:lnTo>
                  <a:lnTo>
                    <a:pt x="0" y="10029"/>
                  </a:lnTo>
                  <a:lnTo>
                    <a:pt x="0" y="6171"/>
                  </a:lnTo>
                  <a:lnTo>
                    <a:pt x="939" y="4629"/>
                  </a:lnTo>
                  <a:lnTo>
                    <a:pt x="3757" y="4629"/>
                  </a:lnTo>
                  <a:lnTo>
                    <a:pt x="4696" y="5400"/>
                  </a:lnTo>
                  <a:lnTo>
                    <a:pt x="5635" y="5400"/>
                  </a:lnTo>
                  <a:lnTo>
                    <a:pt x="5635" y="4629"/>
                  </a:lnTo>
                  <a:lnTo>
                    <a:pt x="6574" y="3857"/>
                  </a:lnTo>
                  <a:lnTo>
                    <a:pt x="6574" y="3086"/>
                  </a:lnTo>
                  <a:lnTo>
                    <a:pt x="7513" y="2314"/>
                  </a:lnTo>
                  <a:lnTo>
                    <a:pt x="7513" y="1543"/>
                  </a:lnTo>
                  <a:lnTo>
                    <a:pt x="9391" y="0"/>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386" name="Shape 386"/>
            <p:cNvSpPr/>
            <p:nvPr/>
          </p:nvSpPr>
          <p:spPr>
            <a:xfrm>
              <a:off x="17666472" y="7118822"/>
              <a:ext cx="196771" cy="179684"/>
            </a:xfrm>
            <a:custGeom>
              <a:avLst/>
              <a:gdLst/>
              <a:ahLst/>
              <a:cxnLst>
                <a:cxn ang="0">
                  <a:pos x="wd2" y="hd2"/>
                </a:cxn>
                <a:cxn ang="5400000">
                  <a:pos x="wd2" y="hd2"/>
                </a:cxn>
                <a:cxn ang="10800000">
                  <a:pos x="wd2" y="hd2"/>
                </a:cxn>
                <a:cxn ang="16200000">
                  <a:pos x="wd2" y="hd2"/>
                </a:cxn>
              </a:cxnLst>
              <a:rect l="0" t="0" r="r" b="b"/>
              <a:pathLst>
                <a:path w="21600" h="21600" extrusionOk="0">
                  <a:moveTo>
                    <a:pt x="21600" y="9257"/>
                  </a:moveTo>
                  <a:lnTo>
                    <a:pt x="17843" y="6171"/>
                  </a:lnTo>
                  <a:lnTo>
                    <a:pt x="15026" y="4114"/>
                  </a:lnTo>
                  <a:lnTo>
                    <a:pt x="9391" y="2057"/>
                  </a:lnTo>
                  <a:lnTo>
                    <a:pt x="4696" y="0"/>
                  </a:lnTo>
                  <a:lnTo>
                    <a:pt x="3757" y="1029"/>
                  </a:lnTo>
                  <a:lnTo>
                    <a:pt x="3757" y="3086"/>
                  </a:lnTo>
                  <a:lnTo>
                    <a:pt x="939" y="6171"/>
                  </a:lnTo>
                  <a:lnTo>
                    <a:pt x="939" y="7200"/>
                  </a:lnTo>
                  <a:lnTo>
                    <a:pt x="0" y="8229"/>
                  </a:lnTo>
                  <a:lnTo>
                    <a:pt x="0" y="9257"/>
                  </a:lnTo>
                  <a:lnTo>
                    <a:pt x="1878" y="11314"/>
                  </a:lnTo>
                  <a:lnTo>
                    <a:pt x="2817" y="13371"/>
                  </a:lnTo>
                  <a:lnTo>
                    <a:pt x="2817" y="14400"/>
                  </a:lnTo>
                  <a:lnTo>
                    <a:pt x="1878" y="16457"/>
                  </a:lnTo>
                  <a:lnTo>
                    <a:pt x="1878" y="20571"/>
                  </a:lnTo>
                  <a:lnTo>
                    <a:pt x="939" y="20571"/>
                  </a:lnTo>
                  <a:lnTo>
                    <a:pt x="939" y="21600"/>
                  </a:lnTo>
                  <a:lnTo>
                    <a:pt x="3757" y="21600"/>
                  </a:lnTo>
                  <a:lnTo>
                    <a:pt x="4696" y="20571"/>
                  </a:lnTo>
                  <a:lnTo>
                    <a:pt x="9391" y="20571"/>
                  </a:lnTo>
                  <a:lnTo>
                    <a:pt x="10330" y="21600"/>
                  </a:lnTo>
                  <a:lnTo>
                    <a:pt x="13148" y="21600"/>
                  </a:lnTo>
                  <a:lnTo>
                    <a:pt x="13148" y="20571"/>
                  </a:lnTo>
                  <a:lnTo>
                    <a:pt x="14087" y="19543"/>
                  </a:lnTo>
                  <a:lnTo>
                    <a:pt x="14087" y="18514"/>
                  </a:lnTo>
                  <a:lnTo>
                    <a:pt x="15965" y="14400"/>
                  </a:lnTo>
                  <a:lnTo>
                    <a:pt x="16904" y="13371"/>
                  </a:lnTo>
                  <a:lnTo>
                    <a:pt x="18783" y="13371"/>
                  </a:lnTo>
                  <a:lnTo>
                    <a:pt x="19722" y="11314"/>
                  </a:lnTo>
                  <a:lnTo>
                    <a:pt x="21600" y="9257"/>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387" name="Shape 387"/>
            <p:cNvSpPr/>
            <p:nvPr/>
          </p:nvSpPr>
          <p:spPr>
            <a:xfrm>
              <a:off x="16374637" y="6699564"/>
              <a:ext cx="633086" cy="1035311"/>
            </a:xfrm>
            <a:custGeom>
              <a:avLst/>
              <a:gdLst/>
              <a:ahLst/>
              <a:cxnLst>
                <a:cxn ang="0">
                  <a:pos x="wd2" y="hd2"/>
                </a:cxn>
                <a:cxn ang="5400000">
                  <a:pos x="wd2" y="hd2"/>
                </a:cxn>
                <a:cxn ang="10800000">
                  <a:pos x="wd2" y="hd2"/>
                </a:cxn>
                <a:cxn ang="16200000">
                  <a:pos x="wd2" y="hd2"/>
                </a:cxn>
              </a:cxnLst>
              <a:rect l="0" t="0" r="r" b="b"/>
              <a:pathLst>
                <a:path w="21600" h="21600" extrusionOk="0">
                  <a:moveTo>
                    <a:pt x="18097" y="17316"/>
                  </a:moveTo>
                  <a:lnTo>
                    <a:pt x="18389" y="17851"/>
                  </a:lnTo>
                  <a:lnTo>
                    <a:pt x="18681" y="18208"/>
                  </a:lnTo>
                  <a:lnTo>
                    <a:pt x="18681" y="18565"/>
                  </a:lnTo>
                  <a:lnTo>
                    <a:pt x="18389" y="18922"/>
                  </a:lnTo>
                  <a:lnTo>
                    <a:pt x="17222" y="21600"/>
                  </a:lnTo>
                  <a:lnTo>
                    <a:pt x="16930" y="21421"/>
                  </a:lnTo>
                  <a:lnTo>
                    <a:pt x="16638" y="21421"/>
                  </a:lnTo>
                  <a:lnTo>
                    <a:pt x="16346" y="21600"/>
                  </a:lnTo>
                  <a:lnTo>
                    <a:pt x="17222" y="20172"/>
                  </a:lnTo>
                  <a:lnTo>
                    <a:pt x="17222" y="19993"/>
                  </a:lnTo>
                  <a:lnTo>
                    <a:pt x="16638" y="19636"/>
                  </a:lnTo>
                  <a:lnTo>
                    <a:pt x="16054" y="19636"/>
                  </a:lnTo>
                  <a:lnTo>
                    <a:pt x="15470" y="19458"/>
                  </a:lnTo>
                  <a:lnTo>
                    <a:pt x="13135" y="19458"/>
                  </a:lnTo>
                  <a:lnTo>
                    <a:pt x="11968" y="19101"/>
                  </a:lnTo>
                  <a:lnTo>
                    <a:pt x="11968" y="18744"/>
                  </a:lnTo>
                  <a:lnTo>
                    <a:pt x="11676" y="18565"/>
                  </a:lnTo>
                  <a:lnTo>
                    <a:pt x="11676" y="18208"/>
                  </a:lnTo>
                  <a:lnTo>
                    <a:pt x="11384" y="17851"/>
                  </a:lnTo>
                  <a:lnTo>
                    <a:pt x="10508" y="17494"/>
                  </a:lnTo>
                  <a:lnTo>
                    <a:pt x="8757" y="17137"/>
                  </a:lnTo>
                  <a:lnTo>
                    <a:pt x="7589" y="16780"/>
                  </a:lnTo>
                  <a:lnTo>
                    <a:pt x="7297" y="16780"/>
                  </a:lnTo>
                  <a:lnTo>
                    <a:pt x="6714" y="16602"/>
                  </a:lnTo>
                  <a:lnTo>
                    <a:pt x="5838" y="16423"/>
                  </a:lnTo>
                  <a:lnTo>
                    <a:pt x="5254" y="16066"/>
                  </a:lnTo>
                  <a:lnTo>
                    <a:pt x="4670" y="15888"/>
                  </a:lnTo>
                  <a:lnTo>
                    <a:pt x="3795" y="15352"/>
                  </a:lnTo>
                  <a:lnTo>
                    <a:pt x="2043" y="14995"/>
                  </a:lnTo>
                  <a:lnTo>
                    <a:pt x="1459" y="14995"/>
                  </a:lnTo>
                  <a:lnTo>
                    <a:pt x="584" y="14817"/>
                  </a:lnTo>
                  <a:lnTo>
                    <a:pt x="0" y="14817"/>
                  </a:lnTo>
                  <a:lnTo>
                    <a:pt x="292" y="14460"/>
                  </a:lnTo>
                  <a:lnTo>
                    <a:pt x="1459" y="13745"/>
                  </a:lnTo>
                  <a:lnTo>
                    <a:pt x="2627" y="11603"/>
                  </a:lnTo>
                  <a:lnTo>
                    <a:pt x="2627" y="7140"/>
                  </a:lnTo>
                  <a:lnTo>
                    <a:pt x="2919" y="6605"/>
                  </a:lnTo>
                  <a:lnTo>
                    <a:pt x="2919" y="6248"/>
                  </a:lnTo>
                  <a:lnTo>
                    <a:pt x="2627" y="6069"/>
                  </a:lnTo>
                  <a:lnTo>
                    <a:pt x="2627" y="5891"/>
                  </a:lnTo>
                  <a:lnTo>
                    <a:pt x="2919" y="5534"/>
                  </a:lnTo>
                  <a:lnTo>
                    <a:pt x="2627" y="5177"/>
                  </a:lnTo>
                  <a:lnTo>
                    <a:pt x="2627" y="4998"/>
                  </a:lnTo>
                  <a:lnTo>
                    <a:pt x="2919" y="4998"/>
                  </a:lnTo>
                  <a:lnTo>
                    <a:pt x="2919" y="4820"/>
                  </a:lnTo>
                  <a:lnTo>
                    <a:pt x="4962" y="4463"/>
                  </a:lnTo>
                  <a:lnTo>
                    <a:pt x="6422" y="3035"/>
                  </a:lnTo>
                  <a:lnTo>
                    <a:pt x="7297" y="2142"/>
                  </a:lnTo>
                  <a:lnTo>
                    <a:pt x="9924" y="1964"/>
                  </a:lnTo>
                  <a:lnTo>
                    <a:pt x="11676" y="893"/>
                  </a:lnTo>
                  <a:lnTo>
                    <a:pt x="12259" y="714"/>
                  </a:lnTo>
                  <a:lnTo>
                    <a:pt x="13427" y="714"/>
                  </a:lnTo>
                  <a:lnTo>
                    <a:pt x="13719" y="536"/>
                  </a:lnTo>
                  <a:lnTo>
                    <a:pt x="14011" y="536"/>
                  </a:lnTo>
                  <a:lnTo>
                    <a:pt x="14303" y="357"/>
                  </a:lnTo>
                  <a:lnTo>
                    <a:pt x="14886" y="179"/>
                  </a:lnTo>
                  <a:lnTo>
                    <a:pt x="15470" y="179"/>
                  </a:lnTo>
                  <a:lnTo>
                    <a:pt x="16054" y="0"/>
                  </a:lnTo>
                  <a:lnTo>
                    <a:pt x="16638" y="0"/>
                  </a:lnTo>
                  <a:lnTo>
                    <a:pt x="16638" y="179"/>
                  </a:lnTo>
                  <a:lnTo>
                    <a:pt x="16930" y="179"/>
                  </a:lnTo>
                  <a:lnTo>
                    <a:pt x="16930" y="357"/>
                  </a:lnTo>
                  <a:lnTo>
                    <a:pt x="16638" y="357"/>
                  </a:lnTo>
                  <a:lnTo>
                    <a:pt x="16638" y="536"/>
                  </a:lnTo>
                  <a:lnTo>
                    <a:pt x="16346" y="536"/>
                  </a:lnTo>
                  <a:lnTo>
                    <a:pt x="16054" y="714"/>
                  </a:lnTo>
                  <a:lnTo>
                    <a:pt x="15470" y="893"/>
                  </a:lnTo>
                  <a:lnTo>
                    <a:pt x="14303" y="1607"/>
                  </a:lnTo>
                  <a:lnTo>
                    <a:pt x="14303" y="1785"/>
                  </a:lnTo>
                  <a:lnTo>
                    <a:pt x="13719" y="1785"/>
                  </a:lnTo>
                  <a:lnTo>
                    <a:pt x="13135" y="1964"/>
                  </a:lnTo>
                  <a:lnTo>
                    <a:pt x="12551" y="2321"/>
                  </a:lnTo>
                  <a:lnTo>
                    <a:pt x="11968" y="2499"/>
                  </a:lnTo>
                  <a:lnTo>
                    <a:pt x="11676" y="2856"/>
                  </a:lnTo>
                  <a:lnTo>
                    <a:pt x="11676" y="4284"/>
                  </a:lnTo>
                  <a:lnTo>
                    <a:pt x="11968" y="4463"/>
                  </a:lnTo>
                  <a:lnTo>
                    <a:pt x="11968" y="4641"/>
                  </a:lnTo>
                  <a:lnTo>
                    <a:pt x="12259" y="4998"/>
                  </a:lnTo>
                  <a:lnTo>
                    <a:pt x="12259" y="5355"/>
                  </a:lnTo>
                  <a:lnTo>
                    <a:pt x="11968" y="5534"/>
                  </a:lnTo>
                  <a:lnTo>
                    <a:pt x="11968" y="5891"/>
                  </a:lnTo>
                  <a:lnTo>
                    <a:pt x="11676" y="6248"/>
                  </a:lnTo>
                  <a:lnTo>
                    <a:pt x="11676" y="6605"/>
                  </a:lnTo>
                  <a:lnTo>
                    <a:pt x="11968" y="6962"/>
                  </a:lnTo>
                  <a:lnTo>
                    <a:pt x="11968" y="7319"/>
                  </a:lnTo>
                  <a:lnTo>
                    <a:pt x="12551" y="7676"/>
                  </a:lnTo>
                  <a:lnTo>
                    <a:pt x="13427" y="7855"/>
                  </a:lnTo>
                  <a:lnTo>
                    <a:pt x="18097" y="8212"/>
                  </a:lnTo>
                  <a:lnTo>
                    <a:pt x="18681" y="8926"/>
                  </a:lnTo>
                  <a:lnTo>
                    <a:pt x="20432" y="8926"/>
                  </a:lnTo>
                  <a:lnTo>
                    <a:pt x="20724" y="8747"/>
                  </a:lnTo>
                  <a:lnTo>
                    <a:pt x="21308" y="8747"/>
                  </a:lnTo>
                  <a:lnTo>
                    <a:pt x="21308" y="9283"/>
                  </a:lnTo>
                  <a:lnTo>
                    <a:pt x="20432" y="9818"/>
                  </a:lnTo>
                  <a:lnTo>
                    <a:pt x="20432" y="10175"/>
                  </a:lnTo>
                  <a:lnTo>
                    <a:pt x="20141" y="10532"/>
                  </a:lnTo>
                  <a:lnTo>
                    <a:pt x="20724" y="11603"/>
                  </a:lnTo>
                  <a:lnTo>
                    <a:pt x="21600" y="11960"/>
                  </a:lnTo>
                  <a:lnTo>
                    <a:pt x="20432" y="12674"/>
                  </a:lnTo>
                  <a:lnTo>
                    <a:pt x="20724" y="12674"/>
                  </a:lnTo>
                  <a:lnTo>
                    <a:pt x="20724" y="13031"/>
                  </a:lnTo>
                  <a:lnTo>
                    <a:pt x="21016" y="13388"/>
                  </a:lnTo>
                  <a:lnTo>
                    <a:pt x="21600" y="14460"/>
                  </a:lnTo>
                  <a:lnTo>
                    <a:pt x="21600" y="14817"/>
                  </a:lnTo>
                  <a:lnTo>
                    <a:pt x="21308" y="14817"/>
                  </a:lnTo>
                  <a:lnTo>
                    <a:pt x="21308" y="14638"/>
                  </a:lnTo>
                  <a:lnTo>
                    <a:pt x="20724" y="13924"/>
                  </a:lnTo>
                  <a:lnTo>
                    <a:pt x="17222" y="14281"/>
                  </a:lnTo>
                  <a:lnTo>
                    <a:pt x="17514" y="14995"/>
                  </a:lnTo>
                  <a:lnTo>
                    <a:pt x="18389" y="14995"/>
                  </a:lnTo>
                  <a:lnTo>
                    <a:pt x="18973" y="15888"/>
                  </a:lnTo>
                  <a:lnTo>
                    <a:pt x="18681" y="15888"/>
                  </a:lnTo>
                  <a:lnTo>
                    <a:pt x="18389" y="15709"/>
                  </a:lnTo>
                  <a:lnTo>
                    <a:pt x="18097" y="15709"/>
                  </a:lnTo>
                  <a:lnTo>
                    <a:pt x="17805" y="15531"/>
                  </a:lnTo>
                  <a:lnTo>
                    <a:pt x="17514" y="15531"/>
                  </a:lnTo>
                  <a:lnTo>
                    <a:pt x="17514" y="16602"/>
                  </a:lnTo>
                  <a:lnTo>
                    <a:pt x="17805" y="16780"/>
                  </a:lnTo>
                  <a:lnTo>
                    <a:pt x="18097" y="17316"/>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388" name="Shape 388"/>
            <p:cNvSpPr/>
            <p:nvPr/>
          </p:nvSpPr>
          <p:spPr>
            <a:xfrm>
              <a:off x="16203534" y="7409736"/>
              <a:ext cx="342210" cy="359366"/>
            </a:xfrm>
            <a:custGeom>
              <a:avLst/>
              <a:gdLst/>
              <a:ahLst/>
              <a:cxnLst>
                <a:cxn ang="0">
                  <a:pos x="wd2" y="hd2"/>
                </a:cxn>
                <a:cxn ang="5400000">
                  <a:pos x="wd2" y="hd2"/>
                </a:cxn>
                <a:cxn ang="10800000">
                  <a:pos x="wd2" y="hd2"/>
                </a:cxn>
                <a:cxn ang="16200000">
                  <a:pos x="wd2" y="hd2"/>
                </a:cxn>
              </a:cxnLst>
              <a:rect l="0" t="0" r="r" b="b"/>
              <a:pathLst>
                <a:path w="21600" h="21600" extrusionOk="0">
                  <a:moveTo>
                    <a:pt x="2700" y="20571"/>
                  </a:moveTo>
                  <a:lnTo>
                    <a:pt x="2700" y="19029"/>
                  </a:lnTo>
                  <a:lnTo>
                    <a:pt x="1620" y="19029"/>
                  </a:lnTo>
                  <a:lnTo>
                    <a:pt x="0" y="17486"/>
                  </a:lnTo>
                  <a:lnTo>
                    <a:pt x="0" y="16971"/>
                  </a:lnTo>
                  <a:lnTo>
                    <a:pt x="1620" y="13886"/>
                  </a:lnTo>
                  <a:lnTo>
                    <a:pt x="3780" y="11314"/>
                  </a:lnTo>
                  <a:lnTo>
                    <a:pt x="6480" y="9257"/>
                  </a:lnTo>
                  <a:lnTo>
                    <a:pt x="7560" y="8743"/>
                  </a:lnTo>
                  <a:lnTo>
                    <a:pt x="8100" y="5657"/>
                  </a:lnTo>
                  <a:lnTo>
                    <a:pt x="9180" y="4629"/>
                  </a:lnTo>
                  <a:lnTo>
                    <a:pt x="9720" y="4629"/>
                  </a:lnTo>
                  <a:lnTo>
                    <a:pt x="10260" y="4114"/>
                  </a:lnTo>
                  <a:lnTo>
                    <a:pt x="10260" y="1543"/>
                  </a:lnTo>
                  <a:lnTo>
                    <a:pt x="10800" y="514"/>
                  </a:lnTo>
                  <a:lnTo>
                    <a:pt x="10800" y="0"/>
                  </a:lnTo>
                  <a:lnTo>
                    <a:pt x="11880" y="0"/>
                  </a:lnTo>
                  <a:lnTo>
                    <a:pt x="13500" y="514"/>
                  </a:lnTo>
                  <a:lnTo>
                    <a:pt x="14580" y="514"/>
                  </a:lnTo>
                  <a:lnTo>
                    <a:pt x="17820" y="1543"/>
                  </a:lnTo>
                  <a:lnTo>
                    <a:pt x="18360" y="1543"/>
                  </a:lnTo>
                  <a:lnTo>
                    <a:pt x="18900" y="2571"/>
                  </a:lnTo>
                  <a:lnTo>
                    <a:pt x="19980" y="3086"/>
                  </a:lnTo>
                  <a:lnTo>
                    <a:pt x="21060" y="4114"/>
                  </a:lnTo>
                  <a:lnTo>
                    <a:pt x="21060" y="6171"/>
                  </a:lnTo>
                  <a:lnTo>
                    <a:pt x="21600" y="6686"/>
                  </a:lnTo>
                  <a:lnTo>
                    <a:pt x="21600" y="7714"/>
                  </a:lnTo>
                  <a:lnTo>
                    <a:pt x="21060" y="8743"/>
                  </a:lnTo>
                  <a:lnTo>
                    <a:pt x="19980" y="11314"/>
                  </a:lnTo>
                  <a:lnTo>
                    <a:pt x="17820" y="13371"/>
                  </a:lnTo>
                  <a:lnTo>
                    <a:pt x="15120" y="15429"/>
                  </a:lnTo>
                  <a:lnTo>
                    <a:pt x="11880" y="16457"/>
                  </a:lnTo>
                  <a:lnTo>
                    <a:pt x="11340" y="16457"/>
                  </a:lnTo>
                  <a:lnTo>
                    <a:pt x="10800" y="16971"/>
                  </a:lnTo>
                  <a:lnTo>
                    <a:pt x="10260" y="18000"/>
                  </a:lnTo>
                  <a:lnTo>
                    <a:pt x="9720" y="18514"/>
                  </a:lnTo>
                  <a:lnTo>
                    <a:pt x="9720" y="19543"/>
                  </a:lnTo>
                  <a:lnTo>
                    <a:pt x="8640" y="20571"/>
                  </a:lnTo>
                  <a:lnTo>
                    <a:pt x="8640" y="21086"/>
                  </a:lnTo>
                  <a:lnTo>
                    <a:pt x="8100" y="21600"/>
                  </a:lnTo>
                  <a:lnTo>
                    <a:pt x="6480" y="21600"/>
                  </a:lnTo>
                  <a:lnTo>
                    <a:pt x="5940" y="21086"/>
                  </a:lnTo>
                  <a:lnTo>
                    <a:pt x="3240" y="21086"/>
                  </a:lnTo>
                  <a:lnTo>
                    <a:pt x="2700" y="20571"/>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389" name="Shape 389"/>
            <p:cNvSpPr/>
            <p:nvPr/>
          </p:nvSpPr>
          <p:spPr>
            <a:xfrm>
              <a:off x="16674069" y="8864303"/>
              <a:ext cx="1146398" cy="2823572"/>
            </a:xfrm>
            <a:custGeom>
              <a:avLst/>
              <a:gdLst/>
              <a:ahLst/>
              <a:cxnLst>
                <a:cxn ang="0">
                  <a:pos x="wd2" y="hd2"/>
                </a:cxn>
                <a:cxn ang="5400000">
                  <a:pos x="wd2" y="hd2"/>
                </a:cxn>
                <a:cxn ang="10800000">
                  <a:pos x="wd2" y="hd2"/>
                </a:cxn>
                <a:cxn ang="16200000">
                  <a:pos x="wd2" y="hd2"/>
                </a:cxn>
              </a:cxnLst>
              <a:rect l="0" t="0" r="r" b="b"/>
              <a:pathLst>
                <a:path w="21600" h="21600" extrusionOk="0">
                  <a:moveTo>
                    <a:pt x="6609" y="589"/>
                  </a:moveTo>
                  <a:lnTo>
                    <a:pt x="6609" y="1178"/>
                  </a:lnTo>
                  <a:lnTo>
                    <a:pt x="6448" y="1178"/>
                  </a:lnTo>
                  <a:lnTo>
                    <a:pt x="5803" y="1440"/>
                  </a:lnTo>
                  <a:lnTo>
                    <a:pt x="5642" y="1636"/>
                  </a:lnTo>
                  <a:lnTo>
                    <a:pt x="5481" y="1898"/>
                  </a:lnTo>
                  <a:lnTo>
                    <a:pt x="4997" y="2291"/>
                  </a:lnTo>
                  <a:lnTo>
                    <a:pt x="4513" y="2618"/>
                  </a:lnTo>
                  <a:lnTo>
                    <a:pt x="4191" y="2945"/>
                  </a:lnTo>
                  <a:lnTo>
                    <a:pt x="4030" y="3207"/>
                  </a:lnTo>
                  <a:lnTo>
                    <a:pt x="3869" y="3404"/>
                  </a:lnTo>
                  <a:lnTo>
                    <a:pt x="3869" y="3665"/>
                  </a:lnTo>
                  <a:lnTo>
                    <a:pt x="3707" y="4124"/>
                  </a:lnTo>
                  <a:lnTo>
                    <a:pt x="3869" y="4713"/>
                  </a:lnTo>
                  <a:lnTo>
                    <a:pt x="3707" y="7658"/>
                  </a:lnTo>
                  <a:lnTo>
                    <a:pt x="3707" y="7724"/>
                  </a:lnTo>
                  <a:lnTo>
                    <a:pt x="3224" y="7920"/>
                  </a:lnTo>
                  <a:lnTo>
                    <a:pt x="3063" y="8051"/>
                  </a:lnTo>
                  <a:lnTo>
                    <a:pt x="2740" y="8182"/>
                  </a:lnTo>
                  <a:lnTo>
                    <a:pt x="2579" y="8378"/>
                  </a:lnTo>
                  <a:lnTo>
                    <a:pt x="2418" y="8509"/>
                  </a:lnTo>
                  <a:lnTo>
                    <a:pt x="2257" y="8575"/>
                  </a:lnTo>
                  <a:lnTo>
                    <a:pt x="1934" y="9164"/>
                  </a:lnTo>
                  <a:lnTo>
                    <a:pt x="1773" y="9229"/>
                  </a:lnTo>
                  <a:lnTo>
                    <a:pt x="1773" y="9295"/>
                  </a:lnTo>
                  <a:lnTo>
                    <a:pt x="1934" y="9556"/>
                  </a:lnTo>
                  <a:lnTo>
                    <a:pt x="1773" y="9884"/>
                  </a:lnTo>
                  <a:lnTo>
                    <a:pt x="1934" y="10145"/>
                  </a:lnTo>
                  <a:lnTo>
                    <a:pt x="1773" y="10538"/>
                  </a:lnTo>
                  <a:lnTo>
                    <a:pt x="1451" y="10604"/>
                  </a:lnTo>
                  <a:lnTo>
                    <a:pt x="1451" y="10865"/>
                  </a:lnTo>
                  <a:lnTo>
                    <a:pt x="1612" y="10865"/>
                  </a:lnTo>
                  <a:lnTo>
                    <a:pt x="1612" y="12240"/>
                  </a:lnTo>
                  <a:lnTo>
                    <a:pt x="1451" y="12371"/>
                  </a:lnTo>
                  <a:lnTo>
                    <a:pt x="1451" y="12567"/>
                  </a:lnTo>
                  <a:lnTo>
                    <a:pt x="1612" y="12633"/>
                  </a:lnTo>
                  <a:lnTo>
                    <a:pt x="1612" y="12698"/>
                  </a:lnTo>
                  <a:lnTo>
                    <a:pt x="1773" y="12764"/>
                  </a:lnTo>
                  <a:lnTo>
                    <a:pt x="1773" y="13745"/>
                  </a:lnTo>
                  <a:lnTo>
                    <a:pt x="1612" y="14007"/>
                  </a:lnTo>
                  <a:lnTo>
                    <a:pt x="1612" y="14073"/>
                  </a:lnTo>
                  <a:lnTo>
                    <a:pt x="1290" y="14138"/>
                  </a:lnTo>
                  <a:lnTo>
                    <a:pt x="484" y="14465"/>
                  </a:lnTo>
                  <a:lnTo>
                    <a:pt x="322" y="14596"/>
                  </a:lnTo>
                  <a:lnTo>
                    <a:pt x="161" y="14793"/>
                  </a:lnTo>
                  <a:lnTo>
                    <a:pt x="161" y="17345"/>
                  </a:lnTo>
                  <a:lnTo>
                    <a:pt x="0" y="17411"/>
                  </a:lnTo>
                  <a:lnTo>
                    <a:pt x="0" y="17542"/>
                  </a:lnTo>
                  <a:lnTo>
                    <a:pt x="161" y="17738"/>
                  </a:lnTo>
                  <a:lnTo>
                    <a:pt x="161" y="18131"/>
                  </a:lnTo>
                  <a:lnTo>
                    <a:pt x="1128" y="18589"/>
                  </a:lnTo>
                  <a:lnTo>
                    <a:pt x="4352" y="18589"/>
                  </a:lnTo>
                  <a:lnTo>
                    <a:pt x="4352" y="18982"/>
                  </a:lnTo>
                  <a:lnTo>
                    <a:pt x="4513" y="19244"/>
                  </a:lnTo>
                  <a:lnTo>
                    <a:pt x="4513" y="20029"/>
                  </a:lnTo>
                  <a:lnTo>
                    <a:pt x="4836" y="20880"/>
                  </a:lnTo>
                  <a:lnTo>
                    <a:pt x="8060" y="20945"/>
                  </a:lnTo>
                  <a:lnTo>
                    <a:pt x="9188" y="21600"/>
                  </a:lnTo>
                  <a:lnTo>
                    <a:pt x="9510" y="21207"/>
                  </a:lnTo>
                  <a:lnTo>
                    <a:pt x="9510" y="20880"/>
                  </a:lnTo>
                  <a:lnTo>
                    <a:pt x="8543" y="20422"/>
                  </a:lnTo>
                  <a:lnTo>
                    <a:pt x="7576" y="20095"/>
                  </a:lnTo>
                  <a:lnTo>
                    <a:pt x="7415" y="20160"/>
                  </a:lnTo>
                  <a:lnTo>
                    <a:pt x="6609" y="20160"/>
                  </a:lnTo>
                  <a:lnTo>
                    <a:pt x="5964" y="20029"/>
                  </a:lnTo>
                  <a:lnTo>
                    <a:pt x="5319" y="19767"/>
                  </a:lnTo>
                  <a:lnTo>
                    <a:pt x="4836" y="19309"/>
                  </a:lnTo>
                  <a:lnTo>
                    <a:pt x="4513" y="18589"/>
                  </a:lnTo>
                  <a:lnTo>
                    <a:pt x="4513" y="18458"/>
                  </a:lnTo>
                  <a:lnTo>
                    <a:pt x="4191" y="17804"/>
                  </a:lnTo>
                  <a:lnTo>
                    <a:pt x="4352" y="17476"/>
                  </a:lnTo>
                  <a:lnTo>
                    <a:pt x="4997" y="17215"/>
                  </a:lnTo>
                  <a:lnTo>
                    <a:pt x="5964" y="16625"/>
                  </a:lnTo>
                  <a:lnTo>
                    <a:pt x="6287" y="16560"/>
                  </a:lnTo>
                  <a:lnTo>
                    <a:pt x="6448" y="16429"/>
                  </a:lnTo>
                  <a:lnTo>
                    <a:pt x="6770" y="16364"/>
                  </a:lnTo>
                  <a:lnTo>
                    <a:pt x="7576" y="16036"/>
                  </a:lnTo>
                  <a:lnTo>
                    <a:pt x="7576" y="15840"/>
                  </a:lnTo>
                  <a:lnTo>
                    <a:pt x="7737" y="15775"/>
                  </a:lnTo>
                  <a:lnTo>
                    <a:pt x="7737" y="15251"/>
                  </a:lnTo>
                  <a:lnTo>
                    <a:pt x="7576" y="15120"/>
                  </a:lnTo>
                  <a:lnTo>
                    <a:pt x="6609" y="14924"/>
                  </a:lnTo>
                  <a:lnTo>
                    <a:pt x="6287" y="14793"/>
                  </a:lnTo>
                  <a:lnTo>
                    <a:pt x="5964" y="14531"/>
                  </a:lnTo>
                  <a:lnTo>
                    <a:pt x="5964" y="14138"/>
                  </a:lnTo>
                  <a:lnTo>
                    <a:pt x="6125" y="14007"/>
                  </a:lnTo>
                  <a:lnTo>
                    <a:pt x="6287" y="13942"/>
                  </a:lnTo>
                  <a:lnTo>
                    <a:pt x="6609" y="13876"/>
                  </a:lnTo>
                  <a:lnTo>
                    <a:pt x="7093" y="13876"/>
                  </a:lnTo>
                  <a:lnTo>
                    <a:pt x="8382" y="13156"/>
                  </a:lnTo>
                  <a:lnTo>
                    <a:pt x="9027" y="12502"/>
                  </a:lnTo>
                  <a:lnTo>
                    <a:pt x="9027" y="12109"/>
                  </a:lnTo>
                  <a:lnTo>
                    <a:pt x="9994" y="12044"/>
                  </a:lnTo>
                  <a:lnTo>
                    <a:pt x="9994" y="11585"/>
                  </a:lnTo>
                  <a:lnTo>
                    <a:pt x="9027" y="11389"/>
                  </a:lnTo>
                  <a:lnTo>
                    <a:pt x="9027" y="11324"/>
                  </a:lnTo>
                  <a:lnTo>
                    <a:pt x="8866" y="11258"/>
                  </a:lnTo>
                  <a:lnTo>
                    <a:pt x="8866" y="10996"/>
                  </a:lnTo>
                  <a:lnTo>
                    <a:pt x="9188" y="10865"/>
                  </a:lnTo>
                  <a:lnTo>
                    <a:pt x="9510" y="10865"/>
                  </a:lnTo>
                  <a:lnTo>
                    <a:pt x="11122" y="10931"/>
                  </a:lnTo>
                  <a:lnTo>
                    <a:pt x="11445" y="10276"/>
                  </a:lnTo>
                  <a:lnTo>
                    <a:pt x="11445" y="10211"/>
                  </a:lnTo>
                  <a:lnTo>
                    <a:pt x="11606" y="10145"/>
                  </a:lnTo>
                  <a:lnTo>
                    <a:pt x="11606" y="10015"/>
                  </a:lnTo>
                  <a:lnTo>
                    <a:pt x="11928" y="9818"/>
                  </a:lnTo>
                  <a:lnTo>
                    <a:pt x="12090" y="9687"/>
                  </a:lnTo>
                  <a:lnTo>
                    <a:pt x="12412" y="9622"/>
                  </a:lnTo>
                  <a:lnTo>
                    <a:pt x="12896" y="9556"/>
                  </a:lnTo>
                  <a:lnTo>
                    <a:pt x="13218" y="9622"/>
                  </a:lnTo>
                  <a:lnTo>
                    <a:pt x="14830" y="9622"/>
                  </a:lnTo>
                  <a:lnTo>
                    <a:pt x="15958" y="9491"/>
                  </a:lnTo>
                  <a:lnTo>
                    <a:pt x="16925" y="9229"/>
                  </a:lnTo>
                  <a:lnTo>
                    <a:pt x="17731" y="8575"/>
                  </a:lnTo>
                  <a:lnTo>
                    <a:pt x="17731" y="8378"/>
                  </a:lnTo>
                  <a:lnTo>
                    <a:pt x="17570" y="8182"/>
                  </a:lnTo>
                  <a:lnTo>
                    <a:pt x="17248" y="7658"/>
                  </a:lnTo>
                  <a:lnTo>
                    <a:pt x="16764" y="7135"/>
                  </a:lnTo>
                  <a:lnTo>
                    <a:pt x="16603" y="7069"/>
                  </a:lnTo>
                  <a:lnTo>
                    <a:pt x="16603" y="7004"/>
                  </a:lnTo>
                  <a:lnTo>
                    <a:pt x="16119" y="6611"/>
                  </a:lnTo>
                  <a:lnTo>
                    <a:pt x="16119" y="6415"/>
                  </a:lnTo>
                  <a:lnTo>
                    <a:pt x="16281" y="6349"/>
                  </a:lnTo>
                  <a:lnTo>
                    <a:pt x="16281" y="6218"/>
                  </a:lnTo>
                  <a:lnTo>
                    <a:pt x="16119" y="5891"/>
                  </a:lnTo>
                  <a:lnTo>
                    <a:pt x="16119" y="5171"/>
                  </a:lnTo>
                  <a:lnTo>
                    <a:pt x="16281" y="4975"/>
                  </a:lnTo>
                  <a:lnTo>
                    <a:pt x="17248" y="4385"/>
                  </a:lnTo>
                  <a:lnTo>
                    <a:pt x="17248" y="4189"/>
                  </a:lnTo>
                  <a:lnTo>
                    <a:pt x="17570" y="4058"/>
                  </a:lnTo>
                  <a:lnTo>
                    <a:pt x="17731" y="3927"/>
                  </a:lnTo>
                  <a:lnTo>
                    <a:pt x="18537" y="3600"/>
                  </a:lnTo>
                  <a:lnTo>
                    <a:pt x="19827" y="3207"/>
                  </a:lnTo>
                  <a:lnTo>
                    <a:pt x="20472" y="2945"/>
                  </a:lnTo>
                  <a:lnTo>
                    <a:pt x="21116" y="2749"/>
                  </a:lnTo>
                  <a:lnTo>
                    <a:pt x="21278" y="2684"/>
                  </a:lnTo>
                  <a:lnTo>
                    <a:pt x="21439" y="2487"/>
                  </a:lnTo>
                  <a:lnTo>
                    <a:pt x="21600" y="2356"/>
                  </a:lnTo>
                  <a:lnTo>
                    <a:pt x="21600" y="2095"/>
                  </a:lnTo>
                  <a:lnTo>
                    <a:pt x="21439" y="2029"/>
                  </a:lnTo>
                  <a:lnTo>
                    <a:pt x="21116" y="2029"/>
                  </a:lnTo>
                  <a:lnTo>
                    <a:pt x="21116" y="1964"/>
                  </a:lnTo>
                  <a:lnTo>
                    <a:pt x="20794" y="1964"/>
                  </a:lnTo>
                  <a:lnTo>
                    <a:pt x="20794" y="1833"/>
                  </a:lnTo>
                  <a:lnTo>
                    <a:pt x="20955" y="1833"/>
                  </a:lnTo>
                  <a:lnTo>
                    <a:pt x="20310" y="1898"/>
                  </a:lnTo>
                  <a:lnTo>
                    <a:pt x="20310" y="1964"/>
                  </a:lnTo>
                  <a:lnTo>
                    <a:pt x="20149" y="2160"/>
                  </a:lnTo>
                  <a:lnTo>
                    <a:pt x="20149" y="2422"/>
                  </a:lnTo>
                  <a:lnTo>
                    <a:pt x="19827" y="2684"/>
                  </a:lnTo>
                  <a:lnTo>
                    <a:pt x="19827" y="2880"/>
                  </a:lnTo>
                  <a:lnTo>
                    <a:pt x="15636" y="2880"/>
                  </a:lnTo>
                  <a:lnTo>
                    <a:pt x="16925" y="1702"/>
                  </a:lnTo>
                  <a:lnTo>
                    <a:pt x="14185" y="1113"/>
                  </a:lnTo>
                  <a:lnTo>
                    <a:pt x="13701" y="916"/>
                  </a:lnTo>
                  <a:lnTo>
                    <a:pt x="12412" y="720"/>
                  </a:lnTo>
                  <a:lnTo>
                    <a:pt x="11767" y="589"/>
                  </a:lnTo>
                  <a:lnTo>
                    <a:pt x="11606" y="524"/>
                  </a:lnTo>
                  <a:lnTo>
                    <a:pt x="11606" y="196"/>
                  </a:lnTo>
                  <a:lnTo>
                    <a:pt x="11284" y="65"/>
                  </a:lnTo>
                  <a:lnTo>
                    <a:pt x="11122" y="65"/>
                  </a:lnTo>
                  <a:lnTo>
                    <a:pt x="10800" y="0"/>
                  </a:lnTo>
                  <a:lnTo>
                    <a:pt x="10478" y="131"/>
                  </a:lnTo>
                  <a:lnTo>
                    <a:pt x="9672" y="524"/>
                  </a:lnTo>
                  <a:lnTo>
                    <a:pt x="9672" y="393"/>
                  </a:lnTo>
                  <a:lnTo>
                    <a:pt x="9510" y="262"/>
                  </a:lnTo>
                  <a:lnTo>
                    <a:pt x="9188" y="131"/>
                  </a:lnTo>
                  <a:lnTo>
                    <a:pt x="8704" y="131"/>
                  </a:lnTo>
                  <a:lnTo>
                    <a:pt x="7576" y="0"/>
                  </a:lnTo>
                  <a:lnTo>
                    <a:pt x="7576" y="65"/>
                  </a:lnTo>
                  <a:lnTo>
                    <a:pt x="7254" y="327"/>
                  </a:lnTo>
                  <a:lnTo>
                    <a:pt x="6609" y="589"/>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390" name="Shape 390"/>
            <p:cNvSpPr/>
            <p:nvPr/>
          </p:nvSpPr>
          <p:spPr>
            <a:xfrm>
              <a:off x="16656958" y="7195828"/>
              <a:ext cx="2275682" cy="2447098"/>
            </a:xfrm>
            <a:custGeom>
              <a:avLst/>
              <a:gdLst/>
              <a:ahLst/>
              <a:cxnLst>
                <a:cxn ang="0">
                  <a:pos x="wd2" y="hd2"/>
                </a:cxn>
                <a:cxn ang="5400000">
                  <a:pos x="wd2" y="hd2"/>
                </a:cxn>
                <a:cxn ang="10800000">
                  <a:pos x="wd2" y="hd2"/>
                </a:cxn>
                <a:cxn ang="16200000">
                  <a:pos x="wd2" y="hd2"/>
                </a:cxn>
              </a:cxnLst>
              <a:rect l="0" t="0" r="r" b="b"/>
              <a:pathLst>
                <a:path w="21600" h="21600" extrusionOk="0">
                  <a:moveTo>
                    <a:pt x="11774" y="21222"/>
                  </a:moveTo>
                  <a:lnTo>
                    <a:pt x="11856" y="20996"/>
                  </a:lnTo>
                  <a:lnTo>
                    <a:pt x="12018" y="20694"/>
                  </a:lnTo>
                  <a:lnTo>
                    <a:pt x="12343" y="20241"/>
                  </a:lnTo>
                  <a:lnTo>
                    <a:pt x="12749" y="19561"/>
                  </a:lnTo>
                  <a:lnTo>
                    <a:pt x="13155" y="18579"/>
                  </a:lnTo>
                  <a:lnTo>
                    <a:pt x="13642" y="17295"/>
                  </a:lnTo>
                  <a:lnTo>
                    <a:pt x="14373" y="16615"/>
                  </a:lnTo>
                  <a:lnTo>
                    <a:pt x="15023" y="16087"/>
                  </a:lnTo>
                  <a:lnTo>
                    <a:pt x="15916" y="15634"/>
                  </a:lnTo>
                  <a:lnTo>
                    <a:pt x="16890" y="15331"/>
                  </a:lnTo>
                  <a:lnTo>
                    <a:pt x="16971" y="15256"/>
                  </a:lnTo>
                  <a:lnTo>
                    <a:pt x="17296" y="15105"/>
                  </a:lnTo>
                  <a:lnTo>
                    <a:pt x="17621" y="14878"/>
                  </a:lnTo>
                  <a:lnTo>
                    <a:pt x="18108" y="14425"/>
                  </a:lnTo>
                  <a:lnTo>
                    <a:pt x="18514" y="13821"/>
                  </a:lnTo>
                  <a:lnTo>
                    <a:pt x="18920" y="12990"/>
                  </a:lnTo>
                  <a:lnTo>
                    <a:pt x="19164" y="12008"/>
                  </a:lnTo>
                  <a:lnTo>
                    <a:pt x="19245" y="10724"/>
                  </a:lnTo>
                  <a:lnTo>
                    <a:pt x="20869" y="8157"/>
                  </a:lnTo>
                  <a:lnTo>
                    <a:pt x="20950" y="8081"/>
                  </a:lnTo>
                  <a:lnTo>
                    <a:pt x="21275" y="7703"/>
                  </a:lnTo>
                  <a:lnTo>
                    <a:pt x="21519" y="7175"/>
                  </a:lnTo>
                  <a:lnTo>
                    <a:pt x="21600" y="6420"/>
                  </a:lnTo>
                  <a:lnTo>
                    <a:pt x="21600" y="5815"/>
                  </a:lnTo>
                  <a:lnTo>
                    <a:pt x="21438" y="5513"/>
                  </a:lnTo>
                  <a:lnTo>
                    <a:pt x="21032" y="5211"/>
                  </a:lnTo>
                  <a:lnTo>
                    <a:pt x="20382" y="4985"/>
                  </a:lnTo>
                  <a:lnTo>
                    <a:pt x="20220" y="4909"/>
                  </a:lnTo>
                  <a:lnTo>
                    <a:pt x="19895" y="4683"/>
                  </a:lnTo>
                  <a:lnTo>
                    <a:pt x="19408" y="4380"/>
                  </a:lnTo>
                  <a:lnTo>
                    <a:pt x="18839" y="4154"/>
                  </a:lnTo>
                  <a:lnTo>
                    <a:pt x="18189" y="4154"/>
                  </a:lnTo>
                  <a:lnTo>
                    <a:pt x="16159" y="3550"/>
                  </a:lnTo>
                  <a:lnTo>
                    <a:pt x="15997" y="3474"/>
                  </a:lnTo>
                  <a:lnTo>
                    <a:pt x="15835" y="3550"/>
                  </a:lnTo>
                  <a:lnTo>
                    <a:pt x="15672" y="3550"/>
                  </a:lnTo>
                  <a:lnTo>
                    <a:pt x="15510" y="3625"/>
                  </a:lnTo>
                  <a:lnTo>
                    <a:pt x="15429" y="3701"/>
                  </a:lnTo>
                  <a:lnTo>
                    <a:pt x="15347" y="3701"/>
                  </a:lnTo>
                  <a:lnTo>
                    <a:pt x="15510" y="3399"/>
                  </a:lnTo>
                  <a:lnTo>
                    <a:pt x="15510" y="3248"/>
                  </a:lnTo>
                  <a:lnTo>
                    <a:pt x="15591" y="3097"/>
                  </a:lnTo>
                  <a:lnTo>
                    <a:pt x="15591" y="3021"/>
                  </a:lnTo>
                  <a:lnTo>
                    <a:pt x="15429" y="2870"/>
                  </a:lnTo>
                  <a:lnTo>
                    <a:pt x="14698" y="2870"/>
                  </a:lnTo>
                  <a:lnTo>
                    <a:pt x="14535" y="2794"/>
                  </a:lnTo>
                  <a:lnTo>
                    <a:pt x="14292" y="2794"/>
                  </a:lnTo>
                  <a:lnTo>
                    <a:pt x="14048" y="2719"/>
                  </a:lnTo>
                  <a:lnTo>
                    <a:pt x="13398" y="2719"/>
                  </a:lnTo>
                  <a:lnTo>
                    <a:pt x="13155" y="2870"/>
                  </a:lnTo>
                  <a:lnTo>
                    <a:pt x="12911" y="2945"/>
                  </a:lnTo>
                  <a:lnTo>
                    <a:pt x="12424" y="3172"/>
                  </a:lnTo>
                  <a:lnTo>
                    <a:pt x="12099" y="3399"/>
                  </a:lnTo>
                  <a:lnTo>
                    <a:pt x="11612" y="3701"/>
                  </a:lnTo>
                  <a:lnTo>
                    <a:pt x="11287" y="3701"/>
                  </a:lnTo>
                  <a:lnTo>
                    <a:pt x="11612" y="3550"/>
                  </a:lnTo>
                  <a:lnTo>
                    <a:pt x="11774" y="3399"/>
                  </a:lnTo>
                  <a:lnTo>
                    <a:pt x="11856" y="3248"/>
                  </a:lnTo>
                  <a:lnTo>
                    <a:pt x="12099" y="3021"/>
                  </a:lnTo>
                  <a:lnTo>
                    <a:pt x="12180" y="2870"/>
                  </a:lnTo>
                  <a:lnTo>
                    <a:pt x="12505" y="2568"/>
                  </a:lnTo>
                  <a:lnTo>
                    <a:pt x="12668" y="2492"/>
                  </a:lnTo>
                  <a:lnTo>
                    <a:pt x="12830" y="2341"/>
                  </a:lnTo>
                  <a:lnTo>
                    <a:pt x="12992" y="2115"/>
                  </a:lnTo>
                  <a:lnTo>
                    <a:pt x="13074" y="1888"/>
                  </a:lnTo>
                  <a:lnTo>
                    <a:pt x="13074" y="1737"/>
                  </a:lnTo>
                  <a:lnTo>
                    <a:pt x="12668" y="982"/>
                  </a:lnTo>
                  <a:lnTo>
                    <a:pt x="12018" y="302"/>
                  </a:lnTo>
                  <a:lnTo>
                    <a:pt x="11774" y="151"/>
                  </a:lnTo>
                  <a:lnTo>
                    <a:pt x="11450" y="0"/>
                  </a:lnTo>
                  <a:lnTo>
                    <a:pt x="11206" y="151"/>
                  </a:lnTo>
                  <a:lnTo>
                    <a:pt x="11125" y="302"/>
                  </a:lnTo>
                  <a:lnTo>
                    <a:pt x="10962" y="302"/>
                  </a:lnTo>
                  <a:lnTo>
                    <a:pt x="10962" y="378"/>
                  </a:lnTo>
                  <a:lnTo>
                    <a:pt x="10800" y="680"/>
                  </a:lnTo>
                  <a:lnTo>
                    <a:pt x="10719" y="755"/>
                  </a:lnTo>
                  <a:lnTo>
                    <a:pt x="10719" y="831"/>
                  </a:lnTo>
                  <a:lnTo>
                    <a:pt x="10638" y="906"/>
                  </a:lnTo>
                  <a:lnTo>
                    <a:pt x="10394" y="906"/>
                  </a:lnTo>
                  <a:lnTo>
                    <a:pt x="10313" y="831"/>
                  </a:lnTo>
                  <a:lnTo>
                    <a:pt x="9907" y="831"/>
                  </a:lnTo>
                  <a:lnTo>
                    <a:pt x="9826" y="906"/>
                  </a:lnTo>
                  <a:lnTo>
                    <a:pt x="9501" y="906"/>
                  </a:lnTo>
                  <a:lnTo>
                    <a:pt x="9420" y="831"/>
                  </a:lnTo>
                  <a:lnTo>
                    <a:pt x="9257" y="831"/>
                  </a:lnTo>
                  <a:lnTo>
                    <a:pt x="9176" y="906"/>
                  </a:lnTo>
                  <a:lnTo>
                    <a:pt x="9095" y="906"/>
                  </a:lnTo>
                  <a:lnTo>
                    <a:pt x="8851" y="831"/>
                  </a:lnTo>
                  <a:lnTo>
                    <a:pt x="8851" y="1057"/>
                  </a:lnTo>
                  <a:lnTo>
                    <a:pt x="8689" y="1057"/>
                  </a:lnTo>
                  <a:lnTo>
                    <a:pt x="8608" y="982"/>
                  </a:lnTo>
                  <a:lnTo>
                    <a:pt x="8202" y="982"/>
                  </a:lnTo>
                  <a:lnTo>
                    <a:pt x="7877" y="1057"/>
                  </a:lnTo>
                  <a:lnTo>
                    <a:pt x="7795" y="1057"/>
                  </a:lnTo>
                  <a:lnTo>
                    <a:pt x="7471" y="1133"/>
                  </a:lnTo>
                  <a:lnTo>
                    <a:pt x="7471" y="227"/>
                  </a:lnTo>
                  <a:lnTo>
                    <a:pt x="7389" y="76"/>
                  </a:lnTo>
                  <a:lnTo>
                    <a:pt x="7146" y="76"/>
                  </a:lnTo>
                  <a:lnTo>
                    <a:pt x="7146" y="151"/>
                  </a:lnTo>
                  <a:lnTo>
                    <a:pt x="6983" y="302"/>
                  </a:lnTo>
                  <a:lnTo>
                    <a:pt x="6740" y="227"/>
                  </a:lnTo>
                  <a:lnTo>
                    <a:pt x="6334" y="378"/>
                  </a:lnTo>
                  <a:lnTo>
                    <a:pt x="6334" y="529"/>
                  </a:lnTo>
                  <a:lnTo>
                    <a:pt x="5765" y="604"/>
                  </a:lnTo>
                  <a:lnTo>
                    <a:pt x="5603" y="378"/>
                  </a:lnTo>
                  <a:lnTo>
                    <a:pt x="5441" y="378"/>
                  </a:lnTo>
                  <a:lnTo>
                    <a:pt x="5197" y="302"/>
                  </a:lnTo>
                  <a:lnTo>
                    <a:pt x="5035" y="302"/>
                  </a:lnTo>
                  <a:lnTo>
                    <a:pt x="4710" y="151"/>
                  </a:lnTo>
                  <a:lnTo>
                    <a:pt x="4710" y="378"/>
                  </a:lnTo>
                  <a:lnTo>
                    <a:pt x="4872" y="378"/>
                  </a:lnTo>
                  <a:lnTo>
                    <a:pt x="5035" y="529"/>
                  </a:lnTo>
                  <a:lnTo>
                    <a:pt x="5035" y="831"/>
                  </a:lnTo>
                  <a:lnTo>
                    <a:pt x="5197" y="982"/>
                  </a:lnTo>
                  <a:lnTo>
                    <a:pt x="5522" y="982"/>
                  </a:lnTo>
                  <a:lnTo>
                    <a:pt x="5522" y="1284"/>
                  </a:lnTo>
                  <a:lnTo>
                    <a:pt x="5197" y="1435"/>
                  </a:lnTo>
                  <a:lnTo>
                    <a:pt x="4466" y="2190"/>
                  </a:lnTo>
                  <a:lnTo>
                    <a:pt x="3735" y="1964"/>
                  </a:lnTo>
                  <a:lnTo>
                    <a:pt x="3573" y="1964"/>
                  </a:lnTo>
                  <a:lnTo>
                    <a:pt x="3411" y="1888"/>
                  </a:lnTo>
                  <a:lnTo>
                    <a:pt x="3167" y="1888"/>
                  </a:lnTo>
                  <a:lnTo>
                    <a:pt x="3167" y="1737"/>
                  </a:lnTo>
                  <a:lnTo>
                    <a:pt x="3086" y="1662"/>
                  </a:lnTo>
                  <a:lnTo>
                    <a:pt x="3086" y="1586"/>
                  </a:lnTo>
                  <a:lnTo>
                    <a:pt x="3005" y="1510"/>
                  </a:lnTo>
                  <a:lnTo>
                    <a:pt x="2111" y="1662"/>
                  </a:lnTo>
                  <a:lnTo>
                    <a:pt x="2111" y="1964"/>
                  </a:lnTo>
                  <a:lnTo>
                    <a:pt x="2436" y="1964"/>
                  </a:lnTo>
                  <a:lnTo>
                    <a:pt x="2517" y="2341"/>
                  </a:lnTo>
                  <a:lnTo>
                    <a:pt x="2436" y="2266"/>
                  </a:lnTo>
                  <a:lnTo>
                    <a:pt x="2355" y="2266"/>
                  </a:lnTo>
                  <a:lnTo>
                    <a:pt x="2274" y="2190"/>
                  </a:lnTo>
                  <a:lnTo>
                    <a:pt x="2192" y="2190"/>
                  </a:lnTo>
                  <a:lnTo>
                    <a:pt x="2111" y="2266"/>
                  </a:lnTo>
                  <a:lnTo>
                    <a:pt x="2111" y="2643"/>
                  </a:lnTo>
                  <a:lnTo>
                    <a:pt x="2192" y="2643"/>
                  </a:lnTo>
                  <a:lnTo>
                    <a:pt x="2192" y="2719"/>
                  </a:lnTo>
                  <a:lnTo>
                    <a:pt x="2355" y="3021"/>
                  </a:lnTo>
                  <a:lnTo>
                    <a:pt x="2436" y="3248"/>
                  </a:lnTo>
                  <a:lnTo>
                    <a:pt x="2436" y="3625"/>
                  </a:lnTo>
                  <a:lnTo>
                    <a:pt x="2111" y="4758"/>
                  </a:lnTo>
                  <a:lnTo>
                    <a:pt x="2030" y="4985"/>
                  </a:lnTo>
                  <a:lnTo>
                    <a:pt x="1786" y="4985"/>
                  </a:lnTo>
                  <a:lnTo>
                    <a:pt x="1705" y="4909"/>
                  </a:lnTo>
                  <a:lnTo>
                    <a:pt x="1543" y="4909"/>
                  </a:lnTo>
                  <a:lnTo>
                    <a:pt x="1462" y="4985"/>
                  </a:lnTo>
                  <a:lnTo>
                    <a:pt x="1299" y="4985"/>
                  </a:lnTo>
                  <a:lnTo>
                    <a:pt x="1137" y="5060"/>
                  </a:lnTo>
                  <a:lnTo>
                    <a:pt x="893" y="5060"/>
                  </a:lnTo>
                  <a:lnTo>
                    <a:pt x="406" y="5513"/>
                  </a:lnTo>
                  <a:lnTo>
                    <a:pt x="406" y="5740"/>
                  </a:lnTo>
                  <a:lnTo>
                    <a:pt x="325" y="5891"/>
                  </a:lnTo>
                  <a:lnTo>
                    <a:pt x="244" y="5966"/>
                  </a:lnTo>
                  <a:lnTo>
                    <a:pt x="244" y="6042"/>
                  </a:lnTo>
                  <a:lnTo>
                    <a:pt x="81" y="6193"/>
                  </a:lnTo>
                  <a:lnTo>
                    <a:pt x="0" y="6344"/>
                  </a:lnTo>
                  <a:lnTo>
                    <a:pt x="0" y="6873"/>
                  </a:lnTo>
                  <a:lnTo>
                    <a:pt x="81" y="7099"/>
                  </a:lnTo>
                  <a:lnTo>
                    <a:pt x="81" y="7175"/>
                  </a:lnTo>
                  <a:lnTo>
                    <a:pt x="162" y="7250"/>
                  </a:lnTo>
                  <a:lnTo>
                    <a:pt x="162" y="7326"/>
                  </a:lnTo>
                  <a:lnTo>
                    <a:pt x="244" y="7477"/>
                  </a:lnTo>
                  <a:lnTo>
                    <a:pt x="244" y="7552"/>
                  </a:lnTo>
                  <a:lnTo>
                    <a:pt x="162" y="7552"/>
                  </a:lnTo>
                  <a:lnTo>
                    <a:pt x="244" y="7552"/>
                  </a:lnTo>
                  <a:lnTo>
                    <a:pt x="406" y="7477"/>
                  </a:lnTo>
                  <a:lnTo>
                    <a:pt x="487" y="7477"/>
                  </a:lnTo>
                  <a:lnTo>
                    <a:pt x="731" y="7703"/>
                  </a:lnTo>
                  <a:lnTo>
                    <a:pt x="893" y="7703"/>
                  </a:lnTo>
                  <a:lnTo>
                    <a:pt x="1056" y="7779"/>
                  </a:lnTo>
                  <a:lnTo>
                    <a:pt x="1218" y="7779"/>
                  </a:lnTo>
                  <a:lnTo>
                    <a:pt x="1380" y="7703"/>
                  </a:lnTo>
                  <a:lnTo>
                    <a:pt x="1543" y="7552"/>
                  </a:lnTo>
                  <a:lnTo>
                    <a:pt x="1705" y="7477"/>
                  </a:lnTo>
                  <a:lnTo>
                    <a:pt x="1705" y="7401"/>
                  </a:lnTo>
                  <a:lnTo>
                    <a:pt x="1705" y="8459"/>
                  </a:lnTo>
                  <a:lnTo>
                    <a:pt x="1786" y="8459"/>
                  </a:lnTo>
                  <a:lnTo>
                    <a:pt x="1949" y="8534"/>
                  </a:lnTo>
                  <a:lnTo>
                    <a:pt x="2842" y="8534"/>
                  </a:lnTo>
                  <a:lnTo>
                    <a:pt x="3005" y="8459"/>
                  </a:lnTo>
                  <a:lnTo>
                    <a:pt x="3167" y="8459"/>
                  </a:lnTo>
                  <a:lnTo>
                    <a:pt x="3492" y="8157"/>
                  </a:lnTo>
                  <a:lnTo>
                    <a:pt x="3492" y="8081"/>
                  </a:lnTo>
                  <a:lnTo>
                    <a:pt x="3817" y="7930"/>
                  </a:lnTo>
                  <a:lnTo>
                    <a:pt x="3898" y="7930"/>
                  </a:lnTo>
                  <a:lnTo>
                    <a:pt x="4060" y="8006"/>
                  </a:lnTo>
                  <a:lnTo>
                    <a:pt x="4141" y="8006"/>
                  </a:lnTo>
                  <a:lnTo>
                    <a:pt x="4385" y="7779"/>
                  </a:lnTo>
                  <a:lnTo>
                    <a:pt x="4547" y="7779"/>
                  </a:lnTo>
                  <a:lnTo>
                    <a:pt x="4547" y="8534"/>
                  </a:lnTo>
                  <a:lnTo>
                    <a:pt x="4629" y="8987"/>
                  </a:lnTo>
                  <a:lnTo>
                    <a:pt x="5035" y="9365"/>
                  </a:lnTo>
                  <a:lnTo>
                    <a:pt x="5522" y="9516"/>
                  </a:lnTo>
                  <a:lnTo>
                    <a:pt x="5928" y="9441"/>
                  </a:lnTo>
                  <a:lnTo>
                    <a:pt x="6009" y="9516"/>
                  </a:lnTo>
                  <a:lnTo>
                    <a:pt x="6009" y="9592"/>
                  </a:lnTo>
                  <a:lnTo>
                    <a:pt x="6171" y="9894"/>
                  </a:lnTo>
                  <a:lnTo>
                    <a:pt x="6334" y="10045"/>
                  </a:lnTo>
                  <a:lnTo>
                    <a:pt x="6577" y="10120"/>
                  </a:lnTo>
                  <a:lnTo>
                    <a:pt x="6659" y="10120"/>
                  </a:lnTo>
                  <a:lnTo>
                    <a:pt x="6740" y="10271"/>
                  </a:lnTo>
                  <a:lnTo>
                    <a:pt x="6902" y="10347"/>
                  </a:lnTo>
                  <a:lnTo>
                    <a:pt x="7065" y="10498"/>
                  </a:lnTo>
                  <a:lnTo>
                    <a:pt x="7227" y="10724"/>
                  </a:lnTo>
                  <a:lnTo>
                    <a:pt x="7389" y="10876"/>
                  </a:lnTo>
                  <a:lnTo>
                    <a:pt x="7389" y="11102"/>
                  </a:lnTo>
                  <a:lnTo>
                    <a:pt x="8364" y="11178"/>
                  </a:lnTo>
                  <a:lnTo>
                    <a:pt x="8364" y="11253"/>
                  </a:lnTo>
                  <a:lnTo>
                    <a:pt x="8283" y="11329"/>
                  </a:lnTo>
                  <a:lnTo>
                    <a:pt x="8283" y="11631"/>
                  </a:lnTo>
                  <a:lnTo>
                    <a:pt x="8445" y="11782"/>
                  </a:lnTo>
                  <a:lnTo>
                    <a:pt x="8526" y="11782"/>
                  </a:lnTo>
                  <a:lnTo>
                    <a:pt x="8608" y="11857"/>
                  </a:lnTo>
                  <a:lnTo>
                    <a:pt x="8689" y="12008"/>
                  </a:lnTo>
                  <a:lnTo>
                    <a:pt x="8689" y="13670"/>
                  </a:lnTo>
                  <a:lnTo>
                    <a:pt x="8526" y="13897"/>
                  </a:lnTo>
                  <a:lnTo>
                    <a:pt x="8608" y="13897"/>
                  </a:lnTo>
                  <a:lnTo>
                    <a:pt x="8608" y="13972"/>
                  </a:lnTo>
                  <a:lnTo>
                    <a:pt x="8689" y="14048"/>
                  </a:lnTo>
                  <a:lnTo>
                    <a:pt x="8689" y="14350"/>
                  </a:lnTo>
                  <a:lnTo>
                    <a:pt x="8770" y="14501"/>
                  </a:lnTo>
                  <a:lnTo>
                    <a:pt x="8770" y="14954"/>
                  </a:lnTo>
                  <a:lnTo>
                    <a:pt x="8851" y="15407"/>
                  </a:lnTo>
                  <a:lnTo>
                    <a:pt x="8851" y="15709"/>
                  </a:lnTo>
                  <a:lnTo>
                    <a:pt x="8932" y="15709"/>
                  </a:lnTo>
                  <a:lnTo>
                    <a:pt x="8932" y="15785"/>
                  </a:lnTo>
                  <a:lnTo>
                    <a:pt x="9014" y="15860"/>
                  </a:lnTo>
                  <a:lnTo>
                    <a:pt x="9176" y="15860"/>
                  </a:lnTo>
                  <a:lnTo>
                    <a:pt x="9582" y="16011"/>
                  </a:lnTo>
                  <a:lnTo>
                    <a:pt x="9663" y="15936"/>
                  </a:lnTo>
                  <a:lnTo>
                    <a:pt x="9988" y="15936"/>
                  </a:lnTo>
                  <a:lnTo>
                    <a:pt x="10069" y="16011"/>
                  </a:lnTo>
                  <a:lnTo>
                    <a:pt x="10313" y="16464"/>
                  </a:lnTo>
                  <a:lnTo>
                    <a:pt x="10394" y="16691"/>
                  </a:lnTo>
                  <a:lnTo>
                    <a:pt x="10394" y="16917"/>
                  </a:lnTo>
                  <a:lnTo>
                    <a:pt x="10556" y="16993"/>
                  </a:lnTo>
                  <a:lnTo>
                    <a:pt x="10719" y="16993"/>
                  </a:lnTo>
                  <a:lnTo>
                    <a:pt x="10800" y="17069"/>
                  </a:lnTo>
                  <a:lnTo>
                    <a:pt x="10881" y="17069"/>
                  </a:lnTo>
                  <a:lnTo>
                    <a:pt x="10962" y="17144"/>
                  </a:lnTo>
                  <a:lnTo>
                    <a:pt x="10962" y="17597"/>
                  </a:lnTo>
                  <a:lnTo>
                    <a:pt x="10800" y="17824"/>
                  </a:lnTo>
                  <a:lnTo>
                    <a:pt x="10475" y="18126"/>
                  </a:lnTo>
                  <a:lnTo>
                    <a:pt x="10069" y="18428"/>
                  </a:lnTo>
                  <a:lnTo>
                    <a:pt x="9744" y="18655"/>
                  </a:lnTo>
                  <a:lnTo>
                    <a:pt x="9501" y="18881"/>
                  </a:lnTo>
                  <a:lnTo>
                    <a:pt x="9420" y="18881"/>
                  </a:lnTo>
                  <a:lnTo>
                    <a:pt x="9338" y="18957"/>
                  </a:lnTo>
                  <a:lnTo>
                    <a:pt x="9257" y="19108"/>
                  </a:lnTo>
                  <a:lnTo>
                    <a:pt x="8932" y="19410"/>
                  </a:lnTo>
                  <a:lnTo>
                    <a:pt x="8770" y="19712"/>
                  </a:lnTo>
                  <a:lnTo>
                    <a:pt x="8770" y="19787"/>
                  </a:lnTo>
                  <a:lnTo>
                    <a:pt x="8851" y="19787"/>
                  </a:lnTo>
                  <a:lnTo>
                    <a:pt x="8932" y="19712"/>
                  </a:lnTo>
                  <a:lnTo>
                    <a:pt x="9095" y="19787"/>
                  </a:lnTo>
                  <a:lnTo>
                    <a:pt x="9338" y="20014"/>
                  </a:lnTo>
                  <a:lnTo>
                    <a:pt x="9744" y="20316"/>
                  </a:lnTo>
                  <a:lnTo>
                    <a:pt x="9744" y="20392"/>
                  </a:lnTo>
                  <a:lnTo>
                    <a:pt x="9907" y="20392"/>
                  </a:lnTo>
                  <a:lnTo>
                    <a:pt x="10069" y="20467"/>
                  </a:lnTo>
                  <a:lnTo>
                    <a:pt x="10313" y="20543"/>
                  </a:lnTo>
                  <a:lnTo>
                    <a:pt x="10638" y="20694"/>
                  </a:lnTo>
                  <a:lnTo>
                    <a:pt x="10719" y="20845"/>
                  </a:lnTo>
                  <a:lnTo>
                    <a:pt x="11287" y="21449"/>
                  </a:lnTo>
                  <a:lnTo>
                    <a:pt x="11450" y="21600"/>
                  </a:lnTo>
                  <a:lnTo>
                    <a:pt x="11774" y="21222"/>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391" name="Shape 391"/>
            <p:cNvSpPr/>
            <p:nvPr/>
          </p:nvSpPr>
          <p:spPr>
            <a:xfrm>
              <a:off x="16520076" y="8487826"/>
              <a:ext cx="641642" cy="3234274"/>
            </a:xfrm>
            <a:custGeom>
              <a:avLst/>
              <a:gdLst/>
              <a:ahLst/>
              <a:cxnLst>
                <a:cxn ang="0">
                  <a:pos x="wd2" y="hd2"/>
                </a:cxn>
                <a:cxn ang="5400000">
                  <a:pos x="wd2" y="hd2"/>
                </a:cxn>
                <a:cxn ang="10800000">
                  <a:pos x="wd2" y="hd2"/>
                </a:cxn>
                <a:cxn ang="16200000">
                  <a:pos x="wd2" y="hd2"/>
                </a:cxn>
              </a:cxnLst>
              <a:rect l="0" t="0" r="r" b="b"/>
              <a:pathLst>
                <a:path w="21600" h="21600" extrusionOk="0">
                  <a:moveTo>
                    <a:pt x="21600" y="21371"/>
                  </a:moveTo>
                  <a:lnTo>
                    <a:pt x="20736" y="21486"/>
                  </a:lnTo>
                  <a:lnTo>
                    <a:pt x="19584" y="21371"/>
                  </a:lnTo>
                  <a:lnTo>
                    <a:pt x="18720" y="21200"/>
                  </a:lnTo>
                  <a:lnTo>
                    <a:pt x="17568" y="21257"/>
                  </a:lnTo>
                  <a:lnTo>
                    <a:pt x="16128" y="21429"/>
                  </a:lnTo>
                  <a:lnTo>
                    <a:pt x="15264" y="21600"/>
                  </a:lnTo>
                  <a:lnTo>
                    <a:pt x="14688" y="21371"/>
                  </a:lnTo>
                  <a:lnTo>
                    <a:pt x="14976" y="21086"/>
                  </a:lnTo>
                  <a:lnTo>
                    <a:pt x="14688" y="20914"/>
                  </a:lnTo>
                  <a:lnTo>
                    <a:pt x="13248" y="21029"/>
                  </a:lnTo>
                  <a:lnTo>
                    <a:pt x="13248" y="21371"/>
                  </a:lnTo>
                  <a:lnTo>
                    <a:pt x="10944" y="21371"/>
                  </a:lnTo>
                  <a:lnTo>
                    <a:pt x="10080" y="20800"/>
                  </a:lnTo>
                  <a:lnTo>
                    <a:pt x="7776" y="20857"/>
                  </a:lnTo>
                  <a:lnTo>
                    <a:pt x="7776" y="20457"/>
                  </a:lnTo>
                  <a:lnTo>
                    <a:pt x="9504" y="20343"/>
                  </a:lnTo>
                  <a:lnTo>
                    <a:pt x="10368" y="19829"/>
                  </a:lnTo>
                  <a:lnTo>
                    <a:pt x="10368" y="19714"/>
                  </a:lnTo>
                  <a:lnTo>
                    <a:pt x="9504" y="19543"/>
                  </a:lnTo>
                  <a:lnTo>
                    <a:pt x="8928" y="19486"/>
                  </a:lnTo>
                  <a:lnTo>
                    <a:pt x="8064" y="19314"/>
                  </a:lnTo>
                  <a:lnTo>
                    <a:pt x="6624" y="19314"/>
                  </a:lnTo>
                  <a:lnTo>
                    <a:pt x="5472" y="19429"/>
                  </a:lnTo>
                  <a:lnTo>
                    <a:pt x="4896" y="19543"/>
                  </a:lnTo>
                  <a:lnTo>
                    <a:pt x="4896" y="19600"/>
                  </a:lnTo>
                  <a:lnTo>
                    <a:pt x="288" y="18686"/>
                  </a:lnTo>
                  <a:lnTo>
                    <a:pt x="0" y="18343"/>
                  </a:lnTo>
                  <a:lnTo>
                    <a:pt x="0" y="17143"/>
                  </a:lnTo>
                  <a:lnTo>
                    <a:pt x="576" y="16457"/>
                  </a:lnTo>
                  <a:lnTo>
                    <a:pt x="864" y="15829"/>
                  </a:lnTo>
                  <a:lnTo>
                    <a:pt x="1152" y="15429"/>
                  </a:lnTo>
                  <a:lnTo>
                    <a:pt x="1152" y="15257"/>
                  </a:lnTo>
                  <a:lnTo>
                    <a:pt x="3744" y="14571"/>
                  </a:lnTo>
                  <a:lnTo>
                    <a:pt x="4320" y="13829"/>
                  </a:lnTo>
                  <a:lnTo>
                    <a:pt x="4320" y="12914"/>
                  </a:lnTo>
                  <a:lnTo>
                    <a:pt x="2304" y="12343"/>
                  </a:lnTo>
                  <a:lnTo>
                    <a:pt x="4896" y="11829"/>
                  </a:lnTo>
                  <a:lnTo>
                    <a:pt x="5184" y="11371"/>
                  </a:lnTo>
                  <a:lnTo>
                    <a:pt x="4032" y="11371"/>
                  </a:lnTo>
                  <a:lnTo>
                    <a:pt x="4608" y="11086"/>
                  </a:lnTo>
                  <a:lnTo>
                    <a:pt x="5472" y="11086"/>
                  </a:lnTo>
                  <a:lnTo>
                    <a:pt x="6624" y="10971"/>
                  </a:lnTo>
                  <a:lnTo>
                    <a:pt x="6912" y="10514"/>
                  </a:lnTo>
                  <a:lnTo>
                    <a:pt x="6912" y="10229"/>
                  </a:lnTo>
                  <a:lnTo>
                    <a:pt x="7200" y="9943"/>
                  </a:lnTo>
                  <a:lnTo>
                    <a:pt x="7776" y="9486"/>
                  </a:lnTo>
                  <a:lnTo>
                    <a:pt x="6624" y="9600"/>
                  </a:lnTo>
                  <a:lnTo>
                    <a:pt x="6048" y="9829"/>
                  </a:lnTo>
                  <a:lnTo>
                    <a:pt x="5760" y="9886"/>
                  </a:lnTo>
                  <a:lnTo>
                    <a:pt x="5760" y="9943"/>
                  </a:lnTo>
                  <a:lnTo>
                    <a:pt x="5472" y="10057"/>
                  </a:lnTo>
                  <a:lnTo>
                    <a:pt x="5472" y="10514"/>
                  </a:lnTo>
                  <a:lnTo>
                    <a:pt x="4896" y="10743"/>
                  </a:lnTo>
                  <a:lnTo>
                    <a:pt x="4608" y="10800"/>
                  </a:lnTo>
                  <a:lnTo>
                    <a:pt x="4320" y="10800"/>
                  </a:lnTo>
                  <a:lnTo>
                    <a:pt x="4320" y="10857"/>
                  </a:lnTo>
                  <a:lnTo>
                    <a:pt x="4032" y="10057"/>
                  </a:lnTo>
                  <a:lnTo>
                    <a:pt x="5760" y="8971"/>
                  </a:lnTo>
                  <a:lnTo>
                    <a:pt x="6624" y="8057"/>
                  </a:lnTo>
                  <a:lnTo>
                    <a:pt x="7200" y="7429"/>
                  </a:lnTo>
                  <a:lnTo>
                    <a:pt x="7200" y="6514"/>
                  </a:lnTo>
                  <a:lnTo>
                    <a:pt x="8064" y="6114"/>
                  </a:lnTo>
                  <a:lnTo>
                    <a:pt x="8640" y="5714"/>
                  </a:lnTo>
                  <a:lnTo>
                    <a:pt x="9216" y="5429"/>
                  </a:lnTo>
                  <a:lnTo>
                    <a:pt x="9504" y="5314"/>
                  </a:lnTo>
                  <a:lnTo>
                    <a:pt x="9504" y="4686"/>
                  </a:lnTo>
                  <a:lnTo>
                    <a:pt x="9792" y="4571"/>
                  </a:lnTo>
                  <a:lnTo>
                    <a:pt x="9792" y="4286"/>
                  </a:lnTo>
                  <a:lnTo>
                    <a:pt x="10080" y="4171"/>
                  </a:lnTo>
                  <a:lnTo>
                    <a:pt x="10080" y="3314"/>
                  </a:lnTo>
                  <a:lnTo>
                    <a:pt x="9792" y="3143"/>
                  </a:lnTo>
                  <a:lnTo>
                    <a:pt x="10080" y="3029"/>
                  </a:lnTo>
                  <a:lnTo>
                    <a:pt x="10080" y="2857"/>
                  </a:lnTo>
                  <a:lnTo>
                    <a:pt x="10368" y="2743"/>
                  </a:lnTo>
                  <a:lnTo>
                    <a:pt x="10368" y="2514"/>
                  </a:lnTo>
                  <a:lnTo>
                    <a:pt x="10656" y="2114"/>
                  </a:lnTo>
                  <a:lnTo>
                    <a:pt x="10368" y="1600"/>
                  </a:lnTo>
                  <a:lnTo>
                    <a:pt x="9792" y="1029"/>
                  </a:lnTo>
                  <a:lnTo>
                    <a:pt x="9216" y="857"/>
                  </a:lnTo>
                  <a:lnTo>
                    <a:pt x="8640" y="629"/>
                  </a:lnTo>
                  <a:lnTo>
                    <a:pt x="7776" y="457"/>
                  </a:lnTo>
                  <a:lnTo>
                    <a:pt x="6912" y="343"/>
                  </a:lnTo>
                  <a:lnTo>
                    <a:pt x="6624" y="286"/>
                  </a:lnTo>
                  <a:lnTo>
                    <a:pt x="7200" y="229"/>
                  </a:lnTo>
                  <a:lnTo>
                    <a:pt x="7776" y="229"/>
                  </a:lnTo>
                  <a:lnTo>
                    <a:pt x="8640" y="171"/>
                  </a:lnTo>
                  <a:lnTo>
                    <a:pt x="9504" y="57"/>
                  </a:lnTo>
                  <a:lnTo>
                    <a:pt x="10368" y="0"/>
                  </a:lnTo>
                  <a:lnTo>
                    <a:pt x="10368" y="57"/>
                  </a:lnTo>
                  <a:lnTo>
                    <a:pt x="10656" y="229"/>
                  </a:lnTo>
                  <a:lnTo>
                    <a:pt x="11520" y="514"/>
                  </a:lnTo>
                  <a:lnTo>
                    <a:pt x="12960" y="971"/>
                  </a:lnTo>
                  <a:lnTo>
                    <a:pt x="14112" y="1314"/>
                  </a:lnTo>
                  <a:lnTo>
                    <a:pt x="14400" y="1314"/>
                  </a:lnTo>
                  <a:lnTo>
                    <a:pt x="14400" y="1371"/>
                  </a:lnTo>
                  <a:lnTo>
                    <a:pt x="14688" y="1486"/>
                  </a:lnTo>
                  <a:lnTo>
                    <a:pt x="14688" y="1714"/>
                  </a:lnTo>
                  <a:lnTo>
                    <a:pt x="15840" y="3029"/>
                  </a:lnTo>
                  <a:lnTo>
                    <a:pt x="16128" y="3029"/>
                  </a:lnTo>
                  <a:lnTo>
                    <a:pt x="16416" y="3086"/>
                  </a:lnTo>
                  <a:lnTo>
                    <a:pt x="16704" y="3086"/>
                  </a:lnTo>
                  <a:lnTo>
                    <a:pt x="16992" y="3029"/>
                  </a:lnTo>
                  <a:lnTo>
                    <a:pt x="16992" y="3543"/>
                  </a:lnTo>
                  <a:lnTo>
                    <a:pt x="16704" y="3543"/>
                  </a:lnTo>
                  <a:lnTo>
                    <a:pt x="15552" y="3771"/>
                  </a:lnTo>
                  <a:lnTo>
                    <a:pt x="15264" y="3943"/>
                  </a:lnTo>
                  <a:lnTo>
                    <a:pt x="14976" y="4171"/>
                  </a:lnTo>
                  <a:lnTo>
                    <a:pt x="14112" y="4514"/>
                  </a:lnTo>
                  <a:lnTo>
                    <a:pt x="13248" y="4800"/>
                  </a:lnTo>
                  <a:lnTo>
                    <a:pt x="12672" y="5086"/>
                  </a:lnTo>
                  <a:lnTo>
                    <a:pt x="12384" y="5314"/>
                  </a:lnTo>
                  <a:lnTo>
                    <a:pt x="12096" y="5486"/>
                  </a:lnTo>
                  <a:lnTo>
                    <a:pt x="12096" y="5714"/>
                  </a:lnTo>
                  <a:lnTo>
                    <a:pt x="11808" y="6114"/>
                  </a:lnTo>
                  <a:lnTo>
                    <a:pt x="12096" y="6629"/>
                  </a:lnTo>
                  <a:lnTo>
                    <a:pt x="11808" y="9200"/>
                  </a:lnTo>
                  <a:lnTo>
                    <a:pt x="11808" y="9257"/>
                  </a:lnTo>
                  <a:lnTo>
                    <a:pt x="10944" y="9429"/>
                  </a:lnTo>
                  <a:lnTo>
                    <a:pt x="10656" y="9543"/>
                  </a:lnTo>
                  <a:lnTo>
                    <a:pt x="10080" y="9657"/>
                  </a:lnTo>
                  <a:lnTo>
                    <a:pt x="9792" y="9829"/>
                  </a:lnTo>
                  <a:lnTo>
                    <a:pt x="9504" y="9943"/>
                  </a:lnTo>
                  <a:lnTo>
                    <a:pt x="9216" y="10000"/>
                  </a:lnTo>
                  <a:lnTo>
                    <a:pt x="8640" y="10514"/>
                  </a:lnTo>
                  <a:lnTo>
                    <a:pt x="8352" y="10571"/>
                  </a:lnTo>
                  <a:lnTo>
                    <a:pt x="8352" y="10629"/>
                  </a:lnTo>
                  <a:lnTo>
                    <a:pt x="8640" y="10857"/>
                  </a:lnTo>
                  <a:lnTo>
                    <a:pt x="8352" y="11143"/>
                  </a:lnTo>
                  <a:lnTo>
                    <a:pt x="8640" y="11371"/>
                  </a:lnTo>
                  <a:lnTo>
                    <a:pt x="8352" y="11714"/>
                  </a:lnTo>
                  <a:lnTo>
                    <a:pt x="7776" y="11771"/>
                  </a:lnTo>
                  <a:lnTo>
                    <a:pt x="7776" y="12000"/>
                  </a:lnTo>
                  <a:lnTo>
                    <a:pt x="8064" y="12000"/>
                  </a:lnTo>
                  <a:lnTo>
                    <a:pt x="8064" y="13200"/>
                  </a:lnTo>
                  <a:lnTo>
                    <a:pt x="7776" y="13314"/>
                  </a:lnTo>
                  <a:lnTo>
                    <a:pt x="7776" y="13486"/>
                  </a:lnTo>
                  <a:lnTo>
                    <a:pt x="8064" y="13543"/>
                  </a:lnTo>
                  <a:lnTo>
                    <a:pt x="8064" y="13600"/>
                  </a:lnTo>
                  <a:lnTo>
                    <a:pt x="8352" y="13657"/>
                  </a:lnTo>
                  <a:lnTo>
                    <a:pt x="8352" y="14514"/>
                  </a:lnTo>
                  <a:lnTo>
                    <a:pt x="8064" y="14743"/>
                  </a:lnTo>
                  <a:lnTo>
                    <a:pt x="8064" y="14800"/>
                  </a:lnTo>
                  <a:lnTo>
                    <a:pt x="7488" y="14857"/>
                  </a:lnTo>
                  <a:lnTo>
                    <a:pt x="6048" y="15143"/>
                  </a:lnTo>
                  <a:lnTo>
                    <a:pt x="5760" y="15257"/>
                  </a:lnTo>
                  <a:lnTo>
                    <a:pt x="5472" y="15429"/>
                  </a:lnTo>
                  <a:lnTo>
                    <a:pt x="5472" y="17657"/>
                  </a:lnTo>
                  <a:lnTo>
                    <a:pt x="5184" y="17714"/>
                  </a:lnTo>
                  <a:lnTo>
                    <a:pt x="5184" y="17829"/>
                  </a:lnTo>
                  <a:lnTo>
                    <a:pt x="5472" y="18000"/>
                  </a:lnTo>
                  <a:lnTo>
                    <a:pt x="5472" y="18343"/>
                  </a:lnTo>
                  <a:lnTo>
                    <a:pt x="7200" y="18743"/>
                  </a:lnTo>
                  <a:lnTo>
                    <a:pt x="12960" y="18743"/>
                  </a:lnTo>
                  <a:lnTo>
                    <a:pt x="12960" y="19086"/>
                  </a:lnTo>
                  <a:lnTo>
                    <a:pt x="13248" y="19314"/>
                  </a:lnTo>
                  <a:lnTo>
                    <a:pt x="13248" y="20000"/>
                  </a:lnTo>
                  <a:lnTo>
                    <a:pt x="13824" y="20743"/>
                  </a:lnTo>
                  <a:lnTo>
                    <a:pt x="19584" y="20800"/>
                  </a:lnTo>
                  <a:lnTo>
                    <a:pt x="21600" y="21371"/>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392" name="Shape 392"/>
            <p:cNvSpPr/>
            <p:nvPr/>
          </p:nvSpPr>
          <p:spPr>
            <a:xfrm>
              <a:off x="17290043" y="8701733"/>
              <a:ext cx="470538" cy="539048"/>
            </a:xfrm>
            <a:custGeom>
              <a:avLst/>
              <a:gdLst/>
              <a:ahLst/>
              <a:cxnLst>
                <a:cxn ang="0">
                  <a:pos x="wd2" y="hd2"/>
                </a:cxn>
                <a:cxn ang="5400000">
                  <a:pos x="wd2" y="hd2"/>
                </a:cxn>
                <a:cxn ang="10800000">
                  <a:pos x="wd2" y="hd2"/>
                </a:cxn>
                <a:cxn ang="16200000">
                  <a:pos x="wd2" y="hd2"/>
                </a:cxn>
              </a:cxnLst>
              <a:rect l="0" t="0" r="r" b="b"/>
              <a:pathLst>
                <a:path w="21600" h="21600" extrusionOk="0">
                  <a:moveTo>
                    <a:pt x="21207" y="16457"/>
                  </a:moveTo>
                  <a:lnTo>
                    <a:pt x="21600" y="16114"/>
                  </a:lnTo>
                  <a:lnTo>
                    <a:pt x="21207" y="15429"/>
                  </a:lnTo>
                  <a:lnTo>
                    <a:pt x="21207" y="14400"/>
                  </a:lnTo>
                  <a:lnTo>
                    <a:pt x="20029" y="12343"/>
                  </a:lnTo>
                  <a:lnTo>
                    <a:pt x="19636" y="12000"/>
                  </a:lnTo>
                  <a:lnTo>
                    <a:pt x="17673" y="12000"/>
                  </a:lnTo>
                  <a:lnTo>
                    <a:pt x="17673" y="12343"/>
                  </a:lnTo>
                  <a:lnTo>
                    <a:pt x="15316" y="11657"/>
                  </a:lnTo>
                  <a:lnTo>
                    <a:pt x="14924" y="11657"/>
                  </a:lnTo>
                  <a:lnTo>
                    <a:pt x="14138" y="10971"/>
                  </a:lnTo>
                  <a:lnTo>
                    <a:pt x="14138" y="9257"/>
                  </a:lnTo>
                  <a:lnTo>
                    <a:pt x="13745" y="7200"/>
                  </a:lnTo>
                  <a:lnTo>
                    <a:pt x="13353" y="5486"/>
                  </a:lnTo>
                  <a:lnTo>
                    <a:pt x="13353" y="3086"/>
                  </a:lnTo>
                  <a:lnTo>
                    <a:pt x="12960" y="3086"/>
                  </a:lnTo>
                  <a:lnTo>
                    <a:pt x="10996" y="1371"/>
                  </a:lnTo>
                  <a:lnTo>
                    <a:pt x="10211" y="1029"/>
                  </a:lnTo>
                  <a:lnTo>
                    <a:pt x="9033" y="343"/>
                  </a:lnTo>
                  <a:lnTo>
                    <a:pt x="8247" y="343"/>
                  </a:lnTo>
                  <a:lnTo>
                    <a:pt x="7069" y="0"/>
                  </a:lnTo>
                  <a:lnTo>
                    <a:pt x="6676" y="343"/>
                  </a:lnTo>
                  <a:lnTo>
                    <a:pt x="5891" y="686"/>
                  </a:lnTo>
                  <a:lnTo>
                    <a:pt x="4713" y="1029"/>
                  </a:lnTo>
                  <a:lnTo>
                    <a:pt x="3535" y="1714"/>
                  </a:lnTo>
                  <a:lnTo>
                    <a:pt x="2356" y="2743"/>
                  </a:lnTo>
                  <a:lnTo>
                    <a:pt x="1571" y="4114"/>
                  </a:lnTo>
                  <a:lnTo>
                    <a:pt x="1178" y="4114"/>
                  </a:lnTo>
                  <a:lnTo>
                    <a:pt x="1178" y="4800"/>
                  </a:lnTo>
                  <a:lnTo>
                    <a:pt x="785" y="5486"/>
                  </a:lnTo>
                  <a:lnTo>
                    <a:pt x="393" y="6514"/>
                  </a:lnTo>
                  <a:lnTo>
                    <a:pt x="0" y="7886"/>
                  </a:lnTo>
                  <a:lnTo>
                    <a:pt x="0" y="9257"/>
                  </a:lnTo>
                  <a:lnTo>
                    <a:pt x="393" y="9600"/>
                  </a:lnTo>
                  <a:lnTo>
                    <a:pt x="1964" y="10286"/>
                  </a:lnTo>
                  <a:lnTo>
                    <a:pt x="5105" y="11314"/>
                  </a:lnTo>
                  <a:lnTo>
                    <a:pt x="6284" y="12343"/>
                  </a:lnTo>
                  <a:lnTo>
                    <a:pt x="12960" y="15429"/>
                  </a:lnTo>
                  <a:lnTo>
                    <a:pt x="9818" y="21600"/>
                  </a:lnTo>
                  <a:lnTo>
                    <a:pt x="20029" y="21600"/>
                  </a:lnTo>
                  <a:lnTo>
                    <a:pt x="20029" y="20571"/>
                  </a:lnTo>
                  <a:lnTo>
                    <a:pt x="20815" y="19200"/>
                  </a:lnTo>
                  <a:lnTo>
                    <a:pt x="20815" y="17829"/>
                  </a:lnTo>
                  <a:lnTo>
                    <a:pt x="21207" y="16800"/>
                  </a:lnTo>
                  <a:lnTo>
                    <a:pt x="21207" y="16457"/>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393" name="Shape 393"/>
            <p:cNvSpPr/>
            <p:nvPr/>
          </p:nvSpPr>
          <p:spPr>
            <a:xfrm>
              <a:off x="15904102" y="6665339"/>
              <a:ext cx="222436" cy="299472"/>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20769" y="19749"/>
                  </a:lnTo>
                  <a:lnTo>
                    <a:pt x="18277" y="17897"/>
                  </a:lnTo>
                  <a:lnTo>
                    <a:pt x="18277" y="15429"/>
                  </a:lnTo>
                  <a:lnTo>
                    <a:pt x="19938" y="12960"/>
                  </a:lnTo>
                  <a:lnTo>
                    <a:pt x="19938" y="8023"/>
                  </a:lnTo>
                  <a:lnTo>
                    <a:pt x="20769" y="6171"/>
                  </a:lnTo>
                  <a:lnTo>
                    <a:pt x="20769" y="4320"/>
                  </a:lnTo>
                  <a:lnTo>
                    <a:pt x="21600" y="3086"/>
                  </a:lnTo>
                  <a:lnTo>
                    <a:pt x="21600" y="0"/>
                  </a:lnTo>
                  <a:lnTo>
                    <a:pt x="17446" y="0"/>
                  </a:lnTo>
                  <a:lnTo>
                    <a:pt x="16615" y="617"/>
                  </a:lnTo>
                  <a:lnTo>
                    <a:pt x="15785" y="0"/>
                  </a:lnTo>
                  <a:lnTo>
                    <a:pt x="14954" y="0"/>
                  </a:lnTo>
                  <a:lnTo>
                    <a:pt x="13292" y="1234"/>
                  </a:lnTo>
                  <a:lnTo>
                    <a:pt x="12462" y="3086"/>
                  </a:lnTo>
                  <a:lnTo>
                    <a:pt x="11631" y="4320"/>
                  </a:lnTo>
                  <a:lnTo>
                    <a:pt x="10800" y="4937"/>
                  </a:lnTo>
                  <a:lnTo>
                    <a:pt x="9969" y="6171"/>
                  </a:lnTo>
                  <a:lnTo>
                    <a:pt x="8308" y="6789"/>
                  </a:lnTo>
                  <a:lnTo>
                    <a:pt x="7477" y="6789"/>
                  </a:lnTo>
                  <a:lnTo>
                    <a:pt x="5815" y="8023"/>
                  </a:lnTo>
                  <a:lnTo>
                    <a:pt x="5815" y="9874"/>
                  </a:lnTo>
                  <a:lnTo>
                    <a:pt x="4154" y="11109"/>
                  </a:lnTo>
                  <a:lnTo>
                    <a:pt x="3323" y="11109"/>
                  </a:lnTo>
                  <a:lnTo>
                    <a:pt x="3323" y="11726"/>
                  </a:lnTo>
                  <a:lnTo>
                    <a:pt x="2492" y="12343"/>
                  </a:lnTo>
                  <a:lnTo>
                    <a:pt x="2492" y="12960"/>
                  </a:lnTo>
                  <a:lnTo>
                    <a:pt x="1662" y="13577"/>
                  </a:lnTo>
                  <a:lnTo>
                    <a:pt x="831" y="13577"/>
                  </a:lnTo>
                  <a:lnTo>
                    <a:pt x="0" y="12960"/>
                  </a:lnTo>
                  <a:lnTo>
                    <a:pt x="0" y="13577"/>
                  </a:lnTo>
                  <a:lnTo>
                    <a:pt x="3323" y="16046"/>
                  </a:lnTo>
                  <a:lnTo>
                    <a:pt x="5815" y="19749"/>
                  </a:lnTo>
                  <a:lnTo>
                    <a:pt x="6646" y="19749"/>
                  </a:lnTo>
                  <a:lnTo>
                    <a:pt x="7477" y="19131"/>
                  </a:lnTo>
                  <a:lnTo>
                    <a:pt x="8308" y="19131"/>
                  </a:lnTo>
                  <a:lnTo>
                    <a:pt x="9969" y="19749"/>
                  </a:lnTo>
                  <a:lnTo>
                    <a:pt x="10800" y="20366"/>
                  </a:lnTo>
                  <a:lnTo>
                    <a:pt x="17446" y="20366"/>
                  </a:lnTo>
                  <a:lnTo>
                    <a:pt x="18277" y="20983"/>
                  </a:lnTo>
                  <a:lnTo>
                    <a:pt x="19938" y="20983"/>
                  </a:lnTo>
                  <a:lnTo>
                    <a:pt x="19938" y="21600"/>
                  </a:lnTo>
                  <a:lnTo>
                    <a:pt x="21600" y="21600"/>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394" name="Shape 394"/>
            <p:cNvSpPr/>
            <p:nvPr/>
          </p:nvSpPr>
          <p:spPr>
            <a:xfrm>
              <a:off x="15647446" y="6459989"/>
              <a:ext cx="256658" cy="316584"/>
            </a:xfrm>
            <a:custGeom>
              <a:avLst/>
              <a:gdLst/>
              <a:ahLst/>
              <a:cxnLst>
                <a:cxn ang="0">
                  <a:pos x="wd2" y="hd2"/>
                </a:cxn>
                <a:cxn ang="5400000">
                  <a:pos x="wd2" y="hd2"/>
                </a:cxn>
                <a:cxn ang="10800000">
                  <a:pos x="wd2" y="hd2"/>
                </a:cxn>
                <a:cxn ang="16200000">
                  <a:pos x="wd2" y="hd2"/>
                </a:cxn>
              </a:cxnLst>
              <a:rect l="0" t="0" r="r" b="b"/>
              <a:pathLst>
                <a:path w="21600" h="21600" extrusionOk="0">
                  <a:moveTo>
                    <a:pt x="21600" y="11676"/>
                  </a:moveTo>
                  <a:lnTo>
                    <a:pt x="20880" y="12259"/>
                  </a:lnTo>
                  <a:lnTo>
                    <a:pt x="20160" y="13427"/>
                  </a:lnTo>
                  <a:lnTo>
                    <a:pt x="19440" y="14011"/>
                  </a:lnTo>
                  <a:lnTo>
                    <a:pt x="16560" y="15178"/>
                  </a:lnTo>
                  <a:lnTo>
                    <a:pt x="15840" y="15178"/>
                  </a:lnTo>
                  <a:lnTo>
                    <a:pt x="15120" y="15762"/>
                  </a:lnTo>
                  <a:lnTo>
                    <a:pt x="14400" y="16930"/>
                  </a:lnTo>
                  <a:lnTo>
                    <a:pt x="12960" y="18097"/>
                  </a:lnTo>
                  <a:lnTo>
                    <a:pt x="11520" y="18097"/>
                  </a:lnTo>
                  <a:lnTo>
                    <a:pt x="10800" y="18681"/>
                  </a:lnTo>
                  <a:lnTo>
                    <a:pt x="9360" y="19265"/>
                  </a:lnTo>
                  <a:lnTo>
                    <a:pt x="8640" y="19849"/>
                  </a:lnTo>
                  <a:lnTo>
                    <a:pt x="5760" y="21600"/>
                  </a:lnTo>
                  <a:lnTo>
                    <a:pt x="3600" y="20432"/>
                  </a:lnTo>
                  <a:lnTo>
                    <a:pt x="2160" y="19265"/>
                  </a:lnTo>
                  <a:lnTo>
                    <a:pt x="0" y="15762"/>
                  </a:lnTo>
                  <a:lnTo>
                    <a:pt x="720" y="15762"/>
                  </a:lnTo>
                  <a:lnTo>
                    <a:pt x="720" y="14595"/>
                  </a:lnTo>
                  <a:lnTo>
                    <a:pt x="1440" y="14011"/>
                  </a:lnTo>
                  <a:lnTo>
                    <a:pt x="2160" y="12843"/>
                  </a:lnTo>
                  <a:lnTo>
                    <a:pt x="2880" y="12259"/>
                  </a:lnTo>
                  <a:lnTo>
                    <a:pt x="2880" y="10508"/>
                  </a:lnTo>
                  <a:lnTo>
                    <a:pt x="2160" y="9924"/>
                  </a:lnTo>
                  <a:lnTo>
                    <a:pt x="2160" y="8173"/>
                  </a:lnTo>
                  <a:lnTo>
                    <a:pt x="11520" y="8173"/>
                  </a:lnTo>
                  <a:lnTo>
                    <a:pt x="11520" y="5254"/>
                  </a:lnTo>
                  <a:lnTo>
                    <a:pt x="7920" y="2335"/>
                  </a:lnTo>
                  <a:lnTo>
                    <a:pt x="9360" y="2335"/>
                  </a:lnTo>
                  <a:lnTo>
                    <a:pt x="9360" y="0"/>
                  </a:lnTo>
                  <a:lnTo>
                    <a:pt x="16560" y="0"/>
                  </a:lnTo>
                  <a:lnTo>
                    <a:pt x="16560" y="9341"/>
                  </a:lnTo>
                  <a:lnTo>
                    <a:pt x="19440" y="9341"/>
                  </a:lnTo>
                  <a:lnTo>
                    <a:pt x="19440" y="10508"/>
                  </a:lnTo>
                  <a:lnTo>
                    <a:pt x="20160" y="11092"/>
                  </a:lnTo>
                  <a:lnTo>
                    <a:pt x="21600" y="11676"/>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395" name="Shape 395"/>
            <p:cNvSpPr/>
            <p:nvPr/>
          </p:nvSpPr>
          <p:spPr>
            <a:xfrm>
              <a:off x="15844215" y="6425763"/>
              <a:ext cx="59888" cy="171129"/>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5429" y="0"/>
                  </a:lnTo>
                  <a:lnTo>
                    <a:pt x="15429" y="1080"/>
                  </a:lnTo>
                  <a:lnTo>
                    <a:pt x="12343" y="1080"/>
                  </a:lnTo>
                  <a:lnTo>
                    <a:pt x="6171" y="3240"/>
                  </a:lnTo>
                  <a:lnTo>
                    <a:pt x="3086" y="2160"/>
                  </a:lnTo>
                  <a:lnTo>
                    <a:pt x="0" y="2160"/>
                  </a:lnTo>
                  <a:lnTo>
                    <a:pt x="0" y="21600"/>
                  </a:lnTo>
                  <a:lnTo>
                    <a:pt x="12343" y="21600"/>
                  </a:lnTo>
                  <a:lnTo>
                    <a:pt x="12343" y="20520"/>
                  </a:lnTo>
                  <a:lnTo>
                    <a:pt x="18514" y="18360"/>
                  </a:lnTo>
                  <a:lnTo>
                    <a:pt x="18514" y="15120"/>
                  </a:lnTo>
                  <a:lnTo>
                    <a:pt x="15429" y="12960"/>
                  </a:lnTo>
                  <a:lnTo>
                    <a:pt x="15429" y="6480"/>
                  </a:lnTo>
                  <a:lnTo>
                    <a:pt x="18514" y="5400"/>
                  </a:lnTo>
                  <a:lnTo>
                    <a:pt x="18514" y="4320"/>
                  </a:lnTo>
                  <a:lnTo>
                    <a:pt x="21600" y="2160"/>
                  </a:lnTo>
                  <a:lnTo>
                    <a:pt x="21600" y="0"/>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396" name="Shape 396"/>
            <p:cNvSpPr/>
            <p:nvPr/>
          </p:nvSpPr>
          <p:spPr>
            <a:xfrm>
              <a:off x="15963988" y="6939140"/>
              <a:ext cx="205327" cy="171128"/>
            </a:xfrm>
            <a:custGeom>
              <a:avLst/>
              <a:gdLst/>
              <a:ahLst/>
              <a:cxnLst>
                <a:cxn ang="0">
                  <a:pos x="wd2" y="hd2"/>
                </a:cxn>
                <a:cxn ang="5400000">
                  <a:pos x="wd2" y="hd2"/>
                </a:cxn>
                <a:cxn ang="10800000">
                  <a:pos x="wd2" y="hd2"/>
                </a:cxn>
                <a:cxn ang="16200000">
                  <a:pos x="wd2" y="hd2"/>
                </a:cxn>
              </a:cxnLst>
              <a:rect l="0" t="0" r="r" b="b"/>
              <a:pathLst>
                <a:path w="21600" h="21600" extrusionOk="0">
                  <a:moveTo>
                    <a:pt x="21600" y="8640"/>
                  </a:moveTo>
                  <a:lnTo>
                    <a:pt x="20700" y="7560"/>
                  </a:lnTo>
                  <a:lnTo>
                    <a:pt x="19800" y="7560"/>
                  </a:lnTo>
                  <a:lnTo>
                    <a:pt x="18000" y="5400"/>
                  </a:lnTo>
                  <a:lnTo>
                    <a:pt x="18000" y="4320"/>
                  </a:lnTo>
                  <a:lnTo>
                    <a:pt x="17100" y="3240"/>
                  </a:lnTo>
                  <a:lnTo>
                    <a:pt x="15300" y="3240"/>
                  </a:lnTo>
                  <a:lnTo>
                    <a:pt x="13500" y="2160"/>
                  </a:lnTo>
                  <a:lnTo>
                    <a:pt x="12600" y="2160"/>
                  </a:lnTo>
                  <a:lnTo>
                    <a:pt x="11700" y="1080"/>
                  </a:lnTo>
                  <a:lnTo>
                    <a:pt x="5400" y="1080"/>
                  </a:lnTo>
                  <a:lnTo>
                    <a:pt x="4500" y="0"/>
                  </a:lnTo>
                  <a:lnTo>
                    <a:pt x="0" y="0"/>
                  </a:lnTo>
                  <a:lnTo>
                    <a:pt x="900" y="1080"/>
                  </a:lnTo>
                  <a:lnTo>
                    <a:pt x="900" y="8640"/>
                  </a:lnTo>
                  <a:lnTo>
                    <a:pt x="1800" y="10800"/>
                  </a:lnTo>
                  <a:lnTo>
                    <a:pt x="3600" y="12960"/>
                  </a:lnTo>
                  <a:lnTo>
                    <a:pt x="4500" y="11880"/>
                  </a:lnTo>
                  <a:lnTo>
                    <a:pt x="3600" y="10800"/>
                  </a:lnTo>
                  <a:lnTo>
                    <a:pt x="3600" y="9720"/>
                  </a:lnTo>
                  <a:lnTo>
                    <a:pt x="2700" y="9720"/>
                  </a:lnTo>
                  <a:lnTo>
                    <a:pt x="3600" y="8640"/>
                  </a:lnTo>
                  <a:lnTo>
                    <a:pt x="4500" y="9720"/>
                  </a:lnTo>
                  <a:lnTo>
                    <a:pt x="6300" y="10800"/>
                  </a:lnTo>
                  <a:lnTo>
                    <a:pt x="10800" y="16200"/>
                  </a:lnTo>
                  <a:lnTo>
                    <a:pt x="9900" y="16200"/>
                  </a:lnTo>
                  <a:lnTo>
                    <a:pt x="9900" y="18360"/>
                  </a:lnTo>
                  <a:lnTo>
                    <a:pt x="10800" y="19440"/>
                  </a:lnTo>
                  <a:lnTo>
                    <a:pt x="11700" y="19440"/>
                  </a:lnTo>
                  <a:lnTo>
                    <a:pt x="11700" y="18360"/>
                  </a:lnTo>
                  <a:lnTo>
                    <a:pt x="12600" y="18360"/>
                  </a:lnTo>
                  <a:lnTo>
                    <a:pt x="12600" y="19440"/>
                  </a:lnTo>
                  <a:lnTo>
                    <a:pt x="14400" y="21600"/>
                  </a:lnTo>
                  <a:lnTo>
                    <a:pt x="15300" y="20520"/>
                  </a:lnTo>
                  <a:lnTo>
                    <a:pt x="16200" y="20520"/>
                  </a:lnTo>
                  <a:lnTo>
                    <a:pt x="17100" y="19440"/>
                  </a:lnTo>
                  <a:lnTo>
                    <a:pt x="18000" y="17280"/>
                  </a:lnTo>
                  <a:lnTo>
                    <a:pt x="18000" y="15120"/>
                  </a:lnTo>
                  <a:lnTo>
                    <a:pt x="18900" y="12960"/>
                  </a:lnTo>
                  <a:lnTo>
                    <a:pt x="19800" y="11880"/>
                  </a:lnTo>
                  <a:lnTo>
                    <a:pt x="21600" y="8640"/>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397" name="Shape 397"/>
            <p:cNvSpPr/>
            <p:nvPr/>
          </p:nvSpPr>
          <p:spPr>
            <a:xfrm>
              <a:off x="16109427" y="7016146"/>
              <a:ext cx="350766" cy="128347"/>
            </a:xfrm>
            <a:custGeom>
              <a:avLst/>
              <a:gdLst/>
              <a:ahLst/>
              <a:cxnLst>
                <a:cxn ang="0">
                  <a:pos x="wd2" y="hd2"/>
                </a:cxn>
                <a:cxn ang="5400000">
                  <a:pos x="wd2" y="hd2"/>
                </a:cxn>
                <a:cxn ang="10800000">
                  <a:pos x="wd2" y="hd2"/>
                </a:cxn>
                <a:cxn ang="16200000">
                  <a:pos x="wd2" y="hd2"/>
                </a:cxn>
              </a:cxnLst>
              <a:rect l="0" t="0" r="r" b="b"/>
              <a:pathLst>
                <a:path w="21600" h="21600" extrusionOk="0">
                  <a:moveTo>
                    <a:pt x="4215" y="0"/>
                  </a:moveTo>
                  <a:lnTo>
                    <a:pt x="3161" y="4320"/>
                  </a:lnTo>
                  <a:lnTo>
                    <a:pt x="2107" y="7200"/>
                  </a:lnTo>
                  <a:lnTo>
                    <a:pt x="1054" y="12960"/>
                  </a:lnTo>
                  <a:lnTo>
                    <a:pt x="527" y="14400"/>
                  </a:lnTo>
                  <a:lnTo>
                    <a:pt x="0" y="14400"/>
                  </a:lnTo>
                  <a:lnTo>
                    <a:pt x="1580" y="15840"/>
                  </a:lnTo>
                  <a:lnTo>
                    <a:pt x="2107" y="15840"/>
                  </a:lnTo>
                  <a:lnTo>
                    <a:pt x="2634" y="14400"/>
                  </a:lnTo>
                  <a:lnTo>
                    <a:pt x="4215" y="14400"/>
                  </a:lnTo>
                  <a:lnTo>
                    <a:pt x="5795" y="12960"/>
                  </a:lnTo>
                  <a:lnTo>
                    <a:pt x="9483" y="12960"/>
                  </a:lnTo>
                  <a:lnTo>
                    <a:pt x="10537" y="14400"/>
                  </a:lnTo>
                  <a:lnTo>
                    <a:pt x="13171" y="21600"/>
                  </a:lnTo>
                  <a:lnTo>
                    <a:pt x="13171" y="20160"/>
                  </a:lnTo>
                  <a:lnTo>
                    <a:pt x="14751" y="20160"/>
                  </a:lnTo>
                  <a:lnTo>
                    <a:pt x="14751" y="18720"/>
                  </a:lnTo>
                  <a:lnTo>
                    <a:pt x="13698" y="15840"/>
                  </a:lnTo>
                  <a:lnTo>
                    <a:pt x="14224" y="14400"/>
                  </a:lnTo>
                  <a:lnTo>
                    <a:pt x="15278" y="12960"/>
                  </a:lnTo>
                  <a:lnTo>
                    <a:pt x="15805" y="12960"/>
                  </a:lnTo>
                  <a:lnTo>
                    <a:pt x="16332" y="11520"/>
                  </a:lnTo>
                  <a:lnTo>
                    <a:pt x="16332" y="10080"/>
                  </a:lnTo>
                  <a:lnTo>
                    <a:pt x="16859" y="10080"/>
                  </a:lnTo>
                  <a:lnTo>
                    <a:pt x="16859" y="8640"/>
                  </a:lnTo>
                  <a:lnTo>
                    <a:pt x="17912" y="8640"/>
                  </a:lnTo>
                  <a:lnTo>
                    <a:pt x="18439" y="7200"/>
                  </a:lnTo>
                  <a:lnTo>
                    <a:pt x="18966" y="8640"/>
                  </a:lnTo>
                  <a:lnTo>
                    <a:pt x="20020" y="10080"/>
                  </a:lnTo>
                  <a:lnTo>
                    <a:pt x="21073" y="12960"/>
                  </a:lnTo>
                  <a:lnTo>
                    <a:pt x="21600" y="10080"/>
                  </a:lnTo>
                  <a:lnTo>
                    <a:pt x="21073" y="8640"/>
                  </a:lnTo>
                  <a:lnTo>
                    <a:pt x="21073" y="7200"/>
                  </a:lnTo>
                  <a:lnTo>
                    <a:pt x="21600" y="5760"/>
                  </a:lnTo>
                  <a:lnTo>
                    <a:pt x="19493" y="2880"/>
                  </a:lnTo>
                  <a:lnTo>
                    <a:pt x="16332" y="2880"/>
                  </a:lnTo>
                  <a:lnTo>
                    <a:pt x="13171" y="5760"/>
                  </a:lnTo>
                  <a:lnTo>
                    <a:pt x="12117" y="5760"/>
                  </a:lnTo>
                  <a:lnTo>
                    <a:pt x="11590" y="7200"/>
                  </a:lnTo>
                  <a:lnTo>
                    <a:pt x="10537" y="7200"/>
                  </a:lnTo>
                  <a:lnTo>
                    <a:pt x="9483" y="5760"/>
                  </a:lnTo>
                  <a:lnTo>
                    <a:pt x="8429" y="5760"/>
                  </a:lnTo>
                  <a:lnTo>
                    <a:pt x="8429" y="4320"/>
                  </a:lnTo>
                  <a:lnTo>
                    <a:pt x="7902" y="4320"/>
                  </a:lnTo>
                  <a:lnTo>
                    <a:pt x="6849" y="2880"/>
                  </a:lnTo>
                  <a:lnTo>
                    <a:pt x="4215" y="0"/>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398" name="Shape 398"/>
            <p:cNvSpPr/>
            <p:nvPr/>
          </p:nvSpPr>
          <p:spPr>
            <a:xfrm>
              <a:off x="14304281" y="5630029"/>
              <a:ext cx="1651154" cy="1060981"/>
            </a:xfrm>
            <a:custGeom>
              <a:avLst/>
              <a:gdLst/>
              <a:ahLst/>
              <a:cxnLst>
                <a:cxn ang="0">
                  <a:pos x="wd2" y="hd2"/>
                </a:cxn>
                <a:cxn ang="5400000">
                  <a:pos x="wd2" y="hd2"/>
                </a:cxn>
                <a:cxn ang="10800000">
                  <a:pos x="wd2" y="hd2"/>
                </a:cxn>
                <a:cxn ang="16200000">
                  <a:pos x="wd2" y="hd2"/>
                </a:cxn>
              </a:cxnLst>
              <a:rect l="0" t="0" r="r" b="b"/>
              <a:pathLst>
                <a:path w="21600" h="21600" extrusionOk="0">
                  <a:moveTo>
                    <a:pt x="20928" y="16200"/>
                  </a:moveTo>
                  <a:lnTo>
                    <a:pt x="21152" y="15852"/>
                  </a:lnTo>
                  <a:lnTo>
                    <a:pt x="21152" y="15503"/>
                  </a:lnTo>
                  <a:lnTo>
                    <a:pt x="21264" y="15503"/>
                  </a:lnTo>
                  <a:lnTo>
                    <a:pt x="21376" y="15155"/>
                  </a:lnTo>
                  <a:lnTo>
                    <a:pt x="21376" y="14981"/>
                  </a:lnTo>
                  <a:lnTo>
                    <a:pt x="21488" y="14981"/>
                  </a:lnTo>
                  <a:lnTo>
                    <a:pt x="21488" y="14806"/>
                  </a:lnTo>
                  <a:lnTo>
                    <a:pt x="21600" y="14632"/>
                  </a:lnTo>
                  <a:lnTo>
                    <a:pt x="21600" y="14284"/>
                  </a:lnTo>
                  <a:lnTo>
                    <a:pt x="21488" y="14284"/>
                  </a:lnTo>
                  <a:lnTo>
                    <a:pt x="21376" y="14110"/>
                  </a:lnTo>
                  <a:lnTo>
                    <a:pt x="19921" y="14110"/>
                  </a:lnTo>
                  <a:lnTo>
                    <a:pt x="19697" y="14284"/>
                  </a:lnTo>
                  <a:lnTo>
                    <a:pt x="19474" y="14284"/>
                  </a:lnTo>
                  <a:lnTo>
                    <a:pt x="19362" y="14458"/>
                  </a:lnTo>
                  <a:lnTo>
                    <a:pt x="19138" y="14284"/>
                  </a:lnTo>
                  <a:lnTo>
                    <a:pt x="18914" y="14284"/>
                  </a:lnTo>
                  <a:lnTo>
                    <a:pt x="18802" y="14458"/>
                  </a:lnTo>
                  <a:lnTo>
                    <a:pt x="18690" y="14806"/>
                  </a:lnTo>
                  <a:lnTo>
                    <a:pt x="18690" y="15155"/>
                  </a:lnTo>
                  <a:lnTo>
                    <a:pt x="18578" y="15503"/>
                  </a:lnTo>
                  <a:lnTo>
                    <a:pt x="18578" y="16374"/>
                  </a:lnTo>
                  <a:lnTo>
                    <a:pt x="18354" y="16548"/>
                  </a:lnTo>
                  <a:lnTo>
                    <a:pt x="18242" y="16723"/>
                  </a:lnTo>
                  <a:lnTo>
                    <a:pt x="18019" y="16723"/>
                  </a:lnTo>
                  <a:lnTo>
                    <a:pt x="17571" y="17071"/>
                  </a:lnTo>
                  <a:lnTo>
                    <a:pt x="17459" y="17071"/>
                  </a:lnTo>
                  <a:lnTo>
                    <a:pt x="17235" y="17245"/>
                  </a:lnTo>
                  <a:lnTo>
                    <a:pt x="16452" y="17245"/>
                  </a:lnTo>
                  <a:lnTo>
                    <a:pt x="15892" y="17071"/>
                  </a:lnTo>
                  <a:lnTo>
                    <a:pt x="15445" y="16897"/>
                  </a:lnTo>
                  <a:lnTo>
                    <a:pt x="14997" y="16548"/>
                  </a:lnTo>
                  <a:lnTo>
                    <a:pt x="14661" y="16374"/>
                  </a:lnTo>
                  <a:lnTo>
                    <a:pt x="14661" y="16200"/>
                  </a:lnTo>
                  <a:lnTo>
                    <a:pt x="14549" y="16200"/>
                  </a:lnTo>
                  <a:lnTo>
                    <a:pt x="14437" y="16026"/>
                  </a:lnTo>
                  <a:lnTo>
                    <a:pt x="14325" y="15677"/>
                  </a:lnTo>
                  <a:lnTo>
                    <a:pt x="14325" y="15329"/>
                  </a:lnTo>
                  <a:lnTo>
                    <a:pt x="14213" y="14981"/>
                  </a:lnTo>
                  <a:lnTo>
                    <a:pt x="14213" y="14110"/>
                  </a:lnTo>
                  <a:lnTo>
                    <a:pt x="13990" y="13239"/>
                  </a:lnTo>
                  <a:lnTo>
                    <a:pt x="13654" y="12368"/>
                  </a:lnTo>
                  <a:lnTo>
                    <a:pt x="13654" y="11497"/>
                  </a:lnTo>
                  <a:lnTo>
                    <a:pt x="13542" y="10974"/>
                  </a:lnTo>
                  <a:lnTo>
                    <a:pt x="13542" y="10626"/>
                  </a:lnTo>
                  <a:lnTo>
                    <a:pt x="13654" y="10103"/>
                  </a:lnTo>
                  <a:lnTo>
                    <a:pt x="13654" y="9755"/>
                  </a:lnTo>
                  <a:lnTo>
                    <a:pt x="13542" y="8361"/>
                  </a:lnTo>
                  <a:lnTo>
                    <a:pt x="13430" y="8361"/>
                  </a:lnTo>
                  <a:lnTo>
                    <a:pt x="12982" y="7839"/>
                  </a:lnTo>
                  <a:lnTo>
                    <a:pt x="12423" y="6968"/>
                  </a:lnTo>
                  <a:lnTo>
                    <a:pt x="11751" y="5574"/>
                  </a:lnTo>
                  <a:lnTo>
                    <a:pt x="11639" y="5400"/>
                  </a:lnTo>
                  <a:lnTo>
                    <a:pt x="11527" y="5052"/>
                  </a:lnTo>
                  <a:lnTo>
                    <a:pt x="11304" y="4877"/>
                  </a:lnTo>
                  <a:lnTo>
                    <a:pt x="11080" y="4529"/>
                  </a:lnTo>
                  <a:lnTo>
                    <a:pt x="10856" y="4355"/>
                  </a:lnTo>
                  <a:lnTo>
                    <a:pt x="10632" y="4355"/>
                  </a:lnTo>
                  <a:lnTo>
                    <a:pt x="10520" y="4529"/>
                  </a:lnTo>
                  <a:lnTo>
                    <a:pt x="10408" y="4529"/>
                  </a:lnTo>
                  <a:lnTo>
                    <a:pt x="10296" y="4703"/>
                  </a:lnTo>
                  <a:lnTo>
                    <a:pt x="9737" y="4703"/>
                  </a:lnTo>
                  <a:lnTo>
                    <a:pt x="9401" y="4355"/>
                  </a:lnTo>
                  <a:lnTo>
                    <a:pt x="9177" y="4181"/>
                  </a:lnTo>
                  <a:lnTo>
                    <a:pt x="8730" y="3658"/>
                  </a:lnTo>
                  <a:lnTo>
                    <a:pt x="8282" y="2613"/>
                  </a:lnTo>
                  <a:lnTo>
                    <a:pt x="8058" y="1219"/>
                  </a:lnTo>
                  <a:lnTo>
                    <a:pt x="7946" y="1045"/>
                  </a:lnTo>
                  <a:lnTo>
                    <a:pt x="7834" y="1045"/>
                  </a:lnTo>
                  <a:lnTo>
                    <a:pt x="7610" y="871"/>
                  </a:lnTo>
                  <a:lnTo>
                    <a:pt x="6715" y="871"/>
                  </a:lnTo>
                  <a:lnTo>
                    <a:pt x="6491" y="1219"/>
                  </a:lnTo>
                  <a:lnTo>
                    <a:pt x="6267" y="1394"/>
                  </a:lnTo>
                  <a:lnTo>
                    <a:pt x="5596" y="1742"/>
                  </a:lnTo>
                  <a:lnTo>
                    <a:pt x="4365" y="1742"/>
                  </a:lnTo>
                  <a:lnTo>
                    <a:pt x="3805" y="1568"/>
                  </a:lnTo>
                  <a:lnTo>
                    <a:pt x="3022" y="1219"/>
                  </a:lnTo>
                  <a:lnTo>
                    <a:pt x="2350" y="871"/>
                  </a:lnTo>
                  <a:lnTo>
                    <a:pt x="1791" y="348"/>
                  </a:lnTo>
                  <a:lnTo>
                    <a:pt x="1679" y="174"/>
                  </a:lnTo>
                  <a:lnTo>
                    <a:pt x="1455" y="0"/>
                  </a:lnTo>
                  <a:lnTo>
                    <a:pt x="783" y="174"/>
                  </a:lnTo>
                  <a:lnTo>
                    <a:pt x="0" y="871"/>
                  </a:lnTo>
                  <a:lnTo>
                    <a:pt x="336" y="1916"/>
                  </a:lnTo>
                  <a:lnTo>
                    <a:pt x="672" y="3135"/>
                  </a:lnTo>
                  <a:lnTo>
                    <a:pt x="1007" y="4181"/>
                  </a:lnTo>
                  <a:lnTo>
                    <a:pt x="1231" y="5052"/>
                  </a:lnTo>
                  <a:lnTo>
                    <a:pt x="1343" y="5400"/>
                  </a:lnTo>
                  <a:lnTo>
                    <a:pt x="1679" y="6968"/>
                  </a:lnTo>
                  <a:lnTo>
                    <a:pt x="1791" y="7142"/>
                  </a:lnTo>
                  <a:lnTo>
                    <a:pt x="1903" y="7142"/>
                  </a:lnTo>
                  <a:lnTo>
                    <a:pt x="2126" y="7316"/>
                  </a:lnTo>
                  <a:lnTo>
                    <a:pt x="2462" y="7665"/>
                  </a:lnTo>
                  <a:lnTo>
                    <a:pt x="2686" y="8013"/>
                  </a:lnTo>
                  <a:lnTo>
                    <a:pt x="2910" y="8535"/>
                  </a:lnTo>
                  <a:lnTo>
                    <a:pt x="3134" y="9232"/>
                  </a:lnTo>
                  <a:lnTo>
                    <a:pt x="3246" y="9406"/>
                  </a:lnTo>
                  <a:lnTo>
                    <a:pt x="3469" y="10277"/>
                  </a:lnTo>
                  <a:lnTo>
                    <a:pt x="3805" y="11148"/>
                  </a:lnTo>
                  <a:lnTo>
                    <a:pt x="4701" y="12542"/>
                  </a:lnTo>
                  <a:lnTo>
                    <a:pt x="5148" y="12890"/>
                  </a:lnTo>
                  <a:lnTo>
                    <a:pt x="5484" y="12890"/>
                  </a:lnTo>
                  <a:lnTo>
                    <a:pt x="5484" y="12542"/>
                  </a:lnTo>
                  <a:lnTo>
                    <a:pt x="5260" y="12194"/>
                  </a:lnTo>
                  <a:lnTo>
                    <a:pt x="5036" y="11671"/>
                  </a:lnTo>
                  <a:lnTo>
                    <a:pt x="4812" y="10974"/>
                  </a:lnTo>
                  <a:lnTo>
                    <a:pt x="4589" y="10452"/>
                  </a:lnTo>
                  <a:lnTo>
                    <a:pt x="4477" y="10103"/>
                  </a:lnTo>
                  <a:lnTo>
                    <a:pt x="4141" y="9406"/>
                  </a:lnTo>
                  <a:lnTo>
                    <a:pt x="3805" y="8187"/>
                  </a:lnTo>
                  <a:lnTo>
                    <a:pt x="3469" y="7142"/>
                  </a:lnTo>
                  <a:lnTo>
                    <a:pt x="2910" y="6271"/>
                  </a:lnTo>
                  <a:lnTo>
                    <a:pt x="2350" y="5052"/>
                  </a:lnTo>
                  <a:lnTo>
                    <a:pt x="1903" y="3658"/>
                  </a:lnTo>
                  <a:lnTo>
                    <a:pt x="1679" y="2090"/>
                  </a:lnTo>
                  <a:lnTo>
                    <a:pt x="1679" y="1394"/>
                  </a:lnTo>
                  <a:lnTo>
                    <a:pt x="1791" y="1219"/>
                  </a:lnTo>
                  <a:lnTo>
                    <a:pt x="1903" y="1219"/>
                  </a:lnTo>
                  <a:lnTo>
                    <a:pt x="2350" y="1568"/>
                  </a:lnTo>
                  <a:lnTo>
                    <a:pt x="2462" y="2090"/>
                  </a:lnTo>
                  <a:lnTo>
                    <a:pt x="3246" y="4529"/>
                  </a:lnTo>
                  <a:lnTo>
                    <a:pt x="3805" y="5748"/>
                  </a:lnTo>
                  <a:lnTo>
                    <a:pt x="4365" y="6794"/>
                  </a:lnTo>
                  <a:lnTo>
                    <a:pt x="4477" y="6794"/>
                  </a:lnTo>
                  <a:lnTo>
                    <a:pt x="4701" y="6968"/>
                  </a:lnTo>
                  <a:lnTo>
                    <a:pt x="4924" y="6968"/>
                  </a:lnTo>
                  <a:lnTo>
                    <a:pt x="5260" y="7490"/>
                  </a:lnTo>
                  <a:lnTo>
                    <a:pt x="5372" y="7839"/>
                  </a:lnTo>
                  <a:lnTo>
                    <a:pt x="5484" y="8361"/>
                  </a:lnTo>
                  <a:lnTo>
                    <a:pt x="5596" y="8535"/>
                  </a:lnTo>
                  <a:lnTo>
                    <a:pt x="5932" y="9232"/>
                  </a:lnTo>
                  <a:lnTo>
                    <a:pt x="6491" y="10103"/>
                  </a:lnTo>
                  <a:lnTo>
                    <a:pt x="6939" y="10974"/>
                  </a:lnTo>
                  <a:lnTo>
                    <a:pt x="7834" y="12368"/>
                  </a:lnTo>
                  <a:lnTo>
                    <a:pt x="7946" y="12890"/>
                  </a:lnTo>
                  <a:lnTo>
                    <a:pt x="8058" y="13935"/>
                  </a:lnTo>
                  <a:lnTo>
                    <a:pt x="8282" y="15329"/>
                  </a:lnTo>
                  <a:lnTo>
                    <a:pt x="8282" y="17245"/>
                  </a:lnTo>
                  <a:lnTo>
                    <a:pt x="8394" y="17245"/>
                  </a:lnTo>
                  <a:lnTo>
                    <a:pt x="8618" y="17419"/>
                  </a:lnTo>
                  <a:lnTo>
                    <a:pt x="8953" y="17594"/>
                  </a:lnTo>
                  <a:lnTo>
                    <a:pt x="9513" y="17768"/>
                  </a:lnTo>
                  <a:lnTo>
                    <a:pt x="9737" y="17768"/>
                  </a:lnTo>
                  <a:lnTo>
                    <a:pt x="10408" y="18116"/>
                  </a:lnTo>
                  <a:lnTo>
                    <a:pt x="11080" y="18813"/>
                  </a:lnTo>
                  <a:lnTo>
                    <a:pt x="11639" y="19510"/>
                  </a:lnTo>
                  <a:lnTo>
                    <a:pt x="12647" y="19510"/>
                  </a:lnTo>
                  <a:lnTo>
                    <a:pt x="12870" y="19684"/>
                  </a:lnTo>
                  <a:lnTo>
                    <a:pt x="13430" y="20032"/>
                  </a:lnTo>
                  <a:lnTo>
                    <a:pt x="14213" y="20555"/>
                  </a:lnTo>
                  <a:lnTo>
                    <a:pt x="15221" y="20903"/>
                  </a:lnTo>
                  <a:lnTo>
                    <a:pt x="17235" y="20903"/>
                  </a:lnTo>
                  <a:lnTo>
                    <a:pt x="17347" y="21077"/>
                  </a:lnTo>
                  <a:lnTo>
                    <a:pt x="17571" y="21252"/>
                  </a:lnTo>
                  <a:lnTo>
                    <a:pt x="17571" y="21600"/>
                  </a:lnTo>
                  <a:lnTo>
                    <a:pt x="17683" y="21600"/>
                  </a:lnTo>
                  <a:lnTo>
                    <a:pt x="17683" y="21252"/>
                  </a:lnTo>
                  <a:lnTo>
                    <a:pt x="17795" y="21077"/>
                  </a:lnTo>
                  <a:lnTo>
                    <a:pt x="17907" y="20729"/>
                  </a:lnTo>
                  <a:lnTo>
                    <a:pt x="18019" y="20555"/>
                  </a:lnTo>
                  <a:lnTo>
                    <a:pt x="18019" y="20032"/>
                  </a:lnTo>
                  <a:lnTo>
                    <a:pt x="17907" y="19858"/>
                  </a:lnTo>
                  <a:lnTo>
                    <a:pt x="17907" y="19335"/>
                  </a:lnTo>
                  <a:lnTo>
                    <a:pt x="19362" y="19335"/>
                  </a:lnTo>
                  <a:lnTo>
                    <a:pt x="19362" y="18465"/>
                  </a:lnTo>
                  <a:lnTo>
                    <a:pt x="18802" y="17594"/>
                  </a:lnTo>
                  <a:lnTo>
                    <a:pt x="19026" y="17594"/>
                  </a:lnTo>
                  <a:lnTo>
                    <a:pt x="19026" y="16897"/>
                  </a:lnTo>
                  <a:lnTo>
                    <a:pt x="20145" y="16897"/>
                  </a:lnTo>
                  <a:lnTo>
                    <a:pt x="20145" y="16548"/>
                  </a:lnTo>
                  <a:lnTo>
                    <a:pt x="20257" y="16548"/>
                  </a:lnTo>
                  <a:lnTo>
                    <a:pt x="20369" y="16723"/>
                  </a:lnTo>
                  <a:lnTo>
                    <a:pt x="20593" y="16374"/>
                  </a:lnTo>
                  <a:lnTo>
                    <a:pt x="20817" y="16374"/>
                  </a:lnTo>
                  <a:lnTo>
                    <a:pt x="20928" y="16200"/>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399" name="Shape 399"/>
            <p:cNvSpPr/>
            <p:nvPr/>
          </p:nvSpPr>
          <p:spPr>
            <a:xfrm>
              <a:off x="15775775" y="6631114"/>
              <a:ext cx="350764" cy="196797"/>
            </a:xfrm>
            <a:custGeom>
              <a:avLst/>
              <a:gdLst/>
              <a:ahLst/>
              <a:cxnLst>
                <a:cxn ang="0">
                  <a:pos x="wd2" y="hd2"/>
                </a:cxn>
                <a:cxn ang="5400000">
                  <a:pos x="wd2" y="hd2"/>
                </a:cxn>
                <a:cxn ang="10800000">
                  <a:pos x="wd2" y="hd2"/>
                </a:cxn>
                <a:cxn ang="16200000">
                  <a:pos x="wd2" y="hd2"/>
                </a:cxn>
              </a:cxnLst>
              <a:rect l="0" t="0" r="r" b="b"/>
              <a:pathLst>
                <a:path w="21600" h="21600" extrusionOk="0">
                  <a:moveTo>
                    <a:pt x="21600" y="3757"/>
                  </a:moveTo>
                  <a:lnTo>
                    <a:pt x="18966" y="3757"/>
                  </a:lnTo>
                  <a:lnTo>
                    <a:pt x="18439" y="4696"/>
                  </a:lnTo>
                  <a:lnTo>
                    <a:pt x="17912" y="3757"/>
                  </a:lnTo>
                  <a:lnTo>
                    <a:pt x="17385" y="3757"/>
                  </a:lnTo>
                  <a:lnTo>
                    <a:pt x="16332" y="5635"/>
                  </a:lnTo>
                  <a:lnTo>
                    <a:pt x="15805" y="8452"/>
                  </a:lnTo>
                  <a:lnTo>
                    <a:pt x="15278" y="10330"/>
                  </a:lnTo>
                  <a:lnTo>
                    <a:pt x="14751" y="11270"/>
                  </a:lnTo>
                  <a:lnTo>
                    <a:pt x="14224" y="13148"/>
                  </a:lnTo>
                  <a:lnTo>
                    <a:pt x="13171" y="14087"/>
                  </a:lnTo>
                  <a:lnTo>
                    <a:pt x="12644" y="14087"/>
                  </a:lnTo>
                  <a:lnTo>
                    <a:pt x="11590" y="15965"/>
                  </a:lnTo>
                  <a:lnTo>
                    <a:pt x="11590" y="18783"/>
                  </a:lnTo>
                  <a:lnTo>
                    <a:pt x="10537" y="20661"/>
                  </a:lnTo>
                  <a:lnTo>
                    <a:pt x="10010" y="20661"/>
                  </a:lnTo>
                  <a:lnTo>
                    <a:pt x="10010" y="21600"/>
                  </a:lnTo>
                  <a:lnTo>
                    <a:pt x="9483" y="21600"/>
                  </a:lnTo>
                  <a:lnTo>
                    <a:pt x="8956" y="20661"/>
                  </a:lnTo>
                  <a:lnTo>
                    <a:pt x="8956" y="19722"/>
                  </a:lnTo>
                  <a:lnTo>
                    <a:pt x="8429" y="19722"/>
                  </a:lnTo>
                  <a:lnTo>
                    <a:pt x="8429" y="20661"/>
                  </a:lnTo>
                  <a:lnTo>
                    <a:pt x="7902" y="20661"/>
                  </a:lnTo>
                  <a:lnTo>
                    <a:pt x="7902" y="15965"/>
                  </a:lnTo>
                  <a:lnTo>
                    <a:pt x="7376" y="15026"/>
                  </a:lnTo>
                  <a:lnTo>
                    <a:pt x="6849" y="15026"/>
                  </a:lnTo>
                  <a:lnTo>
                    <a:pt x="6322" y="14087"/>
                  </a:lnTo>
                  <a:lnTo>
                    <a:pt x="4741" y="14087"/>
                  </a:lnTo>
                  <a:lnTo>
                    <a:pt x="4215" y="15026"/>
                  </a:lnTo>
                  <a:lnTo>
                    <a:pt x="3688" y="15026"/>
                  </a:lnTo>
                  <a:lnTo>
                    <a:pt x="3161" y="14087"/>
                  </a:lnTo>
                  <a:lnTo>
                    <a:pt x="3161" y="13148"/>
                  </a:lnTo>
                  <a:lnTo>
                    <a:pt x="2634" y="13148"/>
                  </a:lnTo>
                  <a:lnTo>
                    <a:pt x="1580" y="11270"/>
                  </a:lnTo>
                  <a:lnTo>
                    <a:pt x="0" y="11270"/>
                  </a:lnTo>
                  <a:lnTo>
                    <a:pt x="527" y="10330"/>
                  </a:lnTo>
                  <a:lnTo>
                    <a:pt x="1580" y="10330"/>
                  </a:lnTo>
                  <a:lnTo>
                    <a:pt x="2634" y="8452"/>
                  </a:lnTo>
                  <a:lnTo>
                    <a:pt x="3161" y="6574"/>
                  </a:lnTo>
                  <a:lnTo>
                    <a:pt x="3688" y="5635"/>
                  </a:lnTo>
                  <a:lnTo>
                    <a:pt x="4215" y="5635"/>
                  </a:lnTo>
                  <a:lnTo>
                    <a:pt x="6322" y="3757"/>
                  </a:lnTo>
                  <a:lnTo>
                    <a:pt x="6849" y="1878"/>
                  </a:lnTo>
                  <a:lnTo>
                    <a:pt x="7902" y="0"/>
                  </a:lnTo>
                  <a:lnTo>
                    <a:pt x="16859" y="0"/>
                  </a:lnTo>
                  <a:lnTo>
                    <a:pt x="18439" y="939"/>
                  </a:lnTo>
                  <a:lnTo>
                    <a:pt x="21073" y="939"/>
                  </a:lnTo>
                  <a:lnTo>
                    <a:pt x="21073" y="1878"/>
                  </a:lnTo>
                  <a:lnTo>
                    <a:pt x="21600" y="1878"/>
                  </a:lnTo>
                  <a:lnTo>
                    <a:pt x="21600" y="3757"/>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400" name="Shape 400"/>
            <p:cNvSpPr/>
            <p:nvPr/>
          </p:nvSpPr>
          <p:spPr>
            <a:xfrm>
              <a:off x="15724443" y="6733790"/>
              <a:ext cx="188217" cy="102677"/>
            </a:xfrm>
            <a:custGeom>
              <a:avLst/>
              <a:gdLst/>
              <a:ahLst/>
              <a:cxnLst>
                <a:cxn ang="0">
                  <a:pos x="wd2" y="hd2"/>
                </a:cxn>
                <a:cxn ang="5400000">
                  <a:pos x="wd2" y="hd2"/>
                </a:cxn>
                <a:cxn ang="10800000">
                  <a:pos x="wd2" y="hd2"/>
                </a:cxn>
                <a:cxn ang="16200000">
                  <a:pos x="wd2" y="hd2"/>
                </a:cxn>
              </a:cxnLst>
              <a:rect l="0" t="0" r="r" b="b"/>
              <a:pathLst>
                <a:path w="21600" h="21600" extrusionOk="0">
                  <a:moveTo>
                    <a:pt x="21600" y="18000"/>
                  </a:moveTo>
                  <a:lnTo>
                    <a:pt x="20618" y="19800"/>
                  </a:lnTo>
                  <a:lnTo>
                    <a:pt x="19636" y="19800"/>
                  </a:lnTo>
                  <a:lnTo>
                    <a:pt x="19636" y="21600"/>
                  </a:lnTo>
                  <a:lnTo>
                    <a:pt x="15709" y="19800"/>
                  </a:lnTo>
                  <a:lnTo>
                    <a:pt x="12764" y="19800"/>
                  </a:lnTo>
                  <a:lnTo>
                    <a:pt x="9818" y="18000"/>
                  </a:lnTo>
                  <a:lnTo>
                    <a:pt x="7855" y="16200"/>
                  </a:lnTo>
                  <a:lnTo>
                    <a:pt x="5891" y="16200"/>
                  </a:lnTo>
                  <a:lnTo>
                    <a:pt x="5891" y="14400"/>
                  </a:lnTo>
                  <a:lnTo>
                    <a:pt x="2945" y="12600"/>
                  </a:lnTo>
                  <a:lnTo>
                    <a:pt x="982" y="10800"/>
                  </a:lnTo>
                  <a:lnTo>
                    <a:pt x="0" y="9000"/>
                  </a:lnTo>
                  <a:lnTo>
                    <a:pt x="3927" y="3600"/>
                  </a:lnTo>
                  <a:lnTo>
                    <a:pt x="5891" y="0"/>
                  </a:lnTo>
                  <a:lnTo>
                    <a:pt x="7855" y="0"/>
                  </a:lnTo>
                  <a:lnTo>
                    <a:pt x="11782" y="3600"/>
                  </a:lnTo>
                  <a:lnTo>
                    <a:pt x="11782" y="5400"/>
                  </a:lnTo>
                  <a:lnTo>
                    <a:pt x="12764" y="5400"/>
                  </a:lnTo>
                  <a:lnTo>
                    <a:pt x="12764" y="7200"/>
                  </a:lnTo>
                  <a:lnTo>
                    <a:pt x="14727" y="7200"/>
                  </a:lnTo>
                  <a:lnTo>
                    <a:pt x="15709" y="5400"/>
                  </a:lnTo>
                  <a:lnTo>
                    <a:pt x="18655" y="5400"/>
                  </a:lnTo>
                  <a:lnTo>
                    <a:pt x="21600" y="10800"/>
                  </a:lnTo>
                  <a:lnTo>
                    <a:pt x="21600" y="18000"/>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401" name="Shape 401"/>
            <p:cNvSpPr/>
            <p:nvPr/>
          </p:nvSpPr>
          <p:spPr>
            <a:xfrm>
              <a:off x="16793841" y="6425763"/>
              <a:ext cx="162551" cy="119790"/>
            </a:xfrm>
            <a:custGeom>
              <a:avLst/>
              <a:gdLst/>
              <a:ahLst/>
              <a:cxnLst>
                <a:cxn ang="0">
                  <a:pos x="wd2" y="hd2"/>
                </a:cxn>
                <a:cxn ang="5400000">
                  <a:pos x="wd2" y="hd2"/>
                </a:cxn>
                <a:cxn ang="10800000">
                  <a:pos x="wd2" y="hd2"/>
                </a:cxn>
                <a:cxn ang="16200000">
                  <a:pos x="wd2" y="hd2"/>
                </a:cxn>
              </a:cxnLst>
              <a:rect l="0" t="0" r="r" b="b"/>
              <a:pathLst>
                <a:path w="21600" h="21600" extrusionOk="0">
                  <a:moveTo>
                    <a:pt x="2274" y="0"/>
                  </a:moveTo>
                  <a:lnTo>
                    <a:pt x="3411" y="1543"/>
                  </a:lnTo>
                  <a:lnTo>
                    <a:pt x="3411" y="7714"/>
                  </a:lnTo>
                  <a:lnTo>
                    <a:pt x="1137" y="10800"/>
                  </a:lnTo>
                  <a:lnTo>
                    <a:pt x="0" y="10800"/>
                  </a:lnTo>
                  <a:lnTo>
                    <a:pt x="0" y="15429"/>
                  </a:lnTo>
                  <a:lnTo>
                    <a:pt x="1137" y="16971"/>
                  </a:lnTo>
                  <a:lnTo>
                    <a:pt x="1137" y="18514"/>
                  </a:lnTo>
                  <a:lnTo>
                    <a:pt x="2274" y="20057"/>
                  </a:lnTo>
                  <a:lnTo>
                    <a:pt x="2274" y="21600"/>
                  </a:lnTo>
                  <a:lnTo>
                    <a:pt x="4547" y="21600"/>
                  </a:lnTo>
                  <a:lnTo>
                    <a:pt x="6821" y="20057"/>
                  </a:lnTo>
                  <a:lnTo>
                    <a:pt x="7958" y="18514"/>
                  </a:lnTo>
                  <a:lnTo>
                    <a:pt x="9095" y="18514"/>
                  </a:lnTo>
                  <a:lnTo>
                    <a:pt x="10232" y="16971"/>
                  </a:lnTo>
                  <a:lnTo>
                    <a:pt x="11368" y="16971"/>
                  </a:lnTo>
                  <a:lnTo>
                    <a:pt x="12505" y="18514"/>
                  </a:lnTo>
                  <a:lnTo>
                    <a:pt x="18189" y="16971"/>
                  </a:lnTo>
                  <a:lnTo>
                    <a:pt x="21600" y="15429"/>
                  </a:lnTo>
                  <a:lnTo>
                    <a:pt x="21600" y="9257"/>
                  </a:lnTo>
                  <a:lnTo>
                    <a:pt x="18189" y="7714"/>
                  </a:lnTo>
                  <a:lnTo>
                    <a:pt x="13642" y="6171"/>
                  </a:lnTo>
                  <a:lnTo>
                    <a:pt x="17053" y="4629"/>
                  </a:lnTo>
                  <a:lnTo>
                    <a:pt x="11368" y="4629"/>
                  </a:lnTo>
                  <a:lnTo>
                    <a:pt x="7958" y="1543"/>
                  </a:lnTo>
                  <a:lnTo>
                    <a:pt x="2274" y="0"/>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402" name="Shape 402"/>
            <p:cNvSpPr/>
            <p:nvPr/>
          </p:nvSpPr>
          <p:spPr>
            <a:xfrm>
              <a:off x="16631293" y="6400095"/>
              <a:ext cx="188216" cy="154014"/>
            </a:xfrm>
            <a:custGeom>
              <a:avLst/>
              <a:gdLst/>
              <a:ahLst/>
              <a:cxnLst>
                <a:cxn ang="0">
                  <a:pos x="wd2" y="hd2"/>
                </a:cxn>
                <a:cxn ang="5400000">
                  <a:pos x="wd2" y="hd2"/>
                </a:cxn>
                <a:cxn ang="10800000">
                  <a:pos x="wd2" y="hd2"/>
                </a:cxn>
                <a:cxn ang="16200000">
                  <a:pos x="wd2" y="hd2"/>
                </a:cxn>
              </a:cxnLst>
              <a:rect l="0" t="0" r="r" b="b"/>
              <a:pathLst>
                <a:path w="21600" h="21600" extrusionOk="0">
                  <a:moveTo>
                    <a:pt x="5891" y="1200"/>
                  </a:moveTo>
                  <a:lnTo>
                    <a:pt x="3927" y="3600"/>
                  </a:lnTo>
                  <a:lnTo>
                    <a:pt x="5891" y="4800"/>
                  </a:lnTo>
                  <a:lnTo>
                    <a:pt x="8836" y="4800"/>
                  </a:lnTo>
                  <a:lnTo>
                    <a:pt x="10800" y="6000"/>
                  </a:lnTo>
                  <a:lnTo>
                    <a:pt x="11782" y="6000"/>
                  </a:lnTo>
                  <a:lnTo>
                    <a:pt x="12764" y="8400"/>
                  </a:lnTo>
                  <a:lnTo>
                    <a:pt x="12764" y="12000"/>
                  </a:lnTo>
                  <a:lnTo>
                    <a:pt x="11782" y="13200"/>
                  </a:lnTo>
                  <a:lnTo>
                    <a:pt x="9818" y="13200"/>
                  </a:lnTo>
                  <a:lnTo>
                    <a:pt x="4909" y="10800"/>
                  </a:lnTo>
                  <a:lnTo>
                    <a:pt x="1964" y="10800"/>
                  </a:lnTo>
                  <a:lnTo>
                    <a:pt x="0" y="13200"/>
                  </a:lnTo>
                  <a:lnTo>
                    <a:pt x="2945" y="15600"/>
                  </a:lnTo>
                  <a:lnTo>
                    <a:pt x="7855" y="15600"/>
                  </a:lnTo>
                  <a:lnTo>
                    <a:pt x="9818" y="16800"/>
                  </a:lnTo>
                  <a:lnTo>
                    <a:pt x="9818" y="18000"/>
                  </a:lnTo>
                  <a:lnTo>
                    <a:pt x="10800" y="19200"/>
                  </a:lnTo>
                  <a:lnTo>
                    <a:pt x="14727" y="21600"/>
                  </a:lnTo>
                  <a:lnTo>
                    <a:pt x="20618" y="21600"/>
                  </a:lnTo>
                  <a:lnTo>
                    <a:pt x="20618" y="18000"/>
                  </a:lnTo>
                  <a:lnTo>
                    <a:pt x="19636" y="18000"/>
                  </a:lnTo>
                  <a:lnTo>
                    <a:pt x="19636" y="16800"/>
                  </a:lnTo>
                  <a:lnTo>
                    <a:pt x="18655" y="14400"/>
                  </a:lnTo>
                  <a:lnTo>
                    <a:pt x="18655" y="10800"/>
                  </a:lnTo>
                  <a:lnTo>
                    <a:pt x="19636" y="10800"/>
                  </a:lnTo>
                  <a:lnTo>
                    <a:pt x="21600" y="8400"/>
                  </a:lnTo>
                  <a:lnTo>
                    <a:pt x="21600" y="4800"/>
                  </a:lnTo>
                  <a:lnTo>
                    <a:pt x="20618" y="2400"/>
                  </a:lnTo>
                  <a:lnTo>
                    <a:pt x="13745" y="1200"/>
                  </a:lnTo>
                  <a:lnTo>
                    <a:pt x="9818" y="0"/>
                  </a:lnTo>
                  <a:lnTo>
                    <a:pt x="5891" y="1200"/>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403" name="Shape 403"/>
            <p:cNvSpPr/>
            <p:nvPr/>
          </p:nvSpPr>
          <p:spPr>
            <a:xfrm>
              <a:off x="16049541" y="6203300"/>
              <a:ext cx="598865" cy="231022"/>
            </a:xfrm>
            <a:custGeom>
              <a:avLst/>
              <a:gdLst/>
              <a:ahLst/>
              <a:cxnLst>
                <a:cxn ang="0">
                  <a:pos x="wd2" y="hd2"/>
                </a:cxn>
                <a:cxn ang="5400000">
                  <a:pos x="wd2" y="hd2"/>
                </a:cxn>
                <a:cxn ang="10800000">
                  <a:pos x="wd2" y="hd2"/>
                </a:cxn>
                <a:cxn ang="16200000">
                  <a:pos x="wd2" y="hd2"/>
                </a:cxn>
              </a:cxnLst>
              <a:rect l="0" t="0" r="r" b="b"/>
              <a:pathLst>
                <a:path w="21600" h="21600" extrusionOk="0">
                  <a:moveTo>
                    <a:pt x="2777" y="800"/>
                  </a:moveTo>
                  <a:lnTo>
                    <a:pt x="2469" y="800"/>
                  </a:lnTo>
                  <a:lnTo>
                    <a:pt x="2160" y="1600"/>
                  </a:lnTo>
                  <a:lnTo>
                    <a:pt x="309" y="4000"/>
                  </a:lnTo>
                  <a:lnTo>
                    <a:pt x="0" y="5600"/>
                  </a:lnTo>
                  <a:lnTo>
                    <a:pt x="0" y="7200"/>
                  </a:lnTo>
                  <a:lnTo>
                    <a:pt x="617" y="8800"/>
                  </a:lnTo>
                  <a:lnTo>
                    <a:pt x="1851" y="8800"/>
                  </a:lnTo>
                  <a:lnTo>
                    <a:pt x="3703" y="6400"/>
                  </a:lnTo>
                  <a:lnTo>
                    <a:pt x="4937" y="6400"/>
                  </a:lnTo>
                  <a:lnTo>
                    <a:pt x="5246" y="7200"/>
                  </a:lnTo>
                  <a:lnTo>
                    <a:pt x="5554" y="7200"/>
                  </a:lnTo>
                  <a:lnTo>
                    <a:pt x="6789" y="8800"/>
                  </a:lnTo>
                  <a:lnTo>
                    <a:pt x="7406" y="8800"/>
                  </a:lnTo>
                  <a:lnTo>
                    <a:pt x="7714" y="9600"/>
                  </a:lnTo>
                  <a:lnTo>
                    <a:pt x="8023" y="9600"/>
                  </a:lnTo>
                  <a:lnTo>
                    <a:pt x="10491" y="12800"/>
                  </a:lnTo>
                  <a:lnTo>
                    <a:pt x="10800" y="13600"/>
                  </a:lnTo>
                  <a:lnTo>
                    <a:pt x="11417" y="14400"/>
                  </a:lnTo>
                  <a:lnTo>
                    <a:pt x="12343" y="16000"/>
                  </a:lnTo>
                  <a:lnTo>
                    <a:pt x="13577" y="16000"/>
                  </a:lnTo>
                  <a:lnTo>
                    <a:pt x="15120" y="16800"/>
                  </a:lnTo>
                  <a:lnTo>
                    <a:pt x="15120" y="18400"/>
                  </a:lnTo>
                  <a:lnTo>
                    <a:pt x="13886" y="20000"/>
                  </a:lnTo>
                  <a:lnTo>
                    <a:pt x="14194" y="21600"/>
                  </a:lnTo>
                  <a:lnTo>
                    <a:pt x="18823" y="21600"/>
                  </a:lnTo>
                  <a:lnTo>
                    <a:pt x="21291" y="20800"/>
                  </a:lnTo>
                  <a:lnTo>
                    <a:pt x="21291" y="20000"/>
                  </a:lnTo>
                  <a:lnTo>
                    <a:pt x="21600" y="19200"/>
                  </a:lnTo>
                  <a:lnTo>
                    <a:pt x="21600" y="18400"/>
                  </a:lnTo>
                  <a:lnTo>
                    <a:pt x="21291" y="16800"/>
                  </a:lnTo>
                  <a:lnTo>
                    <a:pt x="18514" y="13600"/>
                  </a:lnTo>
                  <a:lnTo>
                    <a:pt x="17897" y="12000"/>
                  </a:lnTo>
                  <a:lnTo>
                    <a:pt x="13269" y="8800"/>
                  </a:lnTo>
                  <a:lnTo>
                    <a:pt x="11726" y="8000"/>
                  </a:lnTo>
                  <a:lnTo>
                    <a:pt x="11417" y="8000"/>
                  </a:lnTo>
                  <a:lnTo>
                    <a:pt x="10800" y="6400"/>
                  </a:lnTo>
                  <a:lnTo>
                    <a:pt x="10183" y="5600"/>
                  </a:lnTo>
                  <a:lnTo>
                    <a:pt x="8949" y="3200"/>
                  </a:lnTo>
                  <a:lnTo>
                    <a:pt x="4937" y="0"/>
                  </a:lnTo>
                  <a:lnTo>
                    <a:pt x="2777" y="800"/>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404" name="Shape 404"/>
            <p:cNvSpPr/>
            <p:nvPr/>
          </p:nvSpPr>
          <p:spPr>
            <a:xfrm>
              <a:off x="17059053" y="393589"/>
              <a:ext cx="1882144" cy="2815016"/>
            </a:xfrm>
            <a:custGeom>
              <a:avLst/>
              <a:gdLst/>
              <a:ahLst/>
              <a:cxnLst>
                <a:cxn ang="0">
                  <a:pos x="wd2" y="hd2"/>
                </a:cxn>
                <a:cxn ang="5400000">
                  <a:pos x="wd2" y="hd2"/>
                </a:cxn>
                <a:cxn ang="10800000">
                  <a:pos x="wd2" y="hd2"/>
                </a:cxn>
                <a:cxn ang="16200000">
                  <a:pos x="wd2" y="hd2"/>
                </a:cxn>
              </a:cxnLst>
              <a:rect l="0" t="0" r="r" b="b"/>
              <a:pathLst>
                <a:path w="21600" h="21600" extrusionOk="0">
                  <a:moveTo>
                    <a:pt x="5105" y="2560"/>
                  </a:moveTo>
                  <a:lnTo>
                    <a:pt x="5007" y="2560"/>
                  </a:lnTo>
                  <a:lnTo>
                    <a:pt x="5007" y="2626"/>
                  </a:lnTo>
                  <a:lnTo>
                    <a:pt x="4811" y="2692"/>
                  </a:lnTo>
                  <a:lnTo>
                    <a:pt x="4713" y="2823"/>
                  </a:lnTo>
                  <a:lnTo>
                    <a:pt x="4713" y="2889"/>
                  </a:lnTo>
                  <a:lnTo>
                    <a:pt x="4615" y="3020"/>
                  </a:lnTo>
                  <a:lnTo>
                    <a:pt x="4713" y="3086"/>
                  </a:lnTo>
                  <a:lnTo>
                    <a:pt x="4713" y="3874"/>
                  </a:lnTo>
                  <a:lnTo>
                    <a:pt x="4615" y="4005"/>
                  </a:lnTo>
                  <a:lnTo>
                    <a:pt x="3633" y="4005"/>
                  </a:lnTo>
                  <a:lnTo>
                    <a:pt x="3633" y="4071"/>
                  </a:lnTo>
                  <a:lnTo>
                    <a:pt x="3436" y="4202"/>
                  </a:lnTo>
                  <a:lnTo>
                    <a:pt x="3338" y="4202"/>
                  </a:lnTo>
                  <a:lnTo>
                    <a:pt x="2749" y="4267"/>
                  </a:lnTo>
                  <a:lnTo>
                    <a:pt x="2749" y="4530"/>
                  </a:lnTo>
                  <a:lnTo>
                    <a:pt x="2356" y="4793"/>
                  </a:lnTo>
                  <a:lnTo>
                    <a:pt x="2356" y="4924"/>
                  </a:lnTo>
                  <a:lnTo>
                    <a:pt x="2455" y="5055"/>
                  </a:lnTo>
                  <a:lnTo>
                    <a:pt x="2651" y="5121"/>
                  </a:lnTo>
                  <a:lnTo>
                    <a:pt x="2847" y="5121"/>
                  </a:lnTo>
                  <a:lnTo>
                    <a:pt x="3044" y="5187"/>
                  </a:lnTo>
                  <a:lnTo>
                    <a:pt x="3338" y="5187"/>
                  </a:lnTo>
                  <a:lnTo>
                    <a:pt x="3338" y="5515"/>
                  </a:lnTo>
                  <a:lnTo>
                    <a:pt x="3240" y="5646"/>
                  </a:lnTo>
                  <a:lnTo>
                    <a:pt x="3240" y="5778"/>
                  </a:lnTo>
                  <a:lnTo>
                    <a:pt x="3338" y="5909"/>
                  </a:lnTo>
                  <a:lnTo>
                    <a:pt x="3338" y="6237"/>
                  </a:lnTo>
                  <a:lnTo>
                    <a:pt x="3142" y="6368"/>
                  </a:lnTo>
                  <a:lnTo>
                    <a:pt x="2847" y="6368"/>
                  </a:lnTo>
                  <a:lnTo>
                    <a:pt x="2749" y="6434"/>
                  </a:lnTo>
                  <a:lnTo>
                    <a:pt x="2749" y="6565"/>
                  </a:lnTo>
                  <a:lnTo>
                    <a:pt x="2651" y="6631"/>
                  </a:lnTo>
                  <a:lnTo>
                    <a:pt x="2160" y="6631"/>
                  </a:lnTo>
                  <a:lnTo>
                    <a:pt x="2062" y="6697"/>
                  </a:lnTo>
                  <a:lnTo>
                    <a:pt x="2062" y="6762"/>
                  </a:lnTo>
                  <a:lnTo>
                    <a:pt x="1865" y="6828"/>
                  </a:lnTo>
                  <a:lnTo>
                    <a:pt x="1571" y="6959"/>
                  </a:lnTo>
                  <a:lnTo>
                    <a:pt x="1375" y="7025"/>
                  </a:lnTo>
                  <a:lnTo>
                    <a:pt x="785" y="7025"/>
                  </a:lnTo>
                  <a:lnTo>
                    <a:pt x="687" y="7091"/>
                  </a:lnTo>
                  <a:lnTo>
                    <a:pt x="491" y="7156"/>
                  </a:lnTo>
                  <a:lnTo>
                    <a:pt x="491" y="7222"/>
                  </a:lnTo>
                  <a:lnTo>
                    <a:pt x="393" y="7288"/>
                  </a:lnTo>
                  <a:lnTo>
                    <a:pt x="295" y="7288"/>
                  </a:lnTo>
                  <a:lnTo>
                    <a:pt x="295" y="7353"/>
                  </a:lnTo>
                  <a:lnTo>
                    <a:pt x="196" y="7353"/>
                  </a:lnTo>
                  <a:lnTo>
                    <a:pt x="98" y="7419"/>
                  </a:lnTo>
                  <a:lnTo>
                    <a:pt x="0" y="7550"/>
                  </a:lnTo>
                  <a:lnTo>
                    <a:pt x="196" y="7813"/>
                  </a:lnTo>
                  <a:lnTo>
                    <a:pt x="295" y="7878"/>
                  </a:lnTo>
                  <a:lnTo>
                    <a:pt x="491" y="7878"/>
                  </a:lnTo>
                  <a:lnTo>
                    <a:pt x="884" y="8075"/>
                  </a:lnTo>
                  <a:lnTo>
                    <a:pt x="1178" y="8272"/>
                  </a:lnTo>
                  <a:lnTo>
                    <a:pt x="1178" y="8338"/>
                  </a:lnTo>
                  <a:lnTo>
                    <a:pt x="1276" y="8404"/>
                  </a:lnTo>
                  <a:lnTo>
                    <a:pt x="1964" y="8404"/>
                  </a:lnTo>
                  <a:lnTo>
                    <a:pt x="1964" y="8272"/>
                  </a:lnTo>
                  <a:lnTo>
                    <a:pt x="2062" y="8272"/>
                  </a:lnTo>
                  <a:lnTo>
                    <a:pt x="2160" y="8207"/>
                  </a:lnTo>
                  <a:lnTo>
                    <a:pt x="2553" y="8469"/>
                  </a:lnTo>
                  <a:lnTo>
                    <a:pt x="2553" y="8535"/>
                  </a:lnTo>
                  <a:lnTo>
                    <a:pt x="2160" y="8666"/>
                  </a:lnTo>
                  <a:lnTo>
                    <a:pt x="2062" y="8732"/>
                  </a:lnTo>
                  <a:lnTo>
                    <a:pt x="2062" y="8798"/>
                  </a:lnTo>
                  <a:lnTo>
                    <a:pt x="2160" y="8863"/>
                  </a:lnTo>
                  <a:lnTo>
                    <a:pt x="2160" y="8995"/>
                  </a:lnTo>
                  <a:lnTo>
                    <a:pt x="2062" y="8995"/>
                  </a:lnTo>
                  <a:lnTo>
                    <a:pt x="1865" y="8929"/>
                  </a:lnTo>
                  <a:lnTo>
                    <a:pt x="1767" y="8863"/>
                  </a:lnTo>
                  <a:lnTo>
                    <a:pt x="1571" y="8798"/>
                  </a:lnTo>
                  <a:lnTo>
                    <a:pt x="1571" y="8863"/>
                  </a:lnTo>
                  <a:lnTo>
                    <a:pt x="1473" y="8929"/>
                  </a:lnTo>
                  <a:lnTo>
                    <a:pt x="1473" y="9126"/>
                  </a:lnTo>
                  <a:lnTo>
                    <a:pt x="1276" y="9126"/>
                  </a:lnTo>
                  <a:lnTo>
                    <a:pt x="1178" y="9060"/>
                  </a:lnTo>
                  <a:lnTo>
                    <a:pt x="982" y="8995"/>
                  </a:lnTo>
                  <a:lnTo>
                    <a:pt x="884" y="8929"/>
                  </a:lnTo>
                  <a:lnTo>
                    <a:pt x="785" y="8995"/>
                  </a:lnTo>
                  <a:lnTo>
                    <a:pt x="589" y="9060"/>
                  </a:lnTo>
                  <a:lnTo>
                    <a:pt x="393" y="9191"/>
                  </a:lnTo>
                  <a:lnTo>
                    <a:pt x="491" y="9257"/>
                  </a:lnTo>
                  <a:lnTo>
                    <a:pt x="687" y="9520"/>
                  </a:lnTo>
                  <a:lnTo>
                    <a:pt x="1080" y="9651"/>
                  </a:lnTo>
                  <a:lnTo>
                    <a:pt x="1178" y="9717"/>
                  </a:lnTo>
                  <a:lnTo>
                    <a:pt x="1276" y="9717"/>
                  </a:lnTo>
                  <a:lnTo>
                    <a:pt x="1276" y="9979"/>
                  </a:lnTo>
                  <a:lnTo>
                    <a:pt x="1473" y="9979"/>
                  </a:lnTo>
                  <a:lnTo>
                    <a:pt x="1865" y="10111"/>
                  </a:lnTo>
                  <a:lnTo>
                    <a:pt x="2160" y="10308"/>
                  </a:lnTo>
                  <a:lnTo>
                    <a:pt x="2160" y="10373"/>
                  </a:lnTo>
                  <a:lnTo>
                    <a:pt x="2258" y="10439"/>
                  </a:lnTo>
                  <a:lnTo>
                    <a:pt x="2651" y="10439"/>
                  </a:lnTo>
                  <a:lnTo>
                    <a:pt x="3240" y="10242"/>
                  </a:lnTo>
                  <a:lnTo>
                    <a:pt x="3436" y="10111"/>
                  </a:lnTo>
                  <a:lnTo>
                    <a:pt x="3829" y="9979"/>
                  </a:lnTo>
                  <a:lnTo>
                    <a:pt x="4615" y="9979"/>
                  </a:lnTo>
                  <a:lnTo>
                    <a:pt x="4811" y="9914"/>
                  </a:lnTo>
                  <a:lnTo>
                    <a:pt x="5400" y="9914"/>
                  </a:lnTo>
                  <a:lnTo>
                    <a:pt x="5596" y="10045"/>
                  </a:lnTo>
                  <a:lnTo>
                    <a:pt x="5793" y="10308"/>
                  </a:lnTo>
                  <a:lnTo>
                    <a:pt x="5891" y="10308"/>
                  </a:lnTo>
                  <a:lnTo>
                    <a:pt x="6087" y="10373"/>
                  </a:lnTo>
                  <a:lnTo>
                    <a:pt x="6185" y="10439"/>
                  </a:lnTo>
                  <a:lnTo>
                    <a:pt x="6284" y="10636"/>
                  </a:lnTo>
                  <a:lnTo>
                    <a:pt x="6480" y="10833"/>
                  </a:lnTo>
                  <a:lnTo>
                    <a:pt x="6480" y="11489"/>
                  </a:lnTo>
                  <a:lnTo>
                    <a:pt x="6578" y="11555"/>
                  </a:lnTo>
                  <a:lnTo>
                    <a:pt x="6873" y="12146"/>
                  </a:lnTo>
                  <a:lnTo>
                    <a:pt x="6971" y="12409"/>
                  </a:lnTo>
                  <a:lnTo>
                    <a:pt x="6873" y="12605"/>
                  </a:lnTo>
                  <a:lnTo>
                    <a:pt x="6873" y="12802"/>
                  </a:lnTo>
                  <a:lnTo>
                    <a:pt x="7069" y="13065"/>
                  </a:lnTo>
                  <a:lnTo>
                    <a:pt x="7265" y="13196"/>
                  </a:lnTo>
                  <a:lnTo>
                    <a:pt x="7265" y="13328"/>
                  </a:lnTo>
                  <a:lnTo>
                    <a:pt x="7167" y="13393"/>
                  </a:lnTo>
                  <a:lnTo>
                    <a:pt x="7167" y="13459"/>
                  </a:lnTo>
                  <a:lnTo>
                    <a:pt x="6873" y="13459"/>
                  </a:lnTo>
                  <a:lnTo>
                    <a:pt x="6775" y="13525"/>
                  </a:lnTo>
                  <a:lnTo>
                    <a:pt x="6775" y="13656"/>
                  </a:lnTo>
                  <a:lnTo>
                    <a:pt x="7069" y="13853"/>
                  </a:lnTo>
                  <a:lnTo>
                    <a:pt x="7069" y="13984"/>
                  </a:lnTo>
                  <a:lnTo>
                    <a:pt x="6971" y="14050"/>
                  </a:lnTo>
                  <a:lnTo>
                    <a:pt x="6775" y="14116"/>
                  </a:lnTo>
                  <a:lnTo>
                    <a:pt x="6676" y="14247"/>
                  </a:lnTo>
                  <a:lnTo>
                    <a:pt x="6480" y="14378"/>
                  </a:lnTo>
                  <a:lnTo>
                    <a:pt x="6480" y="14444"/>
                  </a:lnTo>
                  <a:lnTo>
                    <a:pt x="6971" y="14444"/>
                  </a:lnTo>
                  <a:lnTo>
                    <a:pt x="7167" y="14378"/>
                  </a:lnTo>
                  <a:lnTo>
                    <a:pt x="7167" y="14312"/>
                  </a:lnTo>
                  <a:lnTo>
                    <a:pt x="7265" y="14247"/>
                  </a:lnTo>
                  <a:lnTo>
                    <a:pt x="7462" y="13984"/>
                  </a:lnTo>
                  <a:lnTo>
                    <a:pt x="7560" y="13919"/>
                  </a:lnTo>
                  <a:lnTo>
                    <a:pt x="7658" y="13919"/>
                  </a:lnTo>
                  <a:lnTo>
                    <a:pt x="7756" y="13984"/>
                  </a:lnTo>
                  <a:lnTo>
                    <a:pt x="7953" y="14247"/>
                  </a:lnTo>
                  <a:lnTo>
                    <a:pt x="7953" y="14378"/>
                  </a:lnTo>
                  <a:lnTo>
                    <a:pt x="8051" y="14509"/>
                  </a:lnTo>
                  <a:lnTo>
                    <a:pt x="8051" y="14641"/>
                  </a:lnTo>
                  <a:lnTo>
                    <a:pt x="8247" y="14772"/>
                  </a:lnTo>
                  <a:lnTo>
                    <a:pt x="8444" y="14772"/>
                  </a:lnTo>
                  <a:lnTo>
                    <a:pt x="8640" y="14838"/>
                  </a:lnTo>
                  <a:lnTo>
                    <a:pt x="8738" y="14969"/>
                  </a:lnTo>
                  <a:lnTo>
                    <a:pt x="8738" y="15232"/>
                  </a:lnTo>
                  <a:lnTo>
                    <a:pt x="8542" y="15232"/>
                  </a:lnTo>
                  <a:lnTo>
                    <a:pt x="8345" y="15166"/>
                  </a:lnTo>
                  <a:lnTo>
                    <a:pt x="8149" y="15035"/>
                  </a:lnTo>
                  <a:lnTo>
                    <a:pt x="7953" y="14969"/>
                  </a:lnTo>
                  <a:lnTo>
                    <a:pt x="7658" y="14903"/>
                  </a:lnTo>
                  <a:lnTo>
                    <a:pt x="7265" y="14903"/>
                  </a:lnTo>
                  <a:lnTo>
                    <a:pt x="7265" y="15035"/>
                  </a:lnTo>
                  <a:lnTo>
                    <a:pt x="7364" y="15100"/>
                  </a:lnTo>
                  <a:lnTo>
                    <a:pt x="7462" y="15232"/>
                  </a:lnTo>
                  <a:lnTo>
                    <a:pt x="7658" y="15297"/>
                  </a:lnTo>
                  <a:lnTo>
                    <a:pt x="7953" y="15363"/>
                  </a:lnTo>
                  <a:lnTo>
                    <a:pt x="8149" y="15429"/>
                  </a:lnTo>
                  <a:lnTo>
                    <a:pt x="8345" y="15429"/>
                  </a:lnTo>
                  <a:lnTo>
                    <a:pt x="8640" y="15626"/>
                  </a:lnTo>
                  <a:lnTo>
                    <a:pt x="8640" y="15888"/>
                  </a:lnTo>
                  <a:lnTo>
                    <a:pt x="8444" y="16085"/>
                  </a:lnTo>
                  <a:lnTo>
                    <a:pt x="8247" y="16216"/>
                  </a:lnTo>
                  <a:lnTo>
                    <a:pt x="8149" y="16348"/>
                  </a:lnTo>
                  <a:lnTo>
                    <a:pt x="7953" y="16413"/>
                  </a:lnTo>
                  <a:lnTo>
                    <a:pt x="7855" y="16479"/>
                  </a:lnTo>
                  <a:lnTo>
                    <a:pt x="7756" y="16479"/>
                  </a:lnTo>
                  <a:lnTo>
                    <a:pt x="7658" y="16545"/>
                  </a:lnTo>
                  <a:lnTo>
                    <a:pt x="7756" y="16610"/>
                  </a:lnTo>
                  <a:lnTo>
                    <a:pt x="7756" y="16676"/>
                  </a:lnTo>
                  <a:lnTo>
                    <a:pt x="7953" y="16676"/>
                  </a:lnTo>
                  <a:lnTo>
                    <a:pt x="7658" y="16873"/>
                  </a:lnTo>
                  <a:lnTo>
                    <a:pt x="7265" y="17267"/>
                  </a:lnTo>
                  <a:lnTo>
                    <a:pt x="7364" y="17333"/>
                  </a:lnTo>
                  <a:lnTo>
                    <a:pt x="7364" y="17464"/>
                  </a:lnTo>
                  <a:lnTo>
                    <a:pt x="7462" y="17661"/>
                  </a:lnTo>
                  <a:lnTo>
                    <a:pt x="7462" y="17858"/>
                  </a:lnTo>
                  <a:lnTo>
                    <a:pt x="7560" y="18055"/>
                  </a:lnTo>
                  <a:lnTo>
                    <a:pt x="7560" y="18317"/>
                  </a:lnTo>
                  <a:lnTo>
                    <a:pt x="7658" y="18580"/>
                  </a:lnTo>
                  <a:lnTo>
                    <a:pt x="7953" y="19171"/>
                  </a:lnTo>
                  <a:lnTo>
                    <a:pt x="8051" y="19302"/>
                  </a:lnTo>
                  <a:lnTo>
                    <a:pt x="8149" y="19499"/>
                  </a:lnTo>
                  <a:lnTo>
                    <a:pt x="8149" y="19696"/>
                  </a:lnTo>
                  <a:lnTo>
                    <a:pt x="8738" y="20353"/>
                  </a:lnTo>
                  <a:lnTo>
                    <a:pt x="8836" y="20353"/>
                  </a:lnTo>
                  <a:lnTo>
                    <a:pt x="8836" y="20615"/>
                  </a:lnTo>
                  <a:lnTo>
                    <a:pt x="8935" y="20812"/>
                  </a:lnTo>
                  <a:lnTo>
                    <a:pt x="9033" y="20943"/>
                  </a:lnTo>
                  <a:lnTo>
                    <a:pt x="9033" y="21075"/>
                  </a:lnTo>
                  <a:lnTo>
                    <a:pt x="9131" y="21140"/>
                  </a:lnTo>
                  <a:lnTo>
                    <a:pt x="9327" y="21206"/>
                  </a:lnTo>
                  <a:lnTo>
                    <a:pt x="9916" y="21206"/>
                  </a:lnTo>
                  <a:lnTo>
                    <a:pt x="10211" y="21140"/>
                  </a:lnTo>
                  <a:lnTo>
                    <a:pt x="10407" y="21075"/>
                  </a:lnTo>
                  <a:lnTo>
                    <a:pt x="10505" y="21075"/>
                  </a:lnTo>
                  <a:lnTo>
                    <a:pt x="10604" y="21009"/>
                  </a:lnTo>
                  <a:lnTo>
                    <a:pt x="10800" y="21009"/>
                  </a:lnTo>
                  <a:lnTo>
                    <a:pt x="10800" y="21075"/>
                  </a:lnTo>
                  <a:lnTo>
                    <a:pt x="10407" y="21337"/>
                  </a:lnTo>
                  <a:lnTo>
                    <a:pt x="10309" y="21337"/>
                  </a:lnTo>
                  <a:lnTo>
                    <a:pt x="10505" y="21469"/>
                  </a:lnTo>
                  <a:lnTo>
                    <a:pt x="10702" y="21534"/>
                  </a:lnTo>
                  <a:lnTo>
                    <a:pt x="10898" y="21534"/>
                  </a:lnTo>
                  <a:lnTo>
                    <a:pt x="11095" y="21600"/>
                  </a:lnTo>
                  <a:lnTo>
                    <a:pt x="11389" y="21600"/>
                  </a:lnTo>
                  <a:lnTo>
                    <a:pt x="11487" y="21534"/>
                  </a:lnTo>
                  <a:lnTo>
                    <a:pt x="11487" y="20943"/>
                  </a:lnTo>
                  <a:lnTo>
                    <a:pt x="11585" y="20747"/>
                  </a:lnTo>
                  <a:lnTo>
                    <a:pt x="11684" y="20681"/>
                  </a:lnTo>
                  <a:lnTo>
                    <a:pt x="11782" y="20550"/>
                  </a:lnTo>
                  <a:lnTo>
                    <a:pt x="11782" y="20287"/>
                  </a:lnTo>
                  <a:lnTo>
                    <a:pt x="11684" y="20221"/>
                  </a:lnTo>
                  <a:lnTo>
                    <a:pt x="11684" y="20090"/>
                  </a:lnTo>
                  <a:lnTo>
                    <a:pt x="11880" y="20024"/>
                  </a:lnTo>
                  <a:lnTo>
                    <a:pt x="11978" y="19959"/>
                  </a:lnTo>
                  <a:lnTo>
                    <a:pt x="12076" y="19959"/>
                  </a:lnTo>
                  <a:lnTo>
                    <a:pt x="12076" y="19893"/>
                  </a:lnTo>
                  <a:lnTo>
                    <a:pt x="12273" y="19368"/>
                  </a:lnTo>
                  <a:lnTo>
                    <a:pt x="12371" y="18908"/>
                  </a:lnTo>
                  <a:lnTo>
                    <a:pt x="12371" y="18777"/>
                  </a:lnTo>
                  <a:lnTo>
                    <a:pt x="12273" y="18711"/>
                  </a:lnTo>
                  <a:lnTo>
                    <a:pt x="12371" y="18580"/>
                  </a:lnTo>
                  <a:lnTo>
                    <a:pt x="12469" y="18580"/>
                  </a:lnTo>
                  <a:lnTo>
                    <a:pt x="12665" y="18514"/>
                  </a:lnTo>
                  <a:lnTo>
                    <a:pt x="12764" y="18514"/>
                  </a:lnTo>
                  <a:lnTo>
                    <a:pt x="12764" y="18580"/>
                  </a:lnTo>
                  <a:lnTo>
                    <a:pt x="13058" y="18580"/>
                  </a:lnTo>
                  <a:lnTo>
                    <a:pt x="13353" y="18383"/>
                  </a:lnTo>
                  <a:lnTo>
                    <a:pt x="13745" y="18252"/>
                  </a:lnTo>
                  <a:lnTo>
                    <a:pt x="13942" y="18252"/>
                  </a:lnTo>
                  <a:lnTo>
                    <a:pt x="14040" y="18120"/>
                  </a:lnTo>
                  <a:lnTo>
                    <a:pt x="14335" y="17858"/>
                  </a:lnTo>
                  <a:lnTo>
                    <a:pt x="15611" y="17004"/>
                  </a:lnTo>
                  <a:lnTo>
                    <a:pt x="15807" y="16939"/>
                  </a:lnTo>
                  <a:lnTo>
                    <a:pt x="15905" y="17004"/>
                  </a:lnTo>
                  <a:lnTo>
                    <a:pt x="16004" y="16939"/>
                  </a:lnTo>
                  <a:lnTo>
                    <a:pt x="16004" y="16807"/>
                  </a:lnTo>
                  <a:lnTo>
                    <a:pt x="16102" y="16742"/>
                  </a:lnTo>
                  <a:lnTo>
                    <a:pt x="16200" y="16610"/>
                  </a:lnTo>
                  <a:lnTo>
                    <a:pt x="16200" y="16545"/>
                  </a:lnTo>
                  <a:lnTo>
                    <a:pt x="16495" y="16348"/>
                  </a:lnTo>
                  <a:lnTo>
                    <a:pt x="16593" y="16348"/>
                  </a:lnTo>
                  <a:lnTo>
                    <a:pt x="16691" y="16413"/>
                  </a:lnTo>
                  <a:lnTo>
                    <a:pt x="16789" y="16545"/>
                  </a:lnTo>
                  <a:lnTo>
                    <a:pt x="17084" y="16545"/>
                  </a:lnTo>
                  <a:lnTo>
                    <a:pt x="17084" y="16413"/>
                  </a:lnTo>
                  <a:lnTo>
                    <a:pt x="17182" y="16348"/>
                  </a:lnTo>
                  <a:lnTo>
                    <a:pt x="17575" y="16348"/>
                  </a:lnTo>
                  <a:lnTo>
                    <a:pt x="17673" y="16282"/>
                  </a:lnTo>
                  <a:lnTo>
                    <a:pt x="17869" y="16216"/>
                  </a:lnTo>
                  <a:lnTo>
                    <a:pt x="17967" y="16085"/>
                  </a:lnTo>
                  <a:lnTo>
                    <a:pt x="18164" y="16019"/>
                  </a:lnTo>
                  <a:lnTo>
                    <a:pt x="18360" y="15888"/>
                  </a:lnTo>
                  <a:lnTo>
                    <a:pt x="18655" y="15757"/>
                  </a:lnTo>
                  <a:lnTo>
                    <a:pt x="18851" y="15691"/>
                  </a:lnTo>
                  <a:lnTo>
                    <a:pt x="18949" y="15626"/>
                  </a:lnTo>
                  <a:lnTo>
                    <a:pt x="19145" y="15560"/>
                  </a:lnTo>
                  <a:lnTo>
                    <a:pt x="19145" y="15429"/>
                  </a:lnTo>
                  <a:lnTo>
                    <a:pt x="18949" y="15297"/>
                  </a:lnTo>
                  <a:lnTo>
                    <a:pt x="18753" y="15232"/>
                  </a:lnTo>
                  <a:lnTo>
                    <a:pt x="17771" y="15232"/>
                  </a:lnTo>
                  <a:lnTo>
                    <a:pt x="17771" y="15297"/>
                  </a:lnTo>
                  <a:lnTo>
                    <a:pt x="17575" y="15429"/>
                  </a:lnTo>
                  <a:lnTo>
                    <a:pt x="17378" y="15494"/>
                  </a:lnTo>
                  <a:lnTo>
                    <a:pt x="17084" y="15560"/>
                  </a:lnTo>
                  <a:lnTo>
                    <a:pt x="16691" y="15560"/>
                  </a:lnTo>
                  <a:lnTo>
                    <a:pt x="16593" y="15494"/>
                  </a:lnTo>
                  <a:lnTo>
                    <a:pt x="16396" y="15494"/>
                  </a:lnTo>
                  <a:lnTo>
                    <a:pt x="16396" y="15297"/>
                  </a:lnTo>
                  <a:lnTo>
                    <a:pt x="16691" y="15297"/>
                  </a:lnTo>
                  <a:lnTo>
                    <a:pt x="16887" y="15363"/>
                  </a:lnTo>
                  <a:lnTo>
                    <a:pt x="17084" y="15363"/>
                  </a:lnTo>
                  <a:lnTo>
                    <a:pt x="17575" y="15166"/>
                  </a:lnTo>
                  <a:lnTo>
                    <a:pt x="17869" y="14772"/>
                  </a:lnTo>
                  <a:lnTo>
                    <a:pt x="17476" y="14706"/>
                  </a:lnTo>
                  <a:lnTo>
                    <a:pt x="17575" y="14706"/>
                  </a:lnTo>
                  <a:lnTo>
                    <a:pt x="17771" y="14575"/>
                  </a:lnTo>
                  <a:lnTo>
                    <a:pt x="17771" y="14509"/>
                  </a:lnTo>
                  <a:lnTo>
                    <a:pt x="17673" y="14378"/>
                  </a:lnTo>
                  <a:lnTo>
                    <a:pt x="17575" y="14378"/>
                  </a:lnTo>
                  <a:lnTo>
                    <a:pt x="17476" y="14312"/>
                  </a:lnTo>
                  <a:lnTo>
                    <a:pt x="17476" y="14116"/>
                  </a:lnTo>
                  <a:lnTo>
                    <a:pt x="17575" y="14116"/>
                  </a:lnTo>
                  <a:lnTo>
                    <a:pt x="17771" y="14050"/>
                  </a:lnTo>
                  <a:lnTo>
                    <a:pt x="17967" y="14050"/>
                  </a:lnTo>
                  <a:lnTo>
                    <a:pt x="17967" y="14116"/>
                  </a:lnTo>
                  <a:lnTo>
                    <a:pt x="18065" y="14181"/>
                  </a:lnTo>
                  <a:lnTo>
                    <a:pt x="18164" y="14312"/>
                  </a:lnTo>
                  <a:lnTo>
                    <a:pt x="18360" y="14706"/>
                  </a:lnTo>
                  <a:lnTo>
                    <a:pt x="18556" y="14838"/>
                  </a:lnTo>
                  <a:lnTo>
                    <a:pt x="18556" y="14969"/>
                  </a:lnTo>
                  <a:lnTo>
                    <a:pt x="18655" y="14969"/>
                  </a:lnTo>
                  <a:lnTo>
                    <a:pt x="19440" y="15035"/>
                  </a:lnTo>
                  <a:lnTo>
                    <a:pt x="19342" y="14247"/>
                  </a:lnTo>
                  <a:lnTo>
                    <a:pt x="19342" y="14181"/>
                  </a:lnTo>
                  <a:lnTo>
                    <a:pt x="19244" y="14050"/>
                  </a:lnTo>
                  <a:lnTo>
                    <a:pt x="18753" y="13722"/>
                  </a:lnTo>
                  <a:lnTo>
                    <a:pt x="18655" y="13590"/>
                  </a:lnTo>
                  <a:lnTo>
                    <a:pt x="18655" y="13525"/>
                  </a:lnTo>
                  <a:lnTo>
                    <a:pt x="18949" y="13525"/>
                  </a:lnTo>
                  <a:lnTo>
                    <a:pt x="18949" y="12934"/>
                  </a:lnTo>
                  <a:lnTo>
                    <a:pt x="18851" y="12934"/>
                  </a:lnTo>
                  <a:lnTo>
                    <a:pt x="18851" y="12868"/>
                  </a:lnTo>
                  <a:lnTo>
                    <a:pt x="18753" y="12737"/>
                  </a:lnTo>
                  <a:lnTo>
                    <a:pt x="18753" y="12605"/>
                  </a:lnTo>
                  <a:lnTo>
                    <a:pt x="18949" y="12605"/>
                  </a:lnTo>
                  <a:lnTo>
                    <a:pt x="19244" y="12540"/>
                  </a:lnTo>
                  <a:lnTo>
                    <a:pt x="19440" y="12540"/>
                  </a:lnTo>
                  <a:lnTo>
                    <a:pt x="19735" y="12343"/>
                  </a:lnTo>
                  <a:lnTo>
                    <a:pt x="19735" y="12146"/>
                  </a:lnTo>
                  <a:lnTo>
                    <a:pt x="20127" y="11949"/>
                  </a:lnTo>
                  <a:lnTo>
                    <a:pt x="20618" y="11489"/>
                  </a:lnTo>
                  <a:lnTo>
                    <a:pt x="20913" y="11161"/>
                  </a:lnTo>
                  <a:lnTo>
                    <a:pt x="20815" y="11030"/>
                  </a:lnTo>
                  <a:lnTo>
                    <a:pt x="20815" y="10898"/>
                  </a:lnTo>
                  <a:lnTo>
                    <a:pt x="20716" y="10767"/>
                  </a:lnTo>
                  <a:lnTo>
                    <a:pt x="20520" y="10636"/>
                  </a:lnTo>
                  <a:lnTo>
                    <a:pt x="20324" y="10636"/>
                  </a:lnTo>
                  <a:lnTo>
                    <a:pt x="20324" y="10505"/>
                  </a:lnTo>
                  <a:lnTo>
                    <a:pt x="20225" y="10373"/>
                  </a:lnTo>
                  <a:lnTo>
                    <a:pt x="20225" y="10308"/>
                  </a:lnTo>
                  <a:lnTo>
                    <a:pt x="19931" y="10111"/>
                  </a:lnTo>
                  <a:lnTo>
                    <a:pt x="19342" y="10111"/>
                  </a:lnTo>
                  <a:lnTo>
                    <a:pt x="19047" y="10176"/>
                  </a:lnTo>
                  <a:lnTo>
                    <a:pt x="18753" y="10176"/>
                  </a:lnTo>
                  <a:lnTo>
                    <a:pt x="18753" y="9060"/>
                  </a:lnTo>
                  <a:lnTo>
                    <a:pt x="18655" y="8929"/>
                  </a:lnTo>
                  <a:lnTo>
                    <a:pt x="18655" y="8863"/>
                  </a:lnTo>
                  <a:lnTo>
                    <a:pt x="18556" y="8798"/>
                  </a:lnTo>
                  <a:lnTo>
                    <a:pt x="18360" y="8732"/>
                  </a:lnTo>
                  <a:lnTo>
                    <a:pt x="18262" y="8666"/>
                  </a:lnTo>
                  <a:lnTo>
                    <a:pt x="18164" y="8535"/>
                  </a:lnTo>
                  <a:lnTo>
                    <a:pt x="18164" y="8469"/>
                  </a:lnTo>
                  <a:lnTo>
                    <a:pt x="18360" y="8404"/>
                  </a:lnTo>
                  <a:lnTo>
                    <a:pt x="18360" y="8338"/>
                  </a:lnTo>
                  <a:lnTo>
                    <a:pt x="18458" y="8207"/>
                  </a:lnTo>
                  <a:lnTo>
                    <a:pt x="18556" y="7944"/>
                  </a:lnTo>
                  <a:lnTo>
                    <a:pt x="18655" y="7550"/>
                  </a:lnTo>
                  <a:lnTo>
                    <a:pt x="18655" y="6894"/>
                  </a:lnTo>
                  <a:lnTo>
                    <a:pt x="18556" y="6171"/>
                  </a:lnTo>
                  <a:lnTo>
                    <a:pt x="18556" y="6106"/>
                  </a:lnTo>
                  <a:lnTo>
                    <a:pt x="18655" y="6040"/>
                  </a:lnTo>
                  <a:lnTo>
                    <a:pt x="18655" y="5909"/>
                  </a:lnTo>
                  <a:lnTo>
                    <a:pt x="18753" y="5778"/>
                  </a:lnTo>
                  <a:lnTo>
                    <a:pt x="18851" y="5712"/>
                  </a:lnTo>
                  <a:lnTo>
                    <a:pt x="19047" y="5646"/>
                  </a:lnTo>
                  <a:lnTo>
                    <a:pt x="19244" y="5646"/>
                  </a:lnTo>
                  <a:lnTo>
                    <a:pt x="19342" y="5712"/>
                  </a:lnTo>
                  <a:lnTo>
                    <a:pt x="19735" y="5712"/>
                  </a:lnTo>
                  <a:lnTo>
                    <a:pt x="19931" y="5581"/>
                  </a:lnTo>
                  <a:lnTo>
                    <a:pt x="20029" y="5449"/>
                  </a:lnTo>
                  <a:lnTo>
                    <a:pt x="20029" y="4793"/>
                  </a:lnTo>
                  <a:lnTo>
                    <a:pt x="20225" y="4727"/>
                  </a:lnTo>
                  <a:lnTo>
                    <a:pt x="20324" y="4596"/>
                  </a:lnTo>
                  <a:lnTo>
                    <a:pt x="20422" y="4530"/>
                  </a:lnTo>
                  <a:lnTo>
                    <a:pt x="19931" y="4530"/>
                  </a:lnTo>
                  <a:lnTo>
                    <a:pt x="19735" y="4596"/>
                  </a:lnTo>
                  <a:lnTo>
                    <a:pt x="19538" y="4596"/>
                  </a:lnTo>
                  <a:lnTo>
                    <a:pt x="19440" y="4530"/>
                  </a:lnTo>
                  <a:lnTo>
                    <a:pt x="19538" y="4464"/>
                  </a:lnTo>
                  <a:lnTo>
                    <a:pt x="19833" y="4399"/>
                  </a:lnTo>
                  <a:lnTo>
                    <a:pt x="20127" y="4267"/>
                  </a:lnTo>
                  <a:lnTo>
                    <a:pt x="20422" y="4202"/>
                  </a:lnTo>
                  <a:lnTo>
                    <a:pt x="20716" y="4071"/>
                  </a:lnTo>
                  <a:lnTo>
                    <a:pt x="20913" y="3939"/>
                  </a:lnTo>
                  <a:lnTo>
                    <a:pt x="21305" y="3545"/>
                  </a:lnTo>
                  <a:lnTo>
                    <a:pt x="21404" y="3348"/>
                  </a:lnTo>
                  <a:lnTo>
                    <a:pt x="21404" y="2823"/>
                  </a:lnTo>
                  <a:lnTo>
                    <a:pt x="21600" y="2757"/>
                  </a:lnTo>
                  <a:lnTo>
                    <a:pt x="20716" y="2364"/>
                  </a:lnTo>
                  <a:lnTo>
                    <a:pt x="20716" y="2495"/>
                  </a:lnTo>
                  <a:lnTo>
                    <a:pt x="20422" y="2692"/>
                  </a:lnTo>
                  <a:lnTo>
                    <a:pt x="20324" y="2560"/>
                  </a:lnTo>
                  <a:lnTo>
                    <a:pt x="20127" y="2429"/>
                  </a:lnTo>
                  <a:lnTo>
                    <a:pt x="20029" y="2429"/>
                  </a:lnTo>
                  <a:lnTo>
                    <a:pt x="19931" y="2495"/>
                  </a:lnTo>
                  <a:lnTo>
                    <a:pt x="19931" y="2692"/>
                  </a:lnTo>
                  <a:lnTo>
                    <a:pt x="20127" y="2823"/>
                  </a:lnTo>
                  <a:lnTo>
                    <a:pt x="20127" y="2889"/>
                  </a:lnTo>
                  <a:lnTo>
                    <a:pt x="20029" y="3020"/>
                  </a:lnTo>
                  <a:lnTo>
                    <a:pt x="19931" y="3217"/>
                  </a:lnTo>
                  <a:lnTo>
                    <a:pt x="19538" y="3545"/>
                  </a:lnTo>
                  <a:lnTo>
                    <a:pt x="18949" y="3874"/>
                  </a:lnTo>
                  <a:lnTo>
                    <a:pt x="18262" y="4202"/>
                  </a:lnTo>
                  <a:lnTo>
                    <a:pt x="17771" y="4464"/>
                  </a:lnTo>
                  <a:lnTo>
                    <a:pt x="17378" y="4596"/>
                  </a:lnTo>
                  <a:lnTo>
                    <a:pt x="17476" y="4530"/>
                  </a:lnTo>
                  <a:lnTo>
                    <a:pt x="17771" y="4267"/>
                  </a:lnTo>
                  <a:lnTo>
                    <a:pt x="18556" y="3611"/>
                  </a:lnTo>
                  <a:lnTo>
                    <a:pt x="18753" y="3283"/>
                  </a:lnTo>
                  <a:lnTo>
                    <a:pt x="19047" y="2889"/>
                  </a:lnTo>
                  <a:lnTo>
                    <a:pt x="19538" y="2167"/>
                  </a:lnTo>
                  <a:lnTo>
                    <a:pt x="19440" y="2101"/>
                  </a:lnTo>
                  <a:lnTo>
                    <a:pt x="19342" y="2101"/>
                  </a:lnTo>
                  <a:lnTo>
                    <a:pt x="19145" y="2035"/>
                  </a:lnTo>
                  <a:lnTo>
                    <a:pt x="18949" y="2101"/>
                  </a:lnTo>
                  <a:lnTo>
                    <a:pt x="18753" y="2101"/>
                  </a:lnTo>
                  <a:lnTo>
                    <a:pt x="18458" y="2232"/>
                  </a:lnTo>
                  <a:lnTo>
                    <a:pt x="18458" y="2298"/>
                  </a:lnTo>
                  <a:lnTo>
                    <a:pt x="17967" y="2626"/>
                  </a:lnTo>
                  <a:lnTo>
                    <a:pt x="17575" y="2757"/>
                  </a:lnTo>
                  <a:lnTo>
                    <a:pt x="17476" y="2823"/>
                  </a:lnTo>
                  <a:lnTo>
                    <a:pt x="17476" y="2626"/>
                  </a:lnTo>
                  <a:lnTo>
                    <a:pt x="17673" y="2560"/>
                  </a:lnTo>
                  <a:lnTo>
                    <a:pt x="17869" y="2429"/>
                  </a:lnTo>
                  <a:lnTo>
                    <a:pt x="18065" y="2232"/>
                  </a:lnTo>
                  <a:lnTo>
                    <a:pt x="17869" y="1970"/>
                  </a:lnTo>
                  <a:lnTo>
                    <a:pt x="17280" y="1970"/>
                  </a:lnTo>
                  <a:lnTo>
                    <a:pt x="16691" y="2101"/>
                  </a:lnTo>
                  <a:lnTo>
                    <a:pt x="16200" y="2364"/>
                  </a:lnTo>
                  <a:lnTo>
                    <a:pt x="16004" y="2560"/>
                  </a:lnTo>
                  <a:lnTo>
                    <a:pt x="16004" y="2364"/>
                  </a:lnTo>
                  <a:lnTo>
                    <a:pt x="16102" y="2232"/>
                  </a:lnTo>
                  <a:lnTo>
                    <a:pt x="16102" y="2101"/>
                  </a:lnTo>
                  <a:lnTo>
                    <a:pt x="16691" y="1904"/>
                  </a:lnTo>
                  <a:lnTo>
                    <a:pt x="16985" y="1838"/>
                  </a:lnTo>
                  <a:lnTo>
                    <a:pt x="17280" y="1838"/>
                  </a:lnTo>
                  <a:lnTo>
                    <a:pt x="17575" y="1773"/>
                  </a:lnTo>
                  <a:lnTo>
                    <a:pt x="17771" y="1773"/>
                  </a:lnTo>
                  <a:lnTo>
                    <a:pt x="17771" y="1707"/>
                  </a:lnTo>
                  <a:lnTo>
                    <a:pt x="17967" y="1576"/>
                  </a:lnTo>
                  <a:lnTo>
                    <a:pt x="18065" y="1444"/>
                  </a:lnTo>
                  <a:lnTo>
                    <a:pt x="18065" y="1313"/>
                  </a:lnTo>
                  <a:lnTo>
                    <a:pt x="17967" y="1182"/>
                  </a:lnTo>
                  <a:lnTo>
                    <a:pt x="17771" y="1050"/>
                  </a:lnTo>
                  <a:lnTo>
                    <a:pt x="17575" y="985"/>
                  </a:lnTo>
                  <a:lnTo>
                    <a:pt x="17280" y="919"/>
                  </a:lnTo>
                  <a:lnTo>
                    <a:pt x="16691" y="919"/>
                  </a:lnTo>
                  <a:lnTo>
                    <a:pt x="16691" y="591"/>
                  </a:lnTo>
                  <a:lnTo>
                    <a:pt x="16396" y="591"/>
                  </a:lnTo>
                  <a:lnTo>
                    <a:pt x="16200" y="657"/>
                  </a:lnTo>
                  <a:lnTo>
                    <a:pt x="16102" y="722"/>
                  </a:lnTo>
                  <a:lnTo>
                    <a:pt x="15709" y="853"/>
                  </a:lnTo>
                  <a:lnTo>
                    <a:pt x="15415" y="853"/>
                  </a:lnTo>
                  <a:lnTo>
                    <a:pt x="15120" y="919"/>
                  </a:lnTo>
                  <a:lnTo>
                    <a:pt x="14138" y="1247"/>
                  </a:lnTo>
                  <a:lnTo>
                    <a:pt x="14236" y="1182"/>
                  </a:lnTo>
                  <a:lnTo>
                    <a:pt x="14629" y="985"/>
                  </a:lnTo>
                  <a:lnTo>
                    <a:pt x="15022" y="722"/>
                  </a:lnTo>
                  <a:lnTo>
                    <a:pt x="15415" y="525"/>
                  </a:lnTo>
                  <a:lnTo>
                    <a:pt x="15807" y="460"/>
                  </a:lnTo>
                  <a:lnTo>
                    <a:pt x="15807" y="394"/>
                  </a:lnTo>
                  <a:lnTo>
                    <a:pt x="15905" y="328"/>
                  </a:lnTo>
                  <a:lnTo>
                    <a:pt x="15807" y="263"/>
                  </a:lnTo>
                  <a:lnTo>
                    <a:pt x="15807" y="197"/>
                  </a:lnTo>
                  <a:lnTo>
                    <a:pt x="15611" y="131"/>
                  </a:lnTo>
                  <a:lnTo>
                    <a:pt x="15316" y="66"/>
                  </a:lnTo>
                  <a:lnTo>
                    <a:pt x="14629" y="66"/>
                  </a:lnTo>
                  <a:lnTo>
                    <a:pt x="13647" y="0"/>
                  </a:lnTo>
                  <a:lnTo>
                    <a:pt x="12665" y="131"/>
                  </a:lnTo>
                  <a:lnTo>
                    <a:pt x="11782" y="394"/>
                  </a:lnTo>
                  <a:lnTo>
                    <a:pt x="10407" y="985"/>
                  </a:lnTo>
                  <a:lnTo>
                    <a:pt x="10505" y="1050"/>
                  </a:lnTo>
                  <a:lnTo>
                    <a:pt x="10702" y="1116"/>
                  </a:lnTo>
                  <a:lnTo>
                    <a:pt x="10800" y="1247"/>
                  </a:lnTo>
                  <a:lnTo>
                    <a:pt x="10996" y="1379"/>
                  </a:lnTo>
                  <a:lnTo>
                    <a:pt x="11095" y="1576"/>
                  </a:lnTo>
                  <a:lnTo>
                    <a:pt x="11193" y="1838"/>
                  </a:lnTo>
                  <a:lnTo>
                    <a:pt x="10113" y="1247"/>
                  </a:lnTo>
                  <a:lnTo>
                    <a:pt x="9622" y="1313"/>
                  </a:lnTo>
                  <a:lnTo>
                    <a:pt x="9916" y="2035"/>
                  </a:lnTo>
                  <a:lnTo>
                    <a:pt x="9131" y="1576"/>
                  </a:lnTo>
                  <a:lnTo>
                    <a:pt x="8149" y="1773"/>
                  </a:lnTo>
                  <a:lnTo>
                    <a:pt x="8051" y="1773"/>
                  </a:lnTo>
                  <a:lnTo>
                    <a:pt x="8051" y="1838"/>
                  </a:lnTo>
                  <a:lnTo>
                    <a:pt x="7953" y="1970"/>
                  </a:lnTo>
                  <a:lnTo>
                    <a:pt x="8051" y="2167"/>
                  </a:lnTo>
                  <a:lnTo>
                    <a:pt x="8149" y="2298"/>
                  </a:lnTo>
                  <a:lnTo>
                    <a:pt x="8345" y="2495"/>
                  </a:lnTo>
                  <a:lnTo>
                    <a:pt x="7462" y="2101"/>
                  </a:lnTo>
                  <a:lnTo>
                    <a:pt x="6284" y="2298"/>
                  </a:lnTo>
                  <a:lnTo>
                    <a:pt x="5105" y="2560"/>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405" name="Shape 405"/>
            <p:cNvSpPr/>
            <p:nvPr/>
          </p:nvSpPr>
          <p:spPr>
            <a:xfrm>
              <a:off x="18744426" y="1454567"/>
              <a:ext cx="162551" cy="196796"/>
            </a:xfrm>
            <a:custGeom>
              <a:avLst/>
              <a:gdLst/>
              <a:ahLst/>
              <a:cxnLst>
                <a:cxn ang="0">
                  <a:pos x="wd2" y="hd2"/>
                </a:cxn>
                <a:cxn ang="5400000">
                  <a:pos x="wd2" y="hd2"/>
                </a:cxn>
                <a:cxn ang="10800000">
                  <a:pos x="wd2" y="hd2"/>
                </a:cxn>
                <a:cxn ang="16200000">
                  <a:pos x="wd2" y="hd2"/>
                </a:cxn>
              </a:cxnLst>
              <a:rect l="0" t="0" r="r" b="b"/>
              <a:pathLst>
                <a:path w="21600" h="21600" extrusionOk="0">
                  <a:moveTo>
                    <a:pt x="5684" y="0"/>
                  </a:moveTo>
                  <a:lnTo>
                    <a:pt x="4547" y="0"/>
                  </a:lnTo>
                  <a:lnTo>
                    <a:pt x="3411" y="939"/>
                  </a:lnTo>
                  <a:lnTo>
                    <a:pt x="2274" y="2817"/>
                  </a:lnTo>
                  <a:lnTo>
                    <a:pt x="2274" y="4696"/>
                  </a:lnTo>
                  <a:lnTo>
                    <a:pt x="1137" y="8452"/>
                  </a:lnTo>
                  <a:lnTo>
                    <a:pt x="1137" y="11270"/>
                  </a:lnTo>
                  <a:lnTo>
                    <a:pt x="2274" y="12209"/>
                  </a:lnTo>
                  <a:lnTo>
                    <a:pt x="3411" y="12209"/>
                  </a:lnTo>
                  <a:lnTo>
                    <a:pt x="4547" y="13148"/>
                  </a:lnTo>
                  <a:lnTo>
                    <a:pt x="3411" y="14087"/>
                  </a:lnTo>
                  <a:lnTo>
                    <a:pt x="2274" y="14087"/>
                  </a:lnTo>
                  <a:lnTo>
                    <a:pt x="1137" y="15026"/>
                  </a:lnTo>
                  <a:lnTo>
                    <a:pt x="0" y="16904"/>
                  </a:lnTo>
                  <a:lnTo>
                    <a:pt x="0" y="17843"/>
                  </a:lnTo>
                  <a:lnTo>
                    <a:pt x="1137" y="18783"/>
                  </a:lnTo>
                  <a:lnTo>
                    <a:pt x="1137" y="19722"/>
                  </a:lnTo>
                  <a:lnTo>
                    <a:pt x="2274" y="19722"/>
                  </a:lnTo>
                  <a:lnTo>
                    <a:pt x="3411" y="20661"/>
                  </a:lnTo>
                  <a:lnTo>
                    <a:pt x="6821" y="20661"/>
                  </a:lnTo>
                  <a:lnTo>
                    <a:pt x="6821" y="18783"/>
                  </a:lnTo>
                  <a:lnTo>
                    <a:pt x="7958" y="17843"/>
                  </a:lnTo>
                  <a:lnTo>
                    <a:pt x="9095" y="17843"/>
                  </a:lnTo>
                  <a:lnTo>
                    <a:pt x="10232" y="16904"/>
                  </a:lnTo>
                  <a:lnTo>
                    <a:pt x="12505" y="18783"/>
                  </a:lnTo>
                  <a:lnTo>
                    <a:pt x="19326" y="21600"/>
                  </a:lnTo>
                  <a:lnTo>
                    <a:pt x="21600" y="21600"/>
                  </a:lnTo>
                  <a:lnTo>
                    <a:pt x="21600" y="17843"/>
                  </a:lnTo>
                  <a:lnTo>
                    <a:pt x="20463" y="15965"/>
                  </a:lnTo>
                  <a:lnTo>
                    <a:pt x="19326" y="15026"/>
                  </a:lnTo>
                  <a:lnTo>
                    <a:pt x="19326" y="14087"/>
                  </a:lnTo>
                  <a:lnTo>
                    <a:pt x="18189" y="13148"/>
                  </a:lnTo>
                  <a:lnTo>
                    <a:pt x="18189" y="12209"/>
                  </a:lnTo>
                  <a:lnTo>
                    <a:pt x="17053" y="11270"/>
                  </a:lnTo>
                  <a:lnTo>
                    <a:pt x="13642" y="11270"/>
                  </a:lnTo>
                  <a:lnTo>
                    <a:pt x="11368" y="10330"/>
                  </a:lnTo>
                  <a:lnTo>
                    <a:pt x="7958" y="7513"/>
                  </a:lnTo>
                  <a:lnTo>
                    <a:pt x="9095" y="6574"/>
                  </a:lnTo>
                  <a:lnTo>
                    <a:pt x="15916" y="6574"/>
                  </a:lnTo>
                  <a:lnTo>
                    <a:pt x="15916" y="1878"/>
                  </a:lnTo>
                  <a:lnTo>
                    <a:pt x="14779" y="2817"/>
                  </a:lnTo>
                  <a:lnTo>
                    <a:pt x="11368" y="2817"/>
                  </a:lnTo>
                  <a:lnTo>
                    <a:pt x="9095" y="1878"/>
                  </a:lnTo>
                  <a:lnTo>
                    <a:pt x="6821" y="1878"/>
                  </a:lnTo>
                  <a:lnTo>
                    <a:pt x="5684" y="0"/>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406" name="Shape 406"/>
            <p:cNvSpPr/>
            <p:nvPr/>
          </p:nvSpPr>
          <p:spPr>
            <a:xfrm>
              <a:off x="16246309" y="1642805"/>
              <a:ext cx="1189174" cy="1369007"/>
            </a:xfrm>
            <a:custGeom>
              <a:avLst/>
              <a:gdLst/>
              <a:ahLst/>
              <a:cxnLst>
                <a:cxn ang="0">
                  <a:pos x="wd2" y="hd2"/>
                </a:cxn>
                <a:cxn ang="5400000">
                  <a:pos x="wd2" y="hd2"/>
                </a:cxn>
                <a:cxn ang="10800000">
                  <a:pos x="wd2" y="hd2"/>
                </a:cxn>
                <a:cxn ang="16200000">
                  <a:pos x="wd2" y="hd2"/>
                </a:cxn>
              </a:cxnLst>
              <a:rect l="0" t="0" r="r" b="b"/>
              <a:pathLst>
                <a:path w="21600" h="21600" extrusionOk="0">
                  <a:moveTo>
                    <a:pt x="6216" y="8370"/>
                  </a:moveTo>
                  <a:lnTo>
                    <a:pt x="7148" y="8505"/>
                  </a:lnTo>
                  <a:lnTo>
                    <a:pt x="7148" y="8235"/>
                  </a:lnTo>
                  <a:lnTo>
                    <a:pt x="7304" y="8235"/>
                  </a:lnTo>
                  <a:lnTo>
                    <a:pt x="8236" y="8640"/>
                  </a:lnTo>
                  <a:lnTo>
                    <a:pt x="8547" y="8640"/>
                  </a:lnTo>
                  <a:lnTo>
                    <a:pt x="9013" y="8775"/>
                  </a:lnTo>
                  <a:lnTo>
                    <a:pt x="10412" y="9315"/>
                  </a:lnTo>
                  <a:lnTo>
                    <a:pt x="10722" y="9585"/>
                  </a:lnTo>
                  <a:lnTo>
                    <a:pt x="10722" y="9855"/>
                  </a:lnTo>
                  <a:lnTo>
                    <a:pt x="10567" y="10125"/>
                  </a:lnTo>
                  <a:lnTo>
                    <a:pt x="10567" y="9990"/>
                  </a:lnTo>
                  <a:lnTo>
                    <a:pt x="11344" y="9990"/>
                  </a:lnTo>
                  <a:lnTo>
                    <a:pt x="11499" y="10125"/>
                  </a:lnTo>
                  <a:lnTo>
                    <a:pt x="11810" y="10260"/>
                  </a:lnTo>
                  <a:lnTo>
                    <a:pt x="11810" y="10530"/>
                  </a:lnTo>
                  <a:lnTo>
                    <a:pt x="11965" y="10800"/>
                  </a:lnTo>
                  <a:lnTo>
                    <a:pt x="12121" y="11475"/>
                  </a:lnTo>
                  <a:lnTo>
                    <a:pt x="12121" y="13230"/>
                  </a:lnTo>
                  <a:lnTo>
                    <a:pt x="11655" y="14175"/>
                  </a:lnTo>
                  <a:lnTo>
                    <a:pt x="11655" y="14715"/>
                  </a:lnTo>
                  <a:lnTo>
                    <a:pt x="11344" y="15525"/>
                  </a:lnTo>
                  <a:lnTo>
                    <a:pt x="10878" y="15795"/>
                  </a:lnTo>
                  <a:lnTo>
                    <a:pt x="10878" y="15930"/>
                  </a:lnTo>
                  <a:lnTo>
                    <a:pt x="10722" y="15930"/>
                  </a:lnTo>
                  <a:lnTo>
                    <a:pt x="10567" y="16065"/>
                  </a:lnTo>
                  <a:lnTo>
                    <a:pt x="9635" y="16065"/>
                  </a:lnTo>
                  <a:lnTo>
                    <a:pt x="9635" y="15930"/>
                  </a:lnTo>
                  <a:lnTo>
                    <a:pt x="9324" y="15930"/>
                  </a:lnTo>
                  <a:lnTo>
                    <a:pt x="8702" y="16470"/>
                  </a:lnTo>
                  <a:lnTo>
                    <a:pt x="8547" y="16875"/>
                  </a:lnTo>
                  <a:lnTo>
                    <a:pt x="8547" y="17145"/>
                  </a:lnTo>
                  <a:lnTo>
                    <a:pt x="8702" y="17280"/>
                  </a:lnTo>
                  <a:lnTo>
                    <a:pt x="8858" y="17550"/>
                  </a:lnTo>
                  <a:lnTo>
                    <a:pt x="9013" y="17685"/>
                  </a:lnTo>
                  <a:lnTo>
                    <a:pt x="9479" y="17820"/>
                  </a:lnTo>
                  <a:lnTo>
                    <a:pt x="9790" y="17955"/>
                  </a:lnTo>
                  <a:lnTo>
                    <a:pt x="10567" y="17955"/>
                  </a:lnTo>
                  <a:lnTo>
                    <a:pt x="10878" y="17685"/>
                  </a:lnTo>
                  <a:lnTo>
                    <a:pt x="11188" y="17685"/>
                  </a:lnTo>
                  <a:lnTo>
                    <a:pt x="11344" y="17550"/>
                  </a:lnTo>
                  <a:lnTo>
                    <a:pt x="11344" y="17415"/>
                  </a:lnTo>
                  <a:lnTo>
                    <a:pt x="11188" y="17280"/>
                  </a:lnTo>
                  <a:lnTo>
                    <a:pt x="12587" y="18495"/>
                  </a:lnTo>
                  <a:lnTo>
                    <a:pt x="13519" y="18630"/>
                  </a:lnTo>
                  <a:lnTo>
                    <a:pt x="13519" y="19170"/>
                  </a:lnTo>
                  <a:lnTo>
                    <a:pt x="13675" y="19440"/>
                  </a:lnTo>
                  <a:lnTo>
                    <a:pt x="14296" y="19980"/>
                  </a:lnTo>
                  <a:lnTo>
                    <a:pt x="14918" y="20115"/>
                  </a:lnTo>
                  <a:lnTo>
                    <a:pt x="14918" y="20250"/>
                  </a:lnTo>
                  <a:lnTo>
                    <a:pt x="15229" y="20250"/>
                  </a:lnTo>
                  <a:lnTo>
                    <a:pt x="15540" y="20385"/>
                  </a:lnTo>
                  <a:lnTo>
                    <a:pt x="15695" y="20655"/>
                  </a:lnTo>
                  <a:lnTo>
                    <a:pt x="16006" y="20925"/>
                  </a:lnTo>
                  <a:lnTo>
                    <a:pt x="16006" y="21060"/>
                  </a:lnTo>
                  <a:lnTo>
                    <a:pt x="16161" y="21060"/>
                  </a:lnTo>
                  <a:lnTo>
                    <a:pt x="16627" y="21465"/>
                  </a:lnTo>
                  <a:lnTo>
                    <a:pt x="16938" y="21600"/>
                  </a:lnTo>
                  <a:lnTo>
                    <a:pt x="17094" y="21600"/>
                  </a:lnTo>
                  <a:lnTo>
                    <a:pt x="17249" y="21465"/>
                  </a:lnTo>
                  <a:lnTo>
                    <a:pt x="17249" y="20925"/>
                  </a:lnTo>
                  <a:lnTo>
                    <a:pt x="16783" y="20115"/>
                  </a:lnTo>
                  <a:lnTo>
                    <a:pt x="16472" y="19845"/>
                  </a:lnTo>
                  <a:lnTo>
                    <a:pt x="16317" y="19575"/>
                  </a:lnTo>
                  <a:lnTo>
                    <a:pt x="16006" y="19575"/>
                  </a:lnTo>
                  <a:lnTo>
                    <a:pt x="16006" y="19440"/>
                  </a:lnTo>
                  <a:lnTo>
                    <a:pt x="15850" y="19305"/>
                  </a:lnTo>
                  <a:lnTo>
                    <a:pt x="16006" y="19170"/>
                  </a:lnTo>
                  <a:lnTo>
                    <a:pt x="16317" y="19170"/>
                  </a:lnTo>
                  <a:lnTo>
                    <a:pt x="17249" y="19575"/>
                  </a:lnTo>
                  <a:lnTo>
                    <a:pt x="17715" y="19710"/>
                  </a:lnTo>
                  <a:lnTo>
                    <a:pt x="18337" y="20250"/>
                  </a:lnTo>
                  <a:lnTo>
                    <a:pt x="18492" y="20520"/>
                  </a:lnTo>
                  <a:lnTo>
                    <a:pt x="18647" y="20655"/>
                  </a:lnTo>
                  <a:lnTo>
                    <a:pt x="18647" y="20790"/>
                  </a:lnTo>
                  <a:lnTo>
                    <a:pt x="18803" y="20790"/>
                  </a:lnTo>
                  <a:lnTo>
                    <a:pt x="19114" y="20520"/>
                  </a:lnTo>
                  <a:lnTo>
                    <a:pt x="19114" y="20385"/>
                  </a:lnTo>
                  <a:lnTo>
                    <a:pt x="19269" y="20250"/>
                  </a:lnTo>
                  <a:lnTo>
                    <a:pt x="19269" y="19980"/>
                  </a:lnTo>
                  <a:lnTo>
                    <a:pt x="19424" y="19575"/>
                  </a:lnTo>
                  <a:lnTo>
                    <a:pt x="19424" y="19305"/>
                  </a:lnTo>
                  <a:lnTo>
                    <a:pt x="19114" y="18765"/>
                  </a:lnTo>
                  <a:lnTo>
                    <a:pt x="17871" y="17685"/>
                  </a:lnTo>
                  <a:lnTo>
                    <a:pt x="17560" y="17550"/>
                  </a:lnTo>
                  <a:lnTo>
                    <a:pt x="17404" y="17415"/>
                  </a:lnTo>
                  <a:lnTo>
                    <a:pt x="17249" y="17415"/>
                  </a:lnTo>
                  <a:lnTo>
                    <a:pt x="17094" y="17280"/>
                  </a:lnTo>
                  <a:lnTo>
                    <a:pt x="16938" y="17010"/>
                  </a:lnTo>
                  <a:lnTo>
                    <a:pt x="16938" y="16875"/>
                  </a:lnTo>
                  <a:lnTo>
                    <a:pt x="16783" y="16875"/>
                  </a:lnTo>
                  <a:lnTo>
                    <a:pt x="16472" y="16605"/>
                  </a:lnTo>
                  <a:lnTo>
                    <a:pt x="16161" y="16065"/>
                  </a:lnTo>
                  <a:lnTo>
                    <a:pt x="16161" y="15525"/>
                  </a:lnTo>
                  <a:lnTo>
                    <a:pt x="16006" y="15255"/>
                  </a:lnTo>
                  <a:lnTo>
                    <a:pt x="16006" y="14580"/>
                  </a:lnTo>
                  <a:lnTo>
                    <a:pt x="16317" y="14040"/>
                  </a:lnTo>
                  <a:lnTo>
                    <a:pt x="16627" y="14040"/>
                  </a:lnTo>
                  <a:lnTo>
                    <a:pt x="16783" y="14175"/>
                  </a:lnTo>
                  <a:lnTo>
                    <a:pt x="17094" y="14310"/>
                  </a:lnTo>
                  <a:lnTo>
                    <a:pt x="17249" y="14580"/>
                  </a:lnTo>
                  <a:lnTo>
                    <a:pt x="17249" y="14850"/>
                  </a:lnTo>
                  <a:lnTo>
                    <a:pt x="17404" y="15255"/>
                  </a:lnTo>
                  <a:lnTo>
                    <a:pt x="17404" y="15390"/>
                  </a:lnTo>
                  <a:lnTo>
                    <a:pt x="17560" y="15525"/>
                  </a:lnTo>
                  <a:lnTo>
                    <a:pt x="17715" y="15795"/>
                  </a:lnTo>
                  <a:lnTo>
                    <a:pt x="17871" y="16200"/>
                  </a:lnTo>
                  <a:lnTo>
                    <a:pt x="17871" y="16470"/>
                  </a:lnTo>
                  <a:lnTo>
                    <a:pt x="18026" y="16605"/>
                  </a:lnTo>
                  <a:lnTo>
                    <a:pt x="18026" y="16740"/>
                  </a:lnTo>
                  <a:lnTo>
                    <a:pt x="18181" y="16875"/>
                  </a:lnTo>
                  <a:lnTo>
                    <a:pt x="18492" y="16875"/>
                  </a:lnTo>
                  <a:lnTo>
                    <a:pt x="18803" y="16740"/>
                  </a:lnTo>
                  <a:lnTo>
                    <a:pt x="19114" y="16470"/>
                  </a:lnTo>
                  <a:lnTo>
                    <a:pt x="19269" y="16470"/>
                  </a:lnTo>
                  <a:lnTo>
                    <a:pt x="19580" y="16200"/>
                  </a:lnTo>
                  <a:lnTo>
                    <a:pt x="20512" y="15795"/>
                  </a:lnTo>
                  <a:lnTo>
                    <a:pt x="21134" y="15795"/>
                  </a:lnTo>
                  <a:lnTo>
                    <a:pt x="21600" y="15390"/>
                  </a:lnTo>
                  <a:lnTo>
                    <a:pt x="21289" y="14850"/>
                  </a:lnTo>
                  <a:lnTo>
                    <a:pt x="20978" y="14850"/>
                  </a:lnTo>
                  <a:lnTo>
                    <a:pt x="20823" y="14715"/>
                  </a:lnTo>
                  <a:lnTo>
                    <a:pt x="20668" y="14715"/>
                  </a:lnTo>
                  <a:lnTo>
                    <a:pt x="20668" y="14445"/>
                  </a:lnTo>
                  <a:lnTo>
                    <a:pt x="21445" y="14310"/>
                  </a:lnTo>
                  <a:lnTo>
                    <a:pt x="21445" y="14040"/>
                  </a:lnTo>
                  <a:lnTo>
                    <a:pt x="20978" y="13635"/>
                  </a:lnTo>
                  <a:lnTo>
                    <a:pt x="20978" y="13500"/>
                  </a:lnTo>
                  <a:lnTo>
                    <a:pt x="20823" y="13365"/>
                  </a:lnTo>
                  <a:lnTo>
                    <a:pt x="20357" y="13365"/>
                  </a:lnTo>
                  <a:lnTo>
                    <a:pt x="20357" y="13500"/>
                  </a:lnTo>
                  <a:lnTo>
                    <a:pt x="20046" y="13500"/>
                  </a:lnTo>
                  <a:lnTo>
                    <a:pt x="19891" y="13635"/>
                  </a:lnTo>
                  <a:lnTo>
                    <a:pt x="19735" y="13635"/>
                  </a:lnTo>
                  <a:lnTo>
                    <a:pt x="19735" y="13230"/>
                  </a:lnTo>
                  <a:lnTo>
                    <a:pt x="19580" y="13095"/>
                  </a:lnTo>
                  <a:lnTo>
                    <a:pt x="19580" y="12825"/>
                  </a:lnTo>
                  <a:lnTo>
                    <a:pt x="18958" y="12285"/>
                  </a:lnTo>
                  <a:lnTo>
                    <a:pt x="17715" y="11880"/>
                  </a:lnTo>
                  <a:lnTo>
                    <a:pt x="16783" y="11205"/>
                  </a:lnTo>
                  <a:lnTo>
                    <a:pt x="16627" y="11205"/>
                  </a:lnTo>
                  <a:lnTo>
                    <a:pt x="16472" y="11340"/>
                  </a:lnTo>
                  <a:lnTo>
                    <a:pt x="16006" y="11340"/>
                  </a:lnTo>
                  <a:lnTo>
                    <a:pt x="16006" y="10935"/>
                  </a:lnTo>
                  <a:lnTo>
                    <a:pt x="16161" y="10665"/>
                  </a:lnTo>
                  <a:lnTo>
                    <a:pt x="16161" y="10530"/>
                  </a:lnTo>
                  <a:lnTo>
                    <a:pt x="16317" y="10260"/>
                  </a:lnTo>
                  <a:lnTo>
                    <a:pt x="16161" y="10125"/>
                  </a:lnTo>
                  <a:lnTo>
                    <a:pt x="16938" y="9990"/>
                  </a:lnTo>
                  <a:lnTo>
                    <a:pt x="17094" y="9990"/>
                  </a:lnTo>
                  <a:lnTo>
                    <a:pt x="17094" y="9855"/>
                  </a:lnTo>
                  <a:lnTo>
                    <a:pt x="17249" y="9720"/>
                  </a:lnTo>
                  <a:lnTo>
                    <a:pt x="17249" y="9450"/>
                  </a:lnTo>
                  <a:lnTo>
                    <a:pt x="16938" y="9180"/>
                  </a:lnTo>
                  <a:lnTo>
                    <a:pt x="16938" y="8910"/>
                  </a:lnTo>
                  <a:lnTo>
                    <a:pt x="16783" y="8775"/>
                  </a:lnTo>
                  <a:lnTo>
                    <a:pt x="16938" y="8505"/>
                  </a:lnTo>
                  <a:lnTo>
                    <a:pt x="17094" y="8370"/>
                  </a:lnTo>
                  <a:lnTo>
                    <a:pt x="17094" y="8235"/>
                  </a:lnTo>
                  <a:lnTo>
                    <a:pt x="16938" y="8100"/>
                  </a:lnTo>
                  <a:lnTo>
                    <a:pt x="16938" y="7965"/>
                  </a:lnTo>
                  <a:lnTo>
                    <a:pt x="16627" y="7830"/>
                  </a:lnTo>
                  <a:lnTo>
                    <a:pt x="16161" y="7830"/>
                  </a:lnTo>
                  <a:lnTo>
                    <a:pt x="16161" y="7020"/>
                  </a:lnTo>
                  <a:lnTo>
                    <a:pt x="16006" y="7020"/>
                  </a:lnTo>
                  <a:lnTo>
                    <a:pt x="15850" y="6885"/>
                  </a:lnTo>
                  <a:lnTo>
                    <a:pt x="15540" y="6885"/>
                  </a:lnTo>
                  <a:lnTo>
                    <a:pt x="15229" y="6615"/>
                  </a:lnTo>
                  <a:lnTo>
                    <a:pt x="15229" y="6480"/>
                  </a:lnTo>
                  <a:lnTo>
                    <a:pt x="14918" y="6210"/>
                  </a:lnTo>
                  <a:lnTo>
                    <a:pt x="14763" y="6210"/>
                  </a:lnTo>
                  <a:lnTo>
                    <a:pt x="14452" y="6345"/>
                  </a:lnTo>
                  <a:lnTo>
                    <a:pt x="14296" y="6345"/>
                  </a:lnTo>
                  <a:lnTo>
                    <a:pt x="14141" y="6480"/>
                  </a:lnTo>
                  <a:lnTo>
                    <a:pt x="13675" y="6480"/>
                  </a:lnTo>
                  <a:lnTo>
                    <a:pt x="13675" y="6345"/>
                  </a:lnTo>
                  <a:lnTo>
                    <a:pt x="13830" y="6075"/>
                  </a:lnTo>
                  <a:lnTo>
                    <a:pt x="13830" y="5940"/>
                  </a:lnTo>
                  <a:lnTo>
                    <a:pt x="13986" y="5805"/>
                  </a:lnTo>
                  <a:lnTo>
                    <a:pt x="13986" y="5535"/>
                  </a:lnTo>
                  <a:lnTo>
                    <a:pt x="13830" y="5265"/>
                  </a:lnTo>
                  <a:lnTo>
                    <a:pt x="13675" y="5265"/>
                  </a:lnTo>
                  <a:lnTo>
                    <a:pt x="13364" y="5130"/>
                  </a:lnTo>
                  <a:lnTo>
                    <a:pt x="13209" y="5265"/>
                  </a:lnTo>
                  <a:lnTo>
                    <a:pt x="12898" y="5265"/>
                  </a:lnTo>
                  <a:lnTo>
                    <a:pt x="12742" y="5130"/>
                  </a:lnTo>
                  <a:lnTo>
                    <a:pt x="12432" y="4995"/>
                  </a:lnTo>
                  <a:lnTo>
                    <a:pt x="12121" y="4725"/>
                  </a:lnTo>
                  <a:lnTo>
                    <a:pt x="11655" y="3915"/>
                  </a:lnTo>
                  <a:lnTo>
                    <a:pt x="11188" y="3645"/>
                  </a:lnTo>
                  <a:lnTo>
                    <a:pt x="10256" y="3240"/>
                  </a:lnTo>
                  <a:lnTo>
                    <a:pt x="8858" y="3105"/>
                  </a:lnTo>
                  <a:lnTo>
                    <a:pt x="8702" y="3105"/>
                  </a:lnTo>
                  <a:lnTo>
                    <a:pt x="8391" y="3240"/>
                  </a:lnTo>
                  <a:lnTo>
                    <a:pt x="7614" y="3240"/>
                  </a:lnTo>
                  <a:lnTo>
                    <a:pt x="7459" y="2970"/>
                  </a:lnTo>
                  <a:lnTo>
                    <a:pt x="7304" y="2565"/>
                  </a:lnTo>
                  <a:lnTo>
                    <a:pt x="6060" y="2970"/>
                  </a:lnTo>
                  <a:lnTo>
                    <a:pt x="6060" y="2835"/>
                  </a:lnTo>
                  <a:lnTo>
                    <a:pt x="6216" y="2700"/>
                  </a:lnTo>
                  <a:lnTo>
                    <a:pt x="6371" y="2295"/>
                  </a:lnTo>
                  <a:lnTo>
                    <a:pt x="6371" y="1755"/>
                  </a:lnTo>
                  <a:lnTo>
                    <a:pt x="6527" y="1620"/>
                  </a:lnTo>
                  <a:lnTo>
                    <a:pt x="6527" y="1080"/>
                  </a:lnTo>
                  <a:lnTo>
                    <a:pt x="6682" y="810"/>
                  </a:lnTo>
                  <a:lnTo>
                    <a:pt x="6527" y="540"/>
                  </a:lnTo>
                  <a:lnTo>
                    <a:pt x="6216" y="270"/>
                  </a:lnTo>
                  <a:lnTo>
                    <a:pt x="5905" y="270"/>
                  </a:lnTo>
                  <a:lnTo>
                    <a:pt x="5283" y="540"/>
                  </a:lnTo>
                  <a:lnTo>
                    <a:pt x="4662" y="1080"/>
                  </a:lnTo>
                  <a:lnTo>
                    <a:pt x="4351" y="1620"/>
                  </a:lnTo>
                  <a:lnTo>
                    <a:pt x="4351" y="1890"/>
                  </a:lnTo>
                  <a:lnTo>
                    <a:pt x="4196" y="2430"/>
                  </a:lnTo>
                  <a:lnTo>
                    <a:pt x="4196" y="3105"/>
                  </a:lnTo>
                  <a:lnTo>
                    <a:pt x="4351" y="3915"/>
                  </a:lnTo>
                  <a:lnTo>
                    <a:pt x="5594" y="5265"/>
                  </a:lnTo>
                  <a:lnTo>
                    <a:pt x="5594" y="6210"/>
                  </a:lnTo>
                  <a:lnTo>
                    <a:pt x="5439" y="6210"/>
                  </a:lnTo>
                  <a:lnTo>
                    <a:pt x="4973" y="5805"/>
                  </a:lnTo>
                  <a:lnTo>
                    <a:pt x="4351" y="5130"/>
                  </a:lnTo>
                  <a:lnTo>
                    <a:pt x="3729" y="4050"/>
                  </a:lnTo>
                  <a:lnTo>
                    <a:pt x="3419" y="2565"/>
                  </a:lnTo>
                  <a:lnTo>
                    <a:pt x="3419" y="2160"/>
                  </a:lnTo>
                  <a:lnTo>
                    <a:pt x="3574" y="1350"/>
                  </a:lnTo>
                  <a:lnTo>
                    <a:pt x="4040" y="270"/>
                  </a:lnTo>
                  <a:lnTo>
                    <a:pt x="4040" y="135"/>
                  </a:lnTo>
                  <a:lnTo>
                    <a:pt x="3729" y="0"/>
                  </a:lnTo>
                  <a:lnTo>
                    <a:pt x="3108" y="0"/>
                  </a:lnTo>
                  <a:lnTo>
                    <a:pt x="2486" y="270"/>
                  </a:lnTo>
                  <a:lnTo>
                    <a:pt x="1399" y="945"/>
                  </a:lnTo>
                  <a:lnTo>
                    <a:pt x="311" y="2835"/>
                  </a:lnTo>
                  <a:lnTo>
                    <a:pt x="155" y="3780"/>
                  </a:lnTo>
                  <a:lnTo>
                    <a:pt x="155" y="3915"/>
                  </a:lnTo>
                  <a:lnTo>
                    <a:pt x="0" y="3915"/>
                  </a:lnTo>
                  <a:lnTo>
                    <a:pt x="0" y="4050"/>
                  </a:lnTo>
                  <a:lnTo>
                    <a:pt x="466" y="4860"/>
                  </a:lnTo>
                  <a:lnTo>
                    <a:pt x="1399" y="5940"/>
                  </a:lnTo>
                  <a:lnTo>
                    <a:pt x="1709" y="6615"/>
                  </a:lnTo>
                  <a:lnTo>
                    <a:pt x="1865" y="7020"/>
                  </a:lnTo>
                  <a:lnTo>
                    <a:pt x="1709" y="7290"/>
                  </a:lnTo>
                  <a:lnTo>
                    <a:pt x="2020" y="7560"/>
                  </a:lnTo>
                  <a:lnTo>
                    <a:pt x="2331" y="7290"/>
                  </a:lnTo>
                  <a:lnTo>
                    <a:pt x="2486" y="7290"/>
                  </a:lnTo>
                  <a:lnTo>
                    <a:pt x="3108" y="7560"/>
                  </a:lnTo>
                  <a:lnTo>
                    <a:pt x="3729" y="7965"/>
                  </a:lnTo>
                  <a:lnTo>
                    <a:pt x="4817" y="8235"/>
                  </a:lnTo>
                  <a:lnTo>
                    <a:pt x="6216" y="8370"/>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407" name="Shape 407"/>
            <p:cNvSpPr/>
            <p:nvPr/>
          </p:nvSpPr>
          <p:spPr>
            <a:xfrm>
              <a:off x="15972544" y="2661002"/>
              <a:ext cx="342209" cy="248134"/>
            </a:xfrm>
            <a:custGeom>
              <a:avLst/>
              <a:gdLst/>
              <a:ahLst/>
              <a:cxnLst>
                <a:cxn ang="0">
                  <a:pos x="wd2" y="hd2"/>
                </a:cxn>
                <a:cxn ang="5400000">
                  <a:pos x="wd2" y="hd2"/>
                </a:cxn>
                <a:cxn ang="10800000">
                  <a:pos x="wd2" y="hd2"/>
                </a:cxn>
                <a:cxn ang="16200000">
                  <a:pos x="wd2" y="hd2"/>
                </a:cxn>
              </a:cxnLst>
              <a:rect l="0" t="0" r="r" b="b"/>
              <a:pathLst>
                <a:path w="21600" h="21600" extrusionOk="0">
                  <a:moveTo>
                    <a:pt x="1620" y="13407"/>
                  </a:moveTo>
                  <a:lnTo>
                    <a:pt x="0" y="17131"/>
                  </a:lnTo>
                  <a:lnTo>
                    <a:pt x="540" y="17131"/>
                  </a:lnTo>
                  <a:lnTo>
                    <a:pt x="1080" y="16386"/>
                  </a:lnTo>
                  <a:lnTo>
                    <a:pt x="3240" y="16386"/>
                  </a:lnTo>
                  <a:lnTo>
                    <a:pt x="4320" y="17876"/>
                  </a:lnTo>
                  <a:lnTo>
                    <a:pt x="4320" y="19366"/>
                  </a:lnTo>
                  <a:lnTo>
                    <a:pt x="5940" y="21600"/>
                  </a:lnTo>
                  <a:lnTo>
                    <a:pt x="8100" y="21600"/>
                  </a:lnTo>
                  <a:lnTo>
                    <a:pt x="9180" y="20855"/>
                  </a:lnTo>
                  <a:lnTo>
                    <a:pt x="14580" y="16386"/>
                  </a:lnTo>
                  <a:lnTo>
                    <a:pt x="19440" y="17876"/>
                  </a:lnTo>
                  <a:lnTo>
                    <a:pt x="21600" y="15641"/>
                  </a:lnTo>
                  <a:lnTo>
                    <a:pt x="21600" y="14897"/>
                  </a:lnTo>
                  <a:lnTo>
                    <a:pt x="17820" y="9683"/>
                  </a:lnTo>
                  <a:lnTo>
                    <a:pt x="16200" y="8938"/>
                  </a:lnTo>
                  <a:lnTo>
                    <a:pt x="15660" y="8193"/>
                  </a:lnTo>
                  <a:lnTo>
                    <a:pt x="14580" y="7448"/>
                  </a:lnTo>
                  <a:lnTo>
                    <a:pt x="13500" y="5959"/>
                  </a:lnTo>
                  <a:lnTo>
                    <a:pt x="10260" y="3724"/>
                  </a:lnTo>
                  <a:lnTo>
                    <a:pt x="9180" y="3724"/>
                  </a:lnTo>
                  <a:lnTo>
                    <a:pt x="8640" y="0"/>
                  </a:lnTo>
                  <a:lnTo>
                    <a:pt x="5940" y="5214"/>
                  </a:lnTo>
                  <a:lnTo>
                    <a:pt x="4860" y="5214"/>
                  </a:lnTo>
                  <a:lnTo>
                    <a:pt x="4320" y="5959"/>
                  </a:lnTo>
                  <a:lnTo>
                    <a:pt x="3240" y="6703"/>
                  </a:lnTo>
                  <a:lnTo>
                    <a:pt x="1620" y="8938"/>
                  </a:lnTo>
                  <a:lnTo>
                    <a:pt x="1620" y="13407"/>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408" name="Shape 408"/>
            <p:cNvSpPr/>
            <p:nvPr/>
          </p:nvSpPr>
          <p:spPr>
            <a:xfrm>
              <a:off x="15108470" y="1274885"/>
              <a:ext cx="359320" cy="521936"/>
            </a:xfrm>
            <a:custGeom>
              <a:avLst/>
              <a:gdLst/>
              <a:ahLst/>
              <a:cxnLst>
                <a:cxn ang="0">
                  <a:pos x="wd2" y="hd2"/>
                </a:cxn>
                <a:cxn ang="5400000">
                  <a:pos x="wd2" y="hd2"/>
                </a:cxn>
                <a:cxn ang="10800000">
                  <a:pos x="wd2" y="hd2"/>
                </a:cxn>
                <a:cxn ang="16200000">
                  <a:pos x="wd2" y="hd2"/>
                </a:cxn>
              </a:cxnLst>
              <a:rect l="0" t="0" r="r" b="b"/>
              <a:pathLst>
                <a:path w="21600" h="21600" extrusionOk="0">
                  <a:moveTo>
                    <a:pt x="3600" y="8498"/>
                  </a:moveTo>
                  <a:lnTo>
                    <a:pt x="3086" y="8144"/>
                  </a:lnTo>
                  <a:lnTo>
                    <a:pt x="514" y="8144"/>
                  </a:lnTo>
                  <a:lnTo>
                    <a:pt x="514" y="8498"/>
                  </a:lnTo>
                  <a:lnTo>
                    <a:pt x="0" y="8852"/>
                  </a:lnTo>
                  <a:lnTo>
                    <a:pt x="0" y="9915"/>
                  </a:lnTo>
                  <a:lnTo>
                    <a:pt x="514" y="10977"/>
                  </a:lnTo>
                  <a:lnTo>
                    <a:pt x="514" y="11685"/>
                  </a:lnTo>
                  <a:lnTo>
                    <a:pt x="1029" y="12393"/>
                  </a:lnTo>
                  <a:lnTo>
                    <a:pt x="1543" y="13456"/>
                  </a:lnTo>
                  <a:lnTo>
                    <a:pt x="3600" y="14872"/>
                  </a:lnTo>
                  <a:lnTo>
                    <a:pt x="5143" y="15226"/>
                  </a:lnTo>
                  <a:lnTo>
                    <a:pt x="7200" y="16643"/>
                  </a:lnTo>
                  <a:lnTo>
                    <a:pt x="8229" y="18059"/>
                  </a:lnTo>
                  <a:lnTo>
                    <a:pt x="8229" y="18767"/>
                  </a:lnTo>
                  <a:lnTo>
                    <a:pt x="8743" y="19121"/>
                  </a:lnTo>
                  <a:lnTo>
                    <a:pt x="8743" y="19830"/>
                  </a:lnTo>
                  <a:lnTo>
                    <a:pt x="11314" y="21600"/>
                  </a:lnTo>
                  <a:lnTo>
                    <a:pt x="14400" y="21600"/>
                  </a:lnTo>
                  <a:lnTo>
                    <a:pt x="16457" y="21246"/>
                  </a:lnTo>
                  <a:lnTo>
                    <a:pt x="19543" y="20184"/>
                  </a:lnTo>
                  <a:lnTo>
                    <a:pt x="20571" y="19475"/>
                  </a:lnTo>
                  <a:lnTo>
                    <a:pt x="21600" y="18413"/>
                  </a:lnTo>
                  <a:lnTo>
                    <a:pt x="21600" y="15580"/>
                  </a:lnTo>
                  <a:lnTo>
                    <a:pt x="21086" y="13456"/>
                  </a:lnTo>
                  <a:lnTo>
                    <a:pt x="20571" y="12039"/>
                  </a:lnTo>
                  <a:lnTo>
                    <a:pt x="20571" y="9561"/>
                  </a:lnTo>
                  <a:lnTo>
                    <a:pt x="20057" y="9561"/>
                  </a:lnTo>
                  <a:lnTo>
                    <a:pt x="19543" y="9915"/>
                  </a:lnTo>
                  <a:lnTo>
                    <a:pt x="16457" y="9915"/>
                  </a:lnTo>
                  <a:lnTo>
                    <a:pt x="15429" y="9561"/>
                  </a:lnTo>
                  <a:lnTo>
                    <a:pt x="15429" y="8498"/>
                  </a:lnTo>
                  <a:lnTo>
                    <a:pt x="15943" y="8144"/>
                  </a:lnTo>
                  <a:lnTo>
                    <a:pt x="16457" y="7436"/>
                  </a:lnTo>
                  <a:lnTo>
                    <a:pt x="17486" y="7082"/>
                  </a:lnTo>
                  <a:lnTo>
                    <a:pt x="18514" y="6374"/>
                  </a:lnTo>
                  <a:lnTo>
                    <a:pt x="19543" y="6374"/>
                  </a:lnTo>
                  <a:lnTo>
                    <a:pt x="20057" y="5666"/>
                  </a:lnTo>
                  <a:lnTo>
                    <a:pt x="20057" y="5311"/>
                  </a:lnTo>
                  <a:lnTo>
                    <a:pt x="20571" y="4249"/>
                  </a:lnTo>
                  <a:lnTo>
                    <a:pt x="20571" y="3541"/>
                  </a:lnTo>
                  <a:lnTo>
                    <a:pt x="19543" y="2125"/>
                  </a:lnTo>
                  <a:lnTo>
                    <a:pt x="18514" y="1770"/>
                  </a:lnTo>
                  <a:lnTo>
                    <a:pt x="17486" y="0"/>
                  </a:lnTo>
                  <a:lnTo>
                    <a:pt x="16457" y="0"/>
                  </a:lnTo>
                  <a:lnTo>
                    <a:pt x="14914" y="354"/>
                  </a:lnTo>
                  <a:lnTo>
                    <a:pt x="13886" y="708"/>
                  </a:lnTo>
                  <a:lnTo>
                    <a:pt x="10286" y="708"/>
                  </a:lnTo>
                  <a:lnTo>
                    <a:pt x="9257" y="354"/>
                  </a:lnTo>
                  <a:lnTo>
                    <a:pt x="8229" y="354"/>
                  </a:lnTo>
                  <a:lnTo>
                    <a:pt x="6171" y="1062"/>
                  </a:lnTo>
                  <a:lnTo>
                    <a:pt x="5657" y="1416"/>
                  </a:lnTo>
                  <a:lnTo>
                    <a:pt x="5143" y="2479"/>
                  </a:lnTo>
                  <a:lnTo>
                    <a:pt x="5143" y="4249"/>
                  </a:lnTo>
                  <a:lnTo>
                    <a:pt x="5657" y="4957"/>
                  </a:lnTo>
                  <a:lnTo>
                    <a:pt x="6171" y="6020"/>
                  </a:lnTo>
                  <a:lnTo>
                    <a:pt x="7200" y="6374"/>
                  </a:lnTo>
                  <a:lnTo>
                    <a:pt x="7200" y="6728"/>
                  </a:lnTo>
                  <a:lnTo>
                    <a:pt x="8229" y="7436"/>
                  </a:lnTo>
                  <a:lnTo>
                    <a:pt x="8229" y="8144"/>
                  </a:lnTo>
                  <a:lnTo>
                    <a:pt x="8743" y="8498"/>
                  </a:lnTo>
                  <a:lnTo>
                    <a:pt x="8743" y="9207"/>
                  </a:lnTo>
                  <a:lnTo>
                    <a:pt x="8229" y="9915"/>
                  </a:lnTo>
                  <a:lnTo>
                    <a:pt x="7200" y="10269"/>
                  </a:lnTo>
                  <a:lnTo>
                    <a:pt x="6686" y="10269"/>
                  </a:lnTo>
                  <a:lnTo>
                    <a:pt x="6171" y="9915"/>
                  </a:lnTo>
                  <a:lnTo>
                    <a:pt x="5143" y="9561"/>
                  </a:lnTo>
                  <a:lnTo>
                    <a:pt x="3600" y="8498"/>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409" name="Shape 409"/>
            <p:cNvSpPr/>
            <p:nvPr/>
          </p:nvSpPr>
          <p:spPr>
            <a:xfrm>
              <a:off x="15724443" y="1326223"/>
              <a:ext cx="290878" cy="453485"/>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8259" y="0"/>
                  </a:lnTo>
                  <a:lnTo>
                    <a:pt x="6988" y="408"/>
                  </a:lnTo>
                  <a:lnTo>
                    <a:pt x="6353" y="815"/>
                  </a:lnTo>
                  <a:lnTo>
                    <a:pt x="6353" y="408"/>
                  </a:lnTo>
                  <a:lnTo>
                    <a:pt x="5082" y="408"/>
                  </a:lnTo>
                  <a:lnTo>
                    <a:pt x="4447" y="815"/>
                  </a:lnTo>
                  <a:lnTo>
                    <a:pt x="1906" y="4075"/>
                  </a:lnTo>
                  <a:lnTo>
                    <a:pt x="1271" y="4483"/>
                  </a:lnTo>
                  <a:lnTo>
                    <a:pt x="0" y="6113"/>
                  </a:lnTo>
                  <a:lnTo>
                    <a:pt x="635" y="6521"/>
                  </a:lnTo>
                  <a:lnTo>
                    <a:pt x="1271" y="7336"/>
                  </a:lnTo>
                  <a:lnTo>
                    <a:pt x="1271" y="8558"/>
                  </a:lnTo>
                  <a:lnTo>
                    <a:pt x="635" y="9374"/>
                  </a:lnTo>
                  <a:lnTo>
                    <a:pt x="635" y="12226"/>
                  </a:lnTo>
                  <a:lnTo>
                    <a:pt x="1271" y="13449"/>
                  </a:lnTo>
                  <a:lnTo>
                    <a:pt x="1906" y="15079"/>
                  </a:lnTo>
                  <a:lnTo>
                    <a:pt x="2541" y="21192"/>
                  </a:lnTo>
                  <a:lnTo>
                    <a:pt x="3176" y="21600"/>
                  </a:lnTo>
                  <a:lnTo>
                    <a:pt x="5718" y="21600"/>
                  </a:lnTo>
                  <a:lnTo>
                    <a:pt x="6353" y="21192"/>
                  </a:lnTo>
                  <a:lnTo>
                    <a:pt x="7624" y="20785"/>
                  </a:lnTo>
                  <a:lnTo>
                    <a:pt x="7624" y="19970"/>
                  </a:lnTo>
                  <a:lnTo>
                    <a:pt x="8259" y="18340"/>
                  </a:lnTo>
                  <a:lnTo>
                    <a:pt x="7624" y="17932"/>
                  </a:lnTo>
                  <a:lnTo>
                    <a:pt x="7624" y="16709"/>
                  </a:lnTo>
                  <a:lnTo>
                    <a:pt x="6988" y="15894"/>
                  </a:lnTo>
                  <a:lnTo>
                    <a:pt x="6988" y="15487"/>
                  </a:lnTo>
                  <a:lnTo>
                    <a:pt x="7624" y="14672"/>
                  </a:lnTo>
                  <a:lnTo>
                    <a:pt x="8259" y="14264"/>
                  </a:lnTo>
                  <a:lnTo>
                    <a:pt x="9529" y="13857"/>
                  </a:lnTo>
                  <a:lnTo>
                    <a:pt x="12071" y="13857"/>
                  </a:lnTo>
                  <a:lnTo>
                    <a:pt x="12706" y="13449"/>
                  </a:lnTo>
                  <a:lnTo>
                    <a:pt x="13976" y="13449"/>
                  </a:lnTo>
                  <a:lnTo>
                    <a:pt x="16518" y="11819"/>
                  </a:lnTo>
                  <a:lnTo>
                    <a:pt x="17153" y="10596"/>
                  </a:lnTo>
                  <a:lnTo>
                    <a:pt x="17153" y="10189"/>
                  </a:lnTo>
                  <a:lnTo>
                    <a:pt x="17788" y="9781"/>
                  </a:lnTo>
                  <a:lnTo>
                    <a:pt x="19059" y="8558"/>
                  </a:lnTo>
                  <a:lnTo>
                    <a:pt x="19694" y="7743"/>
                  </a:lnTo>
                  <a:lnTo>
                    <a:pt x="19694" y="6113"/>
                  </a:lnTo>
                  <a:lnTo>
                    <a:pt x="20329" y="4891"/>
                  </a:lnTo>
                  <a:lnTo>
                    <a:pt x="20329" y="4483"/>
                  </a:lnTo>
                  <a:lnTo>
                    <a:pt x="21600" y="3668"/>
                  </a:lnTo>
                  <a:lnTo>
                    <a:pt x="21600" y="2445"/>
                  </a:lnTo>
                  <a:lnTo>
                    <a:pt x="20965" y="2038"/>
                  </a:lnTo>
                  <a:lnTo>
                    <a:pt x="19694" y="1630"/>
                  </a:lnTo>
                  <a:lnTo>
                    <a:pt x="13976" y="1630"/>
                  </a:lnTo>
                  <a:lnTo>
                    <a:pt x="11435" y="815"/>
                  </a:lnTo>
                  <a:lnTo>
                    <a:pt x="10800" y="0"/>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410" name="Shape 410"/>
            <p:cNvSpPr/>
            <p:nvPr/>
          </p:nvSpPr>
          <p:spPr>
            <a:xfrm>
              <a:off x="14013406" y="1206435"/>
              <a:ext cx="444872" cy="496266"/>
            </a:xfrm>
            <a:custGeom>
              <a:avLst/>
              <a:gdLst/>
              <a:ahLst/>
              <a:cxnLst>
                <a:cxn ang="0">
                  <a:pos x="wd2" y="hd2"/>
                </a:cxn>
                <a:cxn ang="5400000">
                  <a:pos x="wd2" y="hd2"/>
                </a:cxn>
                <a:cxn ang="10800000">
                  <a:pos x="wd2" y="hd2"/>
                </a:cxn>
                <a:cxn ang="16200000">
                  <a:pos x="wd2" y="hd2"/>
                </a:cxn>
              </a:cxnLst>
              <a:rect l="0" t="0" r="r" b="b"/>
              <a:pathLst>
                <a:path w="21600" h="21600" extrusionOk="0">
                  <a:moveTo>
                    <a:pt x="831" y="14897"/>
                  </a:moveTo>
                  <a:lnTo>
                    <a:pt x="415" y="14897"/>
                  </a:lnTo>
                  <a:lnTo>
                    <a:pt x="0" y="15269"/>
                  </a:lnTo>
                  <a:lnTo>
                    <a:pt x="0" y="16759"/>
                  </a:lnTo>
                  <a:lnTo>
                    <a:pt x="831" y="17131"/>
                  </a:lnTo>
                  <a:lnTo>
                    <a:pt x="1246" y="17503"/>
                  </a:lnTo>
                  <a:lnTo>
                    <a:pt x="1662" y="17503"/>
                  </a:lnTo>
                  <a:lnTo>
                    <a:pt x="2077" y="17876"/>
                  </a:lnTo>
                  <a:lnTo>
                    <a:pt x="2908" y="19366"/>
                  </a:lnTo>
                  <a:lnTo>
                    <a:pt x="2908" y="20483"/>
                  </a:lnTo>
                  <a:lnTo>
                    <a:pt x="3323" y="20483"/>
                  </a:lnTo>
                  <a:lnTo>
                    <a:pt x="4154" y="21228"/>
                  </a:lnTo>
                  <a:lnTo>
                    <a:pt x="4985" y="21600"/>
                  </a:lnTo>
                  <a:lnTo>
                    <a:pt x="5815" y="21600"/>
                  </a:lnTo>
                  <a:lnTo>
                    <a:pt x="7062" y="20483"/>
                  </a:lnTo>
                  <a:lnTo>
                    <a:pt x="7062" y="20110"/>
                  </a:lnTo>
                  <a:lnTo>
                    <a:pt x="7477" y="19738"/>
                  </a:lnTo>
                  <a:lnTo>
                    <a:pt x="7892" y="19738"/>
                  </a:lnTo>
                  <a:lnTo>
                    <a:pt x="8723" y="19366"/>
                  </a:lnTo>
                  <a:lnTo>
                    <a:pt x="9554" y="19738"/>
                  </a:lnTo>
                  <a:lnTo>
                    <a:pt x="10385" y="19738"/>
                  </a:lnTo>
                  <a:lnTo>
                    <a:pt x="11215" y="18993"/>
                  </a:lnTo>
                  <a:lnTo>
                    <a:pt x="11215" y="18248"/>
                  </a:lnTo>
                  <a:lnTo>
                    <a:pt x="11631" y="17131"/>
                  </a:lnTo>
                  <a:lnTo>
                    <a:pt x="11631" y="16386"/>
                  </a:lnTo>
                  <a:lnTo>
                    <a:pt x="12462" y="13779"/>
                  </a:lnTo>
                  <a:lnTo>
                    <a:pt x="14123" y="11172"/>
                  </a:lnTo>
                  <a:lnTo>
                    <a:pt x="17031" y="8938"/>
                  </a:lnTo>
                  <a:lnTo>
                    <a:pt x="21600" y="7448"/>
                  </a:lnTo>
                  <a:lnTo>
                    <a:pt x="21600" y="5959"/>
                  </a:lnTo>
                  <a:lnTo>
                    <a:pt x="21185" y="5586"/>
                  </a:lnTo>
                  <a:lnTo>
                    <a:pt x="19523" y="4841"/>
                  </a:lnTo>
                  <a:lnTo>
                    <a:pt x="18277" y="3724"/>
                  </a:lnTo>
                  <a:lnTo>
                    <a:pt x="18277" y="3352"/>
                  </a:lnTo>
                  <a:lnTo>
                    <a:pt x="17446" y="2607"/>
                  </a:lnTo>
                  <a:lnTo>
                    <a:pt x="16200" y="2607"/>
                  </a:lnTo>
                  <a:lnTo>
                    <a:pt x="14954" y="3724"/>
                  </a:lnTo>
                  <a:lnTo>
                    <a:pt x="14538" y="3724"/>
                  </a:lnTo>
                  <a:lnTo>
                    <a:pt x="14538" y="4097"/>
                  </a:lnTo>
                  <a:lnTo>
                    <a:pt x="14123" y="4097"/>
                  </a:lnTo>
                  <a:lnTo>
                    <a:pt x="13708" y="3724"/>
                  </a:lnTo>
                  <a:lnTo>
                    <a:pt x="13708" y="2979"/>
                  </a:lnTo>
                  <a:lnTo>
                    <a:pt x="12046" y="1490"/>
                  </a:lnTo>
                  <a:lnTo>
                    <a:pt x="10800" y="1490"/>
                  </a:lnTo>
                  <a:lnTo>
                    <a:pt x="10385" y="2234"/>
                  </a:lnTo>
                  <a:lnTo>
                    <a:pt x="8723" y="1862"/>
                  </a:lnTo>
                  <a:lnTo>
                    <a:pt x="9138" y="1490"/>
                  </a:lnTo>
                  <a:lnTo>
                    <a:pt x="9138" y="1117"/>
                  </a:lnTo>
                  <a:lnTo>
                    <a:pt x="9554" y="745"/>
                  </a:lnTo>
                  <a:lnTo>
                    <a:pt x="9554" y="0"/>
                  </a:lnTo>
                  <a:lnTo>
                    <a:pt x="8308" y="0"/>
                  </a:lnTo>
                  <a:lnTo>
                    <a:pt x="7062" y="372"/>
                  </a:lnTo>
                  <a:lnTo>
                    <a:pt x="6231" y="745"/>
                  </a:lnTo>
                  <a:lnTo>
                    <a:pt x="5400" y="1490"/>
                  </a:lnTo>
                  <a:lnTo>
                    <a:pt x="5400" y="1862"/>
                  </a:lnTo>
                  <a:lnTo>
                    <a:pt x="3738" y="1862"/>
                  </a:lnTo>
                  <a:lnTo>
                    <a:pt x="3323" y="2234"/>
                  </a:lnTo>
                  <a:lnTo>
                    <a:pt x="3323" y="2607"/>
                  </a:lnTo>
                  <a:lnTo>
                    <a:pt x="2908" y="3352"/>
                  </a:lnTo>
                  <a:lnTo>
                    <a:pt x="2908" y="4469"/>
                  </a:lnTo>
                  <a:lnTo>
                    <a:pt x="3323" y="4841"/>
                  </a:lnTo>
                  <a:lnTo>
                    <a:pt x="3323" y="5214"/>
                  </a:lnTo>
                  <a:lnTo>
                    <a:pt x="3738" y="5586"/>
                  </a:lnTo>
                  <a:lnTo>
                    <a:pt x="3738" y="6703"/>
                  </a:lnTo>
                  <a:lnTo>
                    <a:pt x="2492" y="8938"/>
                  </a:lnTo>
                  <a:lnTo>
                    <a:pt x="1662" y="10055"/>
                  </a:lnTo>
                  <a:lnTo>
                    <a:pt x="1246" y="11917"/>
                  </a:lnTo>
                  <a:lnTo>
                    <a:pt x="831" y="14897"/>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411" name="Shape 411"/>
            <p:cNvSpPr/>
            <p:nvPr/>
          </p:nvSpPr>
          <p:spPr>
            <a:xfrm>
              <a:off x="14252950" y="1446011"/>
              <a:ext cx="992404" cy="795735"/>
            </a:xfrm>
            <a:custGeom>
              <a:avLst/>
              <a:gdLst/>
              <a:ahLst/>
              <a:cxnLst>
                <a:cxn ang="0">
                  <a:pos x="wd2" y="hd2"/>
                </a:cxn>
                <a:cxn ang="5400000">
                  <a:pos x="wd2" y="hd2"/>
                </a:cxn>
                <a:cxn ang="10800000">
                  <a:pos x="wd2" y="hd2"/>
                </a:cxn>
                <a:cxn ang="16200000">
                  <a:pos x="wd2" y="hd2"/>
                </a:cxn>
              </a:cxnLst>
              <a:rect l="0" t="0" r="r" b="b"/>
              <a:pathLst>
                <a:path w="21600" h="21600" extrusionOk="0">
                  <a:moveTo>
                    <a:pt x="2234" y="8594"/>
                  </a:moveTo>
                  <a:lnTo>
                    <a:pt x="2234" y="8826"/>
                  </a:lnTo>
                  <a:lnTo>
                    <a:pt x="3724" y="8826"/>
                  </a:lnTo>
                  <a:lnTo>
                    <a:pt x="3910" y="8594"/>
                  </a:lnTo>
                  <a:lnTo>
                    <a:pt x="4283" y="8594"/>
                  </a:lnTo>
                  <a:lnTo>
                    <a:pt x="4283" y="9290"/>
                  </a:lnTo>
                  <a:lnTo>
                    <a:pt x="4097" y="9755"/>
                  </a:lnTo>
                  <a:lnTo>
                    <a:pt x="3910" y="9987"/>
                  </a:lnTo>
                  <a:lnTo>
                    <a:pt x="3352" y="9987"/>
                  </a:lnTo>
                  <a:lnTo>
                    <a:pt x="2793" y="10219"/>
                  </a:lnTo>
                  <a:lnTo>
                    <a:pt x="2607" y="10219"/>
                  </a:lnTo>
                  <a:lnTo>
                    <a:pt x="2421" y="9987"/>
                  </a:lnTo>
                  <a:lnTo>
                    <a:pt x="1303" y="9987"/>
                  </a:lnTo>
                  <a:lnTo>
                    <a:pt x="931" y="10219"/>
                  </a:lnTo>
                  <a:lnTo>
                    <a:pt x="745" y="10452"/>
                  </a:lnTo>
                  <a:lnTo>
                    <a:pt x="745" y="11845"/>
                  </a:lnTo>
                  <a:lnTo>
                    <a:pt x="931" y="11845"/>
                  </a:lnTo>
                  <a:lnTo>
                    <a:pt x="1303" y="12077"/>
                  </a:lnTo>
                  <a:lnTo>
                    <a:pt x="1862" y="12077"/>
                  </a:lnTo>
                  <a:lnTo>
                    <a:pt x="2421" y="12310"/>
                  </a:lnTo>
                  <a:lnTo>
                    <a:pt x="3352" y="12310"/>
                  </a:lnTo>
                  <a:lnTo>
                    <a:pt x="3910" y="12077"/>
                  </a:lnTo>
                  <a:lnTo>
                    <a:pt x="6331" y="12077"/>
                  </a:lnTo>
                  <a:lnTo>
                    <a:pt x="7448" y="12310"/>
                  </a:lnTo>
                  <a:lnTo>
                    <a:pt x="8007" y="13006"/>
                  </a:lnTo>
                  <a:lnTo>
                    <a:pt x="8007" y="14400"/>
                  </a:lnTo>
                  <a:lnTo>
                    <a:pt x="7821" y="14865"/>
                  </a:lnTo>
                  <a:lnTo>
                    <a:pt x="7448" y="15329"/>
                  </a:lnTo>
                  <a:lnTo>
                    <a:pt x="7076" y="15329"/>
                  </a:lnTo>
                  <a:lnTo>
                    <a:pt x="6517" y="15097"/>
                  </a:lnTo>
                  <a:lnTo>
                    <a:pt x="6331" y="14865"/>
                  </a:lnTo>
                  <a:lnTo>
                    <a:pt x="5214" y="14865"/>
                  </a:lnTo>
                  <a:lnTo>
                    <a:pt x="4655" y="15097"/>
                  </a:lnTo>
                  <a:lnTo>
                    <a:pt x="3910" y="15329"/>
                  </a:lnTo>
                  <a:lnTo>
                    <a:pt x="3724" y="15329"/>
                  </a:lnTo>
                  <a:lnTo>
                    <a:pt x="3538" y="15097"/>
                  </a:lnTo>
                  <a:lnTo>
                    <a:pt x="2793" y="15097"/>
                  </a:lnTo>
                  <a:lnTo>
                    <a:pt x="2421" y="15329"/>
                  </a:lnTo>
                  <a:lnTo>
                    <a:pt x="2234" y="15561"/>
                  </a:lnTo>
                  <a:lnTo>
                    <a:pt x="1862" y="16490"/>
                  </a:lnTo>
                  <a:lnTo>
                    <a:pt x="1862" y="16723"/>
                  </a:lnTo>
                  <a:lnTo>
                    <a:pt x="2234" y="17187"/>
                  </a:lnTo>
                  <a:lnTo>
                    <a:pt x="2421" y="17652"/>
                  </a:lnTo>
                  <a:lnTo>
                    <a:pt x="2979" y="17884"/>
                  </a:lnTo>
                  <a:lnTo>
                    <a:pt x="3724" y="18348"/>
                  </a:lnTo>
                  <a:lnTo>
                    <a:pt x="4469" y="18581"/>
                  </a:lnTo>
                  <a:lnTo>
                    <a:pt x="4655" y="18813"/>
                  </a:lnTo>
                  <a:lnTo>
                    <a:pt x="4841" y="18813"/>
                  </a:lnTo>
                  <a:lnTo>
                    <a:pt x="5400" y="19277"/>
                  </a:lnTo>
                  <a:lnTo>
                    <a:pt x="5772" y="19510"/>
                  </a:lnTo>
                  <a:lnTo>
                    <a:pt x="6145" y="20206"/>
                  </a:lnTo>
                  <a:lnTo>
                    <a:pt x="6331" y="20671"/>
                  </a:lnTo>
                  <a:lnTo>
                    <a:pt x="6517" y="21600"/>
                  </a:lnTo>
                  <a:lnTo>
                    <a:pt x="7076" y="21368"/>
                  </a:lnTo>
                  <a:lnTo>
                    <a:pt x="8379" y="21135"/>
                  </a:lnTo>
                  <a:lnTo>
                    <a:pt x="10241" y="20671"/>
                  </a:lnTo>
                  <a:lnTo>
                    <a:pt x="12103" y="19742"/>
                  </a:lnTo>
                  <a:lnTo>
                    <a:pt x="13593" y="18813"/>
                  </a:lnTo>
                  <a:lnTo>
                    <a:pt x="15269" y="18813"/>
                  </a:lnTo>
                  <a:lnTo>
                    <a:pt x="15828" y="19045"/>
                  </a:lnTo>
                  <a:lnTo>
                    <a:pt x="16572" y="19974"/>
                  </a:lnTo>
                  <a:lnTo>
                    <a:pt x="16945" y="19974"/>
                  </a:lnTo>
                  <a:lnTo>
                    <a:pt x="17317" y="19510"/>
                  </a:lnTo>
                  <a:lnTo>
                    <a:pt x="17503" y="19510"/>
                  </a:lnTo>
                  <a:lnTo>
                    <a:pt x="17876" y="19974"/>
                  </a:lnTo>
                  <a:lnTo>
                    <a:pt x="18062" y="19974"/>
                  </a:lnTo>
                  <a:lnTo>
                    <a:pt x="18807" y="19510"/>
                  </a:lnTo>
                  <a:lnTo>
                    <a:pt x="19366" y="19045"/>
                  </a:lnTo>
                  <a:lnTo>
                    <a:pt x="19552" y="18813"/>
                  </a:lnTo>
                  <a:lnTo>
                    <a:pt x="19552" y="18116"/>
                  </a:lnTo>
                  <a:lnTo>
                    <a:pt x="19366" y="17884"/>
                  </a:lnTo>
                  <a:lnTo>
                    <a:pt x="18434" y="17884"/>
                  </a:lnTo>
                  <a:lnTo>
                    <a:pt x="18434" y="17652"/>
                  </a:lnTo>
                  <a:lnTo>
                    <a:pt x="18248" y="17652"/>
                  </a:lnTo>
                  <a:lnTo>
                    <a:pt x="18062" y="17419"/>
                  </a:lnTo>
                  <a:lnTo>
                    <a:pt x="18062" y="17187"/>
                  </a:lnTo>
                  <a:lnTo>
                    <a:pt x="18248" y="16955"/>
                  </a:lnTo>
                  <a:lnTo>
                    <a:pt x="18621" y="16723"/>
                  </a:lnTo>
                  <a:lnTo>
                    <a:pt x="18993" y="16723"/>
                  </a:lnTo>
                  <a:lnTo>
                    <a:pt x="19366" y="16490"/>
                  </a:lnTo>
                  <a:lnTo>
                    <a:pt x="19738" y="16490"/>
                  </a:lnTo>
                  <a:lnTo>
                    <a:pt x="20297" y="16258"/>
                  </a:lnTo>
                  <a:lnTo>
                    <a:pt x="20669" y="16490"/>
                  </a:lnTo>
                  <a:lnTo>
                    <a:pt x="21228" y="16490"/>
                  </a:lnTo>
                  <a:lnTo>
                    <a:pt x="21600" y="16026"/>
                  </a:lnTo>
                  <a:lnTo>
                    <a:pt x="21600" y="15329"/>
                  </a:lnTo>
                  <a:lnTo>
                    <a:pt x="21414" y="14865"/>
                  </a:lnTo>
                  <a:lnTo>
                    <a:pt x="21041" y="14632"/>
                  </a:lnTo>
                  <a:lnTo>
                    <a:pt x="20483" y="14400"/>
                  </a:lnTo>
                  <a:lnTo>
                    <a:pt x="20110" y="14168"/>
                  </a:lnTo>
                  <a:lnTo>
                    <a:pt x="19552" y="13703"/>
                  </a:lnTo>
                  <a:lnTo>
                    <a:pt x="18807" y="13471"/>
                  </a:lnTo>
                  <a:lnTo>
                    <a:pt x="17317" y="13239"/>
                  </a:lnTo>
                  <a:lnTo>
                    <a:pt x="16572" y="11381"/>
                  </a:lnTo>
                  <a:lnTo>
                    <a:pt x="16200" y="9058"/>
                  </a:lnTo>
                  <a:lnTo>
                    <a:pt x="16200" y="6039"/>
                  </a:lnTo>
                  <a:lnTo>
                    <a:pt x="16014" y="5574"/>
                  </a:lnTo>
                  <a:lnTo>
                    <a:pt x="15828" y="4413"/>
                  </a:lnTo>
                  <a:lnTo>
                    <a:pt x="15455" y="3252"/>
                  </a:lnTo>
                  <a:lnTo>
                    <a:pt x="14897" y="2323"/>
                  </a:lnTo>
                  <a:lnTo>
                    <a:pt x="13966" y="2090"/>
                  </a:lnTo>
                  <a:lnTo>
                    <a:pt x="13779" y="2323"/>
                  </a:lnTo>
                  <a:lnTo>
                    <a:pt x="13593" y="2787"/>
                  </a:lnTo>
                  <a:lnTo>
                    <a:pt x="13221" y="3252"/>
                  </a:lnTo>
                  <a:lnTo>
                    <a:pt x="13034" y="3716"/>
                  </a:lnTo>
                  <a:lnTo>
                    <a:pt x="13034" y="4877"/>
                  </a:lnTo>
                  <a:lnTo>
                    <a:pt x="11731" y="2787"/>
                  </a:lnTo>
                  <a:lnTo>
                    <a:pt x="11731" y="2555"/>
                  </a:lnTo>
                  <a:lnTo>
                    <a:pt x="11545" y="2555"/>
                  </a:lnTo>
                  <a:lnTo>
                    <a:pt x="10986" y="1858"/>
                  </a:lnTo>
                  <a:lnTo>
                    <a:pt x="10800" y="2090"/>
                  </a:lnTo>
                  <a:lnTo>
                    <a:pt x="10428" y="2323"/>
                  </a:lnTo>
                  <a:lnTo>
                    <a:pt x="10055" y="3252"/>
                  </a:lnTo>
                  <a:lnTo>
                    <a:pt x="9683" y="3716"/>
                  </a:lnTo>
                  <a:lnTo>
                    <a:pt x="9310" y="3484"/>
                  </a:lnTo>
                  <a:lnTo>
                    <a:pt x="9124" y="3019"/>
                  </a:lnTo>
                  <a:lnTo>
                    <a:pt x="8938" y="2323"/>
                  </a:lnTo>
                  <a:lnTo>
                    <a:pt x="8752" y="1858"/>
                  </a:lnTo>
                  <a:lnTo>
                    <a:pt x="8379" y="1394"/>
                  </a:lnTo>
                  <a:lnTo>
                    <a:pt x="8193" y="929"/>
                  </a:lnTo>
                  <a:lnTo>
                    <a:pt x="8007" y="697"/>
                  </a:lnTo>
                  <a:lnTo>
                    <a:pt x="7821" y="697"/>
                  </a:lnTo>
                  <a:lnTo>
                    <a:pt x="7448" y="1161"/>
                  </a:lnTo>
                  <a:lnTo>
                    <a:pt x="7448" y="3252"/>
                  </a:lnTo>
                  <a:lnTo>
                    <a:pt x="7262" y="3716"/>
                  </a:lnTo>
                  <a:lnTo>
                    <a:pt x="7076" y="3948"/>
                  </a:lnTo>
                  <a:lnTo>
                    <a:pt x="6517" y="3948"/>
                  </a:lnTo>
                  <a:lnTo>
                    <a:pt x="6145" y="3716"/>
                  </a:lnTo>
                  <a:lnTo>
                    <a:pt x="5772" y="2787"/>
                  </a:lnTo>
                  <a:lnTo>
                    <a:pt x="5772" y="1626"/>
                  </a:lnTo>
                  <a:lnTo>
                    <a:pt x="5959" y="1161"/>
                  </a:lnTo>
                  <a:lnTo>
                    <a:pt x="5959" y="465"/>
                  </a:lnTo>
                  <a:lnTo>
                    <a:pt x="5586" y="0"/>
                  </a:lnTo>
                  <a:lnTo>
                    <a:pt x="5028" y="0"/>
                  </a:lnTo>
                  <a:lnTo>
                    <a:pt x="4655" y="232"/>
                  </a:lnTo>
                  <a:lnTo>
                    <a:pt x="3724" y="929"/>
                  </a:lnTo>
                  <a:lnTo>
                    <a:pt x="2421" y="1858"/>
                  </a:lnTo>
                  <a:lnTo>
                    <a:pt x="1303" y="2787"/>
                  </a:lnTo>
                  <a:lnTo>
                    <a:pt x="745" y="4181"/>
                  </a:lnTo>
                  <a:lnTo>
                    <a:pt x="745" y="5110"/>
                  </a:lnTo>
                  <a:lnTo>
                    <a:pt x="559" y="5574"/>
                  </a:lnTo>
                  <a:lnTo>
                    <a:pt x="559" y="6039"/>
                  </a:lnTo>
                  <a:lnTo>
                    <a:pt x="186" y="6503"/>
                  </a:lnTo>
                  <a:lnTo>
                    <a:pt x="186" y="6735"/>
                  </a:lnTo>
                  <a:lnTo>
                    <a:pt x="0" y="6968"/>
                  </a:lnTo>
                  <a:lnTo>
                    <a:pt x="0" y="7897"/>
                  </a:lnTo>
                  <a:lnTo>
                    <a:pt x="186" y="8129"/>
                  </a:lnTo>
                  <a:lnTo>
                    <a:pt x="931" y="8594"/>
                  </a:lnTo>
                  <a:lnTo>
                    <a:pt x="2234" y="8594"/>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412" name="Shape 412"/>
            <p:cNvSpPr/>
            <p:nvPr/>
          </p:nvSpPr>
          <p:spPr>
            <a:xfrm>
              <a:off x="14287169" y="530489"/>
              <a:ext cx="504759" cy="385034"/>
            </a:xfrm>
            <a:custGeom>
              <a:avLst/>
              <a:gdLst/>
              <a:ahLst/>
              <a:cxnLst>
                <a:cxn ang="0">
                  <a:pos x="wd2" y="hd2"/>
                </a:cxn>
                <a:cxn ang="5400000">
                  <a:pos x="wd2" y="hd2"/>
                </a:cxn>
                <a:cxn ang="10800000">
                  <a:pos x="wd2" y="hd2"/>
                </a:cxn>
                <a:cxn ang="16200000">
                  <a:pos x="wd2" y="hd2"/>
                </a:cxn>
              </a:cxnLst>
              <a:rect l="0" t="0" r="r" b="b"/>
              <a:pathLst>
                <a:path w="21600" h="21600" extrusionOk="0">
                  <a:moveTo>
                    <a:pt x="10983" y="4800"/>
                  </a:moveTo>
                  <a:lnTo>
                    <a:pt x="10617" y="5280"/>
                  </a:lnTo>
                  <a:lnTo>
                    <a:pt x="9519" y="7200"/>
                  </a:lnTo>
                  <a:lnTo>
                    <a:pt x="8054" y="9600"/>
                  </a:lnTo>
                  <a:lnTo>
                    <a:pt x="6590" y="12480"/>
                  </a:lnTo>
                  <a:lnTo>
                    <a:pt x="4759" y="14400"/>
                  </a:lnTo>
                  <a:lnTo>
                    <a:pt x="3295" y="15840"/>
                  </a:lnTo>
                  <a:lnTo>
                    <a:pt x="2563" y="15840"/>
                  </a:lnTo>
                  <a:lnTo>
                    <a:pt x="2197" y="16320"/>
                  </a:lnTo>
                  <a:lnTo>
                    <a:pt x="366" y="16320"/>
                  </a:lnTo>
                  <a:lnTo>
                    <a:pt x="0" y="16800"/>
                  </a:lnTo>
                  <a:lnTo>
                    <a:pt x="0" y="17760"/>
                  </a:lnTo>
                  <a:lnTo>
                    <a:pt x="366" y="18240"/>
                  </a:lnTo>
                  <a:lnTo>
                    <a:pt x="1098" y="19680"/>
                  </a:lnTo>
                  <a:lnTo>
                    <a:pt x="3295" y="21120"/>
                  </a:lnTo>
                  <a:lnTo>
                    <a:pt x="5125" y="21600"/>
                  </a:lnTo>
                  <a:lnTo>
                    <a:pt x="7322" y="20160"/>
                  </a:lnTo>
                  <a:lnTo>
                    <a:pt x="7322" y="20640"/>
                  </a:lnTo>
                  <a:lnTo>
                    <a:pt x="7688" y="20640"/>
                  </a:lnTo>
                  <a:lnTo>
                    <a:pt x="8420" y="21600"/>
                  </a:lnTo>
                  <a:lnTo>
                    <a:pt x="9153" y="21600"/>
                  </a:lnTo>
                  <a:lnTo>
                    <a:pt x="10251" y="21120"/>
                  </a:lnTo>
                  <a:lnTo>
                    <a:pt x="10617" y="21120"/>
                  </a:lnTo>
                  <a:lnTo>
                    <a:pt x="10983" y="20640"/>
                  </a:lnTo>
                  <a:lnTo>
                    <a:pt x="11349" y="19680"/>
                  </a:lnTo>
                  <a:lnTo>
                    <a:pt x="12814" y="17760"/>
                  </a:lnTo>
                  <a:lnTo>
                    <a:pt x="13180" y="16320"/>
                  </a:lnTo>
                  <a:lnTo>
                    <a:pt x="13912" y="15360"/>
                  </a:lnTo>
                  <a:lnTo>
                    <a:pt x="14278" y="13920"/>
                  </a:lnTo>
                  <a:lnTo>
                    <a:pt x="14644" y="14400"/>
                  </a:lnTo>
                  <a:lnTo>
                    <a:pt x="16108" y="15360"/>
                  </a:lnTo>
                  <a:lnTo>
                    <a:pt x="16841" y="15360"/>
                  </a:lnTo>
                  <a:lnTo>
                    <a:pt x="17939" y="14880"/>
                  </a:lnTo>
                  <a:lnTo>
                    <a:pt x="18671" y="13440"/>
                  </a:lnTo>
                  <a:lnTo>
                    <a:pt x="19403" y="12480"/>
                  </a:lnTo>
                  <a:lnTo>
                    <a:pt x="19403" y="10560"/>
                  </a:lnTo>
                  <a:lnTo>
                    <a:pt x="18671" y="10080"/>
                  </a:lnTo>
                  <a:lnTo>
                    <a:pt x="19037" y="10080"/>
                  </a:lnTo>
                  <a:lnTo>
                    <a:pt x="19037" y="9600"/>
                  </a:lnTo>
                  <a:lnTo>
                    <a:pt x="19403" y="9120"/>
                  </a:lnTo>
                  <a:lnTo>
                    <a:pt x="20136" y="7200"/>
                  </a:lnTo>
                  <a:lnTo>
                    <a:pt x="20136" y="6720"/>
                  </a:lnTo>
                  <a:lnTo>
                    <a:pt x="19769" y="6240"/>
                  </a:lnTo>
                  <a:lnTo>
                    <a:pt x="19769" y="5280"/>
                  </a:lnTo>
                  <a:lnTo>
                    <a:pt x="20136" y="4800"/>
                  </a:lnTo>
                  <a:lnTo>
                    <a:pt x="20502" y="3840"/>
                  </a:lnTo>
                  <a:lnTo>
                    <a:pt x="20868" y="3360"/>
                  </a:lnTo>
                  <a:lnTo>
                    <a:pt x="21234" y="3360"/>
                  </a:lnTo>
                  <a:lnTo>
                    <a:pt x="21600" y="2880"/>
                  </a:lnTo>
                  <a:lnTo>
                    <a:pt x="21234" y="2880"/>
                  </a:lnTo>
                  <a:lnTo>
                    <a:pt x="19769" y="960"/>
                  </a:lnTo>
                  <a:lnTo>
                    <a:pt x="19037" y="480"/>
                  </a:lnTo>
                  <a:lnTo>
                    <a:pt x="18671" y="0"/>
                  </a:lnTo>
                  <a:lnTo>
                    <a:pt x="18305" y="0"/>
                  </a:lnTo>
                  <a:lnTo>
                    <a:pt x="15742" y="2880"/>
                  </a:lnTo>
                  <a:lnTo>
                    <a:pt x="13912" y="2880"/>
                  </a:lnTo>
                  <a:lnTo>
                    <a:pt x="11715" y="3840"/>
                  </a:lnTo>
                  <a:lnTo>
                    <a:pt x="10983" y="4800"/>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413" name="Shape 413"/>
            <p:cNvSpPr/>
            <p:nvPr/>
          </p:nvSpPr>
          <p:spPr>
            <a:xfrm>
              <a:off x="14766261" y="359364"/>
              <a:ext cx="94109" cy="119790"/>
            </a:xfrm>
            <a:custGeom>
              <a:avLst/>
              <a:gdLst/>
              <a:ahLst/>
              <a:cxnLst>
                <a:cxn ang="0">
                  <a:pos x="wd2" y="hd2"/>
                </a:cxn>
                <a:cxn ang="5400000">
                  <a:pos x="wd2" y="hd2"/>
                </a:cxn>
                <a:cxn ang="10800000">
                  <a:pos x="wd2" y="hd2"/>
                </a:cxn>
                <a:cxn ang="16200000">
                  <a:pos x="wd2" y="hd2"/>
                </a:cxn>
              </a:cxnLst>
              <a:rect l="0" t="0" r="r" b="b"/>
              <a:pathLst>
                <a:path w="21600" h="21600" extrusionOk="0">
                  <a:moveTo>
                    <a:pt x="15709" y="1543"/>
                  </a:moveTo>
                  <a:lnTo>
                    <a:pt x="13745" y="1543"/>
                  </a:lnTo>
                  <a:lnTo>
                    <a:pt x="11782" y="0"/>
                  </a:lnTo>
                  <a:lnTo>
                    <a:pt x="5891" y="0"/>
                  </a:lnTo>
                  <a:lnTo>
                    <a:pt x="1964" y="3086"/>
                  </a:lnTo>
                  <a:lnTo>
                    <a:pt x="1964" y="6171"/>
                  </a:lnTo>
                  <a:lnTo>
                    <a:pt x="0" y="9257"/>
                  </a:lnTo>
                  <a:lnTo>
                    <a:pt x="1964" y="15429"/>
                  </a:lnTo>
                  <a:lnTo>
                    <a:pt x="5891" y="18514"/>
                  </a:lnTo>
                  <a:lnTo>
                    <a:pt x="9818" y="20057"/>
                  </a:lnTo>
                  <a:lnTo>
                    <a:pt x="13745" y="20057"/>
                  </a:lnTo>
                  <a:lnTo>
                    <a:pt x="15709" y="21600"/>
                  </a:lnTo>
                  <a:lnTo>
                    <a:pt x="19636" y="20057"/>
                  </a:lnTo>
                  <a:lnTo>
                    <a:pt x="21600" y="18514"/>
                  </a:lnTo>
                  <a:lnTo>
                    <a:pt x="21600" y="7714"/>
                  </a:lnTo>
                  <a:lnTo>
                    <a:pt x="19636" y="4629"/>
                  </a:lnTo>
                  <a:lnTo>
                    <a:pt x="15709" y="1543"/>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414" name="Shape 414"/>
            <p:cNvSpPr/>
            <p:nvPr/>
          </p:nvSpPr>
          <p:spPr>
            <a:xfrm>
              <a:off x="14877479" y="196794"/>
              <a:ext cx="290879" cy="179685"/>
            </a:xfrm>
            <a:custGeom>
              <a:avLst/>
              <a:gdLst/>
              <a:ahLst/>
              <a:cxnLst>
                <a:cxn ang="0">
                  <a:pos x="wd2" y="hd2"/>
                </a:cxn>
                <a:cxn ang="5400000">
                  <a:pos x="wd2" y="hd2"/>
                </a:cxn>
                <a:cxn ang="10800000">
                  <a:pos x="wd2" y="hd2"/>
                </a:cxn>
                <a:cxn ang="16200000">
                  <a:pos x="wd2" y="hd2"/>
                </a:cxn>
              </a:cxnLst>
              <a:rect l="0" t="0" r="r" b="b"/>
              <a:pathLst>
                <a:path w="21600" h="21600" extrusionOk="0">
                  <a:moveTo>
                    <a:pt x="3812" y="6171"/>
                  </a:moveTo>
                  <a:lnTo>
                    <a:pt x="3176" y="7200"/>
                  </a:lnTo>
                  <a:lnTo>
                    <a:pt x="2541" y="7200"/>
                  </a:lnTo>
                  <a:lnTo>
                    <a:pt x="635" y="10286"/>
                  </a:lnTo>
                  <a:lnTo>
                    <a:pt x="0" y="12343"/>
                  </a:lnTo>
                  <a:lnTo>
                    <a:pt x="0" y="13371"/>
                  </a:lnTo>
                  <a:lnTo>
                    <a:pt x="1271" y="17486"/>
                  </a:lnTo>
                  <a:lnTo>
                    <a:pt x="3176" y="18514"/>
                  </a:lnTo>
                  <a:lnTo>
                    <a:pt x="3812" y="18514"/>
                  </a:lnTo>
                  <a:lnTo>
                    <a:pt x="3812" y="17486"/>
                  </a:lnTo>
                  <a:lnTo>
                    <a:pt x="5718" y="14400"/>
                  </a:lnTo>
                  <a:lnTo>
                    <a:pt x="6988" y="13371"/>
                  </a:lnTo>
                  <a:lnTo>
                    <a:pt x="8259" y="14400"/>
                  </a:lnTo>
                  <a:lnTo>
                    <a:pt x="11435" y="19543"/>
                  </a:lnTo>
                  <a:lnTo>
                    <a:pt x="13341" y="21600"/>
                  </a:lnTo>
                  <a:lnTo>
                    <a:pt x="16518" y="20571"/>
                  </a:lnTo>
                  <a:lnTo>
                    <a:pt x="19694" y="16457"/>
                  </a:lnTo>
                  <a:lnTo>
                    <a:pt x="21600" y="13371"/>
                  </a:lnTo>
                  <a:lnTo>
                    <a:pt x="21600" y="11314"/>
                  </a:lnTo>
                  <a:lnTo>
                    <a:pt x="19694" y="8229"/>
                  </a:lnTo>
                  <a:lnTo>
                    <a:pt x="18424" y="7200"/>
                  </a:lnTo>
                  <a:lnTo>
                    <a:pt x="12706" y="1029"/>
                  </a:lnTo>
                  <a:lnTo>
                    <a:pt x="11435" y="1029"/>
                  </a:lnTo>
                  <a:lnTo>
                    <a:pt x="10165" y="0"/>
                  </a:lnTo>
                  <a:lnTo>
                    <a:pt x="8894" y="0"/>
                  </a:lnTo>
                  <a:lnTo>
                    <a:pt x="7624" y="1029"/>
                  </a:lnTo>
                  <a:lnTo>
                    <a:pt x="5718" y="3086"/>
                  </a:lnTo>
                  <a:lnTo>
                    <a:pt x="3812" y="6171"/>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415" name="Shape 415"/>
            <p:cNvSpPr/>
            <p:nvPr/>
          </p:nvSpPr>
          <p:spPr>
            <a:xfrm>
              <a:off x="14877479" y="427814"/>
              <a:ext cx="248103" cy="145458"/>
            </a:xfrm>
            <a:custGeom>
              <a:avLst/>
              <a:gdLst/>
              <a:ahLst/>
              <a:cxnLst>
                <a:cxn ang="0">
                  <a:pos x="wd2" y="hd2"/>
                </a:cxn>
                <a:cxn ang="5400000">
                  <a:pos x="wd2" y="hd2"/>
                </a:cxn>
                <a:cxn ang="10800000">
                  <a:pos x="wd2" y="hd2"/>
                </a:cxn>
                <a:cxn ang="16200000">
                  <a:pos x="wd2" y="hd2"/>
                </a:cxn>
              </a:cxnLst>
              <a:rect l="0" t="0" r="r" b="b"/>
              <a:pathLst>
                <a:path w="21600" h="21600" extrusionOk="0">
                  <a:moveTo>
                    <a:pt x="4469" y="0"/>
                  </a:moveTo>
                  <a:lnTo>
                    <a:pt x="1490" y="5082"/>
                  </a:lnTo>
                  <a:lnTo>
                    <a:pt x="0" y="10165"/>
                  </a:lnTo>
                  <a:lnTo>
                    <a:pt x="0" y="16518"/>
                  </a:lnTo>
                  <a:lnTo>
                    <a:pt x="2234" y="21600"/>
                  </a:lnTo>
                  <a:lnTo>
                    <a:pt x="8938" y="21600"/>
                  </a:lnTo>
                  <a:lnTo>
                    <a:pt x="11917" y="20329"/>
                  </a:lnTo>
                  <a:lnTo>
                    <a:pt x="12662" y="19059"/>
                  </a:lnTo>
                  <a:lnTo>
                    <a:pt x="14152" y="17788"/>
                  </a:lnTo>
                  <a:lnTo>
                    <a:pt x="17876" y="11435"/>
                  </a:lnTo>
                  <a:lnTo>
                    <a:pt x="20110" y="11435"/>
                  </a:lnTo>
                  <a:lnTo>
                    <a:pt x="21600" y="8894"/>
                  </a:lnTo>
                  <a:lnTo>
                    <a:pt x="21600" y="7624"/>
                  </a:lnTo>
                  <a:lnTo>
                    <a:pt x="20855" y="5082"/>
                  </a:lnTo>
                  <a:lnTo>
                    <a:pt x="20110" y="3812"/>
                  </a:lnTo>
                  <a:lnTo>
                    <a:pt x="17876" y="2541"/>
                  </a:lnTo>
                  <a:lnTo>
                    <a:pt x="11917" y="1271"/>
                  </a:lnTo>
                  <a:lnTo>
                    <a:pt x="6703" y="0"/>
                  </a:lnTo>
                  <a:lnTo>
                    <a:pt x="4469" y="0"/>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416" name="Shape 416"/>
            <p:cNvSpPr/>
            <p:nvPr/>
          </p:nvSpPr>
          <p:spPr>
            <a:xfrm>
              <a:off x="14560937" y="881297"/>
              <a:ext cx="85554" cy="119790"/>
            </a:xfrm>
            <a:custGeom>
              <a:avLst/>
              <a:gdLst/>
              <a:ahLst/>
              <a:cxnLst>
                <a:cxn ang="0">
                  <a:pos x="wd2" y="hd2"/>
                </a:cxn>
                <a:cxn ang="5400000">
                  <a:pos x="wd2" y="hd2"/>
                </a:cxn>
                <a:cxn ang="10800000">
                  <a:pos x="wd2" y="hd2"/>
                </a:cxn>
                <a:cxn ang="16200000">
                  <a:pos x="wd2" y="hd2"/>
                </a:cxn>
              </a:cxnLst>
              <a:rect l="0" t="0" r="r" b="b"/>
              <a:pathLst>
                <a:path w="21600" h="21600" extrusionOk="0">
                  <a:moveTo>
                    <a:pt x="17280" y="0"/>
                  </a:moveTo>
                  <a:lnTo>
                    <a:pt x="15120" y="0"/>
                  </a:lnTo>
                  <a:lnTo>
                    <a:pt x="12960" y="1543"/>
                  </a:lnTo>
                  <a:lnTo>
                    <a:pt x="10800" y="4629"/>
                  </a:lnTo>
                  <a:lnTo>
                    <a:pt x="2160" y="10800"/>
                  </a:lnTo>
                  <a:lnTo>
                    <a:pt x="0" y="13886"/>
                  </a:lnTo>
                  <a:lnTo>
                    <a:pt x="0" y="18514"/>
                  </a:lnTo>
                  <a:lnTo>
                    <a:pt x="2160" y="21600"/>
                  </a:lnTo>
                  <a:lnTo>
                    <a:pt x="10800" y="21600"/>
                  </a:lnTo>
                  <a:lnTo>
                    <a:pt x="15120" y="20057"/>
                  </a:lnTo>
                  <a:lnTo>
                    <a:pt x="17280" y="16971"/>
                  </a:lnTo>
                  <a:lnTo>
                    <a:pt x="19440" y="12343"/>
                  </a:lnTo>
                  <a:lnTo>
                    <a:pt x="21600" y="10800"/>
                  </a:lnTo>
                  <a:lnTo>
                    <a:pt x="21600" y="1543"/>
                  </a:lnTo>
                  <a:lnTo>
                    <a:pt x="19440" y="0"/>
                  </a:lnTo>
                  <a:lnTo>
                    <a:pt x="17280" y="0"/>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417" name="Shape 417"/>
            <p:cNvSpPr/>
            <p:nvPr/>
          </p:nvSpPr>
          <p:spPr>
            <a:xfrm>
              <a:off x="14552381" y="966860"/>
              <a:ext cx="487647" cy="385034"/>
            </a:xfrm>
            <a:custGeom>
              <a:avLst/>
              <a:gdLst/>
              <a:ahLst/>
              <a:cxnLst>
                <a:cxn ang="0">
                  <a:pos x="wd2" y="hd2"/>
                </a:cxn>
                <a:cxn ang="5400000">
                  <a:pos x="wd2" y="hd2"/>
                </a:cxn>
                <a:cxn ang="10800000">
                  <a:pos x="wd2" y="hd2"/>
                </a:cxn>
                <a:cxn ang="16200000">
                  <a:pos x="wd2" y="hd2"/>
                </a:cxn>
              </a:cxnLst>
              <a:rect l="0" t="0" r="r" b="b"/>
              <a:pathLst>
                <a:path w="21600" h="21600" extrusionOk="0">
                  <a:moveTo>
                    <a:pt x="5684" y="4800"/>
                  </a:moveTo>
                  <a:lnTo>
                    <a:pt x="5305" y="4800"/>
                  </a:lnTo>
                  <a:lnTo>
                    <a:pt x="4926" y="4320"/>
                  </a:lnTo>
                  <a:lnTo>
                    <a:pt x="3032" y="4320"/>
                  </a:lnTo>
                  <a:lnTo>
                    <a:pt x="2274" y="5280"/>
                  </a:lnTo>
                  <a:lnTo>
                    <a:pt x="1895" y="6720"/>
                  </a:lnTo>
                  <a:lnTo>
                    <a:pt x="1895" y="8160"/>
                  </a:lnTo>
                  <a:lnTo>
                    <a:pt x="1516" y="8160"/>
                  </a:lnTo>
                  <a:lnTo>
                    <a:pt x="1516" y="11040"/>
                  </a:lnTo>
                  <a:lnTo>
                    <a:pt x="0" y="12960"/>
                  </a:lnTo>
                  <a:lnTo>
                    <a:pt x="0" y="14400"/>
                  </a:lnTo>
                  <a:lnTo>
                    <a:pt x="758" y="14880"/>
                  </a:lnTo>
                  <a:lnTo>
                    <a:pt x="1516" y="15840"/>
                  </a:lnTo>
                  <a:lnTo>
                    <a:pt x="1516" y="16320"/>
                  </a:lnTo>
                  <a:lnTo>
                    <a:pt x="2274" y="17280"/>
                  </a:lnTo>
                  <a:lnTo>
                    <a:pt x="4547" y="17280"/>
                  </a:lnTo>
                  <a:lnTo>
                    <a:pt x="4926" y="16800"/>
                  </a:lnTo>
                  <a:lnTo>
                    <a:pt x="5684" y="16320"/>
                  </a:lnTo>
                  <a:lnTo>
                    <a:pt x="5684" y="15360"/>
                  </a:lnTo>
                  <a:lnTo>
                    <a:pt x="6063" y="14400"/>
                  </a:lnTo>
                  <a:lnTo>
                    <a:pt x="6063" y="15360"/>
                  </a:lnTo>
                  <a:lnTo>
                    <a:pt x="6821" y="16320"/>
                  </a:lnTo>
                  <a:lnTo>
                    <a:pt x="8716" y="16320"/>
                  </a:lnTo>
                  <a:lnTo>
                    <a:pt x="9095" y="15840"/>
                  </a:lnTo>
                  <a:lnTo>
                    <a:pt x="9474" y="15840"/>
                  </a:lnTo>
                  <a:lnTo>
                    <a:pt x="9853" y="15360"/>
                  </a:lnTo>
                  <a:lnTo>
                    <a:pt x="10989" y="15360"/>
                  </a:lnTo>
                  <a:lnTo>
                    <a:pt x="11368" y="15840"/>
                  </a:lnTo>
                  <a:lnTo>
                    <a:pt x="10989" y="16320"/>
                  </a:lnTo>
                  <a:lnTo>
                    <a:pt x="10611" y="17280"/>
                  </a:lnTo>
                  <a:lnTo>
                    <a:pt x="10232" y="17280"/>
                  </a:lnTo>
                  <a:lnTo>
                    <a:pt x="9853" y="17760"/>
                  </a:lnTo>
                  <a:lnTo>
                    <a:pt x="7579" y="18720"/>
                  </a:lnTo>
                  <a:lnTo>
                    <a:pt x="6442" y="19680"/>
                  </a:lnTo>
                  <a:lnTo>
                    <a:pt x="4926" y="20640"/>
                  </a:lnTo>
                  <a:lnTo>
                    <a:pt x="4926" y="21120"/>
                  </a:lnTo>
                  <a:lnTo>
                    <a:pt x="6063" y="21120"/>
                  </a:lnTo>
                  <a:lnTo>
                    <a:pt x="7200" y="21600"/>
                  </a:lnTo>
                  <a:lnTo>
                    <a:pt x="9853" y="21120"/>
                  </a:lnTo>
                  <a:lnTo>
                    <a:pt x="12126" y="19200"/>
                  </a:lnTo>
                  <a:lnTo>
                    <a:pt x="14021" y="18240"/>
                  </a:lnTo>
                  <a:lnTo>
                    <a:pt x="14021" y="17760"/>
                  </a:lnTo>
                  <a:lnTo>
                    <a:pt x="14779" y="16800"/>
                  </a:lnTo>
                  <a:lnTo>
                    <a:pt x="15158" y="16800"/>
                  </a:lnTo>
                  <a:lnTo>
                    <a:pt x="15916" y="17760"/>
                  </a:lnTo>
                  <a:lnTo>
                    <a:pt x="17053" y="17760"/>
                  </a:lnTo>
                  <a:lnTo>
                    <a:pt x="17432" y="16800"/>
                  </a:lnTo>
                  <a:lnTo>
                    <a:pt x="17432" y="17280"/>
                  </a:lnTo>
                  <a:lnTo>
                    <a:pt x="19705" y="17280"/>
                  </a:lnTo>
                  <a:lnTo>
                    <a:pt x="20463" y="16320"/>
                  </a:lnTo>
                  <a:lnTo>
                    <a:pt x="20842" y="15360"/>
                  </a:lnTo>
                  <a:lnTo>
                    <a:pt x="21221" y="13440"/>
                  </a:lnTo>
                  <a:lnTo>
                    <a:pt x="21600" y="11040"/>
                  </a:lnTo>
                  <a:lnTo>
                    <a:pt x="21600" y="9120"/>
                  </a:lnTo>
                  <a:lnTo>
                    <a:pt x="20463" y="8160"/>
                  </a:lnTo>
                  <a:lnTo>
                    <a:pt x="20084" y="8160"/>
                  </a:lnTo>
                  <a:lnTo>
                    <a:pt x="19705" y="8640"/>
                  </a:lnTo>
                  <a:lnTo>
                    <a:pt x="18947" y="9120"/>
                  </a:lnTo>
                  <a:lnTo>
                    <a:pt x="17811" y="9120"/>
                  </a:lnTo>
                  <a:lnTo>
                    <a:pt x="17432" y="8640"/>
                  </a:lnTo>
                  <a:lnTo>
                    <a:pt x="17053" y="7680"/>
                  </a:lnTo>
                  <a:lnTo>
                    <a:pt x="17053" y="7200"/>
                  </a:lnTo>
                  <a:lnTo>
                    <a:pt x="16674" y="6720"/>
                  </a:lnTo>
                  <a:lnTo>
                    <a:pt x="16295" y="5760"/>
                  </a:lnTo>
                  <a:lnTo>
                    <a:pt x="15916" y="3840"/>
                  </a:lnTo>
                  <a:lnTo>
                    <a:pt x="15916" y="3360"/>
                  </a:lnTo>
                  <a:lnTo>
                    <a:pt x="15537" y="2400"/>
                  </a:lnTo>
                  <a:lnTo>
                    <a:pt x="15537" y="0"/>
                  </a:lnTo>
                  <a:lnTo>
                    <a:pt x="15158" y="0"/>
                  </a:lnTo>
                  <a:lnTo>
                    <a:pt x="12884" y="1440"/>
                  </a:lnTo>
                  <a:lnTo>
                    <a:pt x="12126" y="3360"/>
                  </a:lnTo>
                  <a:lnTo>
                    <a:pt x="12505" y="4800"/>
                  </a:lnTo>
                  <a:lnTo>
                    <a:pt x="12126" y="5280"/>
                  </a:lnTo>
                  <a:lnTo>
                    <a:pt x="12126" y="5760"/>
                  </a:lnTo>
                  <a:lnTo>
                    <a:pt x="12505" y="6720"/>
                  </a:lnTo>
                  <a:lnTo>
                    <a:pt x="13263" y="7200"/>
                  </a:lnTo>
                  <a:lnTo>
                    <a:pt x="12884" y="7680"/>
                  </a:lnTo>
                  <a:lnTo>
                    <a:pt x="12505" y="8640"/>
                  </a:lnTo>
                  <a:lnTo>
                    <a:pt x="12126" y="9120"/>
                  </a:lnTo>
                  <a:lnTo>
                    <a:pt x="11368" y="11040"/>
                  </a:lnTo>
                  <a:lnTo>
                    <a:pt x="10989" y="11520"/>
                  </a:lnTo>
                  <a:lnTo>
                    <a:pt x="10611" y="11520"/>
                  </a:lnTo>
                  <a:lnTo>
                    <a:pt x="10611" y="11040"/>
                  </a:lnTo>
                  <a:lnTo>
                    <a:pt x="10232" y="10560"/>
                  </a:lnTo>
                  <a:lnTo>
                    <a:pt x="10232" y="8160"/>
                  </a:lnTo>
                  <a:lnTo>
                    <a:pt x="9474" y="6240"/>
                  </a:lnTo>
                  <a:lnTo>
                    <a:pt x="8716" y="5760"/>
                  </a:lnTo>
                  <a:lnTo>
                    <a:pt x="8337" y="5760"/>
                  </a:lnTo>
                  <a:lnTo>
                    <a:pt x="7579" y="6240"/>
                  </a:lnTo>
                  <a:lnTo>
                    <a:pt x="7200" y="6240"/>
                  </a:lnTo>
                  <a:lnTo>
                    <a:pt x="6821" y="6720"/>
                  </a:lnTo>
                  <a:lnTo>
                    <a:pt x="6442" y="6720"/>
                  </a:lnTo>
                  <a:lnTo>
                    <a:pt x="6063" y="6240"/>
                  </a:lnTo>
                  <a:lnTo>
                    <a:pt x="5684" y="4800"/>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418" name="Shape 418"/>
            <p:cNvSpPr/>
            <p:nvPr/>
          </p:nvSpPr>
          <p:spPr>
            <a:xfrm>
              <a:off x="15322348" y="410701"/>
              <a:ext cx="85554" cy="205353"/>
            </a:xfrm>
            <a:custGeom>
              <a:avLst/>
              <a:gdLst/>
              <a:ahLst/>
              <a:cxnLst>
                <a:cxn ang="0">
                  <a:pos x="wd2" y="hd2"/>
                </a:cxn>
                <a:cxn ang="5400000">
                  <a:pos x="wd2" y="hd2"/>
                </a:cxn>
                <a:cxn ang="10800000">
                  <a:pos x="wd2" y="hd2"/>
                </a:cxn>
                <a:cxn ang="16200000">
                  <a:pos x="wd2" y="hd2"/>
                </a:cxn>
              </a:cxnLst>
              <a:rect l="0" t="0" r="r" b="b"/>
              <a:pathLst>
                <a:path w="21600" h="21600" extrusionOk="0">
                  <a:moveTo>
                    <a:pt x="10800" y="3600"/>
                  </a:moveTo>
                  <a:lnTo>
                    <a:pt x="8640" y="2700"/>
                  </a:lnTo>
                  <a:lnTo>
                    <a:pt x="8640" y="1800"/>
                  </a:lnTo>
                  <a:lnTo>
                    <a:pt x="6480" y="900"/>
                  </a:lnTo>
                  <a:lnTo>
                    <a:pt x="6480" y="0"/>
                  </a:lnTo>
                  <a:lnTo>
                    <a:pt x="4320" y="0"/>
                  </a:lnTo>
                  <a:lnTo>
                    <a:pt x="2160" y="900"/>
                  </a:lnTo>
                  <a:lnTo>
                    <a:pt x="2160" y="5400"/>
                  </a:lnTo>
                  <a:lnTo>
                    <a:pt x="0" y="9900"/>
                  </a:lnTo>
                  <a:lnTo>
                    <a:pt x="2160" y="11700"/>
                  </a:lnTo>
                  <a:lnTo>
                    <a:pt x="2160" y="15300"/>
                  </a:lnTo>
                  <a:lnTo>
                    <a:pt x="4320" y="17100"/>
                  </a:lnTo>
                  <a:lnTo>
                    <a:pt x="12960" y="20700"/>
                  </a:lnTo>
                  <a:lnTo>
                    <a:pt x="19440" y="21600"/>
                  </a:lnTo>
                  <a:lnTo>
                    <a:pt x="19440" y="20700"/>
                  </a:lnTo>
                  <a:lnTo>
                    <a:pt x="21600" y="20700"/>
                  </a:lnTo>
                  <a:lnTo>
                    <a:pt x="21600" y="17100"/>
                  </a:lnTo>
                  <a:lnTo>
                    <a:pt x="10800" y="3600"/>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419" name="Shape 419"/>
            <p:cNvSpPr/>
            <p:nvPr/>
          </p:nvSpPr>
          <p:spPr>
            <a:xfrm>
              <a:off x="15108470" y="701615"/>
              <a:ext cx="316544" cy="385035"/>
            </a:xfrm>
            <a:custGeom>
              <a:avLst/>
              <a:gdLst/>
              <a:ahLst/>
              <a:cxnLst>
                <a:cxn ang="0">
                  <a:pos x="wd2" y="hd2"/>
                </a:cxn>
                <a:cxn ang="5400000">
                  <a:pos x="wd2" y="hd2"/>
                </a:cxn>
                <a:cxn ang="10800000">
                  <a:pos x="wd2" y="hd2"/>
                </a:cxn>
                <a:cxn ang="16200000">
                  <a:pos x="wd2" y="hd2"/>
                </a:cxn>
              </a:cxnLst>
              <a:rect l="0" t="0" r="r" b="b"/>
              <a:pathLst>
                <a:path w="21600" h="21600" extrusionOk="0">
                  <a:moveTo>
                    <a:pt x="4670" y="2400"/>
                  </a:moveTo>
                  <a:lnTo>
                    <a:pt x="4086" y="2400"/>
                  </a:lnTo>
                  <a:lnTo>
                    <a:pt x="2919" y="1440"/>
                  </a:lnTo>
                  <a:lnTo>
                    <a:pt x="584" y="1440"/>
                  </a:lnTo>
                  <a:lnTo>
                    <a:pt x="584" y="1920"/>
                  </a:lnTo>
                  <a:lnTo>
                    <a:pt x="0" y="2400"/>
                  </a:lnTo>
                  <a:lnTo>
                    <a:pt x="0" y="3360"/>
                  </a:lnTo>
                  <a:lnTo>
                    <a:pt x="584" y="5280"/>
                  </a:lnTo>
                  <a:lnTo>
                    <a:pt x="1168" y="5760"/>
                  </a:lnTo>
                  <a:lnTo>
                    <a:pt x="1751" y="6720"/>
                  </a:lnTo>
                  <a:lnTo>
                    <a:pt x="2335" y="8160"/>
                  </a:lnTo>
                  <a:lnTo>
                    <a:pt x="3503" y="9120"/>
                  </a:lnTo>
                  <a:lnTo>
                    <a:pt x="4670" y="12000"/>
                  </a:lnTo>
                  <a:lnTo>
                    <a:pt x="8173" y="12000"/>
                  </a:lnTo>
                  <a:lnTo>
                    <a:pt x="9341" y="12480"/>
                  </a:lnTo>
                  <a:lnTo>
                    <a:pt x="9924" y="12960"/>
                  </a:lnTo>
                  <a:lnTo>
                    <a:pt x="10508" y="13920"/>
                  </a:lnTo>
                  <a:lnTo>
                    <a:pt x="11092" y="15360"/>
                  </a:lnTo>
                  <a:lnTo>
                    <a:pt x="11092" y="16800"/>
                  </a:lnTo>
                  <a:lnTo>
                    <a:pt x="12259" y="19680"/>
                  </a:lnTo>
                  <a:lnTo>
                    <a:pt x="14011" y="20640"/>
                  </a:lnTo>
                  <a:lnTo>
                    <a:pt x="15178" y="21120"/>
                  </a:lnTo>
                  <a:lnTo>
                    <a:pt x="16930" y="21600"/>
                  </a:lnTo>
                  <a:lnTo>
                    <a:pt x="18681" y="21600"/>
                  </a:lnTo>
                  <a:lnTo>
                    <a:pt x="19849" y="20640"/>
                  </a:lnTo>
                  <a:lnTo>
                    <a:pt x="21016" y="20160"/>
                  </a:lnTo>
                  <a:lnTo>
                    <a:pt x="21600" y="20160"/>
                  </a:lnTo>
                  <a:lnTo>
                    <a:pt x="21600" y="19680"/>
                  </a:lnTo>
                  <a:lnTo>
                    <a:pt x="21016" y="20160"/>
                  </a:lnTo>
                  <a:lnTo>
                    <a:pt x="20432" y="20160"/>
                  </a:lnTo>
                  <a:lnTo>
                    <a:pt x="19849" y="20640"/>
                  </a:lnTo>
                  <a:lnTo>
                    <a:pt x="18681" y="20640"/>
                  </a:lnTo>
                  <a:lnTo>
                    <a:pt x="18681" y="17280"/>
                  </a:lnTo>
                  <a:lnTo>
                    <a:pt x="18097" y="13920"/>
                  </a:lnTo>
                  <a:lnTo>
                    <a:pt x="16346" y="10560"/>
                  </a:lnTo>
                  <a:lnTo>
                    <a:pt x="16930" y="10080"/>
                  </a:lnTo>
                  <a:lnTo>
                    <a:pt x="19265" y="6240"/>
                  </a:lnTo>
                  <a:lnTo>
                    <a:pt x="19849" y="3840"/>
                  </a:lnTo>
                  <a:lnTo>
                    <a:pt x="19265" y="1920"/>
                  </a:lnTo>
                  <a:lnTo>
                    <a:pt x="17514" y="960"/>
                  </a:lnTo>
                  <a:lnTo>
                    <a:pt x="16346" y="480"/>
                  </a:lnTo>
                  <a:lnTo>
                    <a:pt x="15762" y="480"/>
                  </a:lnTo>
                  <a:lnTo>
                    <a:pt x="14595" y="0"/>
                  </a:lnTo>
                  <a:lnTo>
                    <a:pt x="11092" y="0"/>
                  </a:lnTo>
                  <a:lnTo>
                    <a:pt x="10508" y="480"/>
                  </a:lnTo>
                  <a:lnTo>
                    <a:pt x="10508" y="1440"/>
                  </a:lnTo>
                  <a:lnTo>
                    <a:pt x="11092" y="3360"/>
                  </a:lnTo>
                  <a:lnTo>
                    <a:pt x="11676" y="5760"/>
                  </a:lnTo>
                  <a:lnTo>
                    <a:pt x="12843" y="7680"/>
                  </a:lnTo>
                  <a:lnTo>
                    <a:pt x="12843" y="9120"/>
                  </a:lnTo>
                  <a:lnTo>
                    <a:pt x="11092" y="9120"/>
                  </a:lnTo>
                  <a:lnTo>
                    <a:pt x="9341" y="7680"/>
                  </a:lnTo>
                  <a:lnTo>
                    <a:pt x="5838" y="5760"/>
                  </a:lnTo>
                  <a:lnTo>
                    <a:pt x="4670" y="4320"/>
                  </a:lnTo>
                  <a:lnTo>
                    <a:pt x="4670" y="2400"/>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420" name="Shape 420"/>
            <p:cNvSpPr/>
            <p:nvPr/>
          </p:nvSpPr>
          <p:spPr>
            <a:xfrm>
              <a:off x="15433566" y="949747"/>
              <a:ext cx="188217" cy="196796"/>
            </a:xfrm>
            <a:custGeom>
              <a:avLst/>
              <a:gdLst/>
              <a:ahLst/>
              <a:cxnLst>
                <a:cxn ang="0">
                  <a:pos x="wd2" y="hd2"/>
                </a:cxn>
                <a:cxn ang="5400000">
                  <a:pos x="wd2" y="hd2"/>
                </a:cxn>
                <a:cxn ang="10800000">
                  <a:pos x="wd2" y="hd2"/>
                </a:cxn>
                <a:cxn ang="16200000">
                  <a:pos x="wd2" y="hd2"/>
                </a:cxn>
              </a:cxnLst>
              <a:rect l="0" t="0" r="r" b="b"/>
              <a:pathLst>
                <a:path w="21600" h="21600" extrusionOk="0">
                  <a:moveTo>
                    <a:pt x="4909" y="939"/>
                  </a:moveTo>
                  <a:lnTo>
                    <a:pt x="3927" y="0"/>
                  </a:lnTo>
                  <a:lnTo>
                    <a:pt x="1964" y="0"/>
                  </a:lnTo>
                  <a:lnTo>
                    <a:pt x="982" y="939"/>
                  </a:lnTo>
                  <a:lnTo>
                    <a:pt x="982" y="1878"/>
                  </a:lnTo>
                  <a:lnTo>
                    <a:pt x="2945" y="5635"/>
                  </a:lnTo>
                  <a:lnTo>
                    <a:pt x="2945" y="6574"/>
                  </a:lnTo>
                  <a:lnTo>
                    <a:pt x="1964" y="8452"/>
                  </a:lnTo>
                  <a:lnTo>
                    <a:pt x="1964" y="13148"/>
                  </a:lnTo>
                  <a:lnTo>
                    <a:pt x="982" y="15965"/>
                  </a:lnTo>
                  <a:lnTo>
                    <a:pt x="0" y="17843"/>
                  </a:lnTo>
                  <a:lnTo>
                    <a:pt x="7855" y="15965"/>
                  </a:lnTo>
                  <a:lnTo>
                    <a:pt x="11782" y="21600"/>
                  </a:lnTo>
                  <a:lnTo>
                    <a:pt x="11782" y="20661"/>
                  </a:lnTo>
                  <a:lnTo>
                    <a:pt x="13745" y="20661"/>
                  </a:lnTo>
                  <a:lnTo>
                    <a:pt x="17673" y="18783"/>
                  </a:lnTo>
                  <a:lnTo>
                    <a:pt x="19636" y="16904"/>
                  </a:lnTo>
                  <a:lnTo>
                    <a:pt x="20618" y="15026"/>
                  </a:lnTo>
                  <a:lnTo>
                    <a:pt x="20618" y="13148"/>
                  </a:lnTo>
                  <a:lnTo>
                    <a:pt x="21600" y="11270"/>
                  </a:lnTo>
                  <a:lnTo>
                    <a:pt x="19636" y="5635"/>
                  </a:lnTo>
                  <a:lnTo>
                    <a:pt x="18655" y="5635"/>
                  </a:lnTo>
                  <a:lnTo>
                    <a:pt x="17673" y="4696"/>
                  </a:lnTo>
                  <a:lnTo>
                    <a:pt x="16691" y="2817"/>
                  </a:lnTo>
                  <a:lnTo>
                    <a:pt x="14727" y="1878"/>
                  </a:lnTo>
                  <a:lnTo>
                    <a:pt x="12764" y="0"/>
                  </a:lnTo>
                  <a:lnTo>
                    <a:pt x="7855" y="0"/>
                  </a:lnTo>
                  <a:lnTo>
                    <a:pt x="4909" y="939"/>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421" name="Shape 421"/>
            <p:cNvSpPr/>
            <p:nvPr/>
          </p:nvSpPr>
          <p:spPr>
            <a:xfrm>
              <a:off x="15647446" y="872740"/>
              <a:ext cx="718638" cy="419259"/>
            </a:xfrm>
            <a:custGeom>
              <a:avLst/>
              <a:gdLst/>
              <a:ahLst/>
              <a:cxnLst>
                <a:cxn ang="0">
                  <a:pos x="wd2" y="hd2"/>
                </a:cxn>
                <a:cxn ang="5400000">
                  <a:pos x="wd2" y="hd2"/>
                </a:cxn>
                <a:cxn ang="10800000">
                  <a:pos x="wd2" y="hd2"/>
                </a:cxn>
                <a:cxn ang="16200000">
                  <a:pos x="wd2" y="hd2"/>
                </a:cxn>
              </a:cxnLst>
              <a:rect l="0" t="0" r="r" b="b"/>
              <a:pathLst>
                <a:path w="21600" h="21600" extrusionOk="0">
                  <a:moveTo>
                    <a:pt x="1543" y="441"/>
                  </a:moveTo>
                  <a:lnTo>
                    <a:pt x="1286" y="441"/>
                  </a:lnTo>
                  <a:lnTo>
                    <a:pt x="1029" y="0"/>
                  </a:lnTo>
                  <a:lnTo>
                    <a:pt x="257" y="0"/>
                  </a:lnTo>
                  <a:lnTo>
                    <a:pt x="0" y="441"/>
                  </a:lnTo>
                  <a:lnTo>
                    <a:pt x="0" y="2204"/>
                  </a:lnTo>
                  <a:lnTo>
                    <a:pt x="257" y="3527"/>
                  </a:lnTo>
                  <a:lnTo>
                    <a:pt x="514" y="5290"/>
                  </a:lnTo>
                  <a:lnTo>
                    <a:pt x="514" y="5731"/>
                  </a:lnTo>
                  <a:lnTo>
                    <a:pt x="771" y="6171"/>
                  </a:lnTo>
                  <a:lnTo>
                    <a:pt x="771" y="6612"/>
                  </a:lnTo>
                  <a:lnTo>
                    <a:pt x="1029" y="7053"/>
                  </a:lnTo>
                  <a:lnTo>
                    <a:pt x="2057" y="7053"/>
                  </a:lnTo>
                  <a:lnTo>
                    <a:pt x="2571" y="6612"/>
                  </a:lnTo>
                  <a:lnTo>
                    <a:pt x="3343" y="5731"/>
                  </a:lnTo>
                  <a:lnTo>
                    <a:pt x="3600" y="5731"/>
                  </a:lnTo>
                  <a:lnTo>
                    <a:pt x="3600" y="5290"/>
                  </a:lnTo>
                  <a:lnTo>
                    <a:pt x="4371" y="5290"/>
                  </a:lnTo>
                  <a:lnTo>
                    <a:pt x="4629" y="6171"/>
                  </a:lnTo>
                  <a:lnTo>
                    <a:pt x="4629" y="7053"/>
                  </a:lnTo>
                  <a:lnTo>
                    <a:pt x="4886" y="8376"/>
                  </a:lnTo>
                  <a:lnTo>
                    <a:pt x="4886" y="10580"/>
                  </a:lnTo>
                  <a:lnTo>
                    <a:pt x="5657" y="15869"/>
                  </a:lnTo>
                  <a:lnTo>
                    <a:pt x="5143" y="15869"/>
                  </a:lnTo>
                  <a:lnTo>
                    <a:pt x="4886" y="16310"/>
                  </a:lnTo>
                  <a:lnTo>
                    <a:pt x="4886" y="17633"/>
                  </a:lnTo>
                  <a:lnTo>
                    <a:pt x="5143" y="18514"/>
                  </a:lnTo>
                  <a:lnTo>
                    <a:pt x="5657" y="19396"/>
                  </a:lnTo>
                  <a:lnTo>
                    <a:pt x="6943" y="19396"/>
                  </a:lnTo>
                  <a:lnTo>
                    <a:pt x="7457" y="18514"/>
                  </a:lnTo>
                  <a:lnTo>
                    <a:pt x="8229" y="18514"/>
                  </a:lnTo>
                  <a:lnTo>
                    <a:pt x="8743" y="18955"/>
                  </a:lnTo>
                  <a:lnTo>
                    <a:pt x="9514" y="20278"/>
                  </a:lnTo>
                  <a:lnTo>
                    <a:pt x="10543" y="20718"/>
                  </a:lnTo>
                  <a:lnTo>
                    <a:pt x="12086" y="21600"/>
                  </a:lnTo>
                  <a:lnTo>
                    <a:pt x="13629" y="21159"/>
                  </a:lnTo>
                  <a:lnTo>
                    <a:pt x="15171" y="21159"/>
                  </a:lnTo>
                  <a:lnTo>
                    <a:pt x="15171" y="20278"/>
                  </a:lnTo>
                  <a:lnTo>
                    <a:pt x="15429" y="19837"/>
                  </a:lnTo>
                  <a:lnTo>
                    <a:pt x="15429" y="19396"/>
                  </a:lnTo>
                  <a:lnTo>
                    <a:pt x="15686" y="18955"/>
                  </a:lnTo>
                  <a:lnTo>
                    <a:pt x="16457" y="18955"/>
                  </a:lnTo>
                  <a:lnTo>
                    <a:pt x="17229" y="19396"/>
                  </a:lnTo>
                  <a:lnTo>
                    <a:pt x="18000" y="20278"/>
                  </a:lnTo>
                  <a:lnTo>
                    <a:pt x="19029" y="20278"/>
                  </a:lnTo>
                  <a:lnTo>
                    <a:pt x="19800" y="18955"/>
                  </a:lnTo>
                  <a:lnTo>
                    <a:pt x="19800" y="16751"/>
                  </a:lnTo>
                  <a:lnTo>
                    <a:pt x="20057" y="16751"/>
                  </a:lnTo>
                  <a:lnTo>
                    <a:pt x="20314" y="16310"/>
                  </a:lnTo>
                  <a:lnTo>
                    <a:pt x="20829" y="16310"/>
                  </a:lnTo>
                  <a:lnTo>
                    <a:pt x="21086" y="15869"/>
                  </a:lnTo>
                  <a:lnTo>
                    <a:pt x="21086" y="14547"/>
                  </a:lnTo>
                  <a:lnTo>
                    <a:pt x="21600" y="13665"/>
                  </a:lnTo>
                  <a:lnTo>
                    <a:pt x="21600" y="12784"/>
                  </a:lnTo>
                  <a:lnTo>
                    <a:pt x="21343" y="12343"/>
                  </a:lnTo>
                  <a:lnTo>
                    <a:pt x="20314" y="11461"/>
                  </a:lnTo>
                  <a:lnTo>
                    <a:pt x="18257" y="10580"/>
                  </a:lnTo>
                  <a:lnTo>
                    <a:pt x="17743" y="10580"/>
                  </a:lnTo>
                  <a:lnTo>
                    <a:pt x="16714" y="9698"/>
                  </a:lnTo>
                  <a:lnTo>
                    <a:pt x="14143" y="9698"/>
                  </a:lnTo>
                  <a:lnTo>
                    <a:pt x="14143" y="10139"/>
                  </a:lnTo>
                  <a:lnTo>
                    <a:pt x="13886" y="10139"/>
                  </a:lnTo>
                  <a:lnTo>
                    <a:pt x="13629" y="10580"/>
                  </a:lnTo>
                  <a:lnTo>
                    <a:pt x="12857" y="11020"/>
                  </a:lnTo>
                  <a:lnTo>
                    <a:pt x="12343" y="11020"/>
                  </a:lnTo>
                  <a:lnTo>
                    <a:pt x="11571" y="10580"/>
                  </a:lnTo>
                  <a:lnTo>
                    <a:pt x="10543" y="9698"/>
                  </a:lnTo>
                  <a:lnTo>
                    <a:pt x="7971" y="7053"/>
                  </a:lnTo>
                  <a:lnTo>
                    <a:pt x="7714" y="6612"/>
                  </a:lnTo>
                  <a:lnTo>
                    <a:pt x="7457" y="5731"/>
                  </a:lnTo>
                  <a:lnTo>
                    <a:pt x="7200" y="5290"/>
                  </a:lnTo>
                  <a:lnTo>
                    <a:pt x="6686" y="5290"/>
                  </a:lnTo>
                  <a:lnTo>
                    <a:pt x="6686" y="4849"/>
                  </a:lnTo>
                  <a:lnTo>
                    <a:pt x="6429" y="4849"/>
                  </a:lnTo>
                  <a:lnTo>
                    <a:pt x="6429" y="2204"/>
                  </a:lnTo>
                  <a:lnTo>
                    <a:pt x="6171" y="2204"/>
                  </a:lnTo>
                  <a:lnTo>
                    <a:pt x="5914" y="1763"/>
                  </a:lnTo>
                  <a:lnTo>
                    <a:pt x="5400" y="1763"/>
                  </a:lnTo>
                  <a:lnTo>
                    <a:pt x="4629" y="3086"/>
                  </a:lnTo>
                  <a:lnTo>
                    <a:pt x="3857" y="3086"/>
                  </a:lnTo>
                  <a:lnTo>
                    <a:pt x="3600" y="2645"/>
                  </a:lnTo>
                  <a:lnTo>
                    <a:pt x="3600" y="1322"/>
                  </a:lnTo>
                  <a:lnTo>
                    <a:pt x="3086" y="882"/>
                  </a:lnTo>
                  <a:lnTo>
                    <a:pt x="2829" y="441"/>
                  </a:lnTo>
                  <a:lnTo>
                    <a:pt x="1543" y="441"/>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422" name="Shape 422"/>
            <p:cNvSpPr/>
            <p:nvPr/>
          </p:nvSpPr>
          <p:spPr>
            <a:xfrm>
              <a:off x="15262463" y="1"/>
              <a:ext cx="376431" cy="436371"/>
            </a:xfrm>
            <a:custGeom>
              <a:avLst/>
              <a:gdLst/>
              <a:ahLst/>
              <a:cxnLst>
                <a:cxn ang="0">
                  <a:pos x="wd2" y="hd2"/>
                </a:cxn>
                <a:cxn ang="5400000">
                  <a:pos x="wd2" y="hd2"/>
                </a:cxn>
                <a:cxn ang="10800000">
                  <a:pos x="wd2" y="hd2"/>
                </a:cxn>
                <a:cxn ang="16200000">
                  <a:pos x="wd2" y="hd2"/>
                </a:cxn>
              </a:cxnLst>
              <a:rect l="0" t="0" r="r" b="b"/>
              <a:pathLst>
                <a:path w="21600" h="21600" extrusionOk="0">
                  <a:moveTo>
                    <a:pt x="7364" y="9741"/>
                  </a:moveTo>
                  <a:lnTo>
                    <a:pt x="7364" y="9318"/>
                  </a:lnTo>
                  <a:lnTo>
                    <a:pt x="6873" y="8894"/>
                  </a:lnTo>
                  <a:lnTo>
                    <a:pt x="5891" y="7200"/>
                  </a:lnTo>
                  <a:lnTo>
                    <a:pt x="4909" y="6776"/>
                  </a:lnTo>
                  <a:lnTo>
                    <a:pt x="3436" y="6353"/>
                  </a:lnTo>
                  <a:lnTo>
                    <a:pt x="3436" y="5929"/>
                  </a:lnTo>
                  <a:lnTo>
                    <a:pt x="2945" y="5506"/>
                  </a:lnTo>
                  <a:lnTo>
                    <a:pt x="1964" y="5082"/>
                  </a:lnTo>
                  <a:lnTo>
                    <a:pt x="1473" y="4235"/>
                  </a:lnTo>
                  <a:lnTo>
                    <a:pt x="491" y="3388"/>
                  </a:lnTo>
                  <a:lnTo>
                    <a:pt x="491" y="2541"/>
                  </a:lnTo>
                  <a:lnTo>
                    <a:pt x="0" y="1694"/>
                  </a:lnTo>
                  <a:lnTo>
                    <a:pt x="1964" y="0"/>
                  </a:lnTo>
                  <a:lnTo>
                    <a:pt x="3927" y="0"/>
                  </a:lnTo>
                  <a:lnTo>
                    <a:pt x="6873" y="1271"/>
                  </a:lnTo>
                  <a:lnTo>
                    <a:pt x="7364" y="2118"/>
                  </a:lnTo>
                  <a:lnTo>
                    <a:pt x="7855" y="3388"/>
                  </a:lnTo>
                  <a:lnTo>
                    <a:pt x="7855" y="4235"/>
                  </a:lnTo>
                  <a:lnTo>
                    <a:pt x="8836" y="5082"/>
                  </a:lnTo>
                  <a:lnTo>
                    <a:pt x="9818" y="5506"/>
                  </a:lnTo>
                  <a:lnTo>
                    <a:pt x="10800" y="5506"/>
                  </a:lnTo>
                  <a:lnTo>
                    <a:pt x="10800" y="2965"/>
                  </a:lnTo>
                  <a:lnTo>
                    <a:pt x="11782" y="2118"/>
                  </a:lnTo>
                  <a:lnTo>
                    <a:pt x="12273" y="2118"/>
                  </a:lnTo>
                  <a:lnTo>
                    <a:pt x="13255" y="2541"/>
                  </a:lnTo>
                  <a:lnTo>
                    <a:pt x="14727" y="2965"/>
                  </a:lnTo>
                  <a:lnTo>
                    <a:pt x="14727" y="3388"/>
                  </a:lnTo>
                  <a:lnTo>
                    <a:pt x="14236" y="4235"/>
                  </a:lnTo>
                  <a:lnTo>
                    <a:pt x="14236" y="6353"/>
                  </a:lnTo>
                  <a:lnTo>
                    <a:pt x="14727" y="7200"/>
                  </a:lnTo>
                  <a:lnTo>
                    <a:pt x="14727" y="8471"/>
                  </a:lnTo>
                  <a:lnTo>
                    <a:pt x="16200" y="9741"/>
                  </a:lnTo>
                  <a:lnTo>
                    <a:pt x="16691" y="9741"/>
                  </a:lnTo>
                  <a:lnTo>
                    <a:pt x="17673" y="8894"/>
                  </a:lnTo>
                  <a:lnTo>
                    <a:pt x="18655" y="7200"/>
                  </a:lnTo>
                  <a:lnTo>
                    <a:pt x="18655" y="6776"/>
                  </a:lnTo>
                  <a:lnTo>
                    <a:pt x="20127" y="5506"/>
                  </a:lnTo>
                  <a:lnTo>
                    <a:pt x="20618" y="5506"/>
                  </a:lnTo>
                  <a:lnTo>
                    <a:pt x="21109" y="5929"/>
                  </a:lnTo>
                  <a:lnTo>
                    <a:pt x="21109" y="6776"/>
                  </a:lnTo>
                  <a:lnTo>
                    <a:pt x="21600" y="8047"/>
                  </a:lnTo>
                  <a:lnTo>
                    <a:pt x="21600" y="9741"/>
                  </a:lnTo>
                  <a:lnTo>
                    <a:pt x="21109" y="10165"/>
                  </a:lnTo>
                  <a:lnTo>
                    <a:pt x="20127" y="14400"/>
                  </a:lnTo>
                  <a:lnTo>
                    <a:pt x="20618" y="16941"/>
                  </a:lnTo>
                  <a:lnTo>
                    <a:pt x="21600" y="19059"/>
                  </a:lnTo>
                  <a:lnTo>
                    <a:pt x="21600" y="19482"/>
                  </a:lnTo>
                  <a:lnTo>
                    <a:pt x="21109" y="20329"/>
                  </a:lnTo>
                  <a:lnTo>
                    <a:pt x="20618" y="20753"/>
                  </a:lnTo>
                  <a:lnTo>
                    <a:pt x="20618" y="21176"/>
                  </a:lnTo>
                  <a:lnTo>
                    <a:pt x="20127" y="21600"/>
                  </a:lnTo>
                  <a:lnTo>
                    <a:pt x="19636" y="21600"/>
                  </a:lnTo>
                  <a:lnTo>
                    <a:pt x="19145" y="21176"/>
                  </a:lnTo>
                  <a:lnTo>
                    <a:pt x="19145" y="20329"/>
                  </a:lnTo>
                  <a:lnTo>
                    <a:pt x="18655" y="19482"/>
                  </a:lnTo>
                  <a:lnTo>
                    <a:pt x="18655" y="16941"/>
                  </a:lnTo>
                  <a:lnTo>
                    <a:pt x="17673" y="16094"/>
                  </a:lnTo>
                  <a:lnTo>
                    <a:pt x="16691" y="15671"/>
                  </a:lnTo>
                  <a:lnTo>
                    <a:pt x="16200" y="16518"/>
                  </a:lnTo>
                  <a:lnTo>
                    <a:pt x="15709" y="16094"/>
                  </a:lnTo>
                  <a:lnTo>
                    <a:pt x="12764" y="14824"/>
                  </a:lnTo>
                  <a:lnTo>
                    <a:pt x="11291" y="13976"/>
                  </a:lnTo>
                  <a:lnTo>
                    <a:pt x="10800" y="12706"/>
                  </a:lnTo>
                  <a:lnTo>
                    <a:pt x="7364" y="9741"/>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423" name="Shape 423"/>
            <p:cNvSpPr/>
            <p:nvPr/>
          </p:nvSpPr>
          <p:spPr>
            <a:xfrm>
              <a:off x="15715888" y="188238"/>
              <a:ext cx="162550" cy="231022"/>
            </a:xfrm>
            <a:custGeom>
              <a:avLst/>
              <a:gdLst/>
              <a:ahLst/>
              <a:cxnLst>
                <a:cxn ang="0">
                  <a:pos x="wd2" y="hd2"/>
                </a:cxn>
                <a:cxn ang="5400000">
                  <a:pos x="wd2" y="hd2"/>
                </a:cxn>
                <a:cxn ang="10800000">
                  <a:pos x="wd2" y="hd2"/>
                </a:cxn>
                <a:cxn ang="16200000">
                  <a:pos x="wd2" y="hd2"/>
                </a:cxn>
              </a:cxnLst>
              <a:rect l="0" t="0" r="r" b="b"/>
              <a:pathLst>
                <a:path w="21600" h="21600" extrusionOk="0">
                  <a:moveTo>
                    <a:pt x="9095" y="0"/>
                  </a:moveTo>
                  <a:lnTo>
                    <a:pt x="6821" y="0"/>
                  </a:lnTo>
                  <a:lnTo>
                    <a:pt x="4547" y="800"/>
                  </a:lnTo>
                  <a:lnTo>
                    <a:pt x="2274" y="4000"/>
                  </a:lnTo>
                  <a:lnTo>
                    <a:pt x="1137" y="6400"/>
                  </a:lnTo>
                  <a:lnTo>
                    <a:pt x="1137" y="9600"/>
                  </a:lnTo>
                  <a:lnTo>
                    <a:pt x="0" y="19200"/>
                  </a:lnTo>
                  <a:lnTo>
                    <a:pt x="1137" y="19200"/>
                  </a:lnTo>
                  <a:lnTo>
                    <a:pt x="5684" y="20800"/>
                  </a:lnTo>
                  <a:lnTo>
                    <a:pt x="10232" y="21600"/>
                  </a:lnTo>
                  <a:lnTo>
                    <a:pt x="15916" y="21600"/>
                  </a:lnTo>
                  <a:lnTo>
                    <a:pt x="20463" y="20000"/>
                  </a:lnTo>
                  <a:lnTo>
                    <a:pt x="21600" y="16000"/>
                  </a:lnTo>
                  <a:lnTo>
                    <a:pt x="9095" y="0"/>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424" name="Shape 424"/>
            <p:cNvSpPr/>
            <p:nvPr/>
          </p:nvSpPr>
          <p:spPr>
            <a:xfrm>
              <a:off x="16254865" y="231020"/>
              <a:ext cx="290878" cy="624610"/>
            </a:xfrm>
            <a:custGeom>
              <a:avLst/>
              <a:gdLst/>
              <a:ahLst/>
              <a:cxnLst>
                <a:cxn ang="0">
                  <a:pos x="wd2" y="hd2"/>
                </a:cxn>
                <a:cxn ang="5400000">
                  <a:pos x="wd2" y="hd2"/>
                </a:cxn>
                <a:cxn ang="10800000">
                  <a:pos x="wd2" y="hd2"/>
                </a:cxn>
                <a:cxn ang="16200000">
                  <a:pos x="wd2" y="hd2"/>
                </a:cxn>
              </a:cxnLst>
              <a:rect l="0" t="0" r="r" b="b"/>
              <a:pathLst>
                <a:path w="21600" h="21600" extrusionOk="0">
                  <a:moveTo>
                    <a:pt x="6353" y="296"/>
                  </a:moveTo>
                  <a:lnTo>
                    <a:pt x="5718" y="296"/>
                  </a:lnTo>
                  <a:lnTo>
                    <a:pt x="5718" y="0"/>
                  </a:lnTo>
                  <a:lnTo>
                    <a:pt x="3812" y="0"/>
                  </a:lnTo>
                  <a:lnTo>
                    <a:pt x="3176" y="296"/>
                  </a:lnTo>
                  <a:lnTo>
                    <a:pt x="3176" y="1184"/>
                  </a:lnTo>
                  <a:lnTo>
                    <a:pt x="3812" y="1479"/>
                  </a:lnTo>
                  <a:lnTo>
                    <a:pt x="3812" y="2367"/>
                  </a:lnTo>
                  <a:lnTo>
                    <a:pt x="3176" y="2959"/>
                  </a:lnTo>
                  <a:lnTo>
                    <a:pt x="2541" y="2959"/>
                  </a:lnTo>
                  <a:lnTo>
                    <a:pt x="1906" y="3255"/>
                  </a:lnTo>
                  <a:lnTo>
                    <a:pt x="1271" y="3847"/>
                  </a:lnTo>
                  <a:lnTo>
                    <a:pt x="1271" y="4734"/>
                  </a:lnTo>
                  <a:lnTo>
                    <a:pt x="635" y="5918"/>
                  </a:lnTo>
                  <a:lnTo>
                    <a:pt x="635" y="8285"/>
                  </a:lnTo>
                  <a:lnTo>
                    <a:pt x="0" y="8581"/>
                  </a:lnTo>
                  <a:lnTo>
                    <a:pt x="0" y="9764"/>
                  </a:lnTo>
                  <a:lnTo>
                    <a:pt x="635" y="10652"/>
                  </a:lnTo>
                  <a:lnTo>
                    <a:pt x="1906" y="11540"/>
                  </a:lnTo>
                  <a:lnTo>
                    <a:pt x="635" y="12427"/>
                  </a:lnTo>
                  <a:lnTo>
                    <a:pt x="2541" y="12427"/>
                  </a:lnTo>
                  <a:lnTo>
                    <a:pt x="3812" y="13019"/>
                  </a:lnTo>
                  <a:lnTo>
                    <a:pt x="4447" y="13611"/>
                  </a:lnTo>
                  <a:lnTo>
                    <a:pt x="4447" y="14795"/>
                  </a:lnTo>
                  <a:lnTo>
                    <a:pt x="5082" y="15090"/>
                  </a:lnTo>
                  <a:lnTo>
                    <a:pt x="4447" y="15682"/>
                  </a:lnTo>
                  <a:lnTo>
                    <a:pt x="4447" y="15978"/>
                  </a:lnTo>
                  <a:lnTo>
                    <a:pt x="3812" y="15978"/>
                  </a:lnTo>
                  <a:lnTo>
                    <a:pt x="3812" y="16274"/>
                  </a:lnTo>
                  <a:lnTo>
                    <a:pt x="3176" y="16570"/>
                  </a:lnTo>
                  <a:lnTo>
                    <a:pt x="3176" y="17753"/>
                  </a:lnTo>
                  <a:lnTo>
                    <a:pt x="3812" y="18641"/>
                  </a:lnTo>
                  <a:lnTo>
                    <a:pt x="3812" y="18937"/>
                  </a:lnTo>
                  <a:lnTo>
                    <a:pt x="3176" y="19233"/>
                  </a:lnTo>
                  <a:lnTo>
                    <a:pt x="3176" y="19529"/>
                  </a:lnTo>
                  <a:lnTo>
                    <a:pt x="3812" y="20121"/>
                  </a:lnTo>
                  <a:lnTo>
                    <a:pt x="3812" y="20712"/>
                  </a:lnTo>
                  <a:lnTo>
                    <a:pt x="5082" y="21008"/>
                  </a:lnTo>
                  <a:lnTo>
                    <a:pt x="6988" y="21304"/>
                  </a:lnTo>
                  <a:lnTo>
                    <a:pt x="8259" y="21600"/>
                  </a:lnTo>
                  <a:lnTo>
                    <a:pt x="12706" y="21600"/>
                  </a:lnTo>
                  <a:lnTo>
                    <a:pt x="13976" y="21304"/>
                  </a:lnTo>
                  <a:lnTo>
                    <a:pt x="15247" y="20712"/>
                  </a:lnTo>
                  <a:lnTo>
                    <a:pt x="15882" y="19825"/>
                  </a:lnTo>
                  <a:lnTo>
                    <a:pt x="16518" y="19233"/>
                  </a:lnTo>
                  <a:lnTo>
                    <a:pt x="16518" y="18641"/>
                  </a:lnTo>
                  <a:lnTo>
                    <a:pt x="17788" y="17753"/>
                  </a:lnTo>
                  <a:lnTo>
                    <a:pt x="18424" y="17162"/>
                  </a:lnTo>
                  <a:lnTo>
                    <a:pt x="20329" y="16274"/>
                  </a:lnTo>
                  <a:lnTo>
                    <a:pt x="20329" y="15978"/>
                  </a:lnTo>
                  <a:lnTo>
                    <a:pt x="21600" y="14795"/>
                  </a:lnTo>
                  <a:lnTo>
                    <a:pt x="21600" y="12427"/>
                  </a:lnTo>
                  <a:lnTo>
                    <a:pt x="20965" y="11836"/>
                  </a:lnTo>
                  <a:lnTo>
                    <a:pt x="19694" y="11540"/>
                  </a:lnTo>
                  <a:lnTo>
                    <a:pt x="19059" y="11540"/>
                  </a:lnTo>
                  <a:lnTo>
                    <a:pt x="17788" y="11836"/>
                  </a:lnTo>
                  <a:lnTo>
                    <a:pt x="15882" y="11836"/>
                  </a:lnTo>
                  <a:lnTo>
                    <a:pt x="16518" y="11540"/>
                  </a:lnTo>
                  <a:lnTo>
                    <a:pt x="17153" y="10948"/>
                  </a:lnTo>
                  <a:lnTo>
                    <a:pt x="17788" y="10652"/>
                  </a:lnTo>
                  <a:lnTo>
                    <a:pt x="17788" y="7693"/>
                  </a:lnTo>
                  <a:lnTo>
                    <a:pt x="17153" y="7101"/>
                  </a:lnTo>
                  <a:lnTo>
                    <a:pt x="16518" y="6214"/>
                  </a:lnTo>
                  <a:lnTo>
                    <a:pt x="13976" y="4438"/>
                  </a:lnTo>
                  <a:lnTo>
                    <a:pt x="12706" y="3847"/>
                  </a:lnTo>
                  <a:lnTo>
                    <a:pt x="11435" y="2663"/>
                  </a:lnTo>
                  <a:lnTo>
                    <a:pt x="10165" y="2367"/>
                  </a:lnTo>
                  <a:lnTo>
                    <a:pt x="9529" y="2071"/>
                  </a:lnTo>
                  <a:lnTo>
                    <a:pt x="8259" y="1775"/>
                  </a:lnTo>
                  <a:lnTo>
                    <a:pt x="5718" y="592"/>
                  </a:lnTo>
                  <a:lnTo>
                    <a:pt x="6353" y="296"/>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425" name="Shape 425"/>
            <p:cNvSpPr/>
            <p:nvPr/>
          </p:nvSpPr>
          <p:spPr>
            <a:xfrm>
              <a:off x="15236798" y="2002168"/>
              <a:ext cx="213882" cy="196797"/>
            </a:xfrm>
            <a:custGeom>
              <a:avLst/>
              <a:gdLst/>
              <a:ahLst/>
              <a:cxnLst>
                <a:cxn ang="0">
                  <a:pos x="wd2" y="hd2"/>
                </a:cxn>
                <a:cxn ang="5400000">
                  <a:pos x="wd2" y="hd2"/>
                </a:cxn>
                <a:cxn ang="10800000">
                  <a:pos x="wd2" y="hd2"/>
                </a:cxn>
                <a:cxn ang="16200000">
                  <a:pos x="wd2" y="hd2"/>
                </a:cxn>
              </a:cxnLst>
              <a:rect l="0" t="0" r="r" b="b"/>
              <a:pathLst>
                <a:path w="21600" h="21600" extrusionOk="0">
                  <a:moveTo>
                    <a:pt x="10368" y="8452"/>
                  </a:moveTo>
                  <a:lnTo>
                    <a:pt x="7776" y="8452"/>
                  </a:lnTo>
                  <a:lnTo>
                    <a:pt x="6912" y="9391"/>
                  </a:lnTo>
                  <a:lnTo>
                    <a:pt x="5184" y="10330"/>
                  </a:lnTo>
                  <a:lnTo>
                    <a:pt x="3456" y="12209"/>
                  </a:lnTo>
                  <a:lnTo>
                    <a:pt x="1728" y="12209"/>
                  </a:lnTo>
                  <a:lnTo>
                    <a:pt x="0" y="14087"/>
                  </a:lnTo>
                  <a:lnTo>
                    <a:pt x="0" y="17843"/>
                  </a:lnTo>
                  <a:lnTo>
                    <a:pt x="1728" y="18783"/>
                  </a:lnTo>
                  <a:lnTo>
                    <a:pt x="2592" y="19722"/>
                  </a:lnTo>
                  <a:lnTo>
                    <a:pt x="7776" y="21600"/>
                  </a:lnTo>
                  <a:lnTo>
                    <a:pt x="12960" y="21600"/>
                  </a:lnTo>
                  <a:lnTo>
                    <a:pt x="14688" y="20661"/>
                  </a:lnTo>
                  <a:lnTo>
                    <a:pt x="20736" y="20661"/>
                  </a:lnTo>
                  <a:lnTo>
                    <a:pt x="21600" y="21600"/>
                  </a:lnTo>
                  <a:lnTo>
                    <a:pt x="21600" y="20661"/>
                  </a:lnTo>
                  <a:lnTo>
                    <a:pt x="20736" y="19722"/>
                  </a:lnTo>
                  <a:lnTo>
                    <a:pt x="20736" y="16904"/>
                  </a:lnTo>
                  <a:lnTo>
                    <a:pt x="19872" y="14087"/>
                  </a:lnTo>
                  <a:lnTo>
                    <a:pt x="19008" y="12209"/>
                  </a:lnTo>
                  <a:lnTo>
                    <a:pt x="17280" y="10330"/>
                  </a:lnTo>
                  <a:lnTo>
                    <a:pt x="17280" y="8452"/>
                  </a:lnTo>
                  <a:lnTo>
                    <a:pt x="16416" y="6574"/>
                  </a:lnTo>
                  <a:lnTo>
                    <a:pt x="16416" y="4696"/>
                  </a:lnTo>
                  <a:lnTo>
                    <a:pt x="15552" y="2817"/>
                  </a:lnTo>
                  <a:lnTo>
                    <a:pt x="12960" y="0"/>
                  </a:lnTo>
                  <a:lnTo>
                    <a:pt x="11232" y="939"/>
                  </a:lnTo>
                  <a:lnTo>
                    <a:pt x="10368" y="8452"/>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426" name="Shape 426"/>
            <p:cNvSpPr/>
            <p:nvPr/>
          </p:nvSpPr>
          <p:spPr>
            <a:xfrm>
              <a:off x="16314753" y="1309111"/>
              <a:ext cx="256657" cy="188239"/>
            </a:xfrm>
            <a:custGeom>
              <a:avLst/>
              <a:gdLst/>
              <a:ahLst/>
              <a:cxnLst>
                <a:cxn ang="0">
                  <a:pos x="wd2" y="hd2"/>
                </a:cxn>
                <a:cxn ang="5400000">
                  <a:pos x="wd2" y="hd2"/>
                </a:cxn>
                <a:cxn ang="10800000">
                  <a:pos x="wd2" y="hd2"/>
                </a:cxn>
                <a:cxn ang="16200000">
                  <a:pos x="wd2" y="hd2"/>
                </a:cxn>
              </a:cxnLst>
              <a:rect l="0" t="0" r="r" b="b"/>
              <a:pathLst>
                <a:path w="21600" h="21600" extrusionOk="0">
                  <a:moveTo>
                    <a:pt x="5040" y="982"/>
                  </a:moveTo>
                  <a:lnTo>
                    <a:pt x="1440" y="982"/>
                  </a:lnTo>
                  <a:lnTo>
                    <a:pt x="720" y="1964"/>
                  </a:lnTo>
                  <a:lnTo>
                    <a:pt x="0" y="3927"/>
                  </a:lnTo>
                  <a:lnTo>
                    <a:pt x="0" y="13745"/>
                  </a:lnTo>
                  <a:lnTo>
                    <a:pt x="1440" y="17673"/>
                  </a:lnTo>
                  <a:lnTo>
                    <a:pt x="2160" y="18655"/>
                  </a:lnTo>
                  <a:lnTo>
                    <a:pt x="4320" y="19636"/>
                  </a:lnTo>
                  <a:lnTo>
                    <a:pt x="5040" y="20618"/>
                  </a:lnTo>
                  <a:lnTo>
                    <a:pt x="6480" y="21600"/>
                  </a:lnTo>
                  <a:lnTo>
                    <a:pt x="7920" y="21600"/>
                  </a:lnTo>
                  <a:lnTo>
                    <a:pt x="9360" y="20618"/>
                  </a:lnTo>
                  <a:lnTo>
                    <a:pt x="20880" y="20618"/>
                  </a:lnTo>
                  <a:lnTo>
                    <a:pt x="21600" y="17673"/>
                  </a:lnTo>
                  <a:lnTo>
                    <a:pt x="20880" y="16691"/>
                  </a:lnTo>
                  <a:lnTo>
                    <a:pt x="20880" y="13745"/>
                  </a:lnTo>
                  <a:lnTo>
                    <a:pt x="20160" y="10800"/>
                  </a:lnTo>
                  <a:lnTo>
                    <a:pt x="20160" y="7855"/>
                  </a:lnTo>
                  <a:lnTo>
                    <a:pt x="19440" y="5891"/>
                  </a:lnTo>
                  <a:lnTo>
                    <a:pt x="19440" y="2945"/>
                  </a:lnTo>
                  <a:lnTo>
                    <a:pt x="17280" y="0"/>
                  </a:lnTo>
                  <a:lnTo>
                    <a:pt x="13680" y="0"/>
                  </a:lnTo>
                  <a:lnTo>
                    <a:pt x="10800" y="982"/>
                  </a:lnTo>
                  <a:lnTo>
                    <a:pt x="5040" y="982"/>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427" name="Shape 427"/>
            <p:cNvSpPr/>
            <p:nvPr/>
          </p:nvSpPr>
          <p:spPr>
            <a:xfrm>
              <a:off x="16494411" y="2190407"/>
              <a:ext cx="102664" cy="136902"/>
            </a:xfrm>
            <a:custGeom>
              <a:avLst/>
              <a:gdLst/>
              <a:ahLst/>
              <a:cxnLst>
                <a:cxn ang="0">
                  <a:pos x="wd2" y="hd2"/>
                </a:cxn>
                <a:cxn ang="5400000">
                  <a:pos x="wd2" y="hd2"/>
                </a:cxn>
                <a:cxn ang="10800000">
                  <a:pos x="wd2" y="hd2"/>
                </a:cxn>
                <a:cxn ang="16200000">
                  <a:pos x="wd2" y="hd2"/>
                </a:cxn>
              </a:cxnLst>
              <a:rect l="0" t="0" r="r" b="b"/>
              <a:pathLst>
                <a:path w="21600" h="21600" extrusionOk="0">
                  <a:moveTo>
                    <a:pt x="9000" y="0"/>
                  </a:moveTo>
                  <a:lnTo>
                    <a:pt x="5400" y="0"/>
                  </a:lnTo>
                  <a:lnTo>
                    <a:pt x="1800" y="2700"/>
                  </a:lnTo>
                  <a:lnTo>
                    <a:pt x="0" y="5400"/>
                  </a:lnTo>
                  <a:lnTo>
                    <a:pt x="0" y="17550"/>
                  </a:lnTo>
                  <a:lnTo>
                    <a:pt x="1800" y="20250"/>
                  </a:lnTo>
                  <a:lnTo>
                    <a:pt x="5400" y="21600"/>
                  </a:lnTo>
                  <a:lnTo>
                    <a:pt x="16200" y="21600"/>
                  </a:lnTo>
                  <a:lnTo>
                    <a:pt x="19800" y="20250"/>
                  </a:lnTo>
                  <a:lnTo>
                    <a:pt x="21600" y="18900"/>
                  </a:lnTo>
                  <a:lnTo>
                    <a:pt x="21600" y="5400"/>
                  </a:lnTo>
                  <a:lnTo>
                    <a:pt x="19800" y="2700"/>
                  </a:lnTo>
                  <a:lnTo>
                    <a:pt x="18000" y="1350"/>
                  </a:lnTo>
                  <a:lnTo>
                    <a:pt x="14400" y="0"/>
                  </a:lnTo>
                  <a:lnTo>
                    <a:pt x="9000" y="0"/>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428" name="Shape 428"/>
            <p:cNvSpPr/>
            <p:nvPr/>
          </p:nvSpPr>
          <p:spPr>
            <a:xfrm>
              <a:off x="16451634" y="128345"/>
              <a:ext cx="975294" cy="1146542"/>
            </a:xfrm>
            <a:custGeom>
              <a:avLst/>
              <a:gdLst/>
              <a:ahLst/>
              <a:cxnLst>
                <a:cxn ang="0">
                  <a:pos x="wd2" y="hd2"/>
                </a:cxn>
                <a:cxn ang="5400000">
                  <a:pos x="wd2" y="hd2"/>
                </a:cxn>
                <a:cxn ang="10800000">
                  <a:pos x="wd2" y="hd2"/>
                </a:cxn>
                <a:cxn ang="16200000">
                  <a:pos x="wd2" y="hd2"/>
                </a:cxn>
              </a:cxnLst>
              <a:rect l="0" t="0" r="r" b="b"/>
              <a:pathLst>
                <a:path w="21600" h="21600" extrusionOk="0">
                  <a:moveTo>
                    <a:pt x="21032" y="5481"/>
                  </a:moveTo>
                  <a:lnTo>
                    <a:pt x="21600" y="6448"/>
                  </a:lnTo>
                  <a:lnTo>
                    <a:pt x="20463" y="6770"/>
                  </a:lnTo>
                  <a:lnTo>
                    <a:pt x="20084" y="6770"/>
                  </a:lnTo>
                  <a:lnTo>
                    <a:pt x="19705" y="6609"/>
                  </a:lnTo>
                  <a:lnTo>
                    <a:pt x="19516" y="6609"/>
                  </a:lnTo>
                  <a:lnTo>
                    <a:pt x="19326" y="6448"/>
                  </a:lnTo>
                  <a:lnTo>
                    <a:pt x="18568" y="6448"/>
                  </a:lnTo>
                  <a:lnTo>
                    <a:pt x="18568" y="6770"/>
                  </a:lnTo>
                  <a:lnTo>
                    <a:pt x="18758" y="6770"/>
                  </a:lnTo>
                  <a:lnTo>
                    <a:pt x="18947" y="6931"/>
                  </a:lnTo>
                  <a:lnTo>
                    <a:pt x="18947" y="7093"/>
                  </a:lnTo>
                  <a:lnTo>
                    <a:pt x="19137" y="7254"/>
                  </a:lnTo>
                  <a:lnTo>
                    <a:pt x="18947" y="7415"/>
                  </a:lnTo>
                  <a:lnTo>
                    <a:pt x="18379" y="7415"/>
                  </a:lnTo>
                  <a:lnTo>
                    <a:pt x="18189" y="7576"/>
                  </a:lnTo>
                  <a:lnTo>
                    <a:pt x="18189" y="7737"/>
                  </a:lnTo>
                  <a:lnTo>
                    <a:pt x="19326" y="7737"/>
                  </a:lnTo>
                  <a:lnTo>
                    <a:pt x="19705" y="7899"/>
                  </a:lnTo>
                  <a:lnTo>
                    <a:pt x="19326" y="8221"/>
                  </a:lnTo>
                  <a:lnTo>
                    <a:pt x="19137" y="8221"/>
                  </a:lnTo>
                  <a:lnTo>
                    <a:pt x="18947" y="8382"/>
                  </a:lnTo>
                  <a:lnTo>
                    <a:pt x="18947" y="8543"/>
                  </a:lnTo>
                  <a:lnTo>
                    <a:pt x="19137" y="8543"/>
                  </a:lnTo>
                  <a:lnTo>
                    <a:pt x="19137" y="8704"/>
                  </a:lnTo>
                  <a:lnTo>
                    <a:pt x="20274" y="8543"/>
                  </a:lnTo>
                  <a:lnTo>
                    <a:pt x="20463" y="8704"/>
                  </a:lnTo>
                  <a:lnTo>
                    <a:pt x="20463" y="8866"/>
                  </a:lnTo>
                  <a:lnTo>
                    <a:pt x="20084" y="9188"/>
                  </a:lnTo>
                  <a:lnTo>
                    <a:pt x="19705" y="9188"/>
                  </a:lnTo>
                  <a:lnTo>
                    <a:pt x="18947" y="9349"/>
                  </a:lnTo>
                  <a:lnTo>
                    <a:pt x="18379" y="9510"/>
                  </a:lnTo>
                  <a:lnTo>
                    <a:pt x="17811" y="9833"/>
                  </a:lnTo>
                  <a:lnTo>
                    <a:pt x="16674" y="10800"/>
                  </a:lnTo>
                  <a:lnTo>
                    <a:pt x="16295" y="10961"/>
                  </a:lnTo>
                  <a:lnTo>
                    <a:pt x="15726" y="11122"/>
                  </a:lnTo>
                  <a:lnTo>
                    <a:pt x="15347" y="11122"/>
                  </a:lnTo>
                  <a:lnTo>
                    <a:pt x="15726" y="11445"/>
                  </a:lnTo>
                  <a:lnTo>
                    <a:pt x="14968" y="12090"/>
                  </a:lnTo>
                  <a:lnTo>
                    <a:pt x="14589" y="12251"/>
                  </a:lnTo>
                  <a:lnTo>
                    <a:pt x="14400" y="12251"/>
                  </a:lnTo>
                  <a:lnTo>
                    <a:pt x="14400" y="12412"/>
                  </a:lnTo>
                  <a:lnTo>
                    <a:pt x="14589" y="12573"/>
                  </a:lnTo>
                  <a:lnTo>
                    <a:pt x="14589" y="12734"/>
                  </a:lnTo>
                  <a:lnTo>
                    <a:pt x="14021" y="13218"/>
                  </a:lnTo>
                  <a:lnTo>
                    <a:pt x="13832" y="13218"/>
                  </a:lnTo>
                  <a:lnTo>
                    <a:pt x="13263" y="12896"/>
                  </a:lnTo>
                  <a:lnTo>
                    <a:pt x="12505" y="13379"/>
                  </a:lnTo>
                  <a:lnTo>
                    <a:pt x="12316" y="13218"/>
                  </a:lnTo>
                  <a:lnTo>
                    <a:pt x="12126" y="13218"/>
                  </a:lnTo>
                  <a:lnTo>
                    <a:pt x="11368" y="13863"/>
                  </a:lnTo>
                  <a:lnTo>
                    <a:pt x="11368" y="14024"/>
                  </a:lnTo>
                  <a:lnTo>
                    <a:pt x="10800" y="14507"/>
                  </a:lnTo>
                  <a:lnTo>
                    <a:pt x="10232" y="14507"/>
                  </a:lnTo>
                  <a:lnTo>
                    <a:pt x="10042" y="14669"/>
                  </a:lnTo>
                  <a:lnTo>
                    <a:pt x="10042" y="15152"/>
                  </a:lnTo>
                  <a:lnTo>
                    <a:pt x="10232" y="14991"/>
                  </a:lnTo>
                  <a:lnTo>
                    <a:pt x="10611" y="15152"/>
                  </a:lnTo>
                  <a:lnTo>
                    <a:pt x="10989" y="15152"/>
                  </a:lnTo>
                  <a:lnTo>
                    <a:pt x="11368" y="15475"/>
                  </a:lnTo>
                  <a:lnTo>
                    <a:pt x="10800" y="15958"/>
                  </a:lnTo>
                  <a:lnTo>
                    <a:pt x="10611" y="15958"/>
                  </a:lnTo>
                  <a:lnTo>
                    <a:pt x="10421" y="16119"/>
                  </a:lnTo>
                  <a:lnTo>
                    <a:pt x="10421" y="16281"/>
                  </a:lnTo>
                  <a:lnTo>
                    <a:pt x="10232" y="16442"/>
                  </a:lnTo>
                  <a:lnTo>
                    <a:pt x="9853" y="16603"/>
                  </a:lnTo>
                  <a:lnTo>
                    <a:pt x="9663" y="16764"/>
                  </a:lnTo>
                  <a:lnTo>
                    <a:pt x="9474" y="17248"/>
                  </a:lnTo>
                  <a:lnTo>
                    <a:pt x="9095" y="17893"/>
                  </a:lnTo>
                  <a:lnTo>
                    <a:pt x="8716" y="18054"/>
                  </a:lnTo>
                  <a:lnTo>
                    <a:pt x="8337" y="18054"/>
                  </a:lnTo>
                  <a:lnTo>
                    <a:pt x="8147" y="18215"/>
                  </a:lnTo>
                  <a:lnTo>
                    <a:pt x="7768" y="18054"/>
                  </a:lnTo>
                  <a:lnTo>
                    <a:pt x="7579" y="18054"/>
                  </a:lnTo>
                  <a:lnTo>
                    <a:pt x="7389" y="18376"/>
                  </a:lnTo>
                  <a:lnTo>
                    <a:pt x="7389" y="18537"/>
                  </a:lnTo>
                  <a:lnTo>
                    <a:pt x="7200" y="18860"/>
                  </a:lnTo>
                  <a:lnTo>
                    <a:pt x="7200" y="19182"/>
                  </a:lnTo>
                  <a:lnTo>
                    <a:pt x="7389" y="19504"/>
                  </a:lnTo>
                  <a:lnTo>
                    <a:pt x="7389" y="20633"/>
                  </a:lnTo>
                  <a:lnTo>
                    <a:pt x="6821" y="21116"/>
                  </a:lnTo>
                  <a:lnTo>
                    <a:pt x="6442" y="21116"/>
                  </a:lnTo>
                  <a:lnTo>
                    <a:pt x="5874" y="21439"/>
                  </a:lnTo>
                  <a:lnTo>
                    <a:pt x="5495" y="21439"/>
                  </a:lnTo>
                  <a:lnTo>
                    <a:pt x="5116" y="21600"/>
                  </a:lnTo>
                  <a:lnTo>
                    <a:pt x="4926" y="21439"/>
                  </a:lnTo>
                  <a:lnTo>
                    <a:pt x="4737" y="21439"/>
                  </a:lnTo>
                  <a:lnTo>
                    <a:pt x="4547" y="21278"/>
                  </a:lnTo>
                  <a:lnTo>
                    <a:pt x="4547" y="21116"/>
                  </a:lnTo>
                  <a:lnTo>
                    <a:pt x="4358" y="20794"/>
                  </a:lnTo>
                  <a:lnTo>
                    <a:pt x="3600" y="20472"/>
                  </a:lnTo>
                  <a:lnTo>
                    <a:pt x="3032" y="20472"/>
                  </a:lnTo>
                  <a:lnTo>
                    <a:pt x="2653" y="20633"/>
                  </a:lnTo>
                  <a:lnTo>
                    <a:pt x="2274" y="20633"/>
                  </a:lnTo>
                  <a:lnTo>
                    <a:pt x="1705" y="20149"/>
                  </a:lnTo>
                  <a:lnTo>
                    <a:pt x="1516" y="20149"/>
                  </a:lnTo>
                  <a:lnTo>
                    <a:pt x="947" y="19827"/>
                  </a:lnTo>
                  <a:lnTo>
                    <a:pt x="568" y="19666"/>
                  </a:lnTo>
                  <a:lnTo>
                    <a:pt x="189" y="19343"/>
                  </a:lnTo>
                  <a:lnTo>
                    <a:pt x="189" y="19182"/>
                  </a:lnTo>
                  <a:lnTo>
                    <a:pt x="0" y="19182"/>
                  </a:lnTo>
                  <a:lnTo>
                    <a:pt x="0" y="19021"/>
                  </a:lnTo>
                  <a:lnTo>
                    <a:pt x="379" y="18537"/>
                  </a:lnTo>
                  <a:lnTo>
                    <a:pt x="568" y="18215"/>
                  </a:lnTo>
                  <a:lnTo>
                    <a:pt x="947" y="18054"/>
                  </a:lnTo>
                  <a:lnTo>
                    <a:pt x="1137" y="17893"/>
                  </a:lnTo>
                  <a:lnTo>
                    <a:pt x="1516" y="17893"/>
                  </a:lnTo>
                  <a:lnTo>
                    <a:pt x="2274" y="17570"/>
                  </a:lnTo>
                  <a:lnTo>
                    <a:pt x="2274" y="17409"/>
                  </a:lnTo>
                  <a:lnTo>
                    <a:pt x="2084" y="17248"/>
                  </a:lnTo>
                  <a:lnTo>
                    <a:pt x="1705" y="17248"/>
                  </a:lnTo>
                  <a:lnTo>
                    <a:pt x="1705" y="16925"/>
                  </a:lnTo>
                  <a:lnTo>
                    <a:pt x="2084" y="16603"/>
                  </a:lnTo>
                  <a:lnTo>
                    <a:pt x="2463" y="16603"/>
                  </a:lnTo>
                  <a:lnTo>
                    <a:pt x="2653" y="16764"/>
                  </a:lnTo>
                  <a:lnTo>
                    <a:pt x="2842" y="17087"/>
                  </a:lnTo>
                  <a:lnTo>
                    <a:pt x="3411" y="17570"/>
                  </a:lnTo>
                  <a:lnTo>
                    <a:pt x="4168" y="17570"/>
                  </a:lnTo>
                  <a:lnTo>
                    <a:pt x="4168" y="17248"/>
                  </a:lnTo>
                  <a:lnTo>
                    <a:pt x="3979" y="17087"/>
                  </a:lnTo>
                  <a:lnTo>
                    <a:pt x="3979" y="16925"/>
                  </a:lnTo>
                  <a:lnTo>
                    <a:pt x="3789" y="16764"/>
                  </a:lnTo>
                  <a:lnTo>
                    <a:pt x="3789" y="16603"/>
                  </a:lnTo>
                  <a:lnTo>
                    <a:pt x="3411" y="16442"/>
                  </a:lnTo>
                  <a:lnTo>
                    <a:pt x="3411" y="16119"/>
                  </a:lnTo>
                  <a:lnTo>
                    <a:pt x="3600" y="15958"/>
                  </a:lnTo>
                  <a:lnTo>
                    <a:pt x="3789" y="15636"/>
                  </a:lnTo>
                  <a:lnTo>
                    <a:pt x="3789" y="15475"/>
                  </a:lnTo>
                  <a:lnTo>
                    <a:pt x="3411" y="15475"/>
                  </a:lnTo>
                  <a:lnTo>
                    <a:pt x="2653" y="15958"/>
                  </a:lnTo>
                  <a:lnTo>
                    <a:pt x="2463" y="15958"/>
                  </a:lnTo>
                  <a:lnTo>
                    <a:pt x="2274" y="15797"/>
                  </a:lnTo>
                  <a:lnTo>
                    <a:pt x="2463" y="15636"/>
                  </a:lnTo>
                  <a:lnTo>
                    <a:pt x="2463" y="15313"/>
                  </a:lnTo>
                  <a:lnTo>
                    <a:pt x="2842" y="14991"/>
                  </a:lnTo>
                  <a:lnTo>
                    <a:pt x="3221" y="14507"/>
                  </a:lnTo>
                  <a:lnTo>
                    <a:pt x="3411" y="14185"/>
                  </a:lnTo>
                  <a:lnTo>
                    <a:pt x="3600" y="14024"/>
                  </a:lnTo>
                  <a:lnTo>
                    <a:pt x="3789" y="14024"/>
                  </a:lnTo>
                  <a:lnTo>
                    <a:pt x="4168" y="14346"/>
                  </a:lnTo>
                  <a:lnTo>
                    <a:pt x="4358" y="14346"/>
                  </a:lnTo>
                  <a:lnTo>
                    <a:pt x="5495" y="13863"/>
                  </a:lnTo>
                  <a:lnTo>
                    <a:pt x="5874" y="13540"/>
                  </a:lnTo>
                  <a:lnTo>
                    <a:pt x="6063" y="13540"/>
                  </a:lnTo>
                  <a:lnTo>
                    <a:pt x="6442" y="13379"/>
                  </a:lnTo>
                  <a:lnTo>
                    <a:pt x="6442" y="13218"/>
                  </a:lnTo>
                  <a:lnTo>
                    <a:pt x="6253" y="13057"/>
                  </a:lnTo>
                  <a:lnTo>
                    <a:pt x="5874" y="13057"/>
                  </a:lnTo>
                  <a:lnTo>
                    <a:pt x="5684" y="13379"/>
                  </a:lnTo>
                  <a:lnTo>
                    <a:pt x="5305" y="13379"/>
                  </a:lnTo>
                  <a:lnTo>
                    <a:pt x="5116" y="13218"/>
                  </a:lnTo>
                  <a:lnTo>
                    <a:pt x="4926" y="13218"/>
                  </a:lnTo>
                  <a:lnTo>
                    <a:pt x="4737" y="13057"/>
                  </a:lnTo>
                  <a:lnTo>
                    <a:pt x="5116" y="11606"/>
                  </a:lnTo>
                  <a:lnTo>
                    <a:pt x="5495" y="11284"/>
                  </a:lnTo>
                  <a:lnTo>
                    <a:pt x="5684" y="10961"/>
                  </a:lnTo>
                  <a:lnTo>
                    <a:pt x="5684" y="10800"/>
                  </a:lnTo>
                  <a:lnTo>
                    <a:pt x="5495" y="10639"/>
                  </a:lnTo>
                  <a:lnTo>
                    <a:pt x="5116" y="10155"/>
                  </a:lnTo>
                  <a:lnTo>
                    <a:pt x="4926" y="9833"/>
                  </a:lnTo>
                  <a:lnTo>
                    <a:pt x="4926" y="9027"/>
                  </a:lnTo>
                  <a:lnTo>
                    <a:pt x="5305" y="8866"/>
                  </a:lnTo>
                  <a:lnTo>
                    <a:pt x="5495" y="8704"/>
                  </a:lnTo>
                  <a:lnTo>
                    <a:pt x="5684" y="8704"/>
                  </a:lnTo>
                  <a:lnTo>
                    <a:pt x="6063" y="8866"/>
                  </a:lnTo>
                  <a:lnTo>
                    <a:pt x="6442" y="9188"/>
                  </a:lnTo>
                  <a:lnTo>
                    <a:pt x="6632" y="9510"/>
                  </a:lnTo>
                  <a:lnTo>
                    <a:pt x="6821" y="9672"/>
                  </a:lnTo>
                  <a:lnTo>
                    <a:pt x="7011" y="11284"/>
                  </a:lnTo>
                  <a:lnTo>
                    <a:pt x="7011" y="11606"/>
                  </a:lnTo>
                  <a:lnTo>
                    <a:pt x="7200" y="11606"/>
                  </a:lnTo>
                  <a:lnTo>
                    <a:pt x="7389" y="11445"/>
                  </a:lnTo>
                  <a:lnTo>
                    <a:pt x="7389" y="11284"/>
                  </a:lnTo>
                  <a:lnTo>
                    <a:pt x="7768" y="10961"/>
                  </a:lnTo>
                  <a:lnTo>
                    <a:pt x="7768" y="10800"/>
                  </a:lnTo>
                  <a:lnTo>
                    <a:pt x="7579" y="10316"/>
                  </a:lnTo>
                  <a:lnTo>
                    <a:pt x="7579" y="9349"/>
                  </a:lnTo>
                  <a:lnTo>
                    <a:pt x="7768" y="9188"/>
                  </a:lnTo>
                  <a:lnTo>
                    <a:pt x="7958" y="8866"/>
                  </a:lnTo>
                  <a:lnTo>
                    <a:pt x="7958" y="8543"/>
                  </a:lnTo>
                  <a:lnTo>
                    <a:pt x="8147" y="8221"/>
                  </a:lnTo>
                  <a:lnTo>
                    <a:pt x="8147" y="7737"/>
                  </a:lnTo>
                  <a:lnTo>
                    <a:pt x="9853" y="7576"/>
                  </a:lnTo>
                  <a:lnTo>
                    <a:pt x="10232" y="7737"/>
                  </a:lnTo>
                  <a:lnTo>
                    <a:pt x="10989" y="7737"/>
                  </a:lnTo>
                  <a:lnTo>
                    <a:pt x="11179" y="7576"/>
                  </a:lnTo>
                  <a:lnTo>
                    <a:pt x="11368" y="7254"/>
                  </a:lnTo>
                  <a:lnTo>
                    <a:pt x="11558" y="7093"/>
                  </a:lnTo>
                  <a:lnTo>
                    <a:pt x="11937" y="6931"/>
                  </a:lnTo>
                  <a:lnTo>
                    <a:pt x="12316" y="6931"/>
                  </a:lnTo>
                  <a:lnTo>
                    <a:pt x="12126" y="6770"/>
                  </a:lnTo>
                  <a:lnTo>
                    <a:pt x="12505" y="6448"/>
                  </a:lnTo>
                  <a:lnTo>
                    <a:pt x="12695" y="6448"/>
                  </a:lnTo>
                  <a:lnTo>
                    <a:pt x="12695" y="6287"/>
                  </a:lnTo>
                  <a:lnTo>
                    <a:pt x="12316" y="6125"/>
                  </a:lnTo>
                  <a:lnTo>
                    <a:pt x="9095" y="6448"/>
                  </a:lnTo>
                  <a:lnTo>
                    <a:pt x="8716" y="6125"/>
                  </a:lnTo>
                  <a:lnTo>
                    <a:pt x="8526" y="6125"/>
                  </a:lnTo>
                  <a:lnTo>
                    <a:pt x="8147" y="5964"/>
                  </a:lnTo>
                  <a:lnTo>
                    <a:pt x="6632" y="5964"/>
                  </a:lnTo>
                  <a:lnTo>
                    <a:pt x="6253" y="5642"/>
                  </a:lnTo>
                  <a:lnTo>
                    <a:pt x="5874" y="5642"/>
                  </a:lnTo>
                  <a:lnTo>
                    <a:pt x="5874" y="5803"/>
                  </a:lnTo>
                  <a:lnTo>
                    <a:pt x="5495" y="5964"/>
                  </a:lnTo>
                  <a:lnTo>
                    <a:pt x="5116" y="5964"/>
                  </a:lnTo>
                  <a:lnTo>
                    <a:pt x="5116" y="5803"/>
                  </a:lnTo>
                  <a:lnTo>
                    <a:pt x="4168" y="5158"/>
                  </a:lnTo>
                  <a:lnTo>
                    <a:pt x="3979" y="4836"/>
                  </a:lnTo>
                  <a:lnTo>
                    <a:pt x="3979" y="4513"/>
                  </a:lnTo>
                  <a:lnTo>
                    <a:pt x="4168" y="4352"/>
                  </a:lnTo>
                  <a:lnTo>
                    <a:pt x="4358" y="4030"/>
                  </a:lnTo>
                  <a:lnTo>
                    <a:pt x="4168" y="3707"/>
                  </a:lnTo>
                  <a:lnTo>
                    <a:pt x="4168" y="3546"/>
                  </a:lnTo>
                  <a:lnTo>
                    <a:pt x="3979" y="3546"/>
                  </a:lnTo>
                  <a:lnTo>
                    <a:pt x="4168" y="3385"/>
                  </a:lnTo>
                  <a:lnTo>
                    <a:pt x="4168" y="3224"/>
                  </a:lnTo>
                  <a:lnTo>
                    <a:pt x="4547" y="3063"/>
                  </a:lnTo>
                  <a:lnTo>
                    <a:pt x="4737" y="2901"/>
                  </a:lnTo>
                  <a:lnTo>
                    <a:pt x="5305" y="2901"/>
                  </a:lnTo>
                  <a:lnTo>
                    <a:pt x="5684" y="3063"/>
                  </a:lnTo>
                  <a:lnTo>
                    <a:pt x="6063" y="3385"/>
                  </a:lnTo>
                  <a:lnTo>
                    <a:pt x="6253" y="3385"/>
                  </a:lnTo>
                  <a:lnTo>
                    <a:pt x="6442" y="3546"/>
                  </a:lnTo>
                  <a:lnTo>
                    <a:pt x="6632" y="2740"/>
                  </a:lnTo>
                  <a:lnTo>
                    <a:pt x="6632" y="2579"/>
                  </a:lnTo>
                  <a:lnTo>
                    <a:pt x="7011" y="2257"/>
                  </a:lnTo>
                  <a:lnTo>
                    <a:pt x="7389" y="2096"/>
                  </a:lnTo>
                  <a:lnTo>
                    <a:pt x="8147" y="2096"/>
                  </a:lnTo>
                  <a:lnTo>
                    <a:pt x="8526" y="1934"/>
                  </a:lnTo>
                  <a:lnTo>
                    <a:pt x="8716" y="1773"/>
                  </a:lnTo>
                  <a:lnTo>
                    <a:pt x="9095" y="2096"/>
                  </a:lnTo>
                  <a:lnTo>
                    <a:pt x="9474" y="1451"/>
                  </a:lnTo>
                  <a:lnTo>
                    <a:pt x="9474" y="1290"/>
                  </a:lnTo>
                  <a:lnTo>
                    <a:pt x="9663" y="1128"/>
                  </a:lnTo>
                  <a:lnTo>
                    <a:pt x="10042" y="967"/>
                  </a:lnTo>
                  <a:lnTo>
                    <a:pt x="10421" y="645"/>
                  </a:lnTo>
                  <a:lnTo>
                    <a:pt x="11179" y="484"/>
                  </a:lnTo>
                  <a:lnTo>
                    <a:pt x="11368" y="1128"/>
                  </a:lnTo>
                  <a:lnTo>
                    <a:pt x="11558" y="322"/>
                  </a:lnTo>
                  <a:lnTo>
                    <a:pt x="11558" y="161"/>
                  </a:lnTo>
                  <a:lnTo>
                    <a:pt x="11937" y="161"/>
                  </a:lnTo>
                  <a:lnTo>
                    <a:pt x="12316" y="0"/>
                  </a:lnTo>
                  <a:lnTo>
                    <a:pt x="13074" y="0"/>
                  </a:lnTo>
                  <a:lnTo>
                    <a:pt x="14021" y="161"/>
                  </a:lnTo>
                  <a:lnTo>
                    <a:pt x="15158" y="161"/>
                  </a:lnTo>
                  <a:lnTo>
                    <a:pt x="16105" y="322"/>
                  </a:lnTo>
                  <a:lnTo>
                    <a:pt x="16484" y="322"/>
                  </a:lnTo>
                  <a:lnTo>
                    <a:pt x="16484" y="1128"/>
                  </a:lnTo>
                  <a:lnTo>
                    <a:pt x="17053" y="645"/>
                  </a:lnTo>
                  <a:lnTo>
                    <a:pt x="17432" y="484"/>
                  </a:lnTo>
                  <a:lnTo>
                    <a:pt x="17811" y="484"/>
                  </a:lnTo>
                  <a:lnTo>
                    <a:pt x="18189" y="645"/>
                  </a:lnTo>
                  <a:lnTo>
                    <a:pt x="18568" y="645"/>
                  </a:lnTo>
                  <a:lnTo>
                    <a:pt x="18947" y="967"/>
                  </a:lnTo>
                  <a:lnTo>
                    <a:pt x="19137" y="1290"/>
                  </a:lnTo>
                  <a:lnTo>
                    <a:pt x="19516" y="1612"/>
                  </a:lnTo>
                  <a:lnTo>
                    <a:pt x="19895" y="1773"/>
                  </a:lnTo>
                  <a:lnTo>
                    <a:pt x="20084" y="2096"/>
                  </a:lnTo>
                  <a:lnTo>
                    <a:pt x="19705" y="2418"/>
                  </a:lnTo>
                  <a:lnTo>
                    <a:pt x="19895" y="2418"/>
                  </a:lnTo>
                  <a:lnTo>
                    <a:pt x="19895" y="2257"/>
                  </a:lnTo>
                  <a:lnTo>
                    <a:pt x="20274" y="2257"/>
                  </a:lnTo>
                  <a:lnTo>
                    <a:pt x="20463" y="2418"/>
                  </a:lnTo>
                  <a:lnTo>
                    <a:pt x="20842" y="2901"/>
                  </a:lnTo>
                  <a:lnTo>
                    <a:pt x="21032" y="3224"/>
                  </a:lnTo>
                  <a:lnTo>
                    <a:pt x="20653" y="4191"/>
                  </a:lnTo>
                  <a:lnTo>
                    <a:pt x="20463" y="4513"/>
                  </a:lnTo>
                  <a:lnTo>
                    <a:pt x="20653" y="4836"/>
                  </a:lnTo>
                  <a:lnTo>
                    <a:pt x="20653" y="5158"/>
                  </a:lnTo>
                  <a:lnTo>
                    <a:pt x="21032" y="5481"/>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429" name="Shape 429"/>
            <p:cNvSpPr/>
            <p:nvPr/>
          </p:nvSpPr>
          <p:spPr>
            <a:xfrm>
              <a:off x="17529590" y="9429017"/>
              <a:ext cx="333654" cy="385034"/>
            </a:xfrm>
            <a:custGeom>
              <a:avLst/>
              <a:gdLst/>
              <a:ahLst/>
              <a:cxnLst>
                <a:cxn ang="0">
                  <a:pos x="wd2" y="hd2"/>
                </a:cxn>
                <a:cxn ang="5400000">
                  <a:pos x="wd2" y="hd2"/>
                </a:cxn>
                <a:cxn ang="10800000">
                  <a:pos x="wd2" y="hd2"/>
                </a:cxn>
                <a:cxn ang="16200000">
                  <a:pos x="wd2" y="hd2"/>
                </a:cxn>
              </a:cxnLst>
              <a:rect l="0" t="0" r="r" b="b"/>
              <a:pathLst>
                <a:path w="21600" h="21600" extrusionOk="0">
                  <a:moveTo>
                    <a:pt x="21600" y="12000"/>
                  </a:moveTo>
                  <a:lnTo>
                    <a:pt x="16615" y="7680"/>
                  </a:lnTo>
                  <a:lnTo>
                    <a:pt x="16615" y="7200"/>
                  </a:lnTo>
                  <a:lnTo>
                    <a:pt x="15508" y="6240"/>
                  </a:lnTo>
                  <a:lnTo>
                    <a:pt x="12185" y="4800"/>
                  </a:lnTo>
                  <a:lnTo>
                    <a:pt x="9969" y="4320"/>
                  </a:lnTo>
                  <a:lnTo>
                    <a:pt x="7754" y="2400"/>
                  </a:lnTo>
                  <a:lnTo>
                    <a:pt x="7754" y="1920"/>
                  </a:lnTo>
                  <a:lnTo>
                    <a:pt x="6646" y="960"/>
                  </a:lnTo>
                  <a:lnTo>
                    <a:pt x="4431" y="0"/>
                  </a:lnTo>
                  <a:lnTo>
                    <a:pt x="3323" y="480"/>
                  </a:lnTo>
                  <a:lnTo>
                    <a:pt x="2215" y="2400"/>
                  </a:lnTo>
                  <a:lnTo>
                    <a:pt x="1108" y="3360"/>
                  </a:lnTo>
                  <a:lnTo>
                    <a:pt x="554" y="4800"/>
                  </a:lnTo>
                  <a:lnTo>
                    <a:pt x="0" y="7680"/>
                  </a:lnTo>
                  <a:lnTo>
                    <a:pt x="0" y="10560"/>
                  </a:lnTo>
                  <a:lnTo>
                    <a:pt x="554" y="12480"/>
                  </a:lnTo>
                  <a:lnTo>
                    <a:pt x="554" y="17280"/>
                  </a:lnTo>
                  <a:lnTo>
                    <a:pt x="1108" y="18720"/>
                  </a:lnTo>
                  <a:lnTo>
                    <a:pt x="1662" y="19680"/>
                  </a:lnTo>
                  <a:lnTo>
                    <a:pt x="3877" y="21600"/>
                  </a:lnTo>
                  <a:lnTo>
                    <a:pt x="11631" y="21600"/>
                  </a:lnTo>
                  <a:lnTo>
                    <a:pt x="13846" y="21120"/>
                  </a:lnTo>
                  <a:lnTo>
                    <a:pt x="14400" y="20640"/>
                  </a:lnTo>
                  <a:lnTo>
                    <a:pt x="18831" y="18720"/>
                  </a:lnTo>
                  <a:lnTo>
                    <a:pt x="19385" y="18240"/>
                  </a:lnTo>
                  <a:lnTo>
                    <a:pt x="21600" y="12000"/>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430" name="Shape 430"/>
            <p:cNvSpPr/>
            <p:nvPr/>
          </p:nvSpPr>
          <p:spPr>
            <a:xfrm>
              <a:off x="12978226" y="1728368"/>
              <a:ext cx="4679692" cy="3191493"/>
            </a:xfrm>
            <a:custGeom>
              <a:avLst/>
              <a:gdLst/>
              <a:ahLst/>
              <a:cxnLst>
                <a:cxn ang="0">
                  <a:pos x="wd2" y="hd2"/>
                </a:cxn>
                <a:cxn ang="5400000">
                  <a:pos x="wd2" y="hd2"/>
                </a:cxn>
                <a:cxn ang="10800000">
                  <a:pos x="wd2" y="hd2"/>
                </a:cxn>
                <a:cxn ang="16200000">
                  <a:pos x="wd2" y="hd2"/>
                </a:cxn>
              </a:cxnLst>
              <a:rect l="0" t="0" r="r" b="b"/>
              <a:pathLst>
                <a:path w="21600" h="21600" extrusionOk="0">
                  <a:moveTo>
                    <a:pt x="16782" y="20326"/>
                  </a:moveTo>
                  <a:lnTo>
                    <a:pt x="17059" y="19979"/>
                  </a:lnTo>
                  <a:lnTo>
                    <a:pt x="17375" y="19747"/>
                  </a:lnTo>
                  <a:lnTo>
                    <a:pt x="17651" y="19689"/>
                  </a:lnTo>
                  <a:lnTo>
                    <a:pt x="17888" y="19631"/>
                  </a:lnTo>
                  <a:lnTo>
                    <a:pt x="17967" y="19631"/>
                  </a:lnTo>
                  <a:lnTo>
                    <a:pt x="18086" y="19342"/>
                  </a:lnTo>
                  <a:lnTo>
                    <a:pt x="18165" y="19168"/>
                  </a:lnTo>
                  <a:lnTo>
                    <a:pt x="18244" y="19052"/>
                  </a:lnTo>
                  <a:lnTo>
                    <a:pt x="18401" y="18936"/>
                  </a:lnTo>
                  <a:lnTo>
                    <a:pt x="18441" y="18936"/>
                  </a:lnTo>
                  <a:lnTo>
                    <a:pt x="18480" y="18994"/>
                  </a:lnTo>
                  <a:lnTo>
                    <a:pt x="18520" y="18994"/>
                  </a:lnTo>
                  <a:lnTo>
                    <a:pt x="18638" y="19052"/>
                  </a:lnTo>
                  <a:lnTo>
                    <a:pt x="18678" y="19284"/>
                  </a:lnTo>
                  <a:lnTo>
                    <a:pt x="18638" y="19515"/>
                  </a:lnTo>
                  <a:lnTo>
                    <a:pt x="18559" y="19747"/>
                  </a:lnTo>
                  <a:lnTo>
                    <a:pt x="18520" y="19921"/>
                  </a:lnTo>
                  <a:lnTo>
                    <a:pt x="18480" y="19979"/>
                  </a:lnTo>
                  <a:lnTo>
                    <a:pt x="18678" y="20210"/>
                  </a:lnTo>
                  <a:lnTo>
                    <a:pt x="18875" y="20268"/>
                  </a:lnTo>
                  <a:lnTo>
                    <a:pt x="19033" y="20152"/>
                  </a:lnTo>
                  <a:lnTo>
                    <a:pt x="19152" y="20036"/>
                  </a:lnTo>
                  <a:lnTo>
                    <a:pt x="19191" y="19979"/>
                  </a:lnTo>
                  <a:lnTo>
                    <a:pt x="19349" y="19979"/>
                  </a:lnTo>
                  <a:lnTo>
                    <a:pt x="19389" y="20036"/>
                  </a:lnTo>
                  <a:lnTo>
                    <a:pt x="19389" y="20094"/>
                  </a:lnTo>
                  <a:lnTo>
                    <a:pt x="19231" y="20326"/>
                  </a:lnTo>
                  <a:lnTo>
                    <a:pt x="19191" y="20326"/>
                  </a:lnTo>
                  <a:lnTo>
                    <a:pt x="19073" y="20442"/>
                  </a:lnTo>
                  <a:lnTo>
                    <a:pt x="18994" y="20500"/>
                  </a:lnTo>
                  <a:lnTo>
                    <a:pt x="18954" y="20616"/>
                  </a:lnTo>
                  <a:lnTo>
                    <a:pt x="18954" y="20847"/>
                  </a:lnTo>
                  <a:lnTo>
                    <a:pt x="18994" y="20905"/>
                  </a:lnTo>
                  <a:lnTo>
                    <a:pt x="19112" y="20905"/>
                  </a:lnTo>
                  <a:lnTo>
                    <a:pt x="19586" y="20673"/>
                  </a:lnTo>
                  <a:lnTo>
                    <a:pt x="19784" y="20558"/>
                  </a:lnTo>
                  <a:lnTo>
                    <a:pt x="19941" y="20442"/>
                  </a:lnTo>
                  <a:lnTo>
                    <a:pt x="19981" y="20384"/>
                  </a:lnTo>
                  <a:lnTo>
                    <a:pt x="19981" y="20326"/>
                  </a:lnTo>
                  <a:lnTo>
                    <a:pt x="19863" y="20152"/>
                  </a:lnTo>
                  <a:lnTo>
                    <a:pt x="19823" y="20152"/>
                  </a:lnTo>
                  <a:lnTo>
                    <a:pt x="19744" y="20094"/>
                  </a:lnTo>
                  <a:lnTo>
                    <a:pt x="19665" y="19979"/>
                  </a:lnTo>
                  <a:lnTo>
                    <a:pt x="19547" y="19863"/>
                  </a:lnTo>
                  <a:lnTo>
                    <a:pt x="19389" y="19631"/>
                  </a:lnTo>
                  <a:lnTo>
                    <a:pt x="19349" y="19515"/>
                  </a:lnTo>
                  <a:lnTo>
                    <a:pt x="19191" y="19284"/>
                  </a:lnTo>
                  <a:lnTo>
                    <a:pt x="19152" y="19168"/>
                  </a:lnTo>
                  <a:lnTo>
                    <a:pt x="19191" y="19052"/>
                  </a:lnTo>
                  <a:lnTo>
                    <a:pt x="19191" y="18994"/>
                  </a:lnTo>
                  <a:lnTo>
                    <a:pt x="19231" y="18936"/>
                  </a:lnTo>
                  <a:lnTo>
                    <a:pt x="19231" y="18762"/>
                  </a:lnTo>
                  <a:lnTo>
                    <a:pt x="19191" y="18705"/>
                  </a:lnTo>
                  <a:lnTo>
                    <a:pt x="19152" y="18705"/>
                  </a:lnTo>
                  <a:lnTo>
                    <a:pt x="19112" y="18647"/>
                  </a:lnTo>
                  <a:lnTo>
                    <a:pt x="19073" y="18705"/>
                  </a:lnTo>
                  <a:lnTo>
                    <a:pt x="19033" y="18705"/>
                  </a:lnTo>
                  <a:lnTo>
                    <a:pt x="19033" y="18531"/>
                  </a:lnTo>
                  <a:lnTo>
                    <a:pt x="19152" y="18531"/>
                  </a:lnTo>
                  <a:lnTo>
                    <a:pt x="19310" y="18415"/>
                  </a:lnTo>
                  <a:lnTo>
                    <a:pt x="19349" y="18299"/>
                  </a:lnTo>
                  <a:lnTo>
                    <a:pt x="19389" y="18241"/>
                  </a:lnTo>
                  <a:lnTo>
                    <a:pt x="19389" y="18183"/>
                  </a:lnTo>
                  <a:lnTo>
                    <a:pt x="19349" y="18068"/>
                  </a:lnTo>
                  <a:lnTo>
                    <a:pt x="19270" y="17952"/>
                  </a:lnTo>
                  <a:lnTo>
                    <a:pt x="19112" y="17952"/>
                  </a:lnTo>
                  <a:lnTo>
                    <a:pt x="19073" y="18010"/>
                  </a:lnTo>
                  <a:lnTo>
                    <a:pt x="19033" y="18010"/>
                  </a:lnTo>
                  <a:lnTo>
                    <a:pt x="18717" y="18183"/>
                  </a:lnTo>
                  <a:lnTo>
                    <a:pt x="18480" y="18357"/>
                  </a:lnTo>
                  <a:lnTo>
                    <a:pt x="18362" y="18473"/>
                  </a:lnTo>
                  <a:lnTo>
                    <a:pt x="17928" y="19110"/>
                  </a:lnTo>
                  <a:lnTo>
                    <a:pt x="17730" y="19284"/>
                  </a:lnTo>
                  <a:lnTo>
                    <a:pt x="17612" y="19342"/>
                  </a:lnTo>
                  <a:lnTo>
                    <a:pt x="18204" y="18299"/>
                  </a:lnTo>
                  <a:lnTo>
                    <a:pt x="18322" y="18010"/>
                  </a:lnTo>
                  <a:lnTo>
                    <a:pt x="18362" y="17952"/>
                  </a:lnTo>
                  <a:lnTo>
                    <a:pt x="18796" y="17546"/>
                  </a:lnTo>
                  <a:lnTo>
                    <a:pt x="19112" y="17315"/>
                  </a:lnTo>
                  <a:lnTo>
                    <a:pt x="19231" y="17315"/>
                  </a:lnTo>
                  <a:lnTo>
                    <a:pt x="19547" y="17373"/>
                  </a:lnTo>
                  <a:lnTo>
                    <a:pt x="20178" y="17373"/>
                  </a:lnTo>
                  <a:lnTo>
                    <a:pt x="20415" y="17315"/>
                  </a:lnTo>
                  <a:lnTo>
                    <a:pt x="20494" y="17315"/>
                  </a:lnTo>
                  <a:lnTo>
                    <a:pt x="20652" y="17257"/>
                  </a:lnTo>
                  <a:lnTo>
                    <a:pt x="20771" y="17199"/>
                  </a:lnTo>
                  <a:lnTo>
                    <a:pt x="20889" y="17025"/>
                  </a:lnTo>
                  <a:lnTo>
                    <a:pt x="20929" y="16909"/>
                  </a:lnTo>
                  <a:lnTo>
                    <a:pt x="20929" y="16794"/>
                  </a:lnTo>
                  <a:lnTo>
                    <a:pt x="21008" y="16620"/>
                  </a:lnTo>
                  <a:lnTo>
                    <a:pt x="21087" y="16504"/>
                  </a:lnTo>
                  <a:lnTo>
                    <a:pt x="21245" y="16388"/>
                  </a:lnTo>
                  <a:lnTo>
                    <a:pt x="21324" y="16388"/>
                  </a:lnTo>
                  <a:lnTo>
                    <a:pt x="21363" y="16446"/>
                  </a:lnTo>
                  <a:lnTo>
                    <a:pt x="21521" y="16272"/>
                  </a:lnTo>
                  <a:lnTo>
                    <a:pt x="21600" y="15983"/>
                  </a:lnTo>
                  <a:lnTo>
                    <a:pt x="21600" y="15635"/>
                  </a:lnTo>
                  <a:lnTo>
                    <a:pt x="21561" y="15346"/>
                  </a:lnTo>
                  <a:lnTo>
                    <a:pt x="21482" y="15172"/>
                  </a:lnTo>
                  <a:lnTo>
                    <a:pt x="21363" y="14998"/>
                  </a:lnTo>
                  <a:lnTo>
                    <a:pt x="21284" y="14998"/>
                  </a:lnTo>
                  <a:lnTo>
                    <a:pt x="21245" y="14767"/>
                  </a:lnTo>
                  <a:lnTo>
                    <a:pt x="21205" y="14593"/>
                  </a:lnTo>
                  <a:lnTo>
                    <a:pt x="21166" y="14535"/>
                  </a:lnTo>
                  <a:lnTo>
                    <a:pt x="21166" y="14477"/>
                  </a:lnTo>
                  <a:lnTo>
                    <a:pt x="20771" y="14477"/>
                  </a:lnTo>
                  <a:lnTo>
                    <a:pt x="20692" y="14535"/>
                  </a:lnTo>
                  <a:lnTo>
                    <a:pt x="20652" y="14593"/>
                  </a:lnTo>
                  <a:lnTo>
                    <a:pt x="20613" y="14535"/>
                  </a:lnTo>
                  <a:lnTo>
                    <a:pt x="20573" y="14535"/>
                  </a:lnTo>
                  <a:lnTo>
                    <a:pt x="20534" y="14477"/>
                  </a:lnTo>
                  <a:lnTo>
                    <a:pt x="20415" y="14014"/>
                  </a:lnTo>
                  <a:lnTo>
                    <a:pt x="20336" y="13551"/>
                  </a:lnTo>
                  <a:lnTo>
                    <a:pt x="20257" y="13203"/>
                  </a:lnTo>
                  <a:lnTo>
                    <a:pt x="20218" y="13087"/>
                  </a:lnTo>
                  <a:lnTo>
                    <a:pt x="20218" y="13203"/>
                  </a:lnTo>
                  <a:lnTo>
                    <a:pt x="20178" y="12972"/>
                  </a:lnTo>
                  <a:lnTo>
                    <a:pt x="20060" y="12624"/>
                  </a:lnTo>
                  <a:lnTo>
                    <a:pt x="19941" y="12219"/>
                  </a:lnTo>
                  <a:lnTo>
                    <a:pt x="19784" y="11813"/>
                  </a:lnTo>
                  <a:lnTo>
                    <a:pt x="19665" y="11524"/>
                  </a:lnTo>
                  <a:lnTo>
                    <a:pt x="19626" y="11408"/>
                  </a:lnTo>
                  <a:lnTo>
                    <a:pt x="19586" y="11118"/>
                  </a:lnTo>
                  <a:lnTo>
                    <a:pt x="19507" y="10945"/>
                  </a:lnTo>
                  <a:lnTo>
                    <a:pt x="19468" y="10829"/>
                  </a:lnTo>
                  <a:lnTo>
                    <a:pt x="19389" y="10771"/>
                  </a:lnTo>
                  <a:lnTo>
                    <a:pt x="19349" y="10713"/>
                  </a:lnTo>
                  <a:lnTo>
                    <a:pt x="19231" y="10713"/>
                  </a:lnTo>
                  <a:lnTo>
                    <a:pt x="19231" y="10771"/>
                  </a:lnTo>
                  <a:lnTo>
                    <a:pt x="19191" y="10771"/>
                  </a:lnTo>
                  <a:lnTo>
                    <a:pt x="19231" y="11176"/>
                  </a:lnTo>
                  <a:lnTo>
                    <a:pt x="19152" y="11408"/>
                  </a:lnTo>
                  <a:lnTo>
                    <a:pt x="19033" y="11582"/>
                  </a:lnTo>
                  <a:lnTo>
                    <a:pt x="18915" y="11698"/>
                  </a:lnTo>
                  <a:lnTo>
                    <a:pt x="18836" y="11698"/>
                  </a:lnTo>
                  <a:lnTo>
                    <a:pt x="18599" y="11813"/>
                  </a:lnTo>
                  <a:lnTo>
                    <a:pt x="18401" y="11813"/>
                  </a:lnTo>
                  <a:lnTo>
                    <a:pt x="18283" y="11698"/>
                  </a:lnTo>
                  <a:lnTo>
                    <a:pt x="18244" y="11582"/>
                  </a:lnTo>
                  <a:lnTo>
                    <a:pt x="18204" y="11524"/>
                  </a:lnTo>
                  <a:lnTo>
                    <a:pt x="18125" y="11234"/>
                  </a:lnTo>
                  <a:lnTo>
                    <a:pt x="18125" y="10945"/>
                  </a:lnTo>
                  <a:lnTo>
                    <a:pt x="18165" y="10713"/>
                  </a:lnTo>
                  <a:lnTo>
                    <a:pt x="18204" y="10597"/>
                  </a:lnTo>
                  <a:lnTo>
                    <a:pt x="18086" y="10250"/>
                  </a:lnTo>
                  <a:lnTo>
                    <a:pt x="18125" y="10134"/>
                  </a:lnTo>
                  <a:lnTo>
                    <a:pt x="18125" y="9960"/>
                  </a:lnTo>
                  <a:lnTo>
                    <a:pt x="18086" y="9902"/>
                  </a:lnTo>
                  <a:lnTo>
                    <a:pt x="17928" y="9787"/>
                  </a:lnTo>
                  <a:lnTo>
                    <a:pt x="17849" y="9671"/>
                  </a:lnTo>
                  <a:lnTo>
                    <a:pt x="17770" y="9613"/>
                  </a:lnTo>
                  <a:lnTo>
                    <a:pt x="17730" y="9497"/>
                  </a:lnTo>
                  <a:lnTo>
                    <a:pt x="17691" y="9439"/>
                  </a:lnTo>
                  <a:lnTo>
                    <a:pt x="17651" y="9439"/>
                  </a:lnTo>
                  <a:lnTo>
                    <a:pt x="17572" y="9265"/>
                  </a:lnTo>
                  <a:lnTo>
                    <a:pt x="17493" y="9150"/>
                  </a:lnTo>
                  <a:lnTo>
                    <a:pt x="17335" y="9034"/>
                  </a:lnTo>
                  <a:lnTo>
                    <a:pt x="17177" y="9034"/>
                  </a:lnTo>
                  <a:lnTo>
                    <a:pt x="16388" y="8976"/>
                  </a:lnTo>
                  <a:lnTo>
                    <a:pt x="16309" y="8918"/>
                  </a:lnTo>
                  <a:lnTo>
                    <a:pt x="16151" y="8918"/>
                  </a:lnTo>
                  <a:lnTo>
                    <a:pt x="16032" y="9092"/>
                  </a:lnTo>
                  <a:lnTo>
                    <a:pt x="15993" y="9208"/>
                  </a:lnTo>
                  <a:lnTo>
                    <a:pt x="15993" y="9381"/>
                  </a:lnTo>
                  <a:lnTo>
                    <a:pt x="15914" y="9497"/>
                  </a:lnTo>
                  <a:lnTo>
                    <a:pt x="15914" y="9960"/>
                  </a:lnTo>
                  <a:lnTo>
                    <a:pt x="15993" y="10076"/>
                  </a:lnTo>
                  <a:lnTo>
                    <a:pt x="16032" y="10250"/>
                  </a:lnTo>
                  <a:lnTo>
                    <a:pt x="16072" y="10366"/>
                  </a:lnTo>
                  <a:lnTo>
                    <a:pt x="16072" y="10597"/>
                  </a:lnTo>
                  <a:lnTo>
                    <a:pt x="15953" y="11234"/>
                  </a:lnTo>
                  <a:lnTo>
                    <a:pt x="15874" y="11640"/>
                  </a:lnTo>
                  <a:lnTo>
                    <a:pt x="15835" y="11813"/>
                  </a:lnTo>
                  <a:lnTo>
                    <a:pt x="15914" y="12045"/>
                  </a:lnTo>
                  <a:lnTo>
                    <a:pt x="15993" y="12450"/>
                  </a:lnTo>
                  <a:lnTo>
                    <a:pt x="16072" y="12914"/>
                  </a:lnTo>
                  <a:lnTo>
                    <a:pt x="16111" y="13261"/>
                  </a:lnTo>
                  <a:lnTo>
                    <a:pt x="16151" y="13377"/>
                  </a:lnTo>
                  <a:lnTo>
                    <a:pt x="16151" y="13609"/>
                  </a:lnTo>
                  <a:lnTo>
                    <a:pt x="16032" y="13956"/>
                  </a:lnTo>
                  <a:lnTo>
                    <a:pt x="15993" y="13956"/>
                  </a:lnTo>
                  <a:lnTo>
                    <a:pt x="15953" y="14014"/>
                  </a:lnTo>
                  <a:lnTo>
                    <a:pt x="15914" y="14014"/>
                  </a:lnTo>
                  <a:lnTo>
                    <a:pt x="15874" y="14188"/>
                  </a:lnTo>
                  <a:lnTo>
                    <a:pt x="15795" y="14361"/>
                  </a:lnTo>
                  <a:lnTo>
                    <a:pt x="15716" y="14477"/>
                  </a:lnTo>
                  <a:lnTo>
                    <a:pt x="15558" y="14593"/>
                  </a:lnTo>
                  <a:lnTo>
                    <a:pt x="15598" y="14651"/>
                  </a:lnTo>
                  <a:lnTo>
                    <a:pt x="15598" y="15635"/>
                  </a:lnTo>
                  <a:lnTo>
                    <a:pt x="15677" y="15867"/>
                  </a:lnTo>
                  <a:lnTo>
                    <a:pt x="15795" y="16041"/>
                  </a:lnTo>
                  <a:lnTo>
                    <a:pt x="15795" y="16272"/>
                  </a:lnTo>
                  <a:lnTo>
                    <a:pt x="15756" y="16446"/>
                  </a:lnTo>
                  <a:lnTo>
                    <a:pt x="15677" y="16562"/>
                  </a:lnTo>
                  <a:lnTo>
                    <a:pt x="15637" y="16678"/>
                  </a:lnTo>
                  <a:lnTo>
                    <a:pt x="15519" y="16851"/>
                  </a:lnTo>
                  <a:lnTo>
                    <a:pt x="15440" y="16909"/>
                  </a:lnTo>
                  <a:lnTo>
                    <a:pt x="15361" y="16909"/>
                  </a:lnTo>
                  <a:lnTo>
                    <a:pt x="15203" y="16678"/>
                  </a:lnTo>
                  <a:lnTo>
                    <a:pt x="15203" y="16620"/>
                  </a:lnTo>
                  <a:lnTo>
                    <a:pt x="15084" y="16272"/>
                  </a:lnTo>
                  <a:lnTo>
                    <a:pt x="15084" y="16214"/>
                  </a:lnTo>
                  <a:lnTo>
                    <a:pt x="15045" y="16157"/>
                  </a:lnTo>
                  <a:lnTo>
                    <a:pt x="14887" y="16041"/>
                  </a:lnTo>
                  <a:lnTo>
                    <a:pt x="14848" y="15925"/>
                  </a:lnTo>
                  <a:lnTo>
                    <a:pt x="14848" y="15693"/>
                  </a:lnTo>
                  <a:lnTo>
                    <a:pt x="14808" y="15635"/>
                  </a:lnTo>
                  <a:lnTo>
                    <a:pt x="14769" y="15462"/>
                  </a:lnTo>
                  <a:lnTo>
                    <a:pt x="14729" y="15346"/>
                  </a:lnTo>
                  <a:lnTo>
                    <a:pt x="14729" y="15172"/>
                  </a:lnTo>
                  <a:lnTo>
                    <a:pt x="14690" y="15114"/>
                  </a:lnTo>
                  <a:lnTo>
                    <a:pt x="14690" y="14767"/>
                  </a:lnTo>
                  <a:lnTo>
                    <a:pt x="14650" y="14593"/>
                  </a:lnTo>
                  <a:lnTo>
                    <a:pt x="14571" y="14477"/>
                  </a:lnTo>
                  <a:lnTo>
                    <a:pt x="14532" y="14361"/>
                  </a:lnTo>
                  <a:lnTo>
                    <a:pt x="14453" y="14303"/>
                  </a:lnTo>
                  <a:lnTo>
                    <a:pt x="14413" y="14246"/>
                  </a:lnTo>
                  <a:lnTo>
                    <a:pt x="14334" y="14246"/>
                  </a:lnTo>
                  <a:lnTo>
                    <a:pt x="14097" y="14188"/>
                  </a:lnTo>
                  <a:lnTo>
                    <a:pt x="13860" y="14188"/>
                  </a:lnTo>
                  <a:lnTo>
                    <a:pt x="13623" y="14246"/>
                  </a:lnTo>
                  <a:lnTo>
                    <a:pt x="13544" y="14246"/>
                  </a:lnTo>
                  <a:lnTo>
                    <a:pt x="13229" y="14130"/>
                  </a:lnTo>
                  <a:lnTo>
                    <a:pt x="13031" y="13840"/>
                  </a:lnTo>
                  <a:lnTo>
                    <a:pt x="12873" y="13551"/>
                  </a:lnTo>
                  <a:lnTo>
                    <a:pt x="12834" y="13261"/>
                  </a:lnTo>
                  <a:lnTo>
                    <a:pt x="12834" y="13203"/>
                  </a:lnTo>
                  <a:lnTo>
                    <a:pt x="12715" y="12914"/>
                  </a:lnTo>
                  <a:lnTo>
                    <a:pt x="12557" y="12566"/>
                  </a:lnTo>
                  <a:lnTo>
                    <a:pt x="12439" y="12450"/>
                  </a:lnTo>
                  <a:lnTo>
                    <a:pt x="12399" y="12392"/>
                  </a:lnTo>
                  <a:lnTo>
                    <a:pt x="12320" y="12392"/>
                  </a:lnTo>
                  <a:lnTo>
                    <a:pt x="12281" y="12161"/>
                  </a:lnTo>
                  <a:lnTo>
                    <a:pt x="12202" y="11929"/>
                  </a:lnTo>
                  <a:lnTo>
                    <a:pt x="12162" y="11871"/>
                  </a:lnTo>
                  <a:lnTo>
                    <a:pt x="12004" y="11929"/>
                  </a:lnTo>
                  <a:lnTo>
                    <a:pt x="11886" y="11871"/>
                  </a:lnTo>
                  <a:lnTo>
                    <a:pt x="11807" y="11813"/>
                  </a:lnTo>
                  <a:lnTo>
                    <a:pt x="11728" y="11640"/>
                  </a:lnTo>
                  <a:lnTo>
                    <a:pt x="11688" y="11524"/>
                  </a:lnTo>
                  <a:lnTo>
                    <a:pt x="11688" y="11350"/>
                  </a:lnTo>
                  <a:lnTo>
                    <a:pt x="11649" y="11234"/>
                  </a:lnTo>
                  <a:lnTo>
                    <a:pt x="11649" y="11118"/>
                  </a:lnTo>
                  <a:lnTo>
                    <a:pt x="11688" y="10771"/>
                  </a:lnTo>
                  <a:lnTo>
                    <a:pt x="11807" y="10366"/>
                  </a:lnTo>
                  <a:lnTo>
                    <a:pt x="12004" y="9902"/>
                  </a:lnTo>
                  <a:lnTo>
                    <a:pt x="12202" y="9555"/>
                  </a:lnTo>
                  <a:lnTo>
                    <a:pt x="12320" y="9265"/>
                  </a:lnTo>
                  <a:lnTo>
                    <a:pt x="12399" y="9208"/>
                  </a:lnTo>
                  <a:lnTo>
                    <a:pt x="12518" y="9150"/>
                  </a:lnTo>
                  <a:lnTo>
                    <a:pt x="12715" y="8860"/>
                  </a:lnTo>
                  <a:lnTo>
                    <a:pt x="12715" y="8802"/>
                  </a:lnTo>
                  <a:lnTo>
                    <a:pt x="12755" y="8744"/>
                  </a:lnTo>
                  <a:lnTo>
                    <a:pt x="12715" y="8628"/>
                  </a:lnTo>
                  <a:lnTo>
                    <a:pt x="12715" y="8571"/>
                  </a:lnTo>
                  <a:lnTo>
                    <a:pt x="12755" y="8513"/>
                  </a:lnTo>
                  <a:lnTo>
                    <a:pt x="12755" y="8455"/>
                  </a:lnTo>
                  <a:lnTo>
                    <a:pt x="12834" y="8455"/>
                  </a:lnTo>
                  <a:lnTo>
                    <a:pt x="12873" y="8397"/>
                  </a:lnTo>
                  <a:lnTo>
                    <a:pt x="12952" y="8455"/>
                  </a:lnTo>
                  <a:lnTo>
                    <a:pt x="13071" y="8455"/>
                  </a:lnTo>
                  <a:lnTo>
                    <a:pt x="13229" y="8571"/>
                  </a:lnTo>
                  <a:lnTo>
                    <a:pt x="13268" y="8571"/>
                  </a:lnTo>
                  <a:lnTo>
                    <a:pt x="13307" y="8628"/>
                  </a:lnTo>
                  <a:lnTo>
                    <a:pt x="13386" y="8455"/>
                  </a:lnTo>
                  <a:lnTo>
                    <a:pt x="13465" y="8165"/>
                  </a:lnTo>
                  <a:lnTo>
                    <a:pt x="13465" y="7702"/>
                  </a:lnTo>
                  <a:lnTo>
                    <a:pt x="13505" y="7239"/>
                  </a:lnTo>
                  <a:lnTo>
                    <a:pt x="13623" y="6891"/>
                  </a:lnTo>
                  <a:lnTo>
                    <a:pt x="13781" y="6660"/>
                  </a:lnTo>
                  <a:lnTo>
                    <a:pt x="13821" y="6544"/>
                  </a:lnTo>
                  <a:lnTo>
                    <a:pt x="13860" y="6370"/>
                  </a:lnTo>
                  <a:lnTo>
                    <a:pt x="13900" y="6312"/>
                  </a:lnTo>
                  <a:lnTo>
                    <a:pt x="13900" y="6254"/>
                  </a:lnTo>
                  <a:lnTo>
                    <a:pt x="13860" y="6196"/>
                  </a:lnTo>
                  <a:lnTo>
                    <a:pt x="13821" y="6196"/>
                  </a:lnTo>
                  <a:lnTo>
                    <a:pt x="13781" y="6254"/>
                  </a:lnTo>
                  <a:lnTo>
                    <a:pt x="13189" y="5791"/>
                  </a:lnTo>
                  <a:lnTo>
                    <a:pt x="13189" y="5675"/>
                  </a:lnTo>
                  <a:lnTo>
                    <a:pt x="13229" y="5675"/>
                  </a:lnTo>
                  <a:lnTo>
                    <a:pt x="13268" y="5617"/>
                  </a:lnTo>
                  <a:lnTo>
                    <a:pt x="13426" y="5617"/>
                  </a:lnTo>
                  <a:lnTo>
                    <a:pt x="13505" y="5675"/>
                  </a:lnTo>
                  <a:lnTo>
                    <a:pt x="13663" y="5675"/>
                  </a:lnTo>
                  <a:lnTo>
                    <a:pt x="13702" y="5733"/>
                  </a:lnTo>
                  <a:lnTo>
                    <a:pt x="13742" y="5733"/>
                  </a:lnTo>
                  <a:lnTo>
                    <a:pt x="13821" y="5675"/>
                  </a:lnTo>
                  <a:lnTo>
                    <a:pt x="13900" y="5675"/>
                  </a:lnTo>
                  <a:lnTo>
                    <a:pt x="14018" y="5733"/>
                  </a:lnTo>
                  <a:lnTo>
                    <a:pt x="14137" y="5733"/>
                  </a:lnTo>
                  <a:lnTo>
                    <a:pt x="14216" y="5791"/>
                  </a:lnTo>
                  <a:lnTo>
                    <a:pt x="14295" y="5791"/>
                  </a:lnTo>
                  <a:lnTo>
                    <a:pt x="14334" y="5849"/>
                  </a:lnTo>
                  <a:lnTo>
                    <a:pt x="14453" y="5501"/>
                  </a:lnTo>
                  <a:lnTo>
                    <a:pt x="14571" y="5617"/>
                  </a:lnTo>
                  <a:lnTo>
                    <a:pt x="14769" y="5617"/>
                  </a:lnTo>
                  <a:lnTo>
                    <a:pt x="14848" y="5559"/>
                  </a:lnTo>
                  <a:lnTo>
                    <a:pt x="14887" y="5501"/>
                  </a:lnTo>
                  <a:lnTo>
                    <a:pt x="14927" y="5501"/>
                  </a:lnTo>
                  <a:lnTo>
                    <a:pt x="15124" y="4922"/>
                  </a:lnTo>
                  <a:lnTo>
                    <a:pt x="15203" y="4864"/>
                  </a:lnTo>
                  <a:lnTo>
                    <a:pt x="15242" y="4806"/>
                  </a:lnTo>
                  <a:lnTo>
                    <a:pt x="15242" y="4691"/>
                  </a:lnTo>
                  <a:lnTo>
                    <a:pt x="15282" y="4517"/>
                  </a:lnTo>
                  <a:lnTo>
                    <a:pt x="15282" y="4401"/>
                  </a:lnTo>
                  <a:lnTo>
                    <a:pt x="15203" y="4054"/>
                  </a:lnTo>
                  <a:lnTo>
                    <a:pt x="15163" y="3996"/>
                  </a:lnTo>
                  <a:lnTo>
                    <a:pt x="15084" y="3938"/>
                  </a:lnTo>
                  <a:lnTo>
                    <a:pt x="15045" y="3880"/>
                  </a:lnTo>
                  <a:lnTo>
                    <a:pt x="14966" y="3822"/>
                  </a:lnTo>
                  <a:lnTo>
                    <a:pt x="14927" y="3706"/>
                  </a:lnTo>
                  <a:lnTo>
                    <a:pt x="14927" y="3475"/>
                  </a:lnTo>
                  <a:lnTo>
                    <a:pt x="14966" y="3417"/>
                  </a:lnTo>
                  <a:lnTo>
                    <a:pt x="15084" y="3301"/>
                  </a:lnTo>
                  <a:lnTo>
                    <a:pt x="15203" y="3301"/>
                  </a:lnTo>
                  <a:lnTo>
                    <a:pt x="15282" y="3185"/>
                  </a:lnTo>
                  <a:lnTo>
                    <a:pt x="15282" y="2953"/>
                  </a:lnTo>
                  <a:lnTo>
                    <a:pt x="15203" y="2838"/>
                  </a:lnTo>
                  <a:lnTo>
                    <a:pt x="15124" y="2780"/>
                  </a:lnTo>
                  <a:lnTo>
                    <a:pt x="15084" y="2722"/>
                  </a:lnTo>
                  <a:lnTo>
                    <a:pt x="15045" y="2722"/>
                  </a:lnTo>
                  <a:lnTo>
                    <a:pt x="15005" y="2780"/>
                  </a:lnTo>
                  <a:lnTo>
                    <a:pt x="14966" y="2085"/>
                  </a:lnTo>
                  <a:lnTo>
                    <a:pt x="14887" y="2143"/>
                  </a:lnTo>
                  <a:lnTo>
                    <a:pt x="14690" y="2143"/>
                  </a:lnTo>
                  <a:lnTo>
                    <a:pt x="14532" y="2027"/>
                  </a:lnTo>
                  <a:lnTo>
                    <a:pt x="14413" y="2027"/>
                  </a:lnTo>
                  <a:lnTo>
                    <a:pt x="14492" y="2895"/>
                  </a:lnTo>
                  <a:lnTo>
                    <a:pt x="14374" y="3069"/>
                  </a:lnTo>
                  <a:lnTo>
                    <a:pt x="14334" y="3243"/>
                  </a:lnTo>
                  <a:lnTo>
                    <a:pt x="14255" y="3475"/>
                  </a:lnTo>
                  <a:lnTo>
                    <a:pt x="14176" y="3822"/>
                  </a:lnTo>
                  <a:lnTo>
                    <a:pt x="14176" y="3880"/>
                  </a:lnTo>
                  <a:lnTo>
                    <a:pt x="14097" y="3996"/>
                  </a:lnTo>
                  <a:lnTo>
                    <a:pt x="14018" y="4054"/>
                  </a:lnTo>
                  <a:lnTo>
                    <a:pt x="13979" y="3996"/>
                  </a:lnTo>
                  <a:lnTo>
                    <a:pt x="13900" y="3938"/>
                  </a:lnTo>
                  <a:lnTo>
                    <a:pt x="13821" y="3822"/>
                  </a:lnTo>
                  <a:lnTo>
                    <a:pt x="13742" y="2838"/>
                  </a:lnTo>
                  <a:lnTo>
                    <a:pt x="13702" y="2780"/>
                  </a:lnTo>
                  <a:lnTo>
                    <a:pt x="13702" y="2722"/>
                  </a:lnTo>
                  <a:lnTo>
                    <a:pt x="13663" y="2664"/>
                  </a:lnTo>
                  <a:lnTo>
                    <a:pt x="13663" y="2722"/>
                  </a:lnTo>
                  <a:lnTo>
                    <a:pt x="13623" y="2780"/>
                  </a:lnTo>
                  <a:lnTo>
                    <a:pt x="13584" y="2953"/>
                  </a:lnTo>
                  <a:lnTo>
                    <a:pt x="13544" y="3011"/>
                  </a:lnTo>
                  <a:lnTo>
                    <a:pt x="13544" y="3069"/>
                  </a:lnTo>
                  <a:lnTo>
                    <a:pt x="13347" y="3359"/>
                  </a:lnTo>
                  <a:lnTo>
                    <a:pt x="13307" y="3359"/>
                  </a:lnTo>
                  <a:lnTo>
                    <a:pt x="13268" y="3301"/>
                  </a:lnTo>
                  <a:lnTo>
                    <a:pt x="13229" y="3185"/>
                  </a:lnTo>
                  <a:lnTo>
                    <a:pt x="13229" y="2838"/>
                  </a:lnTo>
                  <a:lnTo>
                    <a:pt x="13189" y="2780"/>
                  </a:lnTo>
                  <a:lnTo>
                    <a:pt x="13150" y="2780"/>
                  </a:lnTo>
                  <a:lnTo>
                    <a:pt x="13110" y="2838"/>
                  </a:lnTo>
                  <a:lnTo>
                    <a:pt x="13071" y="2838"/>
                  </a:lnTo>
                  <a:lnTo>
                    <a:pt x="13031" y="2895"/>
                  </a:lnTo>
                  <a:lnTo>
                    <a:pt x="12913" y="2895"/>
                  </a:lnTo>
                  <a:lnTo>
                    <a:pt x="12873" y="2838"/>
                  </a:lnTo>
                  <a:lnTo>
                    <a:pt x="12794" y="2780"/>
                  </a:lnTo>
                  <a:lnTo>
                    <a:pt x="12715" y="2664"/>
                  </a:lnTo>
                  <a:lnTo>
                    <a:pt x="12715" y="2606"/>
                  </a:lnTo>
                  <a:lnTo>
                    <a:pt x="12755" y="2548"/>
                  </a:lnTo>
                  <a:lnTo>
                    <a:pt x="12834" y="2201"/>
                  </a:lnTo>
                  <a:lnTo>
                    <a:pt x="12834" y="1679"/>
                  </a:lnTo>
                  <a:lnTo>
                    <a:pt x="12794" y="1621"/>
                  </a:lnTo>
                  <a:lnTo>
                    <a:pt x="12715" y="1390"/>
                  </a:lnTo>
                  <a:lnTo>
                    <a:pt x="12715" y="1216"/>
                  </a:lnTo>
                  <a:lnTo>
                    <a:pt x="12676" y="984"/>
                  </a:lnTo>
                  <a:lnTo>
                    <a:pt x="12597" y="753"/>
                  </a:lnTo>
                  <a:lnTo>
                    <a:pt x="12478" y="463"/>
                  </a:lnTo>
                  <a:lnTo>
                    <a:pt x="12320" y="232"/>
                  </a:lnTo>
                  <a:lnTo>
                    <a:pt x="12281" y="58"/>
                  </a:lnTo>
                  <a:lnTo>
                    <a:pt x="12241" y="0"/>
                  </a:lnTo>
                  <a:lnTo>
                    <a:pt x="12123" y="0"/>
                  </a:lnTo>
                  <a:lnTo>
                    <a:pt x="12044" y="116"/>
                  </a:lnTo>
                  <a:lnTo>
                    <a:pt x="12004" y="116"/>
                  </a:lnTo>
                  <a:lnTo>
                    <a:pt x="11925" y="174"/>
                  </a:lnTo>
                  <a:lnTo>
                    <a:pt x="11925" y="290"/>
                  </a:lnTo>
                  <a:lnTo>
                    <a:pt x="11886" y="405"/>
                  </a:lnTo>
                  <a:lnTo>
                    <a:pt x="11886" y="579"/>
                  </a:lnTo>
                  <a:lnTo>
                    <a:pt x="11846" y="637"/>
                  </a:lnTo>
                  <a:lnTo>
                    <a:pt x="11846" y="695"/>
                  </a:lnTo>
                  <a:lnTo>
                    <a:pt x="11728" y="811"/>
                  </a:lnTo>
                  <a:lnTo>
                    <a:pt x="11649" y="984"/>
                  </a:lnTo>
                  <a:lnTo>
                    <a:pt x="11610" y="1158"/>
                  </a:lnTo>
                  <a:lnTo>
                    <a:pt x="11610" y="1506"/>
                  </a:lnTo>
                  <a:lnTo>
                    <a:pt x="11649" y="1969"/>
                  </a:lnTo>
                  <a:lnTo>
                    <a:pt x="11807" y="2258"/>
                  </a:lnTo>
                  <a:lnTo>
                    <a:pt x="11965" y="2432"/>
                  </a:lnTo>
                  <a:lnTo>
                    <a:pt x="12083" y="2490"/>
                  </a:lnTo>
                  <a:lnTo>
                    <a:pt x="12162" y="2548"/>
                  </a:lnTo>
                  <a:lnTo>
                    <a:pt x="12044" y="2664"/>
                  </a:lnTo>
                  <a:lnTo>
                    <a:pt x="12004" y="2838"/>
                  </a:lnTo>
                  <a:lnTo>
                    <a:pt x="12004" y="2953"/>
                  </a:lnTo>
                  <a:lnTo>
                    <a:pt x="12044" y="3069"/>
                  </a:lnTo>
                  <a:lnTo>
                    <a:pt x="12202" y="3301"/>
                  </a:lnTo>
                  <a:lnTo>
                    <a:pt x="12281" y="3301"/>
                  </a:lnTo>
                  <a:lnTo>
                    <a:pt x="12320" y="3359"/>
                  </a:lnTo>
                  <a:lnTo>
                    <a:pt x="12399" y="3417"/>
                  </a:lnTo>
                  <a:lnTo>
                    <a:pt x="12439" y="3475"/>
                  </a:lnTo>
                  <a:lnTo>
                    <a:pt x="12439" y="3706"/>
                  </a:lnTo>
                  <a:lnTo>
                    <a:pt x="12320" y="3880"/>
                  </a:lnTo>
                  <a:lnTo>
                    <a:pt x="12123" y="4054"/>
                  </a:lnTo>
                  <a:lnTo>
                    <a:pt x="11965" y="4227"/>
                  </a:lnTo>
                  <a:lnTo>
                    <a:pt x="11728" y="4401"/>
                  </a:lnTo>
                  <a:lnTo>
                    <a:pt x="11610" y="4343"/>
                  </a:lnTo>
                  <a:lnTo>
                    <a:pt x="11491" y="4343"/>
                  </a:lnTo>
                  <a:lnTo>
                    <a:pt x="11491" y="4285"/>
                  </a:lnTo>
                  <a:lnTo>
                    <a:pt x="11531" y="3590"/>
                  </a:lnTo>
                  <a:lnTo>
                    <a:pt x="10978" y="3590"/>
                  </a:lnTo>
                  <a:lnTo>
                    <a:pt x="10899" y="3706"/>
                  </a:lnTo>
                  <a:lnTo>
                    <a:pt x="10938" y="3996"/>
                  </a:lnTo>
                  <a:lnTo>
                    <a:pt x="10938" y="4169"/>
                  </a:lnTo>
                  <a:lnTo>
                    <a:pt x="10899" y="4285"/>
                  </a:lnTo>
                  <a:lnTo>
                    <a:pt x="10899" y="4401"/>
                  </a:lnTo>
                  <a:lnTo>
                    <a:pt x="10741" y="4401"/>
                  </a:lnTo>
                  <a:lnTo>
                    <a:pt x="10741" y="4343"/>
                  </a:lnTo>
                  <a:lnTo>
                    <a:pt x="10701" y="4343"/>
                  </a:lnTo>
                  <a:lnTo>
                    <a:pt x="10583" y="4227"/>
                  </a:lnTo>
                  <a:lnTo>
                    <a:pt x="10504" y="4169"/>
                  </a:lnTo>
                  <a:lnTo>
                    <a:pt x="10385" y="4169"/>
                  </a:lnTo>
                  <a:lnTo>
                    <a:pt x="10306" y="4285"/>
                  </a:lnTo>
                  <a:lnTo>
                    <a:pt x="10188" y="4401"/>
                  </a:lnTo>
                  <a:lnTo>
                    <a:pt x="10109" y="4459"/>
                  </a:lnTo>
                  <a:lnTo>
                    <a:pt x="9990" y="4459"/>
                  </a:lnTo>
                  <a:lnTo>
                    <a:pt x="9872" y="4285"/>
                  </a:lnTo>
                  <a:lnTo>
                    <a:pt x="9872" y="4227"/>
                  </a:lnTo>
                  <a:lnTo>
                    <a:pt x="9833" y="4054"/>
                  </a:lnTo>
                  <a:lnTo>
                    <a:pt x="9714" y="3880"/>
                  </a:lnTo>
                  <a:lnTo>
                    <a:pt x="9556" y="3880"/>
                  </a:lnTo>
                  <a:lnTo>
                    <a:pt x="9517" y="3938"/>
                  </a:lnTo>
                  <a:lnTo>
                    <a:pt x="9359" y="3822"/>
                  </a:lnTo>
                  <a:lnTo>
                    <a:pt x="9240" y="3764"/>
                  </a:lnTo>
                  <a:lnTo>
                    <a:pt x="9201" y="3648"/>
                  </a:lnTo>
                  <a:lnTo>
                    <a:pt x="9161" y="3590"/>
                  </a:lnTo>
                  <a:lnTo>
                    <a:pt x="9161" y="3475"/>
                  </a:lnTo>
                  <a:lnTo>
                    <a:pt x="9122" y="3301"/>
                  </a:lnTo>
                  <a:lnTo>
                    <a:pt x="9082" y="3185"/>
                  </a:lnTo>
                  <a:lnTo>
                    <a:pt x="9043" y="3127"/>
                  </a:lnTo>
                  <a:lnTo>
                    <a:pt x="8924" y="3127"/>
                  </a:lnTo>
                  <a:lnTo>
                    <a:pt x="8885" y="3185"/>
                  </a:lnTo>
                  <a:lnTo>
                    <a:pt x="8687" y="3185"/>
                  </a:lnTo>
                  <a:lnTo>
                    <a:pt x="8569" y="3243"/>
                  </a:lnTo>
                  <a:lnTo>
                    <a:pt x="8411" y="3359"/>
                  </a:lnTo>
                  <a:lnTo>
                    <a:pt x="8371" y="3475"/>
                  </a:lnTo>
                  <a:lnTo>
                    <a:pt x="8371" y="3938"/>
                  </a:lnTo>
                  <a:lnTo>
                    <a:pt x="8450" y="3996"/>
                  </a:lnTo>
                  <a:lnTo>
                    <a:pt x="8490" y="4112"/>
                  </a:lnTo>
                  <a:lnTo>
                    <a:pt x="8490" y="4169"/>
                  </a:lnTo>
                  <a:lnTo>
                    <a:pt x="8450" y="4285"/>
                  </a:lnTo>
                  <a:lnTo>
                    <a:pt x="8411" y="4343"/>
                  </a:lnTo>
                  <a:lnTo>
                    <a:pt x="8411" y="4401"/>
                  </a:lnTo>
                  <a:lnTo>
                    <a:pt x="8371" y="4401"/>
                  </a:lnTo>
                  <a:lnTo>
                    <a:pt x="8371" y="5154"/>
                  </a:lnTo>
                  <a:lnTo>
                    <a:pt x="8332" y="5270"/>
                  </a:lnTo>
                  <a:lnTo>
                    <a:pt x="8332" y="5386"/>
                  </a:lnTo>
                  <a:lnTo>
                    <a:pt x="8293" y="5386"/>
                  </a:lnTo>
                  <a:lnTo>
                    <a:pt x="8174" y="4980"/>
                  </a:lnTo>
                  <a:lnTo>
                    <a:pt x="8016" y="4575"/>
                  </a:lnTo>
                  <a:lnTo>
                    <a:pt x="7898" y="4169"/>
                  </a:lnTo>
                  <a:lnTo>
                    <a:pt x="7740" y="3938"/>
                  </a:lnTo>
                  <a:lnTo>
                    <a:pt x="7661" y="4054"/>
                  </a:lnTo>
                  <a:lnTo>
                    <a:pt x="7621" y="4169"/>
                  </a:lnTo>
                  <a:lnTo>
                    <a:pt x="7621" y="4285"/>
                  </a:lnTo>
                  <a:lnTo>
                    <a:pt x="7582" y="4343"/>
                  </a:lnTo>
                  <a:lnTo>
                    <a:pt x="7582" y="4401"/>
                  </a:lnTo>
                  <a:lnTo>
                    <a:pt x="7503" y="4285"/>
                  </a:lnTo>
                  <a:lnTo>
                    <a:pt x="7147" y="4285"/>
                  </a:lnTo>
                  <a:lnTo>
                    <a:pt x="7068" y="4343"/>
                  </a:lnTo>
                  <a:lnTo>
                    <a:pt x="6871" y="4343"/>
                  </a:lnTo>
                  <a:lnTo>
                    <a:pt x="6752" y="4285"/>
                  </a:lnTo>
                  <a:lnTo>
                    <a:pt x="6713" y="4285"/>
                  </a:lnTo>
                  <a:lnTo>
                    <a:pt x="6634" y="4169"/>
                  </a:lnTo>
                  <a:lnTo>
                    <a:pt x="6634" y="4112"/>
                  </a:lnTo>
                  <a:lnTo>
                    <a:pt x="6673" y="4054"/>
                  </a:lnTo>
                  <a:lnTo>
                    <a:pt x="6713" y="4054"/>
                  </a:lnTo>
                  <a:lnTo>
                    <a:pt x="6752" y="3996"/>
                  </a:lnTo>
                  <a:lnTo>
                    <a:pt x="6831" y="3764"/>
                  </a:lnTo>
                  <a:lnTo>
                    <a:pt x="6910" y="3590"/>
                  </a:lnTo>
                  <a:lnTo>
                    <a:pt x="6910" y="3359"/>
                  </a:lnTo>
                  <a:lnTo>
                    <a:pt x="6871" y="3243"/>
                  </a:lnTo>
                  <a:lnTo>
                    <a:pt x="6792" y="3127"/>
                  </a:lnTo>
                  <a:lnTo>
                    <a:pt x="6752" y="3127"/>
                  </a:lnTo>
                  <a:lnTo>
                    <a:pt x="6713" y="3069"/>
                  </a:lnTo>
                  <a:lnTo>
                    <a:pt x="6595" y="2953"/>
                  </a:lnTo>
                  <a:lnTo>
                    <a:pt x="6516" y="2838"/>
                  </a:lnTo>
                  <a:lnTo>
                    <a:pt x="6476" y="2838"/>
                  </a:lnTo>
                  <a:lnTo>
                    <a:pt x="6476" y="2895"/>
                  </a:lnTo>
                  <a:lnTo>
                    <a:pt x="6437" y="2895"/>
                  </a:lnTo>
                  <a:lnTo>
                    <a:pt x="6437" y="3011"/>
                  </a:lnTo>
                  <a:lnTo>
                    <a:pt x="6476" y="3011"/>
                  </a:lnTo>
                  <a:lnTo>
                    <a:pt x="6476" y="3185"/>
                  </a:lnTo>
                  <a:lnTo>
                    <a:pt x="6437" y="3243"/>
                  </a:lnTo>
                  <a:lnTo>
                    <a:pt x="6437" y="3301"/>
                  </a:lnTo>
                  <a:lnTo>
                    <a:pt x="6397" y="3301"/>
                  </a:lnTo>
                  <a:lnTo>
                    <a:pt x="6358" y="3243"/>
                  </a:lnTo>
                  <a:lnTo>
                    <a:pt x="6318" y="3243"/>
                  </a:lnTo>
                  <a:lnTo>
                    <a:pt x="6239" y="3127"/>
                  </a:lnTo>
                  <a:lnTo>
                    <a:pt x="5884" y="2722"/>
                  </a:lnTo>
                  <a:lnTo>
                    <a:pt x="5568" y="2432"/>
                  </a:lnTo>
                  <a:lnTo>
                    <a:pt x="5291" y="2258"/>
                  </a:lnTo>
                  <a:lnTo>
                    <a:pt x="5173" y="2201"/>
                  </a:lnTo>
                  <a:lnTo>
                    <a:pt x="4976" y="2143"/>
                  </a:lnTo>
                  <a:lnTo>
                    <a:pt x="4818" y="2085"/>
                  </a:lnTo>
                  <a:lnTo>
                    <a:pt x="4660" y="1969"/>
                  </a:lnTo>
                  <a:lnTo>
                    <a:pt x="4620" y="1911"/>
                  </a:lnTo>
                  <a:lnTo>
                    <a:pt x="4581" y="1911"/>
                  </a:lnTo>
                  <a:lnTo>
                    <a:pt x="4502" y="1795"/>
                  </a:lnTo>
                  <a:lnTo>
                    <a:pt x="4383" y="1795"/>
                  </a:lnTo>
                  <a:lnTo>
                    <a:pt x="4383" y="1853"/>
                  </a:lnTo>
                  <a:lnTo>
                    <a:pt x="4344" y="1911"/>
                  </a:lnTo>
                  <a:lnTo>
                    <a:pt x="4344" y="2085"/>
                  </a:lnTo>
                  <a:lnTo>
                    <a:pt x="4383" y="2143"/>
                  </a:lnTo>
                  <a:lnTo>
                    <a:pt x="4383" y="2201"/>
                  </a:lnTo>
                  <a:lnTo>
                    <a:pt x="4344" y="2316"/>
                  </a:lnTo>
                  <a:lnTo>
                    <a:pt x="4265" y="2432"/>
                  </a:lnTo>
                  <a:lnTo>
                    <a:pt x="4225" y="2374"/>
                  </a:lnTo>
                  <a:lnTo>
                    <a:pt x="4186" y="2374"/>
                  </a:lnTo>
                  <a:lnTo>
                    <a:pt x="4186" y="2316"/>
                  </a:lnTo>
                  <a:lnTo>
                    <a:pt x="4107" y="2085"/>
                  </a:lnTo>
                  <a:lnTo>
                    <a:pt x="3949" y="1737"/>
                  </a:lnTo>
                  <a:lnTo>
                    <a:pt x="3830" y="1506"/>
                  </a:lnTo>
                  <a:lnTo>
                    <a:pt x="3672" y="1274"/>
                  </a:lnTo>
                  <a:lnTo>
                    <a:pt x="3554" y="1274"/>
                  </a:lnTo>
                  <a:lnTo>
                    <a:pt x="3514" y="1332"/>
                  </a:lnTo>
                  <a:lnTo>
                    <a:pt x="3554" y="1390"/>
                  </a:lnTo>
                  <a:lnTo>
                    <a:pt x="3554" y="1506"/>
                  </a:lnTo>
                  <a:lnTo>
                    <a:pt x="3593" y="1564"/>
                  </a:lnTo>
                  <a:lnTo>
                    <a:pt x="3593" y="1621"/>
                  </a:lnTo>
                  <a:lnTo>
                    <a:pt x="3554" y="1795"/>
                  </a:lnTo>
                  <a:lnTo>
                    <a:pt x="3514" y="1911"/>
                  </a:lnTo>
                  <a:lnTo>
                    <a:pt x="3475" y="1969"/>
                  </a:lnTo>
                  <a:lnTo>
                    <a:pt x="3435" y="1969"/>
                  </a:lnTo>
                  <a:lnTo>
                    <a:pt x="3356" y="1911"/>
                  </a:lnTo>
                  <a:lnTo>
                    <a:pt x="3278" y="1795"/>
                  </a:lnTo>
                  <a:lnTo>
                    <a:pt x="3278" y="1737"/>
                  </a:lnTo>
                  <a:lnTo>
                    <a:pt x="3199" y="1679"/>
                  </a:lnTo>
                  <a:lnTo>
                    <a:pt x="3080" y="1679"/>
                  </a:lnTo>
                  <a:lnTo>
                    <a:pt x="3001" y="1737"/>
                  </a:lnTo>
                  <a:lnTo>
                    <a:pt x="2962" y="1795"/>
                  </a:lnTo>
                  <a:lnTo>
                    <a:pt x="2962" y="1853"/>
                  </a:lnTo>
                  <a:lnTo>
                    <a:pt x="2922" y="1911"/>
                  </a:lnTo>
                  <a:lnTo>
                    <a:pt x="2843" y="1969"/>
                  </a:lnTo>
                  <a:lnTo>
                    <a:pt x="2804" y="2085"/>
                  </a:lnTo>
                  <a:lnTo>
                    <a:pt x="2725" y="2143"/>
                  </a:lnTo>
                  <a:lnTo>
                    <a:pt x="2685" y="2201"/>
                  </a:lnTo>
                  <a:lnTo>
                    <a:pt x="2646" y="2201"/>
                  </a:lnTo>
                  <a:lnTo>
                    <a:pt x="2448" y="2258"/>
                  </a:lnTo>
                  <a:lnTo>
                    <a:pt x="2211" y="2432"/>
                  </a:lnTo>
                  <a:lnTo>
                    <a:pt x="2014" y="2664"/>
                  </a:lnTo>
                  <a:lnTo>
                    <a:pt x="1895" y="2838"/>
                  </a:lnTo>
                  <a:lnTo>
                    <a:pt x="1816" y="2895"/>
                  </a:lnTo>
                  <a:lnTo>
                    <a:pt x="1580" y="3127"/>
                  </a:lnTo>
                  <a:lnTo>
                    <a:pt x="1343" y="3127"/>
                  </a:lnTo>
                  <a:lnTo>
                    <a:pt x="1185" y="2895"/>
                  </a:lnTo>
                  <a:lnTo>
                    <a:pt x="1027" y="2722"/>
                  </a:lnTo>
                  <a:lnTo>
                    <a:pt x="829" y="2548"/>
                  </a:lnTo>
                  <a:lnTo>
                    <a:pt x="671" y="2432"/>
                  </a:lnTo>
                  <a:lnTo>
                    <a:pt x="632" y="2374"/>
                  </a:lnTo>
                  <a:lnTo>
                    <a:pt x="434" y="2316"/>
                  </a:lnTo>
                  <a:lnTo>
                    <a:pt x="39" y="2085"/>
                  </a:lnTo>
                  <a:lnTo>
                    <a:pt x="0" y="2085"/>
                  </a:lnTo>
                  <a:lnTo>
                    <a:pt x="0" y="10539"/>
                  </a:lnTo>
                  <a:lnTo>
                    <a:pt x="237" y="10539"/>
                  </a:lnTo>
                  <a:lnTo>
                    <a:pt x="395" y="10713"/>
                  </a:lnTo>
                  <a:lnTo>
                    <a:pt x="592" y="10887"/>
                  </a:lnTo>
                  <a:lnTo>
                    <a:pt x="987" y="11350"/>
                  </a:lnTo>
                  <a:lnTo>
                    <a:pt x="1145" y="11524"/>
                  </a:lnTo>
                  <a:lnTo>
                    <a:pt x="1185" y="11582"/>
                  </a:lnTo>
                  <a:lnTo>
                    <a:pt x="1264" y="11582"/>
                  </a:lnTo>
                  <a:lnTo>
                    <a:pt x="1382" y="11466"/>
                  </a:lnTo>
                  <a:lnTo>
                    <a:pt x="1461" y="11408"/>
                  </a:lnTo>
                  <a:lnTo>
                    <a:pt x="1580" y="11234"/>
                  </a:lnTo>
                  <a:lnTo>
                    <a:pt x="1619" y="11234"/>
                  </a:lnTo>
                  <a:lnTo>
                    <a:pt x="1737" y="11350"/>
                  </a:lnTo>
                  <a:lnTo>
                    <a:pt x="1895" y="11640"/>
                  </a:lnTo>
                  <a:lnTo>
                    <a:pt x="2093" y="11987"/>
                  </a:lnTo>
                  <a:lnTo>
                    <a:pt x="2290" y="12392"/>
                  </a:lnTo>
                  <a:lnTo>
                    <a:pt x="2448" y="12740"/>
                  </a:lnTo>
                  <a:lnTo>
                    <a:pt x="2567" y="12972"/>
                  </a:lnTo>
                  <a:lnTo>
                    <a:pt x="2685" y="13319"/>
                  </a:lnTo>
                  <a:lnTo>
                    <a:pt x="2764" y="13493"/>
                  </a:lnTo>
                  <a:lnTo>
                    <a:pt x="3001" y="13840"/>
                  </a:lnTo>
                  <a:lnTo>
                    <a:pt x="3041" y="13840"/>
                  </a:lnTo>
                  <a:lnTo>
                    <a:pt x="3041" y="14072"/>
                  </a:lnTo>
                  <a:lnTo>
                    <a:pt x="3001" y="14361"/>
                  </a:lnTo>
                  <a:lnTo>
                    <a:pt x="2962" y="14709"/>
                  </a:lnTo>
                  <a:lnTo>
                    <a:pt x="2922" y="14940"/>
                  </a:lnTo>
                  <a:lnTo>
                    <a:pt x="2883" y="15056"/>
                  </a:lnTo>
                  <a:lnTo>
                    <a:pt x="2883" y="15404"/>
                  </a:lnTo>
                  <a:lnTo>
                    <a:pt x="2922" y="15520"/>
                  </a:lnTo>
                  <a:lnTo>
                    <a:pt x="2962" y="15577"/>
                  </a:lnTo>
                  <a:lnTo>
                    <a:pt x="2962" y="15635"/>
                  </a:lnTo>
                  <a:lnTo>
                    <a:pt x="3080" y="15693"/>
                  </a:lnTo>
                  <a:lnTo>
                    <a:pt x="3159" y="15867"/>
                  </a:lnTo>
                  <a:lnTo>
                    <a:pt x="3238" y="15983"/>
                  </a:lnTo>
                  <a:lnTo>
                    <a:pt x="3278" y="16157"/>
                  </a:lnTo>
                  <a:lnTo>
                    <a:pt x="3317" y="16272"/>
                  </a:lnTo>
                  <a:lnTo>
                    <a:pt x="3356" y="16446"/>
                  </a:lnTo>
                  <a:lnTo>
                    <a:pt x="3396" y="16504"/>
                  </a:lnTo>
                  <a:lnTo>
                    <a:pt x="3396" y="16562"/>
                  </a:lnTo>
                  <a:lnTo>
                    <a:pt x="3712" y="16909"/>
                  </a:lnTo>
                  <a:lnTo>
                    <a:pt x="3949" y="17199"/>
                  </a:lnTo>
                  <a:lnTo>
                    <a:pt x="4146" y="17315"/>
                  </a:lnTo>
                  <a:lnTo>
                    <a:pt x="4225" y="17373"/>
                  </a:lnTo>
                  <a:lnTo>
                    <a:pt x="4344" y="17546"/>
                  </a:lnTo>
                  <a:lnTo>
                    <a:pt x="4502" y="17894"/>
                  </a:lnTo>
                  <a:lnTo>
                    <a:pt x="4541" y="18010"/>
                  </a:lnTo>
                  <a:lnTo>
                    <a:pt x="4541" y="18125"/>
                  </a:lnTo>
                  <a:lnTo>
                    <a:pt x="11688" y="18125"/>
                  </a:lnTo>
                  <a:lnTo>
                    <a:pt x="11925" y="18415"/>
                  </a:lnTo>
                  <a:lnTo>
                    <a:pt x="12399" y="18473"/>
                  </a:lnTo>
                  <a:lnTo>
                    <a:pt x="12439" y="18589"/>
                  </a:lnTo>
                  <a:lnTo>
                    <a:pt x="12597" y="18705"/>
                  </a:lnTo>
                  <a:lnTo>
                    <a:pt x="12755" y="18705"/>
                  </a:lnTo>
                  <a:lnTo>
                    <a:pt x="12992" y="18589"/>
                  </a:lnTo>
                  <a:lnTo>
                    <a:pt x="13150" y="18473"/>
                  </a:lnTo>
                  <a:lnTo>
                    <a:pt x="13189" y="18415"/>
                  </a:lnTo>
                  <a:lnTo>
                    <a:pt x="13189" y="18357"/>
                  </a:lnTo>
                  <a:lnTo>
                    <a:pt x="13465" y="18299"/>
                  </a:lnTo>
                  <a:lnTo>
                    <a:pt x="13702" y="18357"/>
                  </a:lnTo>
                  <a:lnTo>
                    <a:pt x="13860" y="18473"/>
                  </a:lnTo>
                  <a:lnTo>
                    <a:pt x="13939" y="18647"/>
                  </a:lnTo>
                  <a:lnTo>
                    <a:pt x="13979" y="18705"/>
                  </a:lnTo>
                  <a:lnTo>
                    <a:pt x="14137" y="18705"/>
                  </a:lnTo>
                  <a:lnTo>
                    <a:pt x="14295" y="18820"/>
                  </a:lnTo>
                  <a:lnTo>
                    <a:pt x="14334" y="18878"/>
                  </a:lnTo>
                  <a:lnTo>
                    <a:pt x="14334" y="18994"/>
                  </a:lnTo>
                  <a:lnTo>
                    <a:pt x="14295" y="19052"/>
                  </a:lnTo>
                  <a:lnTo>
                    <a:pt x="14295" y="19110"/>
                  </a:lnTo>
                  <a:lnTo>
                    <a:pt x="14334" y="19342"/>
                  </a:lnTo>
                  <a:lnTo>
                    <a:pt x="14374" y="19515"/>
                  </a:lnTo>
                  <a:lnTo>
                    <a:pt x="14769" y="19515"/>
                  </a:lnTo>
                  <a:lnTo>
                    <a:pt x="14848" y="19457"/>
                  </a:lnTo>
                  <a:lnTo>
                    <a:pt x="15045" y="19457"/>
                  </a:lnTo>
                  <a:lnTo>
                    <a:pt x="15163" y="19515"/>
                  </a:lnTo>
                  <a:lnTo>
                    <a:pt x="15321" y="19631"/>
                  </a:lnTo>
                  <a:lnTo>
                    <a:pt x="15400" y="19747"/>
                  </a:lnTo>
                  <a:lnTo>
                    <a:pt x="15479" y="19805"/>
                  </a:lnTo>
                  <a:lnTo>
                    <a:pt x="15598" y="19979"/>
                  </a:lnTo>
                  <a:lnTo>
                    <a:pt x="15598" y="20036"/>
                  </a:lnTo>
                  <a:lnTo>
                    <a:pt x="15558" y="20094"/>
                  </a:lnTo>
                  <a:lnTo>
                    <a:pt x="15598" y="20210"/>
                  </a:lnTo>
                  <a:lnTo>
                    <a:pt x="15479" y="20384"/>
                  </a:lnTo>
                  <a:lnTo>
                    <a:pt x="15400" y="20384"/>
                  </a:lnTo>
                  <a:lnTo>
                    <a:pt x="15361" y="20326"/>
                  </a:lnTo>
                  <a:lnTo>
                    <a:pt x="15203" y="20326"/>
                  </a:lnTo>
                  <a:lnTo>
                    <a:pt x="15084" y="20152"/>
                  </a:lnTo>
                  <a:lnTo>
                    <a:pt x="15124" y="20268"/>
                  </a:lnTo>
                  <a:lnTo>
                    <a:pt x="15124" y="20326"/>
                  </a:lnTo>
                  <a:lnTo>
                    <a:pt x="15163" y="20442"/>
                  </a:lnTo>
                  <a:lnTo>
                    <a:pt x="15124" y="20616"/>
                  </a:lnTo>
                  <a:lnTo>
                    <a:pt x="15124" y="20731"/>
                  </a:lnTo>
                  <a:lnTo>
                    <a:pt x="15045" y="20789"/>
                  </a:lnTo>
                  <a:lnTo>
                    <a:pt x="15005" y="20789"/>
                  </a:lnTo>
                  <a:lnTo>
                    <a:pt x="14848" y="20905"/>
                  </a:lnTo>
                  <a:lnTo>
                    <a:pt x="14808" y="20963"/>
                  </a:lnTo>
                  <a:lnTo>
                    <a:pt x="14808" y="21021"/>
                  </a:lnTo>
                  <a:lnTo>
                    <a:pt x="14848" y="21079"/>
                  </a:lnTo>
                  <a:lnTo>
                    <a:pt x="14848" y="21137"/>
                  </a:lnTo>
                  <a:lnTo>
                    <a:pt x="14887" y="21137"/>
                  </a:lnTo>
                  <a:lnTo>
                    <a:pt x="14927" y="21195"/>
                  </a:lnTo>
                  <a:lnTo>
                    <a:pt x="14966" y="21310"/>
                  </a:lnTo>
                  <a:lnTo>
                    <a:pt x="14927" y="21368"/>
                  </a:lnTo>
                  <a:lnTo>
                    <a:pt x="14927" y="21426"/>
                  </a:lnTo>
                  <a:lnTo>
                    <a:pt x="14887" y="21426"/>
                  </a:lnTo>
                  <a:lnTo>
                    <a:pt x="14769" y="21600"/>
                  </a:lnTo>
                  <a:lnTo>
                    <a:pt x="14887" y="21600"/>
                  </a:lnTo>
                  <a:lnTo>
                    <a:pt x="15005" y="21542"/>
                  </a:lnTo>
                  <a:lnTo>
                    <a:pt x="15203" y="21253"/>
                  </a:lnTo>
                  <a:lnTo>
                    <a:pt x="15203" y="21137"/>
                  </a:lnTo>
                  <a:lnTo>
                    <a:pt x="15242" y="21079"/>
                  </a:lnTo>
                  <a:lnTo>
                    <a:pt x="15282" y="20963"/>
                  </a:lnTo>
                  <a:lnTo>
                    <a:pt x="15321" y="20905"/>
                  </a:lnTo>
                  <a:lnTo>
                    <a:pt x="15795" y="20905"/>
                  </a:lnTo>
                  <a:lnTo>
                    <a:pt x="15756" y="20847"/>
                  </a:lnTo>
                  <a:lnTo>
                    <a:pt x="15756" y="20673"/>
                  </a:lnTo>
                  <a:lnTo>
                    <a:pt x="15874" y="20500"/>
                  </a:lnTo>
                  <a:lnTo>
                    <a:pt x="15914" y="20384"/>
                  </a:lnTo>
                  <a:lnTo>
                    <a:pt x="15993" y="20268"/>
                  </a:lnTo>
                  <a:lnTo>
                    <a:pt x="16072" y="20210"/>
                  </a:lnTo>
                  <a:lnTo>
                    <a:pt x="16190" y="20152"/>
                  </a:lnTo>
                  <a:lnTo>
                    <a:pt x="16546" y="20152"/>
                  </a:lnTo>
                  <a:lnTo>
                    <a:pt x="16585" y="20210"/>
                  </a:lnTo>
                  <a:lnTo>
                    <a:pt x="16624" y="20210"/>
                  </a:lnTo>
                  <a:lnTo>
                    <a:pt x="16703" y="20268"/>
                  </a:lnTo>
                  <a:lnTo>
                    <a:pt x="16743" y="20268"/>
                  </a:lnTo>
                  <a:lnTo>
                    <a:pt x="16782" y="20326"/>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431" name="Shape 431"/>
            <p:cNvSpPr/>
            <p:nvPr/>
          </p:nvSpPr>
          <p:spPr>
            <a:xfrm>
              <a:off x="11532399" y="1822487"/>
              <a:ext cx="2104579" cy="2130515"/>
            </a:xfrm>
            <a:custGeom>
              <a:avLst/>
              <a:gdLst/>
              <a:ahLst/>
              <a:cxnLst>
                <a:cxn ang="0">
                  <a:pos x="wd2" y="hd2"/>
                </a:cxn>
                <a:cxn ang="5400000">
                  <a:pos x="wd2" y="hd2"/>
                </a:cxn>
                <a:cxn ang="10800000">
                  <a:pos x="wd2" y="hd2"/>
                </a:cxn>
                <a:cxn ang="16200000">
                  <a:pos x="wd2" y="hd2"/>
                </a:cxn>
              </a:cxnLst>
              <a:rect l="0" t="0" r="r" b="b"/>
              <a:pathLst>
                <a:path w="21600" h="21600" extrusionOk="0">
                  <a:moveTo>
                    <a:pt x="14839" y="2169"/>
                  </a:moveTo>
                  <a:lnTo>
                    <a:pt x="14663" y="1995"/>
                  </a:lnTo>
                  <a:lnTo>
                    <a:pt x="14576" y="1995"/>
                  </a:lnTo>
                  <a:lnTo>
                    <a:pt x="14400" y="1908"/>
                  </a:lnTo>
                  <a:lnTo>
                    <a:pt x="13961" y="1908"/>
                  </a:lnTo>
                  <a:lnTo>
                    <a:pt x="13610" y="2082"/>
                  </a:lnTo>
                  <a:lnTo>
                    <a:pt x="13171" y="2082"/>
                  </a:lnTo>
                  <a:lnTo>
                    <a:pt x="12644" y="1908"/>
                  </a:lnTo>
                  <a:lnTo>
                    <a:pt x="12380" y="1735"/>
                  </a:lnTo>
                  <a:lnTo>
                    <a:pt x="11941" y="1735"/>
                  </a:lnTo>
                  <a:lnTo>
                    <a:pt x="11590" y="1561"/>
                  </a:lnTo>
                  <a:lnTo>
                    <a:pt x="11502" y="1388"/>
                  </a:lnTo>
                  <a:lnTo>
                    <a:pt x="11415" y="1301"/>
                  </a:lnTo>
                  <a:lnTo>
                    <a:pt x="11327" y="1301"/>
                  </a:lnTo>
                  <a:lnTo>
                    <a:pt x="10976" y="1128"/>
                  </a:lnTo>
                  <a:lnTo>
                    <a:pt x="10712" y="1128"/>
                  </a:lnTo>
                  <a:lnTo>
                    <a:pt x="10624" y="1041"/>
                  </a:lnTo>
                  <a:lnTo>
                    <a:pt x="10537" y="1041"/>
                  </a:lnTo>
                  <a:lnTo>
                    <a:pt x="10361" y="954"/>
                  </a:lnTo>
                  <a:lnTo>
                    <a:pt x="10273" y="867"/>
                  </a:lnTo>
                  <a:lnTo>
                    <a:pt x="10098" y="954"/>
                  </a:lnTo>
                  <a:lnTo>
                    <a:pt x="10010" y="1128"/>
                  </a:lnTo>
                  <a:lnTo>
                    <a:pt x="10098" y="1214"/>
                  </a:lnTo>
                  <a:lnTo>
                    <a:pt x="10098" y="1561"/>
                  </a:lnTo>
                  <a:lnTo>
                    <a:pt x="9834" y="1561"/>
                  </a:lnTo>
                  <a:lnTo>
                    <a:pt x="9132" y="867"/>
                  </a:lnTo>
                  <a:lnTo>
                    <a:pt x="8693" y="694"/>
                  </a:lnTo>
                  <a:lnTo>
                    <a:pt x="8254" y="434"/>
                  </a:lnTo>
                  <a:lnTo>
                    <a:pt x="7727" y="173"/>
                  </a:lnTo>
                  <a:lnTo>
                    <a:pt x="7551" y="173"/>
                  </a:lnTo>
                  <a:lnTo>
                    <a:pt x="7200" y="0"/>
                  </a:lnTo>
                  <a:lnTo>
                    <a:pt x="6585" y="0"/>
                  </a:lnTo>
                  <a:lnTo>
                    <a:pt x="5883" y="173"/>
                  </a:lnTo>
                  <a:lnTo>
                    <a:pt x="5620" y="347"/>
                  </a:lnTo>
                  <a:lnTo>
                    <a:pt x="5356" y="434"/>
                  </a:lnTo>
                  <a:lnTo>
                    <a:pt x="5180" y="520"/>
                  </a:lnTo>
                  <a:lnTo>
                    <a:pt x="4566" y="520"/>
                  </a:lnTo>
                  <a:lnTo>
                    <a:pt x="4390" y="607"/>
                  </a:lnTo>
                  <a:lnTo>
                    <a:pt x="4127" y="694"/>
                  </a:lnTo>
                  <a:lnTo>
                    <a:pt x="3863" y="867"/>
                  </a:lnTo>
                  <a:lnTo>
                    <a:pt x="3776" y="954"/>
                  </a:lnTo>
                  <a:lnTo>
                    <a:pt x="3688" y="1214"/>
                  </a:lnTo>
                  <a:lnTo>
                    <a:pt x="2985" y="2602"/>
                  </a:lnTo>
                  <a:lnTo>
                    <a:pt x="2546" y="3036"/>
                  </a:lnTo>
                  <a:lnTo>
                    <a:pt x="2195" y="3210"/>
                  </a:lnTo>
                  <a:lnTo>
                    <a:pt x="1668" y="3296"/>
                  </a:lnTo>
                  <a:lnTo>
                    <a:pt x="1229" y="3383"/>
                  </a:lnTo>
                  <a:lnTo>
                    <a:pt x="878" y="3643"/>
                  </a:lnTo>
                  <a:lnTo>
                    <a:pt x="790" y="3990"/>
                  </a:lnTo>
                  <a:lnTo>
                    <a:pt x="790" y="4251"/>
                  </a:lnTo>
                  <a:lnTo>
                    <a:pt x="966" y="4598"/>
                  </a:lnTo>
                  <a:lnTo>
                    <a:pt x="1141" y="4771"/>
                  </a:lnTo>
                  <a:lnTo>
                    <a:pt x="1405" y="4945"/>
                  </a:lnTo>
                  <a:lnTo>
                    <a:pt x="2107" y="5639"/>
                  </a:lnTo>
                  <a:lnTo>
                    <a:pt x="2634" y="6246"/>
                  </a:lnTo>
                  <a:lnTo>
                    <a:pt x="3073" y="6766"/>
                  </a:lnTo>
                  <a:lnTo>
                    <a:pt x="3337" y="7287"/>
                  </a:lnTo>
                  <a:lnTo>
                    <a:pt x="3161" y="7720"/>
                  </a:lnTo>
                  <a:lnTo>
                    <a:pt x="2985" y="7807"/>
                  </a:lnTo>
                  <a:lnTo>
                    <a:pt x="2722" y="7807"/>
                  </a:lnTo>
                  <a:lnTo>
                    <a:pt x="2371" y="7634"/>
                  </a:lnTo>
                  <a:lnTo>
                    <a:pt x="2283" y="7460"/>
                  </a:lnTo>
                  <a:lnTo>
                    <a:pt x="2195" y="7373"/>
                  </a:lnTo>
                  <a:lnTo>
                    <a:pt x="2020" y="7287"/>
                  </a:lnTo>
                  <a:lnTo>
                    <a:pt x="1493" y="7287"/>
                  </a:lnTo>
                  <a:lnTo>
                    <a:pt x="878" y="7460"/>
                  </a:lnTo>
                  <a:lnTo>
                    <a:pt x="351" y="7894"/>
                  </a:lnTo>
                  <a:lnTo>
                    <a:pt x="88" y="8328"/>
                  </a:lnTo>
                  <a:lnTo>
                    <a:pt x="0" y="8675"/>
                  </a:lnTo>
                  <a:lnTo>
                    <a:pt x="0" y="9022"/>
                  </a:lnTo>
                  <a:lnTo>
                    <a:pt x="351" y="9369"/>
                  </a:lnTo>
                  <a:lnTo>
                    <a:pt x="1141" y="9802"/>
                  </a:lnTo>
                  <a:lnTo>
                    <a:pt x="1932" y="10063"/>
                  </a:lnTo>
                  <a:lnTo>
                    <a:pt x="2722" y="9889"/>
                  </a:lnTo>
                  <a:lnTo>
                    <a:pt x="2810" y="9889"/>
                  </a:lnTo>
                  <a:lnTo>
                    <a:pt x="2898" y="9802"/>
                  </a:lnTo>
                  <a:lnTo>
                    <a:pt x="3249" y="9629"/>
                  </a:lnTo>
                  <a:lnTo>
                    <a:pt x="3424" y="9629"/>
                  </a:lnTo>
                  <a:lnTo>
                    <a:pt x="3600" y="9542"/>
                  </a:lnTo>
                  <a:lnTo>
                    <a:pt x="3776" y="9542"/>
                  </a:lnTo>
                  <a:lnTo>
                    <a:pt x="3951" y="9716"/>
                  </a:lnTo>
                  <a:lnTo>
                    <a:pt x="3776" y="9889"/>
                  </a:lnTo>
                  <a:lnTo>
                    <a:pt x="3776" y="9976"/>
                  </a:lnTo>
                  <a:lnTo>
                    <a:pt x="3688" y="10149"/>
                  </a:lnTo>
                  <a:lnTo>
                    <a:pt x="3776" y="10236"/>
                  </a:lnTo>
                  <a:lnTo>
                    <a:pt x="3863" y="10410"/>
                  </a:lnTo>
                  <a:lnTo>
                    <a:pt x="3951" y="10496"/>
                  </a:lnTo>
                  <a:lnTo>
                    <a:pt x="4039" y="10670"/>
                  </a:lnTo>
                  <a:lnTo>
                    <a:pt x="4039" y="10757"/>
                  </a:lnTo>
                  <a:lnTo>
                    <a:pt x="3951" y="10930"/>
                  </a:lnTo>
                  <a:lnTo>
                    <a:pt x="3776" y="11104"/>
                  </a:lnTo>
                  <a:lnTo>
                    <a:pt x="3337" y="11277"/>
                  </a:lnTo>
                  <a:lnTo>
                    <a:pt x="2810" y="11537"/>
                  </a:lnTo>
                  <a:lnTo>
                    <a:pt x="2459" y="11884"/>
                  </a:lnTo>
                  <a:lnTo>
                    <a:pt x="2283" y="12318"/>
                  </a:lnTo>
                  <a:lnTo>
                    <a:pt x="2371" y="12318"/>
                  </a:lnTo>
                  <a:lnTo>
                    <a:pt x="2283" y="12318"/>
                  </a:lnTo>
                  <a:lnTo>
                    <a:pt x="2283" y="12405"/>
                  </a:lnTo>
                  <a:lnTo>
                    <a:pt x="1932" y="12578"/>
                  </a:lnTo>
                  <a:lnTo>
                    <a:pt x="1580" y="12839"/>
                  </a:lnTo>
                  <a:lnTo>
                    <a:pt x="1229" y="13012"/>
                  </a:lnTo>
                  <a:lnTo>
                    <a:pt x="966" y="13186"/>
                  </a:lnTo>
                  <a:lnTo>
                    <a:pt x="790" y="13359"/>
                  </a:lnTo>
                  <a:lnTo>
                    <a:pt x="615" y="13706"/>
                  </a:lnTo>
                  <a:lnTo>
                    <a:pt x="702" y="13880"/>
                  </a:lnTo>
                  <a:lnTo>
                    <a:pt x="966" y="14053"/>
                  </a:lnTo>
                  <a:lnTo>
                    <a:pt x="966" y="14140"/>
                  </a:lnTo>
                  <a:lnTo>
                    <a:pt x="1054" y="14140"/>
                  </a:lnTo>
                  <a:lnTo>
                    <a:pt x="1229" y="14227"/>
                  </a:lnTo>
                  <a:lnTo>
                    <a:pt x="1493" y="14313"/>
                  </a:lnTo>
                  <a:lnTo>
                    <a:pt x="1668" y="14400"/>
                  </a:lnTo>
                  <a:lnTo>
                    <a:pt x="1668" y="15267"/>
                  </a:lnTo>
                  <a:lnTo>
                    <a:pt x="1844" y="15528"/>
                  </a:lnTo>
                  <a:lnTo>
                    <a:pt x="2107" y="15701"/>
                  </a:lnTo>
                  <a:lnTo>
                    <a:pt x="2985" y="15701"/>
                  </a:lnTo>
                  <a:lnTo>
                    <a:pt x="2985" y="15788"/>
                  </a:lnTo>
                  <a:lnTo>
                    <a:pt x="3073" y="15875"/>
                  </a:lnTo>
                  <a:lnTo>
                    <a:pt x="3073" y="16048"/>
                  </a:lnTo>
                  <a:lnTo>
                    <a:pt x="3161" y="16222"/>
                  </a:lnTo>
                  <a:lnTo>
                    <a:pt x="3249" y="16482"/>
                  </a:lnTo>
                  <a:lnTo>
                    <a:pt x="3249" y="16742"/>
                  </a:lnTo>
                  <a:lnTo>
                    <a:pt x="3337" y="16829"/>
                  </a:lnTo>
                  <a:lnTo>
                    <a:pt x="3600" y="16829"/>
                  </a:lnTo>
                  <a:lnTo>
                    <a:pt x="3776" y="16742"/>
                  </a:lnTo>
                  <a:lnTo>
                    <a:pt x="3951" y="16569"/>
                  </a:lnTo>
                  <a:lnTo>
                    <a:pt x="4215" y="16569"/>
                  </a:lnTo>
                  <a:lnTo>
                    <a:pt x="4302" y="16655"/>
                  </a:lnTo>
                  <a:lnTo>
                    <a:pt x="4302" y="16829"/>
                  </a:lnTo>
                  <a:lnTo>
                    <a:pt x="4390" y="16916"/>
                  </a:lnTo>
                  <a:lnTo>
                    <a:pt x="4390" y="17002"/>
                  </a:lnTo>
                  <a:lnTo>
                    <a:pt x="4654" y="17263"/>
                  </a:lnTo>
                  <a:lnTo>
                    <a:pt x="4829" y="17263"/>
                  </a:lnTo>
                  <a:lnTo>
                    <a:pt x="5093" y="17176"/>
                  </a:lnTo>
                  <a:lnTo>
                    <a:pt x="5268" y="17002"/>
                  </a:lnTo>
                  <a:lnTo>
                    <a:pt x="5356" y="17002"/>
                  </a:lnTo>
                  <a:lnTo>
                    <a:pt x="5532" y="16829"/>
                  </a:lnTo>
                  <a:lnTo>
                    <a:pt x="5620" y="16655"/>
                  </a:lnTo>
                  <a:lnTo>
                    <a:pt x="5707" y="16569"/>
                  </a:lnTo>
                  <a:lnTo>
                    <a:pt x="5883" y="16482"/>
                  </a:lnTo>
                  <a:lnTo>
                    <a:pt x="6059" y="16482"/>
                  </a:lnTo>
                  <a:lnTo>
                    <a:pt x="6059" y="16829"/>
                  </a:lnTo>
                  <a:lnTo>
                    <a:pt x="5971" y="17176"/>
                  </a:lnTo>
                  <a:lnTo>
                    <a:pt x="5795" y="17696"/>
                  </a:lnTo>
                  <a:lnTo>
                    <a:pt x="5532" y="18130"/>
                  </a:lnTo>
                  <a:lnTo>
                    <a:pt x="5356" y="18217"/>
                  </a:lnTo>
                  <a:lnTo>
                    <a:pt x="5005" y="18477"/>
                  </a:lnTo>
                  <a:lnTo>
                    <a:pt x="4566" y="18824"/>
                  </a:lnTo>
                  <a:lnTo>
                    <a:pt x="4127" y="19258"/>
                  </a:lnTo>
                  <a:lnTo>
                    <a:pt x="3776" y="19692"/>
                  </a:lnTo>
                  <a:lnTo>
                    <a:pt x="3688" y="19778"/>
                  </a:lnTo>
                  <a:lnTo>
                    <a:pt x="3600" y="19778"/>
                  </a:lnTo>
                  <a:lnTo>
                    <a:pt x="3424" y="19865"/>
                  </a:lnTo>
                  <a:lnTo>
                    <a:pt x="3249" y="20039"/>
                  </a:lnTo>
                  <a:lnTo>
                    <a:pt x="2985" y="20125"/>
                  </a:lnTo>
                  <a:lnTo>
                    <a:pt x="2810" y="20386"/>
                  </a:lnTo>
                  <a:lnTo>
                    <a:pt x="2722" y="20559"/>
                  </a:lnTo>
                  <a:lnTo>
                    <a:pt x="2810" y="20559"/>
                  </a:lnTo>
                  <a:lnTo>
                    <a:pt x="2898" y="20472"/>
                  </a:lnTo>
                  <a:lnTo>
                    <a:pt x="3424" y="20299"/>
                  </a:lnTo>
                  <a:lnTo>
                    <a:pt x="4127" y="20125"/>
                  </a:lnTo>
                  <a:lnTo>
                    <a:pt x="4654" y="19865"/>
                  </a:lnTo>
                  <a:lnTo>
                    <a:pt x="5268" y="19518"/>
                  </a:lnTo>
                  <a:lnTo>
                    <a:pt x="5883" y="18911"/>
                  </a:lnTo>
                  <a:lnTo>
                    <a:pt x="6498" y="18390"/>
                  </a:lnTo>
                  <a:lnTo>
                    <a:pt x="7024" y="17870"/>
                  </a:lnTo>
                  <a:lnTo>
                    <a:pt x="7376" y="17696"/>
                  </a:lnTo>
                  <a:lnTo>
                    <a:pt x="7551" y="17523"/>
                  </a:lnTo>
                  <a:lnTo>
                    <a:pt x="7727" y="17436"/>
                  </a:lnTo>
                  <a:lnTo>
                    <a:pt x="8078" y="17089"/>
                  </a:lnTo>
                  <a:lnTo>
                    <a:pt x="8166" y="16916"/>
                  </a:lnTo>
                  <a:lnTo>
                    <a:pt x="7990" y="16569"/>
                  </a:lnTo>
                  <a:lnTo>
                    <a:pt x="7902" y="16569"/>
                  </a:lnTo>
                  <a:lnTo>
                    <a:pt x="7815" y="16482"/>
                  </a:lnTo>
                  <a:lnTo>
                    <a:pt x="7815" y="16395"/>
                  </a:lnTo>
                  <a:lnTo>
                    <a:pt x="7727" y="16308"/>
                  </a:lnTo>
                  <a:lnTo>
                    <a:pt x="7815" y="16222"/>
                  </a:lnTo>
                  <a:lnTo>
                    <a:pt x="7990" y="16135"/>
                  </a:lnTo>
                  <a:lnTo>
                    <a:pt x="8254" y="15614"/>
                  </a:lnTo>
                  <a:lnTo>
                    <a:pt x="8780" y="14747"/>
                  </a:lnTo>
                  <a:lnTo>
                    <a:pt x="8956" y="14227"/>
                  </a:lnTo>
                  <a:lnTo>
                    <a:pt x="9044" y="14140"/>
                  </a:lnTo>
                  <a:lnTo>
                    <a:pt x="9395" y="13966"/>
                  </a:lnTo>
                  <a:lnTo>
                    <a:pt x="9922" y="13793"/>
                  </a:lnTo>
                  <a:lnTo>
                    <a:pt x="10712" y="13793"/>
                  </a:lnTo>
                  <a:lnTo>
                    <a:pt x="10888" y="13966"/>
                  </a:lnTo>
                  <a:lnTo>
                    <a:pt x="10976" y="13966"/>
                  </a:lnTo>
                  <a:lnTo>
                    <a:pt x="11063" y="14053"/>
                  </a:lnTo>
                  <a:lnTo>
                    <a:pt x="11063" y="14140"/>
                  </a:lnTo>
                  <a:lnTo>
                    <a:pt x="10888" y="14227"/>
                  </a:lnTo>
                  <a:lnTo>
                    <a:pt x="10712" y="14227"/>
                  </a:lnTo>
                  <a:lnTo>
                    <a:pt x="9659" y="14573"/>
                  </a:lnTo>
                  <a:lnTo>
                    <a:pt x="9307" y="15007"/>
                  </a:lnTo>
                  <a:lnTo>
                    <a:pt x="9307" y="15181"/>
                  </a:lnTo>
                  <a:lnTo>
                    <a:pt x="9132" y="15528"/>
                  </a:lnTo>
                  <a:lnTo>
                    <a:pt x="9044" y="15614"/>
                  </a:lnTo>
                  <a:lnTo>
                    <a:pt x="9044" y="16048"/>
                  </a:lnTo>
                  <a:lnTo>
                    <a:pt x="9132" y="16135"/>
                  </a:lnTo>
                  <a:lnTo>
                    <a:pt x="9132" y="16308"/>
                  </a:lnTo>
                  <a:lnTo>
                    <a:pt x="9659" y="16308"/>
                  </a:lnTo>
                  <a:lnTo>
                    <a:pt x="9659" y="16222"/>
                  </a:lnTo>
                  <a:lnTo>
                    <a:pt x="10185" y="15961"/>
                  </a:lnTo>
                  <a:lnTo>
                    <a:pt x="10361" y="15788"/>
                  </a:lnTo>
                  <a:lnTo>
                    <a:pt x="10624" y="15614"/>
                  </a:lnTo>
                  <a:lnTo>
                    <a:pt x="10888" y="15354"/>
                  </a:lnTo>
                  <a:lnTo>
                    <a:pt x="10976" y="15181"/>
                  </a:lnTo>
                  <a:lnTo>
                    <a:pt x="10976" y="15007"/>
                  </a:lnTo>
                  <a:lnTo>
                    <a:pt x="11063" y="14920"/>
                  </a:lnTo>
                  <a:lnTo>
                    <a:pt x="11063" y="14747"/>
                  </a:lnTo>
                  <a:lnTo>
                    <a:pt x="11151" y="14660"/>
                  </a:lnTo>
                  <a:lnTo>
                    <a:pt x="11239" y="14487"/>
                  </a:lnTo>
                  <a:lnTo>
                    <a:pt x="11327" y="14487"/>
                  </a:lnTo>
                  <a:lnTo>
                    <a:pt x="11502" y="14400"/>
                  </a:lnTo>
                  <a:lnTo>
                    <a:pt x="11678" y="14487"/>
                  </a:lnTo>
                  <a:lnTo>
                    <a:pt x="11854" y="14660"/>
                  </a:lnTo>
                  <a:lnTo>
                    <a:pt x="12293" y="14660"/>
                  </a:lnTo>
                  <a:lnTo>
                    <a:pt x="12468" y="14747"/>
                  </a:lnTo>
                  <a:lnTo>
                    <a:pt x="12732" y="14834"/>
                  </a:lnTo>
                  <a:lnTo>
                    <a:pt x="12907" y="15007"/>
                  </a:lnTo>
                  <a:lnTo>
                    <a:pt x="12995" y="15181"/>
                  </a:lnTo>
                  <a:lnTo>
                    <a:pt x="13171" y="15267"/>
                  </a:lnTo>
                  <a:lnTo>
                    <a:pt x="13698" y="15354"/>
                  </a:lnTo>
                  <a:lnTo>
                    <a:pt x="14488" y="15528"/>
                  </a:lnTo>
                  <a:lnTo>
                    <a:pt x="14751" y="15528"/>
                  </a:lnTo>
                  <a:lnTo>
                    <a:pt x="14927" y="15701"/>
                  </a:lnTo>
                  <a:lnTo>
                    <a:pt x="15102" y="15788"/>
                  </a:lnTo>
                  <a:lnTo>
                    <a:pt x="15278" y="16048"/>
                  </a:lnTo>
                  <a:lnTo>
                    <a:pt x="15366" y="15961"/>
                  </a:lnTo>
                  <a:lnTo>
                    <a:pt x="15366" y="15875"/>
                  </a:lnTo>
                  <a:lnTo>
                    <a:pt x="15541" y="15788"/>
                  </a:lnTo>
                  <a:lnTo>
                    <a:pt x="15629" y="15701"/>
                  </a:lnTo>
                  <a:lnTo>
                    <a:pt x="15980" y="15701"/>
                  </a:lnTo>
                  <a:lnTo>
                    <a:pt x="16068" y="15875"/>
                  </a:lnTo>
                  <a:lnTo>
                    <a:pt x="16332" y="16135"/>
                  </a:lnTo>
                  <a:lnTo>
                    <a:pt x="16683" y="16569"/>
                  </a:lnTo>
                  <a:lnTo>
                    <a:pt x="17122" y="17002"/>
                  </a:lnTo>
                  <a:lnTo>
                    <a:pt x="17473" y="17436"/>
                  </a:lnTo>
                  <a:lnTo>
                    <a:pt x="17824" y="17696"/>
                  </a:lnTo>
                  <a:lnTo>
                    <a:pt x="17912" y="17783"/>
                  </a:lnTo>
                  <a:lnTo>
                    <a:pt x="18615" y="16742"/>
                  </a:lnTo>
                  <a:lnTo>
                    <a:pt x="18702" y="16829"/>
                  </a:lnTo>
                  <a:lnTo>
                    <a:pt x="19229" y="17696"/>
                  </a:lnTo>
                  <a:lnTo>
                    <a:pt x="19405" y="18130"/>
                  </a:lnTo>
                  <a:lnTo>
                    <a:pt x="19493" y="18130"/>
                  </a:lnTo>
                  <a:lnTo>
                    <a:pt x="19580" y="18217"/>
                  </a:lnTo>
                  <a:lnTo>
                    <a:pt x="19668" y="18390"/>
                  </a:lnTo>
                  <a:lnTo>
                    <a:pt x="20020" y="18737"/>
                  </a:lnTo>
                  <a:lnTo>
                    <a:pt x="20107" y="18911"/>
                  </a:lnTo>
                  <a:lnTo>
                    <a:pt x="20107" y="19258"/>
                  </a:lnTo>
                  <a:lnTo>
                    <a:pt x="20195" y="19518"/>
                  </a:lnTo>
                  <a:lnTo>
                    <a:pt x="20283" y="19692"/>
                  </a:lnTo>
                  <a:lnTo>
                    <a:pt x="20459" y="19865"/>
                  </a:lnTo>
                  <a:lnTo>
                    <a:pt x="20459" y="20039"/>
                  </a:lnTo>
                  <a:lnTo>
                    <a:pt x="20722" y="20039"/>
                  </a:lnTo>
                  <a:lnTo>
                    <a:pt x="20898" y="19865"/>
                  </a:lnTo>
                  <a:lnTo>
                    <a:pt x="20898" y="19952"/>
                  </a:lnTo>
                  <a:lnTo>
                    <a:pt x="20985" y="19952"/>
                  </a:lnTo>
                  <a:lnTo>
                    <a:pt x="20985" y="20299"/>
                  </a:lnTo>
                  <a:lnTo>
                    <a:pt x="21073" y="20559"/>
                  </a:lnTo>
                  <a:lnTo>
                    <a:pt x="20985" y="20559"/>
                  </a:lnTo>
                  <a:lnTo>
                    <a:pt x="20985" y="20646"/>
                  </a:lnTo>
                  <a:lnTo>
                    <a:pt x="20898" y="20819"/>
                  </a:lnTo>
                  <a:lnTo>
                    <a:pt x="20898" y="21166"/>
                  </a:lnTo>
                  <a:lnTo>
                    <a:pt x="20985" y="21427"/>
                  </a:lnTo>
                  <a:lnTo>
                    <a:pt x="21073" y="21513"/>
                  </a:lnTo>
                  <a:lnTo>
                    <a:pt x="21249" y="21600"/>
                  </a:lnTo>
                  <a:lnTo>
                    <a:pt x="21337" y="21427"/>
                  </a:lnTo>
                  <a:lnTo>
                    <a:pt x="21424" y="21080"/>
                  </a:lnTo>
                  <a:lnTo>
                    <a:pt x="21512" y="20559"/>
                  </a:lnTo>
                  <a:lnTo>
                    <a:pt x="21600" y="20125"/>
                  </a:lnTo>
                  <a:lnTo>
                    <a:pt x="21600" y="19778"/>
                  </a:lnTo>
                  <a:lnTo>
                    <a:pt x="21512" y="19778"/>
                  </a:lnTo>
                  <a:lnTo>
                    <a:pt x="20985" y="19258"/>
                  </a:lnTo>
                  <a:lnTo>
                    <a:pt x="20810" y="18998"/>
                  </a:lnTo>
                  <a:lnTo>
                    <a:pt x="20546" y="18477"/>
                  </a:lnTo>
                  <a:lnTo>
                    <a:pt x="20283" y="18130"/>
                  </a:lnTo>
                  <a:lnTo>
                    <a:pt x="19932" y="17610"/>
                  </a:lnTo>
                  <a:lnTo>
                    <a:pt x="19493" y="17002"/>
                  </a:lnTo>
                  <a:lnTo>
                    <a:pt x="19054" y="16482"/>
                  </a:lnTo>
                  <a:lnTo>
                    <a:pt x="18702" y="16048"/>
                  </a:lnTo>
                  <a:lnTo>
                    <a:pt x="18439" y="15875"/>
                  </a:lnTo>
                  <a:lnTo>
                    <a:pt x="18351" y="15875"/>
                  </a:lnTo>
                  <a:lnTo>
                    <a:pt x="18088" y="16135"/>
                  </a:lnTo>
                  <a:lnTo>
                    <a:pt x="17912" y="16222"/>
                  </a:lnTo>
                  <a:lnTo>
                    <a:pt x="17649" y="16395"/>
                  </a:lnTo>
                  <a:lnTo>
                    <a:pt x="17473" y="16395"/>
                  </a:lnTo>
                  <a:lnTo>
                    <a:pt x="17385" y="16308"/>
                  </a:lnTo>
                  <a:lnTo>
                    <a:pt x="17034" y="16048"/>
                  </a:lnTo>
                  <a:lnTo>
                    <a:pt x="16156" y="15354"/>
                  </a:lnTo>
                  <a:lnTo>
                    <a:pt x="15717" y="15094"/>
                  </a:lnTo>
                  <a:lnTo>
                    <a:pt x="15366" y="14834"/>
                  </a:lnTo>
                  <a:lnTo>
                    <a:pt x="14839" y="14834"/>
                  </a:lnTo>
                  <a:lnTo>
                    <a:pt x="14839" y="2169"/>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432" name="Shape 432"/>
            <p:cNvSpPr/>
            <p:nvPr/>
          </p:nvSpPr>
          <p:spPr>
            <a:xfrm>
              <a:off x="13885076" y="4406482"/>
              <a:ext cx="3156868" cy="1728371"/>
            </a:xfrm>
            <a:custGeom>
              <a:avLst/>
              <a:gdLst/>
              <a:ahLst/>
              <a:cxnLst>
                <a:cxn ang="0">
                  <a:pos x="wd2" y="hd2"/>
                </a:cxn>
                <a:cxn ang="5400000">
                  <a:pos x="wd2" y="hd2"/>
                </a:cxn>
                <a:cxn ang="10800000">
                  <a:pos x="wd2" y="hd2"/>
                </a:cxn>
                <a:cxn ang="16200000">
                  <a:pos x="wd2" y="hd2"/>
                </a:cxn>
              </a:cxnLst>
              <a:rect l="0" t="0" r="r" b="b"/>
              <a:pathLst>
                <a:path w="21600" h="21600" extrusionOk="0">
                  <a:moveTo>
                    <a:pt x="18732" y="4063"/>
                  </a:moveTo>
                  <a:lnTo>
                    <a:pt x="19024" y="3422"/>
                  </a:lnTo>
                  <a:lnTo>
                    <a:pt x="19434" y="3101"/>
                  </a:lnTo>
                  <a:lnTo>
                    <a:pt x="19902" y="2887"/>
                  </a:lnTo>
                  <a:lnTo>
                    <a:pt x="20312" y="2780"/>
                  </a:lnTo>
                  <a:lnTo>
                    <a:pt x="20429" y="2780"/>
                  </a:lnTo>
                  <a:lnTo>
                    <a:pt x="20605" y="2246"/>
                  </a:lnTo>
                  <a:lnTo>
                    <a:pt x="20722" y="1925"/>
                  </a:lnTo>
                  <a:lnTo>
                    <a:pt x="20839" y="1711"/>
                  </a:lnTo>
                  <a:lnTo>
                    <a:pt x="21073" y="1497"/>
                  </a:lnTo>
                  <a:lnTo>
                    <a:pt x="21132" y="1497"/>
                  </a:lnTo>
                  <a:lnTo>
                    <a:pt x="21190" y="1604"/>
                  </a:lnTo>
                  <a:lnTo>
                    <a:pt x="21249" y="1604"/>
                  </a:lnTo>
                  <a:lnTo>
                    <a:pt x="21424" y="1711"/>
                  </a:lnTo>
                  <a:lnTo>
                    <a:pt x="21483" y="2139"/>
                  </a:lnTo>
                  <a:lnTo>
                    <a:pt x="21424" y="2566"/>
                  </a:lnTo>
                  <a:lnTo>
                    <a:pt x="21307" y="2994"/>
                  </a:lnTo>
                  <a:lnTo>
                    <a:pt x="21249" y="3315"/>
                  </a:lnTo>
                  <a:lnTo>
                    <a:pt x="21190" y="3422"/>
                  </a:lnTo>
                  <a:lnTo>
                    <a:pt x="21307" y="3636"/>
                  </a:lnTo>
                  <a:lnTo>
                    <a:pt x="21424" y="3743"/>
                  </a:lnTo>
                  <a:lnTo>
                    <a:pt x="21483" y="3850"/>
                  </a:lnTo>
                  <a:lnTo>
                    <a:pt x="21600" y="3956"/>
                  </a:lnTo>
                  <a:lnTo>
                    <a:pt x="21600" y="4063"/>
                  </a:lnTo>
                  <a:lnTo>
                    <a:pt x="21541" y="4063"/>
                  </a:lnTo>
                  <a:lnTo>
                    <a:pt x="21483" y="4170"/>
                  </a:lnTo>
                  <a:lnTo>
                    <a:pt x="21366" y="4277"/>
                  </a:lnTo>
                  <a:lnTo>
                    <a:pt x="21366" y="4384"/>
                  </a:lnTo>
                  <a:lnTo>
                    <a:pt x="21249" y="4384"/>
                  </a:lnTo>
                  <a:lnTo>
                    <a:pt x="21015" y="4598"/>
                  </a:lnTo>
                  <a:lnTo>
                    <a:pt x="20839" y="4598"/>
                  </a:lnTo>
                  <a:lnTo>
                    <a:pt x="20722" y="4705"/>
                  </a:lnTo>
                  <a:lnTo>
                    <a:pt x="20605" y="4919"/>
                  </a:lnTo>
                  <a:lnTo>
                    <a:pt x="20546" y="5133"/>
                  </a:lnTo>
                  <a:lnTo>
                    <a:pt x="20429" y="5347"/>
                  </a:lnTo>
                  <a:lnTo>
                    <a:pt x="20371" y="5560"/>
                  </a:lnTo>
                  <a:lnTo>
                    <a:pt x="20254" y="5667"/>
                  </a:lnTo>
                  <a:lnTo>
                    <a:pt x="20254" y="5774"/>
                  </a:lnTo>
                  <a:lnTo>
                    <a:pt x="20195" y="5774"/>
                  </a:lnTo>
                  <a:lnTo>
                    <a:pt x="19902" y="6309"/>
                  </a:lnTo>
                  <a:lnTo>
                    <a:pt x="19902" y="6630"/>
                  </a:lnTo>
                  <a:lnTo>
                    <a:pt x="20078" y="6630"/>
                  </a:lnTo>
                  <a:lnTo>
                    <a:pt x="20137" y="6737"/>
                  </a:lnTo>
                  <a:lnTo>
                    <a:pt x="20312" y="6737"/>
                  </a:lnTo>
                  <a:lnTo>
                    <a:pt x="20429" y="6844"/>
                  </a:lnTo>
                  <a:lnTo>
                    <a:pt x="20546" y="7057"/>
                  </a:lnTo>
                  <a:lnTo>
                    <a:pt x="20488" y="7164"/>
                  </a:lnTo>
                  <a:lnTo>
                    <a:pt x="20254" y="7378"/>
                  </a:lnTo>
                  <a:lnTo>
                    <a:pt x="19668" y="7378"/>
                  </a:lnTo>
                  <a:lnTo>
                    <a:pt x="19551" y="7485"/>
                  </a:lnTo>
                  <a:lnTo>
                    <a:pt x="19376" y="7592"/>
                  </a:lnTo>
                  <a:lnTo>
                    <a:pt x="19024" y="7592"/>
                  </a:lnTo>
                  <a:lnTo>
                    <a:pt x="18907" y="7485"/>
                  </a:lnTo>
                  <a:lnTo>
                    <a:pt x="18907" y="7592"/>
                  </a:lnTo>
                  <a:lnTo>
                    <a:pt x="18849" y="7592"/>
                  </a:lnTo>
                  <a:lnTo>
                    <a:pt x="18790" y="7699"/>
                  </a:lnTo>
                  <a:lnTo>
                    <a:pt x="18790" y="8020"/>
                  </a:lnTo>
                  <a:lnTo>
                    <a:pt x="18907" y="8127"/>
                  </a:lnTo>
                  <a:lnTo>
                    <a:pt x="18907" y="9731"/>
                  </a:lnTo>
                  <a:lnTo>
                    <a:pt x="18849" y="9945"/>
                  </a:lnTo>
                  <a:lnTo>
                    <a:pt x="18849" y="10158"/>
                  </a:lnTo>
                  <a:lnTo>
                    <a:pt x="18732" y="10372"/>
                  </a:lnTo>
                  <a:lnTo>
                    <a:pt x="18673" y="10265"/>
                  </a:lnTo>
                  <a:lnTo>
                    <a:pt x="18673" y="9838"/>
                  </a:lnTo>
                  <a:lnTo>
                    <a:pt x="18556" y="9410"/>
                  </a:lnTo>
                  <a:lnTo>
                    <a:pt x="18439" y="9838"/>
                  </a:lnTo>
                  <a:lnTo>
                    <a:pt x="18146" y="9410"/>
                  </a:lnTo>
                  <a:lnTo>
                    <a:pt x="18146" y="9731"/>
                  </a:lnTo>
                  <a:lnTo>
                    <a:pt x="18205" y="9945"/>
                  </a:lnTo>
                  <a:lnTo>
                    <a:pt x="18263" y="10051"/>
                  </a:lnTo>
                  <a:lnTo>
                    <a:pt x="18380" y="10479"/>
                  </a:lnTo>
                  <a:lnTo>
                    <a:pt x="18380" y="10800"/>
                  </a:lnTo>
                  <a:lnTo>
                    <a:pt x="18322" y="10800"/>
                  </a:lnTo>
                  <a:lnTo>
                    <a:pt x="18322" y="10907"/>
                  </a:lnTo>
                  <a:lnTo>
                    <a:pt x="18263" y="10907"/>
                  </a:lnTo>
                  <a:lnTo>
                    <a:pt x="18146" y="11014"/>
                  </a:lnTo>
                  <a:lnTo>
                    <a:pt x="17912" y="11014"/>
                  </a:lnTo>
                  <a:lnTo>
                    <a:pt x="17912" y="11121"/>
                  </a:lnTo>
                  <a:lnTo>
                    <a:pt x="17971" y="11228"/>
                  </a:lnTo>
                  <a:lnTo>
                    <a:pt x="17971" y="11442"/>
                  </a:lnTo>
                  <a:lnTo>
                    <a:pt x="18029" y="11655"/>
                  </a:lnTo>
                  <a:lnTo>
                    <a:pt x="18088" y="12083"/>
                  </a:lnTo>
                  <a:lnTo>
                    <a:pt x="18146" y="12190"/>
                  </a:lnTo>
                  <a:lnTo>
                    <a:pt x="18205" y="12190"/>
                  </a:lnTo>
                  <a:lnTo>
                    <a:pt x="18263" y="12297"/>
                  </a:lnTo>
                  <a:lnTo>
                    <a:pt x="18263" y="12511"/>
                  </a:lnTo>
                  <a:lnTo>
                    <a:pt x="18205" y="12511"/>
                  </a:lnTo>
                  <a:lnTo>
                    <a:pt x="18088" y="12618"/>
                  </a:lnTo>
                  <a:lnTo>
                    <a:pt x="17971" y="12618"/>
                  </a:lnTo>
                  <a:lnTo>
                    <a:pt x="17854" y="12832"/>
                  </a:lnTo>
                  <a:lnTo>
                    <a:pt x="17854" y="13152"/>
                  </a:lnTo>
                  <a:lnTo>
                    <a:pt x="17737" y="13366"/>
                  </a:lnTo>
                  <a:lnTo>
                    <a:pt x="17620" y="13473"/>
                  </a:lnTo>
                  <a:lnTo>
                    <a:pt x="17385" y="13901"/>
                  </a:lnTo>
                  <a:lnTo>
                    <a:pt x="17034" y="14436"/>
                  </a:lnTo>
                  <a:lnTo>
                    <a:pt x="16683" y="15184"/>
                  </a:lnTo>
                  <a:lnTo>
                    <a:pt x="16273" y="15826"/>
                  </a:lnTo>
                  <a:lnTo>
                    <a:pt x="16156" y="16253"/>
                  </a:lnTo>
                  <a:lnTo>
                    <a:pt x="16156" y="16467"/>
                  </a:lnTo>
                  <a:lnTo>
                    <a:pt x="16098" y="16895"/>
                  </a:lnTo>
                  <a:lnTo>
                    <a:pt x="16098" y="17323"/>
                  </a:lnTo>
                  <a:lnTo>
                    <a:pt x="16156" y="17750"/>
                  </a:lnTo>
                  <a:lnTo>
                    <a:pt x="16215" y="18071"/>
                  </a:lnTo>
                  <a:lnTo>
                    <a:pt x="16332" y="18499"/>
                  </a:lnTo>
                  <a:lnTo>
                    <a:pt x="16390" y="18606"/>
                  </a:lnTo>
                  <a:lnTo>
                    <a:pt x="16566" y="19034"/>
                  </a:lnTo>
                  <a:lnTo>
                    <a:pt x="16741" y="19675"/>
                  </a:lnTo>
                  <a:lnTo>
                    <a:pt x="16800" y="20424"/>
                  </a:lnTo>
                  <a:lnTo>
                    <a:pt x="16741" y="21279"/>
                  </a:lnTo>
                  <a:lnTo>
                    <a:pt x="16741" y="21386"/>
                  </a:lnTo>
                  <a:lnTo>
                    <a:pt x="16683" y="21386"/>
                  </a:lnTo>
                  <a:lnTo>
                    <a:pt x="16683" y="21493"/>
                  </a:lnTo>
                  <a:lnTo>
                    <a:pt x="16624" y="21600"/>
                  </a:lnTo>
                  <a:lnTo>
                    <a:pt x="16449" y="21600"/>
                  </a:lnTo>
                  <a:lnTo>
                    <a:pt x="16332" y="21386"/>
                  </a:lnTo>
                  <a:lnTo>
                    <a:pt x="16215" y="21065"/>
                  </a:lnTo>
                  <a:lnTo>
                    <a:pt x="16098" y="20958"/>
                  </a:lnTo>
                  <a:lnTo>
                    <a:pt x="15863" y="20531"/>
                  </a:lnTo>
                  <a:lnTo>
                    <a:pt x="15571" y="19675"/>
                  </a:lnTo>
                  <a:lnTo>
                    <a:pt x="15454" y="18606"/>
                  </a:lnTo>
                  <a:lnTo>
                    <a:pt x="15454" y="18178"/>
                  </a:lnTo>
                  <a:lnTo>
                    <a:pt x="15337" y="17750"/>
                  </a:lnTo>
                  <a:lnTo>
                    <a:pt x="15220" y="17644"/>
                  </a:lnTo>
                  <a:lnTo>
                    <a:pt x="15102" y="17430"/>
                  </a:lnTo>
                  <a:lnTo>
                    <a:pt x="14927" y="17430"/>
                  </a:lnTo>
                  <a:lnTo>
                    <a:pt x="14751" y="17323"/>
                  </a:lnTo>
                  <a:lnTo>
                    <a:pt x="14341" y="17323"/>
                  </a:lnTo>
                  <a:lnTo>
                    <a:pt x="13815" y="17216"/>
                  </a:lnTo>
                  <a:lnTo>
                    <a:pt x="13346" y="17216"/>
                  </a:lnTo>
                  <a:lnTo>
                    <a:pt x="13054" y="17323"/>
                  </a:lnTo>
                  <a:lnTo>
                    <a:pt x="12995" y="17537"/>
                  </a:lnTo>
                  <a:lnTo>
                    <a:pt x="12820" y="17644"/>
                  </a:lnTo>
                  <a:lnTo>
                    <a:pt x="12468" y="17750"/>
                  </a:lnTo>
                  <a:lnTo>
                    <a:pt x="11532" y="17750"/>
                  </a:lnTo>
                  <a:lnTo>
                    <a:pt x="11180" y="17857"/>
                  </a:lnTo>
                  <a:lnTo>
                    <a:pt x="10888" y="18178"/>
                  </a:lnTo>
                  <a:lnTo>
                    <a:pt x="10361" y="18606"/>
                  </a:lnTo>
                  <a:lnTo>
                    <a:pt x="10010" y="19568"/>
                  </a:lnTo>
                  <a:lnTo>
                    <a:pt x="10010" y="19675"/>
                  </a:lnTo>
                  <a:lnTo>
                    <a:pt x="10068" y="19782"/>
                  </a:lnTo>
                  <a:lnTo>
                    <a:pt x="10068" y="20424"/>
                  </a:lnTo>
                  <a:lnTo>
                    <a:pt x="9893" y="20424"/>
                  </a:lnTo>
                  <a:lnTo>
                    <a:pt x="9659" y="20103"/>
                  </a:lnTo>
                  <a:lnTo>
                    <a:pt x="9366" y="19568"/>
                  </a:lnTo>
                  <a:lnTo>
                    <a:pt x="9015" y="18713"/>
                  </a:lnTo>
                  <a:lnTo>
                    <a:pt x="8956" y="18606"/>
                  </a:lnTo>
                  <a:lnTo>
                    <a:pt x="8898" y="18392"/>
                  </a:lnTo>
                  <a:lnTo>
                    <a:pt x="8780" y="18285"/>
                  </a:lnTo>
                  <a:lnTo>
                    <a:pt x="8663" y="18071"/>
                  </a:lnTo>
                  <a:lnTo>
                    <a:pt x="8546" y="17964"/>
                  </a:lnTo>
                  <a:lnTo>
                    <a:pt x="8429" y="17964"/>
                  </a:lnTo>
                  <a:lnTo>
                    <a:pt x="8371" y="18071"/>
                  </a:lnTo>
                  <a:lnTo>
                    <a:pt x="8312" y="18071"/>
                  </a:lnTo>
                  <a:lnTo>
                    <a:pt x="8254" y="18178"/>
                  </a:lnTo>
                  <a:lnTo>
                    <a:pt x="7961" y="18178"/>
                  </a:lnTo>
                  <a:lnTo>
                    <a:pt x="7785" y="17964"/>
                  </a:lnTo>
                  <a:lnTo>
                    <a:pt x="7668" y="17857"/>
                  </a:lnTo>
                  <a:lnTo>
                    <a:pt x="7434" y="17537"/>
                  </a:lnTo>
                  <a:lnTo>
                    <a:pt x="7200" y="16895"/>
                  </a:lnTo>
                  <a:lnTo>
                    <a:pt x="7083" y="16040"/>
                  </a:lnTo>
                  <a:lnTo>
                    <a:pt x="7024" y="15933"/>
                  </a:lnTo>
                  <a:lnTo>
                    <a:pt x="6966" y="15933"/>
                  </a:lnTo>
                  <a:lnTo>
                    <a:pt x="6849" y="15826"/>
                  </a:lnTo>
                  <a:lnTo>
                    <a:pt x="6380" y="15826"/>
                  </a:lnTo>
                  <a:lnTo>
                    <a:pt x="6263" y="16040"/>
                  </a:lnTo>
                  <a:lnTo>
                    <a:pt x="6146" y="16147"/>
                  </a:lnTo>
                  <a:lnTo>
                    <a:pt x="5795" y="16360"/>
                  </a:lnTo>
                  <a:lnTo>
                    <a:pt x="5151" y="16360"/>
                  </a:lnTo>
                  <a:lnTo>
                    <a:pt x="4859" y="16253"/>
                  </a:lnTo>
                  <a:lnTo>
                    <a:pt x="4449" y="16040"/>
                  </a:lnTo>
                  <a:lnTo>
                    <a:pt x="4098" y="15826"/>
                  </a:lnTo>
                  <a:lnTo>
                    <a:pt x="3805" y="15505"/>
                  </a:lnTo>
                  <a:lnTo>
                    <a:pt x="3746" y="15398"/>
                  </a:lnTo>
                  <a:lnTo>
                    <a:pt x="3629" y="15291"/>
                  </a:lnTo>
                  <a:lnTo>
                    <a:pt x="3278" y="15398"/>
                  </a:lnTo>
                  <a:lnTo>
                    <a:pt x="2868" y="15826"/>
                  </a:lnTo>
                  <a:lnTo>
                    <a:pt x="2810" y="15719"/>
                  </a:lnTo>
                  <a:lnTo>
                    <a:pt x="2810" y="15612"/>
                  </a:lnTo>
                  <a:lnTo>
                    <a:pt x="2751" y="15398"/>
                  </a:lnTo>
                  <a:lnTo>
                    <a:pt x="2634" y="15077"/>
                  </a:lnTo>
                  <a:lnTo>
                    <a:pt x="2576" y="14756"/>
                  </a:lnTo>
                  <a:lnTo>
                    <a:pt x="2341" y="14329"/>
                  </a:lnTo>
                  <a:lnTo>
                    <a:pt x="2166" y="14222"/>
                  </a:lnTo>
                  <a:lnTo>
                    <a:pt x="1932" y="14008"/>
                  </a:lnTo>
                  <a:lnTo>
                    <a:pt x="1756" y="13794"/>
                  </a:lnTo>
                  <a:lnTo>
                    <a:pt x="1522" y="13473"/>
                  </a:lnTo>
                  <a:lnTo>
                    <a:pt x="1346" y="12939"/>
                  </a:lnTo>
                  <a:lnTo>
                    <a:pt x="1229" y="12832"/>
                  </a:lnTo>
                  <a:lnTo>
                    <a:pt x="1054" y="12297"/>
                  </a:lnTo>
                  <a:lnTo>
                    <a:pt x="761" y="11549"/>
                  </a:lnTo>
                  <a:lnTo>
                    <a:pt x="468" y="10693"/>
                  </a:lnTo>
                  <a:lnTo>
                    <a:pt x="234" y="9624"/>
                  </a:lnTo>
                  <a:lnTo>
                    <a:pt x="59" y="8341"/>
                  </a:lnTo>
                  <a:lnTo>
                    <a:pt x="59" y="8127"/>
                  </a:lnTo>
                  <a:lnTo>
                    <a:pt x="0" y="7485"/>
                  </a:lnTo>
                  <a:lnTo>
                    <a:pt x="0" y="5881"/>
                  </a:lnTo>
                  <a:lnTo>
                    <a:pt x="117" y="5560"/>
                  </a:lnTo>
                  <a:lnTo>
                    <a:pt x="234" y="5347"/>
                  </a:lnTo>
                  <a:lnTo>
                    <a:pt x="293" y="5133"/>
                  </a:lnTo>
                  <a:lnTo>
                    <a:pt x="293" y="4598"/>
                  </a:lnTo>
                  <a:lnTo>
                    <a:pt x="234" y="4277"/>
                  </a:lnTo>
                  <a:lnTo>
                    <a:pt x="234" y="4063"/>
                  </a:lnTo>
                  <a:lnTo>
                    <a:pt x="176" y="3315"/>
                  </a:lnTo>
                  <a:lnTo>
                    <a:pt x="176" y="2459"/>
                  </a:lnTo>
                  <a:lnTo>
                    <a:pt x="117" y="1604"/>
                  </a:lnTo>
                  <a:lnTo>
                    <a:pt x="117" y="1069"/>
                  </a:lnTo>
                  <a:lnTo>
                    <a:pt x="234" y="1069"/>
                  </a:lnTo>
                  <a:lnTo>
                    <a:pt x="293" y="1176"/>
                  </a:lnTo>
                  <a:lnTo>
                    <a:pt x="410" y="1176"/>
                  </a:lnTo>
                  <a:lnTo>
                    <a:pt x="527" y="962"/>
                  </a:lnTo>
                  <a:lnTo>
                    <a:pt x="527" y="0"/>
                  </a:lnTo>
                  <a:lnTo>
                    <a:pt x="11122" y="0"/>
                  </a:lnTo>
                  <a:lnTo>
                    <a:pt x="11473" y="535"/>
                  </a:lnTo>
                  <a:lnTo>
                    <a:pt x="12176" y="642"/>
                  </a:lnTo>
                  <a:lnTo>
                    <a:pt x="12234" y="855"/>
                  </a:lnTo>
                  <a:lnTo>
                    <a:pt x="12468" y="1069"/>
                  </a:lnTo>
                  <a:lnTo>
                    <a:pt x="12702" y="1069"/>
                  </a:lnTo>
                  <a:lnTo>
                    <a:pt x="12644" y="1176"/>
                  </a:lnTo>
                  <a:lnTo>
                    <a:pt x="12644" y="1283"/>
                  </a:lnTo>
                  <a:lnTo>
                    <a:pt x="12293" y="1925"/>
                  </a:lnTo>
                  <a:lnTo>
                    <a:pt x="12176" y="2032"/>
                  </a:lnTo>
                  <a:lnTo>
                    <a:pt x="12176" y="2246"/>
                  </a:lnTo>
                  <a:lnTo>
                    <a:pt x="12234" y="2246"/>
                  </a:lnTo>
                  <a:lnTo>
                    <a:pt x="12351" y="2352"/>
                  </a:lnTo>
                  <a:lnTo>
                    <a:pt x="12937" y="2352"/>
                  </a:lnTo>
                  <a:lnTo>
                    <a:pt x="13288" y="2246"/>
                  </a:lnTo>
                  <a:lnTo>
                    <a:pt x="13580" y="2032"/>
                  </a:lnTo>
                  <a:lnTo>
                    <a:pt x="13639" y="2139"/>
                  </a:lnTo>
                  <a:lnTo>
                    <a:pt x="13698" y="2139"/>
                  </a:lnTo>
                  <a:lnTo>
                    <a:pt x="13756" y="2246"/>
                  </a:lnTo>
                  <a:lnTo>
                    <a:pt x="14224" y="2246"/>
                  </a:lnTo>
                  <a:lnTo>
                    <a:pt x="14341" y="2139"/>
                  </a:lnTo>
                  <a:lnTo>
                    <a:pt x="14517" y="2139"/>
                  </a:lnTo>
                  <a:lnTo>
                    <a:pt x="14634" y="2246"/>
                  </a:lnTo>
                  <a:lnTo>
                    <a:pt x="14693" y="2352"/>
                  </a:lnTo>
                  <a:lnTo>
                    <a:pt x="14693" y="2780"/>
                  </a:lnTo>
                  <a:lnTo>
                    <a:pt x="14517" y="3101"/>
                  </a:lnTo>
                  <a:lnTo>
                    <a:pt x="14341" y="3208"/>
                  </a:lnTo>
                  <a:lnTo>
                    <a:pt x="14341" y="3101"/>
                  </a:lnTo>
                  <a:lnTo>
                    <a:pt x="13990" y="3101"/>
                  </a:lnTo>
                  <a:lnTo>
                    <a:pt x="13932" y="3315"/>
                  </a:lnTo>
                  <a:lnTo>
                    <a:pt x="13815" y="3529"/>
                  </a:lnTo>
                  <a:lnTo>
                    <a:pt x="13756" y="3850"/>
                  </a:lnTo>
                  <a:lnTo>
                    <a:pt x="13815" y="3850"/>
                  </a:lnTo>
                  <a:lnTo>
                    <a:pt x="13932" y="4063"/>
                  </a:lnTo>
                  <a:lnTo>
                    <a:pt x="13932" y="4491"/>
                  </a:lnTo>
                  <a:lnTo>
                    <a:pt x="13873" y="4812"/>
                  </a:lnTo>
                  <a:lnTo>
                    <a:pt x="13815" y="4919"/>
                  </a:lnTo>
                  <a:lnTo>
                    <a:pt x="13756" y="5453"/>
                  </a:lnTo>
                  <a:lnTo>
                    <a:pt x="13698" y="6095"/>
                  </a:lnTo>
                  <a:lnTo>
                    <a:pt x="13698" y="6737"/>
                  </a:lnTo>
                  <a:lnTo>
                    <a:pt x="13815" y="7164"/>
                  </a:lnTo>
                  <a:lnTo>
                    <a:pt x="13873" y="7164"/>
                  </a:lnTo>
                  <a:lnTo>
                    <a:pt x="13990" y="7057"/>
                  </a:lnTo>
                  <a:lnTo>
                    <a:pt x="14166" y="6737"/>
                  </a:lnTo>
                  <a:lnTo>
                    <a:pt x="14224" y="6523"/>
                  </a:lnTo>
                  <a:lnTo>
                    <a:pt x="14283" y="6202"/>
                  </a:lnTo>
                  <a:lnTo>
                    <a:pt x="14341" y="5774"/>
                  </a:lnTo>
                  <a:lnTo>
                    <a:pt x="14459" y="4384"/>
                  </a:lnTo>
                  <a:lnTo>
                    <a:pt x="14634" y="4170"/>
                  </a:lnTo>
                  <a:lnTo>
                    <a:pt x="14634" y="3850"/>
                  </a:lnTo>
                  <a:lnTo>
                    <a:pt x="14751" y="3422"/>
                  </a:lnTo>
                  <a:lnTo>
                    <a:pt x="14810" y="3315"/>
                  </a:lnTo>
                  <a:lnTo>
                    <a:pt x="15044" y="3315"/>
                  </a:lnTo>
                  <a:lnTo>
                    <a:pt x="15102" y="3422"/>
                  </a:lnTo>
                  <a:lnTo>
                    <a:pt x="15220" y="3422"/>
                  </a:lnTo>
                  <a:lnTo>
                    <a:pt x="15337" y="3850"/>
                  </a:lnTo>
                  <a:lnTo>
                    <a:pt x="15337" y="4063"/>
                  </a:lnTo>
                  <a:lnTo>
                    <a:pt x="15220" y="4598"/>
                  </a:lnTo>
                  <a:lnTo>
                    <a:pt x="15220" y="4705"/>
                  </a:lnTo>
                  <a:lnTo>
                    <a:pt x="15161" y="4812"/>
                  </a:lnTo>
                  <a:lnTo>
                    <a:pt x="15161" y="4919"/>
                  </a:lnTo>
                  <a:lnTo>
                    <a:pt x="15337" y="4919"/>
                  </a:lnTo>
                  <a:lnTo>
                    <a:pt x="15454" y="4705"/>
                  </a:lnTo>
                  <a:lnTo>
                    <a:pt x="15454" y="4812"/>
                  </a:lnTo>
                  <a:lnTo>
                    <a:pt x="15629" y="5133"/>
                  </a:lnTo>
                  <a:lnTo>
                    <a:pt x="15688" y="5347"/>
                  </a:lnTo>
                  <a:lnTo>
                    <a:pt x="15688" y="6416"/>
                  </a:lnTo>
                  <a:lnTo>
                    <a:pt x="15629" y="6523"/>
                  </a:lnTo>
                  <a:lnTo>
                    <a:pt x="15629" y="6737"/>
                  </a:lnTo>
                  <a:lnTo>
                    <a:pt x="15688" y="6737"/>
                  </a:lnTo>
                  <a:lnTo>
                    <a:pt x="15688" y="6844"/>
                  </a:lnTo>
                  <a:lnTo>
                    <a:pt x="16390" y="6844"/>
                  </a:lnTo>
                  <a:lnTo>
                    <a:pt x="16624" y="6737"/>
                  </a:lnTo>
                  <a:lnTo>
                    <a:pt x="16859" y="6523"/>
                  </a:lnTo>
                  <a:lnTo>
                    <a:pt x="17034" y="6309"/>
                  </a:lnTo>
                  <a:lnTo>
                    <a:pt x="17268" y="5881"/>
                  </a:lnTo>
                  <a:lnTo>
                    <a:pt x="17327" y="5667"/>
                  </a:lnTo>
                  <a:lnTo>
                    <a:pt x="17385" y="5560"/>
                  </a:lnTo>
                  <a:lnTo>
                    <a:pt x="17327" y="5453"/>
                  </a:lnTo>
                  <a:lnTo>
                    <a:pt x="17327" y="5240"/>
                  </a:lnTo>
                  <a:lnTo>
                    <a:pt x="17444" y="5026"/>
                  </a:lnTo>
                  <a:lnTo>
                    <a:pt x="17561" y="4919"/>
                  </a:lnTo>
                  <a:lnTo>
                    <a:pt x="17737" y="4812"/>
                  </a:lnTo>
                  <a:lnTo>
                    <a:pt x="18146" y="4812"/>
                  </a:lnTo>
                  <a:lnTo>
                    <a:pt x="18322" y="4705"/>
                  </a:lnTo>
                  <a:lnTo>
                    <a:pt x="18439" y="4598"/>
                  </a:lnTo>
                  <a:lnTo>
                    <a:pt x="18732" y="4063"/>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433" name="Shape 433"/>
            <p:cNvSpPr/>
            <p:nvPr/>
          </p:nvSpPr>
          <p:spPr>
            <a:xfrm>
              <a:off x="18800033" y="2763678"/>
              <a:ext cx="581756" cy="419259"/>
            </a:xfrm>
            <a:custGeom>
              <a:avLst/>
              <a:gdLst/>
              <a:ahLst/>
              <a:cxnLst>
                <a:cxn ang="0">
                  <a:pos x="wd2" y="hd2"/>
                </a:cxn>
                <a:cxn ang="5400000">
                  <a:pos x="wd2" y="hd2"/>
                </a:cxn>
                <a:cxn ang="10800000">
                  <a:pos x="wd2" y="hd2"/>
                </a:cxn>
                <a:cxn ang="16200000">
                  <a:pos x="wd2" y="hd2"/>
                </a:cxn>
              </a:cxnLst>
              <a:rect l="0" t="0" r="r" b="b"/>
              <a:pathLst>
                <a:path w="21600" h="21600" extrusionOk="0">
                  <a:moveTo>
                    <a:pt x="1906" y="882"/>
                  </a:moveTo>
                  <a:lnTo>
                    <a:pt x="0" y="7053"/>
                  </a:lnTo>
                  <a:lnTo>
                    <a:pt x="2541" y="7935"/>
                  </a:lnTo>
                  <a:lnTo>
                    <a:pt x="3494" y="10580"/>
                  </a:lnTo>
                  <a:lnTo>
                    <a:pt x="953" y="11902"/>
                  </a:lnTo>
                  <a:lnTo>
                    <a:pt x="318" y="11902"/>
                  </a:lnTo>
                  <a:lnTo>
                    <a:pt x="318" y="12343"/>
                  </a:lnTo>
                  <a:lnTo>
                    <a:pt x="0" y="12784"/>
                  </a:lnTo>
                  <a:lnTo>
                    <a:pt x="0" y="13224"/>
                  </a:lnTo>
                  <a:lnTo>
                    <a:pt x="318" y="14106"/>
                  </a:lnTo>
                  <a:lnTo>
                    <a:pt x="953" y="14988"/>
                  </a:lnTo>
                  <a:lnTo>
                    <a:pt x="3176" y="14988"/>
                  </a:lnTo>
                  <a:lnTo>
                    <a:pt x="6035" y="18955"/>
                  </a:lnTo>
                  <a:lnTo>
                    <a:pt x="8894" y="21600"/>
                  </a:lnTo>
                  <a:lnTo>
                    <a:pt x="9212" y="21600"/>
                  </a:lnTo>
                  <a:lnTo>
                    <a:pt x="9529" y="21159"/>
                  </a:lnTo>
                  <a:lnTo>
                    <a:pt x="10482" y="20718"/>
                  </a:lnTo>
                  <a:lnTo>
                    <a:pt x="11753" y="19837"/>
                  </a:lnTo>
                  <a:lnTo>
                    <a:pt x="12071" y="19396"/>
                  </a:lnTo>
                  <a:lnTo>
                    <a:pt x="13024" y="18955"/>
                  </a:lnTo>
                  <a:lnTo>
                    <a:pt x="14294" y="18955"/>
                  </a:lnTo>
                  <a:lnTo>
                    <a:pt x="14929" y="19396"/>
                  </a:lnTo>
                  <a:lnTo>
                    <a:pt x="15247" y="19396"/>
                  </a:lnTo>
                  <a:lnTo>
                    <a:pt x="15882" y="18955"/>
                  </a:lnTo>
                  <a:lnTo>
                    <a:pt x="17471" y="17633"/>
                  </a:lnTo>
                  <a:lnTo>
                    <a:pt x="19376" y="15869"/>
                  </a:lnTo>
                  <a:lnTo>
                    <a:pt x="20965" y="12784"/>
                  </a:lnTo>
                  <a:lnTo>
                    <a:pt x="21600" y="9698"/>
                  </a:lnTo>
                  <a:lnTo>
                    <a:pt x="21600" y="9257"/>
                  </a:lnTo>
                  <a:lnTo>
                    <a:pt x="21282" y="8816"/>
                  </a:lnTo>
                  <a:lnTo>
                    <a:pt x="20647" y="7053"/>
                  </a:lnTo>
                  <a:lnTo>
                    <a:pt x="20012" y="6171"/>
                  </a:lnTo>
                  <a:lnTo>
                    <a:pt x="19694" y="5290"/>
                  </a:lnTo>
                  <a:lnTo>
                    <a:pt x="19059" y="4849"/>
                  </a:lnTo>
                  <a:lnTo>
                    <a:pt x="18741" y="4849"/>
                  </a:lnTo>
                  <a:lnTo>
                    <a:pt x="18741" y="2645"/>
                  </a:lnTo>
                  <a:lnTo>
                    <a:pt x="18106" y="2204"/>
                  </a:lnTo>
                  <a:lnTo>
                    <a:pt x="17788" y="2204"/>
                  </a:lnTo>
                  <a:lnTo>
                    <a:pt x="16835" y="1763"/>
                  </a:lnTo>
                  <a:lnTo>
                    <a:pt x="16518" y="2204"/>
                  </a:lnTo>
                  <a:lnTo>
                    <a:pt x="16200" y="2204"/>
                  </a:lnTo>
                  <a:lnTo>
                    <a:pt x="13659" y="3967"/>
                  </a:lnTo>
                  <a:lnTo>
                    <a:pt x="13024" y="4849"/>
                  </a:lnTo>
                  <a:lnTo>
                    <a:pt x="12388" y="4849"/>
                  </a:lnTo>
                  <a:lnTo>
                    <a:pt x="12071" y="4408"/>
                  </a:lnTo>
                  <a:lnTo>
                    <a:pt x="11435" y="3967"/>
                  </a:lnTo>
                  <a:lnTo>
                    <a:pt x="11118" y="3527"/>
                  </a:lnTo>
                  <a:lnTo>
                    <a:pt x="11118" y="3086"/>
                  </a:lnTo>
                  <a:lnTo>
                    <a:pt x="10165" y="1763"/>
                  </a:lnTo>
                  <a:lnTo>
                    <a:pt x="9529" y="1322"/>
                  </a:lnTo>
                  <a:lnTo>
                    <a:pt x="8894" y="1322"/>
                  </a:lnTo>
                  <a:lnTo>
                    <a:pt x="7941" y="1763"/>
                  </a:lnTo>
                  <a:lnTo>
                    <a:pt x="7306" y="2645"/>
                  </a:lnTo>
                  <a:lnTo>
                    <a:pt x="6988" y="3527"/>
                  </a:lnTo>
                  <a:lnTo>
                    <a:pt x="6988" y="6171"/>
                  </a:lnTo>
                  <a:lnTo>
                    <a:pt x="6353" y="6171"/>
                  </a:lnTo>
                  <a:lnTo>
                    <a:pt x="6035" y="5290"/>
                  </a:lnTo>
                  <a:lnTo>
                    <a:pt x="5400" y="4849"/>
                  </a:lnTo>
                  <a:lnTo>
                    <a:pt x="5400" y="3967"/>
                  </a:lnTo>
                  <a:lnTo>
                    <a:pt x="4447" y="2645"/>
                  </a:lnTo>
                  <a:lnTo>
                    <a:pt x="4129" y="1763"/>
                  </a:lnTo>
                  <a:lnTo>
                    <a:pt x="2859" y="0"/>
                  </a:lnTo>
                  <a:lnTo>
                    <a:pt x="2224" y="0"/>
                  </a:lnTo>
                  <a:lnTo>
                    <a:pt x="1906" y="882"/>
                  </a:lnTo>
                </a:path>
              </a:pathLst>
            </a:custGeom>
            <a:no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sp>
          <p:nvSpPr>
            <p:cNvPr id="434" name="Shape 434"/>
            <p:cNvSpPr/>
            <p:nvPr/>
          </p:nvSpPr>
          <p:spPr>
            <a:xfrm>
              <a:off x="7351213" y="6116896"/>
              <a:ext cx="136886" cy="145457"/>
            </a:xfrm>
            <a:custGeom>
              <a:avLst/>
              <a:gdLst/>
              <a:ahLst/>
              <a:cxnLst>
                <a:cxn ang="0">
                  <a:pos x="wd2" y="hd2"/>
                </a:cxn>
                <a:cxn ang="5400000">
                  <a:pos x="wd2" y="hd2"/>
                </a:cxn>
                <a:cxn ang="10800000">
                  <a:pos x="wd2" y="hd2"/>
                </a:cxn>
                <a:cxn ang="16200000">
                  <a:pos x="wd2" y="hd2"/>
                </a:cxn>
              </a:cxnLst>
              <a:rect l="0" t="0" r="r" b="b"/>
              <a:pathLst>
                <a:path w="21600" h="21600" extrusionOk="0">
                  <a:moveTo>
                    <a:pt x="1350" y="17788"/>
                  </a:moveTo>
                  <a:lnTo>
                    <a:pt x="0" y="19059"/>
                  </a:lnTo>
                  <a:lnTo>
                    <a:pt x="2700" y="21600"/>
                  </a:lnTo>
                  <a:lnTo>
                    <a:pt x="4050" y="20329"/>
                  </a:lnTo>
                  <a:lnTo>
                    <a:pt x="6750" y="20329"/>
                  </a:lnTo>
                  <a:lnTo>
                    <a:pt x="10800" y="16518"/>
                  </a:lnTo>
                  <a:lnTo>
                    <a:pt x="13500" y="15247"/>
                  </a:lnTo>
                  <a:lnTo>
                    <a:pt x="16200" y="12706"/>
                  </a:lnTo>
                  <a:lnTo>
                    <a:pt x="18900" y="7624"/>
                  </a:lnTo>
                  <a:lnTo>
                    <a:pt x="20250" y="6353"/>
                  </a:lnTo>
                  <a:lnTo>
                    <a:pt x="21600" y="3812"/>
                  </a:lnTo>
                  <a:lnTo>
                    <a:pt x="21600" y="1271"/>
                  </a:lnTo>
                  <a:lnTo>
                    <a:pt x="20250" y="0"/>
                  </a:lnTo>
                  <a:lnTo>
                    <a:pt x="17550" y="0"/>
                  </a:lnTo>
                  <a:lnTo>
                    <a:pt x="14850" y="1271"/>
                  </a:lnTo>
                  <a:lnTo>
                    <a:pt x="13500" y="3812"/>
                  </a:lnTo>
                  <a:lnTo>
                    <a:pt x="8100" y="8894"/>
                  </a:lnTo>
                  <a:lnTo>
                    <a:pt x="5400" y="12706"/>
                  </a:lnTo>
                  <a:lnTo>
                    <a:pt x="1350" y="16518"/>
                  </a:lnTo>
                  <a:lnTo>
                    <a:pt x="1350" y="17788"/>
                  </a:lnTo>
                </a:path>
              </a:pathLst>
            </a:custGeom>
            <a:solidFill>
              <a:srgbClr val="FFFFFF"/>
            </a:solidFill>
            <a:ln w="12700" cap="flat">
              <a:solidFill>
                <a:srgbClr val="D9D9D9"/>
              </a:solidFill>
              <a:prstDash val="solid"/>
              <a:round/>
            </a:ln>
            <a:effectLst/>
          </p:spPr>
          <p:txBody>
            <a:bodyPr wrap="square" lIns="0" tIns="0" rIns="0" bIns="0" numCol="1" anchor="t">
              <a:noAutofit/>
            </a:bodyPr>
            <a:lstStyle/>
            <a:p>
              <a:pPr lvl="0" algn="l" defTabSz="914400">
                <a:defRPr sz="4200"/>
              </a:pPr>
              <a:endParaRPr/>
            </a:p>
          </p:txBody>
        </p:sp>
      </p:grpSp>
      <p:sp>
        <p:nvSpPr>
          <p:cNvPr id="436" name="Shape 436"/>
          <p:cNvSpPr/>
          <p:nvPr/>
        </p:nvSpPr>
        <p:spPr>
          <a:xfrm>
            <a:off x="3055827" y="2595452"/>
            <a:ext cx="8680230" cy="868023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ln>
            <a:solidFill>
              <a:srgbClr val="4F81BD"/>
            </a:solidFill>
            <a:prstDash val="sysDash"/>
          </a:ln>
        </p:spPr>
        <p:txBody>
          <a:bodyPr lIns="0" tIns="0" rIns="0" bIns="0" anchor="ctr"/>
          <a:lstStyle/>
          <a:p>
            <a:pPr lvl="0" defTabSz="914400">
              <a:defRPr sz="1800">
                <a:solidFill>
                  <a:srgbClr val="FFFFFF"/>
                </a:solidFill>
              </a:defRPr>
            </a:pPr>
            <a:endParaRPr/>
          </a:p>
        </p:txBody>
      </p:sp>
      <p:sp>
        <p:nvSpPr>
          <p:cNvPr id="437" name="Shape 437"/>
          <p:cNvSpPr/>
          <p:nvPr/>
        </p:nvSpPr>
        <p:spPr>
          <a:xfrm>
            <a:off x="3555798" y="4462399"/>
            <a:ext cx="15838087" cy="4946526"/>
          </a:xfrm>
          <a:custGeom>
            <a:avLst/>
            <a:gdLst/>
            <a:ahLst/>
            <a:cxnLst>
              <a:cxn ang="0">
                <a:pos x="wd2" y="hd2"/>
              </a:cxn>
              <a:cxn ang="5400000">
                <a:pos x="wd2" y="hd2"/>
              </a:cxn>
              <a:cxn ang="10800000">
                <a:pos x="wd2" y="hd2"/>
              </a:cxn>
              <a:cxn ang="16200000">
                <a:pos x="wd2" y="hd2"/>
              </a:cxn>
            </a:cxnLst>
            <a:rect l="0" t="0" r="r" b="b"/>
            <a:pathLst>
              <a:path w="19679" h="19678"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ln>
            <a:solidFill>
              <a:srgbClr val="4F81BD"/>
            </a:solidFill>
            <a:prstDash val="sysDash"/>
          </a:ln>
        </p:spPr>
        <p:txBody>
          <a:bodyPr lIns="0" tIns="0" rIns="0" bIns="0" anchor="ctr"/>
          <a:lstStyle/>
          <a:p>
            <a:pPr lvl="0" defTabSz="914400">
              <a:defRPr sz="1800">
                <a:solidFill>
                  <a:srgbClr val="FFFFFF"/>
                </a:solidFill>
              </a:defRPr>
            </a:pPr>
            <a:endParaRPr/>
          </a:p>
        </p:txBody>
      </p:sp>
      <p:sp>
        <p:nvSpPr>
          <p:cNvPr id="438" name="Shape 438"/>
          <p:cNvSpPr/>
          <p:nvPr/>
        </p:nvSpPr>
        <p:spPr>
          <a:xfrm>
            <a:off x="10906125" y="6994525"/>
            <a:ext cx="2378075" cy="5994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r" defTabSz="914400">
              <a:defRPr sz="3000">
                <a:solidFill>
                  <a:srgbClr val="0250DE"/>
                </a:solidFill>
                <a:latin typeface="Microsoft YaHei"/>
                <a:ea typeface="Microsoft YaHei"/>
                <a:cs typeface="Microsoft YaHei"/>
                <a:sym typeface="Microsoft YaHei"/>
              </a:defRPr>
            </a:lvl1pPr>
          </a:lstStyle>
          <a:p>
            <a:pPr lvl="0">
              <a:defRPr sz="1800">
                <a:solidFill>
                  <a:srgbClr val="000000"/>
                </a:solidFill>
              </a:defRPr>
            </a:pPr>
            <a:r>
              <a:rPr sz="3000">
                <a:solidFill>
                  <a:srgbClr val="0250DE"/>
                </a:solidFill>
              </a:rPr>
              <a:t>国内研究现状</a:t>
            </a:r>
          </a:p>
        </p:txBody>
      </p:sp>
      <p:sp>
        <p:nvSpPr>
          <p:cNvPr id="439" name="Shape 439"/>
          <p:cNvSpPr/>
          <p:nvPr/>
        </p:nvSpPr>
        <p:spPr>
          <a:xfrm>
            <a:off x="10906125" y="7627937"/>
            <a:ext cx="3148013" cy="751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r" defTabSz="914400">
              <a:defRPr sz="2000">
                <a:solidFill>
                  <a:srgbClr val="59595B"/>
                </a:solidFill>
                <a:latin typeface="Microsoft YaHei"/>
                <a:ea typeface="Microsoft YaHei"/>
                <a:cs typeface="Microsoft YaHei"/>
                <a:sym typeface="Microsoft YaHei"/>
              </a:defRPr>
            </a:lvl1pPr>
          </a:lstStyle>
          <a:p>
            <a:pPr lvl="0">
              <a:defRPr sz="1800">
                <a:solidFill>
                  <a:srgbClr val="000000"/>
                </a:solidFill>
              </a:defRPr>
            </a:pPr>
            <a:r>
              <a:rPr sz="2000">
                <a:solidFill>
                  <a:srgbClr val="59595B"/>
                </a:solidFill>
              </a:rPr>
              <a:t>国内研究现状国内研究现状国内研究现状国内研究现状</a:t>
            </a:r>
          </a:p>
        </p:txBody>
      </p:sp>
      <p:sp>
        <p:nvSpPr>
          <p:cNvPr id="440" name="Shape 440"/>
          <p:cNvSpPr/>
          <p:nvPr/>
        </p:nvSpPr>
        <p:spPr>
          <a:xfrm rot="21181117">
            <a:off x="9602781" y="7335833"/>
            <a:ext cx="404803" cy="404803"/>
          </a:xfrm>
          <a:custGeom>
            <a:avLst/>
            <a:gdLst/>
            <a:ahLst/>
            <a:cxnLst>
              <a:cxn ang="0">
                <a:pos x="wd2" y="hd2"/>
              </a:cxn>
              <a:cxn ang="5400000">
                <a:pos x="wd2" y="hd2"/>
              </a:cxn>
              <a:cxn ang="10800000">
                <a:pos x="wd2" y="hd2"/>
              </a:cxn>
              <a:cxn ang="16200000">
                <a:pos x="wd2" y="hd2"/>
              </a:cxn>
            </a:cxnLst>
            <a:rect l="0" t="0" r="r" b="b"/>
            <a:pathLst>
              <a:path w="19678" h="19678"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FFFFFF"/>
          </a:solidFill>
          <a:ln w="12700">
            <a:miter lim="400000"/>
          </a:ln>
        </p:spPr>
        <p:txBody>
          <a:bodyPr lIns="0" tIns="0" rIns="0" bIns="0" anchor="ctr"/>
          <a:lstStyle/>
          <a:p>
            <a:pPr lvl="0">
              <a:defRPr sz="3200">
                <a:solidFill>
                  <a:srgbClr val="FFFFFF"/>
                </a:solidFill>
                <a:latin typeface="Helvetica Light"/>
                <a:ea typeface="Helvetica Light"/>
                <a:cs typeface="Helvetica Light"/>
                <a:sym typeface="Helvetica Light"/>
              </a:defRPr>
            </a:pPr>
            <a:endParaRPr/>
          </a:p>
        </p:txBody>
      </p:sp>
      <p:sp>
        <p:nvSpPr>
          <p:cNvPr id="441" name="Shape 441"/>
          <p:cNvSpPr/>
          <p:nvPr/>
        </p:nvSpPr>
        <p:spPr>
          <a:xfrm rot="21181117">
            <a:off x="5514968" y="3987796"/>
            <a:ext cx="404804" cy="404803"/>
          </a:xfrm>
          <a:custGeom>
            <a:avLst/>
            <a:gdLst/>
            <a:ahLst/>
            <a:cxnLst>
              <a:cxn ang="0">
                <a:pos x="wd2" y="hd2"/>
              </a:cxn>
              <a:cxn ang="5400000">
                <a:pos x="wd2" y="hd2"/>
              </a:cxn>
              <a:cxn ang="10800000">
                <a:pos x="wd2" y="hd2"/>
              </a:cxn>
              <a:cxn ang="16200000">
                <a:pos x="wd2" y="hd2"/>
              </a:cxn>
            </a:cxnLst>
            <a:rect l="0" t="0" r="r" b="b"/>
            <a:pathLst>
              <a:path w="19678" h="19678"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0250DE"/>
          </a:solidFill>
          <a:ln w="12700">
            <a:miter lim="400000"/>
          </a:ln>
        </p:spPr>
        <p:txBody>
          <a:bodyPr lIns="0" tIns="0" rIns="0" bIns="0" anchor="ctr"/>
          <a:lstStyle/>
          <a:p>
            <a:pPr lvl="0">
              <a:defRPr sz="3200">
                <a:solidFill>
                  <a:srgbClr val="FFFFFF"/>
                </a:solidFill>
                <a:latin typeface="Helvetica Light"/>
                <a:ea typeface="Helvetica Light"/>
                <a:cs typeface="Helvetica Light"/>
                <a:sym typeface="Helvetica Light"/>
              </a:defRPr>
            </a:pPr>
            <a:endParaRPr/>
          </a:p>
        </p:txBody>
      </p:sp>
      <p:sp>
        <p:nvSpPr>
          <p:cNvPr id="442" name="Shape 442"/>
          <p:cNvSpPr/>
          <p:nvPr/>
        </p:nvSpPr>
        <p:spPr>
          <a:xfrm rot="21181117">
            <a:off x="17759356" y="3513133"/>
            <a:ext cx="404803" cy="404803"/>
          </a:xfrm>
          <a:custGeom>
            <a:avLst/>
            <a:gdLst/>
            <a:ahLst/>
            <a:cxnLst>
              <a:cxn ang="0">
                <a:pos x="wd2" y="hd2"/>
              </a:cxn>
              <a:cxn ang="5400000">
                <a:pos x="wd2" y="hd2"/>
              </a:cxn>
              <a:cxn ang="10800000">
                <a:pos x="wd2" y="hd2"/>
              </a:cxn>
              <a:cxn ang="16200000">
                <a:pos x="wd2" y="hd2"/>
              </a:cxn>
            </a:cxnLst>
            <a:rect l="0" t="0" r="r" b="b"/>
            <a:pathLst>
              <a:path w="19678" h="19678"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0250DE"/>
          </a:solidFill>
          <a:ln w="12700">
            <a:miter lim="400000"/>
          </a:ln>
        </p:spPr>
        <p:txBody>
          <a:bodyPr lIns="0" tIns="0" rIns="0" bIns="0" anchor="ctr"/>
          <a:lstStyle/>
          <a:p>
            <a:pPr lvl="0">
              <a:defRPr sz="3200">
                <a:solidFill>
                  <a:srgbClr val="FFFFFF"/>
                </a:solidFill>
                <a:latin typeface="Helvetica Light"/>
                <a:ea typeface="Helvetica Light"/>
                <a:cs typeface="Helvetica Light"/>
                <a:sym typeface="Helvetica Light"/>
              </a:defRPr>
            </a:pPr>
            <a:endParaRPr/>
          </a:p>
        </p:txBody>
      </p:sp>
      <p:sp>
        <p:nvSpPr>
          <p:cNvPr id="443" name="Shape 443"/>
          <p:cNvSpPr/>
          <p:nvPr/>
        </p:nvSpPr>
        <p:spPr>
          <a:xfrm rot="21181117">
            <a:off x="3555993" y="8013696"/>
            <a:ext cx="404804" cy="406390"/>
          </a:xfrm>
          <a:custGeom>
            <a:avLst/>
            <a:gdLst/>
            <a:ahLst/>
            <a:cxnLst>
              <a:cxn ang="0">
                <a:pos x="wd2" y="hd2"/>
              </a:cxn>
              <a:cxn ang="5400000">
                <a:pos x="wd2" y="hd2"/>
              </a:cxn>
              <a:cxn ang="10800000">
                <a:pos x="wd2" y="hd2"/>
              </a:cxn>
              <a:cxn ang="16200000">
                <a:pos x="wd2" y="hd2"/>
              </a:cxn>
            </a:cxnLst>
            <a:rect l="0" t="0" r="r" b="b"/>
            <a:pathLst>
              <a:path w="19678"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0250DE"/>
          </a:solidFill>
          <a:ln w="12700">
            <a:miter lim="400000"/>
          </a:ln>
        </p:spPr>
        <p:txBody>
          <a:bodyPr lIns="0" tIns="0" rIns="0" bIns="0" anchor="ctr"/>
          <a:lstStyle/>
          <a:p>
            <a:pPr lvl="0">
              <a:defRPr sz="3200">
                <a:solidFill>
                  <a:srgbClr val="FFFFFF"/>
                </a:solidFill>
                <a:latin typeface="Helvetica Light"/>
                <a:ea typeface="Helvetica Light"/>
                <a:cs typeface="Helvetica Light"/>
                <a:sym typeface="Helvetica Light"/>
              </a:defRPr>
            </a:pPr>
            <a:endParaRPr/>
          </a:p>
        </p:txBody>
      </p:sp>
      <p:sp>
        <p:nvSpPr>
          <p:cNvPr id="444" name="Shape 444"/>
          <p:cNvSpPr/>
          <p:nvPr/>
        </p:nvSpPr>
        <p:spPr>
          <a:xfrm rot="21181117">
            <a:off x="10906118" y="10629896"/>
            <a:ext cx="404804" cy="406390"/>
          </a:xfrm>
          <a:custGeom>
            <a:avLst/>
            <a:gdLst/>
            <a:ahLst/>
            <a:cxnLst>
              <a:cxn ang="0">
                <a:pos x="wd2" y="hd2"/>
              </a:cxn>
              <a:cxn ang="5400000">
                <a:pos x="wd2" y="hd2"/>
              </a:cxn>
              <a:cxn ang="10800000">
                <a:pos x="wd2" y="hd2"/>
              </a:cxn>
              <a:cxn ang="16200000">
                <a:pos x="wd2" y="hd2"/>
              </a:cxn>
            </a:cxnLst>
            <a:rect l="0" t="0" r="r" b="b"/>
            <a:pathLst>
              <a:path w="19678"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0250DE"/>
          </a:solidFill>
          <a:ln w="12700">
            <a:miter lim="400000"/>
          </a:ln>
        </p:spPr>
        <p:txBody>
          <a:bodyPr lIns="0" tIns="0" rIns="0" bIns="0" anchor="ctr"/>
          <a:lstStyle/>
          <a:p>
            <a:pPr lvl="0">
              <a:defRPr sz="3200">
                <a:solidFill>
                  <a:srgbClr val="FFFFFF"/>
                </a:solidFill>
                <a:latin typeface="Helvetica Light"/>
                <a:ea typeface="Helvetica Light"/>
                <a:cs typeface="Helvetica Light"/>
                <a:sym typeface="Helvetica Light"/>
              </a:defRPr>
            </a:pPr>
            <a:endParaRPr/>
          </a:p>
        </p:txBody>
      </p:sp>
      <p:sp>
        <p:nvSpPr>
          <p:cNvPr id="445" name="Shape 445"/>
          <p:cNvSpPr/>
          <p:nvPr/>
        </p:nvSpPr>
        <p:spPr>
          <a:xfrm rot="21181117">
            <a:off x="16910043" y="6929433"/>
            <a:ext cx="404804" cy="406391"/>
          </a:xfrm>
          <a:custGeom>
            <a:avLst/>
            <a:gdLst/>
            <a:ahLst/>
            <a:cxnLst>
              <a:cxn ang="0">
                <a:pos x="wd2" y="hd2"/>
              </a:cxn>
              <a:cxn ang="5400000">
                <a:pos x="wd2" y="hd2"/>
              </a:cxn>
              <a:cxn ang="10800000">
                <a:pos x="wd2" y="hd2"/>
              </a:cxn>
              <a:cxn ang="16200000">
                <a:pos x="wd2" y="hd2"/>
              </a:cxn>
            </a:cxnLst>
            <a:rect l="0" t="0" r="r" b="b"/>
            <a:pathLst>
              <a:path w="19678"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0250DE"/>
          </a:solidFill>
          <a:ln w="12700">
            <a:miter lim="400000"/>
          </a:ln>
        </p:spPr>
        <p:txBody>
          <a:bodyPr lIns="0" tIns="0" rIns="0" bIns="0" anchor="ctr"/>
          <a:lstStyle/>
          <a:p>
            <a:pPr lvl="0">
              <a:defRPr sz="3200">
                <a:solidFill>
                  <a:srgbClr val="FFFFFF"/>
                </a:solidFill>
                <a:latin typeface="Helvetica Light"/>
                <a:ea typeface="Helvetica Light"/>
                <a:cs typeface="Helvetica Light"/>
                <a:sym typeface="Helvetica Light"/>
              </a:defRPr>
            </a:pPr>
            <a:endParaRPr/>
          </a:p>
        </p:txBody>
      </p:sp>
      <p:sp>
        <p:nvSpPr>
          <p:cNvPr id="446" name="Shape 446"/>
          <p:cNvSpPr/>
          <p:nvPr/>
        </p:nvSpPr>
        <p:spPr>
          <a:xfrm>
            <a:off x="2886075" y="3852862"/>
            <a:ext cx="2378075" cy="599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r" defTabSz="914400">
              <a:defRPr sz="3000">
                <a:solidFill>
                  <a:srgbClr val="0250DE"/>
                </a:solidFill>
                <a:latin typeface="Microsoft YaHei"/>
                <a:ea typeface="Microsoft YaHei"/>
                <a:cs typeface="Microsoft YaHei"/>
                <a:sym typeface="Microsoft YaHei"/>
              </a:defRPr>
            </a:lvl1pPr>
          </a:lstStyle>
          <a:p>
            <a:pPr lvl="0">
              <a:defRPr sz="1800">
                <a:solidFill>
                  <a:srgbClr val="000000"/>
                </a:solidFill>
              </a:defRPr>
            </a:pPr>
            <a:r>
              <a:rPr sz="3000">
                <a:solidFill>
                  <a:srgbClr val="0250DE"/>
                </a:solidFill>
              </a:rPr>
              <a:t>国外研究现状</a:t>
            </a:r>
          </a:p>
        </p:txBody>
      </p:sp>
      <p:sp>
        <p:nvSpPr>
          <p:cNvPr id="447" name="Shape 447"/>
          <p:cNvSpPr/>
          <p:nvPr/>
        </p:nvSpPr>
        <p:spPr>
          <a:xfrm>
            <a:off x="2886075" y="4508500"/>
            <a:ext cx="3148013" cy="7518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r" defTabSz="914400">
              <a:defRPr sz="2000">
                <a:solidFill>
                  <a:srgbClr val="59595B"/>
                </a:solidFill>
                <a:latin typeface="Microsoft YaHei"/>
                <a:ea typeface="Microsoft YaHei"/>
                <a:cs typeface="Microsoft YaHei"/>
                <a:sym typeface="Microsoft YaHei"/>
              </a:defRPr>
            </a:lvl1pPr>
          </a:lstStyle>
          <a:p>
            <a:pPr lvl="0">
              <a:defRPr sz="1800">
                <a:solidFill>
                  <a:srgbClr val="000000"/>
                </a:solidFill>
              </a:defRPr>
            </a:pPr>
            <a:r>
              <a:rPr sz="2000">
                <a:solidFill>
                  <a:srgbClr val="59595B"/>
                </a:solidFill>
              </a:rPr>
              <a:t>国外研究现状国内研究现状国外研究现状国内研究现状</a:t>
            </a:r>
          </a:p>
        </p:txBody>
      </p:sp>
      <p:sp>
        <p:nvSpPr>
          <p:cNvPr id="448" name="Shape 448"/>
          <p:cNvSpPr/>
          <p:nvPr/>
        </p:nvSpPr>
        <p:spPr>
          <a:xfrm>
            <a:off x="4324350" y="7854950"/>
            <a:ext cx="2379663" cy="5994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r" defTabSz="914400">
              <a:defRPr sz="3000">
                <a:solidFill>
                  <a:srgbClr val="0250DE"/>
                </a:solidFill>
                <a:latin typeface="Microsoft YaHei"/>
                <a:ea typeface="Microsoft YaHei"/>
                <a:cs typeface="Microsoft YaHei"/>
                <a:sym typeface="Microsoft YaHei"/>
              </a:defRPr>
            </a:lvl1pPr>
          </a:lstStyle>
          <a:p>
            <a:pPr lvl="0">
              <a:defRPr sz="1800">
                <a:solidFill>
                  <a:srgbClr val="000000"/>
                </a:solidFill>
              </a:defRPr>
            </a:pPr>
            <a:r>
              <a:rPr sz="3000">
                <a:solidFill>
                  <a:srgbClr val="0250DE"/>
                </a:solidFill>
              </a:rPr>
              <a:t>国外研究现状</a:t>
            </a:r>
          </a:p>
        </p:txBody>
      </p:sp>
      <p:sp>
        <p:nvSpPr>
          <p:cNvPr id="449" name="Shape 449"/>
          <p:cNvSpPr/>
          <p:nvPr/>
        </p:nvSpPr>
        <p:spPr>
          <a:xfrm>
            <a:off x="3554412" y="8420100"/>
            <a:ext cx="3149601" cy="7518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r" defTabSz="914400">
              <a:defRPr sz="2000">
                <a:solidFill>
                  <a:srgbClr val="59595B"/>
                </a:solidFill>
                <a:latin typeface="Microsoft YaHei"/>
                <a:ea typeface="Microsoft YaHei"/>
                <a:cs typeface="Microsoft YaHei"/>
                <a:sym typeface="Microsoft YaHei"/>
              </a:defRPr>
            </a:lvl1pPr>
          </a:lstStyle>
          <a:p>
            <a:pPr lvl="0">
              <a:defRPr sz="1800">
                <a:solidFill>
                  <a:srgbClr val="000000"/>
                </a:solidFill>
              </a:defRPr>
            </a:pPr>
            <a:r>
              <a:rPr sz="2000">
                <a:solidFill>
                  <a:srgbClr val="59595B"/>
                </a:solidFill>
              </a:rPr>
              <a:t>国外研究现状国内研究现状国外研究现状国内研究现状</a:t>
            </a:r>
          </a:p>
        </p:txBody>
      </p:sp>
      <p:sp>
        <p:nvSpPr>
          <p:cNvPr id="450" name="Shape 450"/>
          <p:cNvSpPr/>
          <p:nvPr/>
        </p:nvSpPr>
        <p:spPr>
          <a:xfrm>
            <a:off x="15016162" y="3513137"/>
            <a:ext cx="2378076" cy="599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r" defTabSz="914400">
              <a:defRPr sz="3000">
                <a:solidFill>
                  <a:srgbClr val="0250DE"/>
                </a:solidFill>
                <a:latin typeface="Microsoft YaHei"/>
                <a:ea typeface="Microsoft YaHei"/>
                <a:cs typeface="Microsoft YaHei"/>
                <a:sym typeface="Microsoft YaHei"/>
              </a:defRPr>
            </a:lvl1pPr>
          </a:lstStyle>
          <a:p>
            <a:pPr lvl="0">
              <a:defRPr sz="1800">
                <a:solidFill>
                  <a:srgbClr val="000000"/>
                </a:solidFill>
              </a:defRPr>
            </a:pPr>
            <a:r>
              <a:rPr sz="3000">
                <a:solidFill>
                  <a:srgbClr val="0250DE"/>
                </a:solidFill>
              </a:rPr>
              <a:t>国外研究现状</a:t>
            </a:r>
          </a:p>
        </p:txBody>
      </p:sp>
      <p:sp>
        <p:nvSpPr>
          <p:cNvPr id="451" name="Shape 451"/>
          <p:cNvSpPr/>
          <p:nvPr/>
        </p:nvSpPr>
        <p:spPr>
          <a:xfrm>
            <a:off x="15016162" y="4146550"/>
            <a:ext cx="3148013" cy="7518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r" defTabSz="914400">
              <a:defRPr sz="2000">
                <a:solidFill>
                  <a:srgbClr val="59595B"/>
                </a:solidFill>
                <a:latin typeface="Microsoft YaHei"/>
                <a:ea typeface="Microsoft YaHei"/>
                <a:cs typeface="Microsoft YaHei"/>
                <a:sym typeface="Microsoft YaHei"/>
              </a:defRPr>
            </a:lvl1pPr>
          </a:lstStyle>
          <a:p>
            <a:pPr lvl="0">
              <a:defRPr sz="1800">
                <a:solidFill>
                  <a:srgbClr val="000000"/>
                </a:solidFill>
              </a:defRPr>
            </a:pPr>
            <a:r>
              <a:rPr sz="2000">
                <a:solidFill>
                  <a:srgbClr val="59595B"/>
                </a:solidFill>
              </a:rPr>
              <a:t>国外研究现状国内研究现状国外研究现状国内研究现状</a:t>
            </a:r>
          </a:p>
        </p:txBody>
      </p:sp>
      <p:sp>
        <p:nvSpPr>
          <p:cNvPr id="452" name="Shape 452"/>
          <p:cNvSpPr/>
          <p:nvPr/>
        </p:nvSpPr>
        <p:spPr>
          <a:xfrm>
            <a:off x="11676062" y="10491787"/>
            <a:ext cx="2378076" cy="599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r" defTabSz="914400">
              <a:defRPr sz="3000">
                <a:solidFill>
                  <a:srgbClr val="0250DE"/>
                </a:solidFill>
                <a:latin typeface="Microsoft YaHei"/>
                <a:ea typeface="Microsoft YaHei"/>
                <a:cs typeface="Microsoft YaHei"/>
                <a:sym typeface="Microsoft YaHei"/>
              </a:defRPr>
            </a:lvl1pPr>
          </a:lstStyle>
          <a:p>
            <a:pPr lvl="0">
              <a:defRPr sz="1800">
                <a:solidFill>
                  <a:srgbClr val="000000"/>
                </a:solidFill>
              </a:defRPr>
            </a:pPr>
            <a:r>
              <a:rPr sz="3000">
                <a:solidFill>
                  <a:srgbClr val="0250DE"/>
                </a:solidFill>
              </a:rPr>
              <a:t>国外研究现状</a:t>
            </a:r>
          </a:p>
        </p:txBody>
      </p:sp>
      <p:sp>
        <p:nvSpPr>
          <p:cNvPr id="453" name="Shape 453"/>
          <p:cNvSpPr/>
          <p:nvPr/>
        </p:nvSpPr>
        <p:spPr>
          <a:xfrm>
            <a:off x="10906125" y="11128375"/>
            <a:ext cx="3148013" cy="7518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r" defTabSz="914400">
              <a:defRPr sz="2000">
                <a:solidFill>
                  <a:srgbClr val="59595B"/>
                </a:solidFill>
                <a:latin typeface="Microsoft YaHei"/>
                <a:ea typeface="Microsoft YaHei"/>
                <a:cs typeface="Microsoft YaHei"/>
                <a:sym typeface="Microsoft YaHei"/>
              </a:defRPr>
            </a:lvl1pPr>
          </a:lstStyle>
          <a:p>
            <a:pPr lvl="0">
              <a:defRPr sz="1800">
                <a:solidFill>
                  <a:srgbClr val="000000"/>
                </a:solidFill>
              </a:defRPr>
            </a:pPr>
            <a:r>
              <a:rPr sz="2000">
                <a:solidFill>
                  <a:srgbClr val="59595B"/>
                </a:solidFill>
              </a:rPr>
              <a:t>国外研究现状国内研究现状国外研究现状国内研究现状</a:t>
            </a:r>
          </a:p>
        </p:txBody>
      </p:sp>
      <p:sp>
        <p:nvSpPr>
          <p:cNvPr id="454" name="Shape 454"/>
          <p:cNvSpPr/>
          <p:nvPr/>
        </p:nvSpPr>
        <p:spPr>
          <a:xfrm>
            <a:off x="17679987" y="6924675"/>
            <a:ext cx="2378076" cy="5994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r" defTabSz="914400">
              <a:defRPr sz="3000">
                <a:solidFill>
                  <a:srgbClr val="0250DE"/>
                </a:solidFill>
                <a:latin typeface="Microsoft YaHei"/>
                <a:ea typeface="Microsoft YaHei"/>
                <a:cs typeface="Microsoft YaHei"/>
                <a:sym typeface="Microsoft YaHei"/>
              </a:defRPr>
            </a:lvl1pPr>
          </a:lstStyle>
          <a:p>
            <a:pPr lvl="0">
              <a:defRPr sz="1800">
                <a:solidFill>
                  <a:srgbClr val="000000"/>
                </a:solidFill>
              </a:defRPr>
            </a:pPr>
            <a:r>
              <a:rPr sz="3000">
                <a:solidFill>
                  <a:srgbClr val="0250DE"/>
                </a:solidFill>
              </a:rPr>
              <a:t>国外研究现状</a:t>
            </a:r>
          </a:p>
        </p:txBody>
      </p:sp>
      <p:sp>
        <p:nvSpPr>
          <p:cNvPr id="455" name="Shape 455"/>
          <p:cNvSpPr/>
          <p:nvPr/>
        </p:nvSpPr>
        <p:spPr>
          <a:xfrm>
            <a:off x="16910050" y="7561262"/>
            <a:ext cx="3148013" cy="751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r" defTabSz="914400">
              <a:defRPr sz="2000">
                <a:solidFill>
                  <a:srgbClr val="59595B"/>
                </a:solidFill>
                <a:latin typeface="Microsoft YaHei"/>
                <a:ea typeface="Microsoft YaHei"/>
                <a:cs typeface="Microsoft YaHei"/>
                <a:sym typeface="Microsoft YaHei"/>
              </a:defRPr>
            </a:lvl1pPr>
          </a:lstStyle>
          <a:p>
            <a:pPr lvl="0">
              <a:defRPr sz="1800">
                <a:solidFill>
                  <a:srgbClr val="000000"/>
                </a:solidFill>
              </a:defRPr>
            </a:pPr>
            <a:r>
              <a:rPr sz="2000">
                <a:solidFill>
                  <a:srgbClr val="59595B"/>
                </a:solidFill>
              </a:rPr>
              <a:t>国外研究现状国内研究现状国外研究现状国内研究现状</a:t>
            </a:r>
          </a:p>
        </p:txBody>
      </p:sp>
      <p:sp>
        <p:nvSpPr>
          <p:cNvPr id="456" name="Shape 456"/>
          <p:cNvSpPr/>
          <p:nvPr/>
        </p:nvSpPr>
        <p:spPr>
          <a:xfrm>
            <a:off x="2501899" y="296862"/>
            <a:ext cx="5041902" cy="995681"/>
          </a:xfrm>
          <a:prstGeom prst="rect">
            <a:avLst/>
          </a:prstGeom>
          <a:ln w="12700">
            <a:miter lim="400000"/>
          </a:ln>
          <a:extLst>
            <a:ext uri="{C572A759-6A51-4108-AA02-DFA0A04FC94B}">
              <ma14:wrappingTextBoxFlag xmlns:ma14="http://schemas.microsoft.com/office/mac/drawingml/2011/main" val="1"/>
            </a:ext>
          </a:extLst>
        </p:spPr>
        <p:txBody>
          <a:bodyPr tIns="91439" bIns="91439">
            <a:spAutoFit/>
          </a:bodyPr>
          <a:lstStyle>
            <a:lvl1pPr algn="l" defTabSz="914400">
              <a:defRPr>
                <a:solidFill>
                  <a:srgbClr val="0250DE"/>
                </a:solidFill>
                <a:latin typeface="Microsoft YaHei"/>
                <a:ea typeface="Microsoft YaHei"/>
                <a:cs typeface="Microsoft YaHei"/>
                <a:sym typeface="Microsoft YaHei"/>
              </a:defRPr>
            </a:lvl1pPr>
          </a:lstStyle>
          <a:p>
            <a:pPr lvl="0">
              <a:defRPr sz="1800">
                <a:solidFill>
                  <a:srgbClr val="000000"/>
                </a:solidFill>
              </a:defRPr>
            </a:pPr>
            <a:r>
              <a:rPr sz="4800">
                <a:solidFill>
                  <a:srgbClr val="0250DE"/>
                </a:solidFill>
              </a:rPr>
              <a:t>2.国内外研究现状</a:t>
            </a:r>
          </a:p>
        </p:txBody>
      </p:sp>
    </p:spTree>
  </p:cSld>
  <p:clrMapOvr>
    <a:masterClrMapping/>
  </p:clrMapOvr>
  <p:transition spd="med"/>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8" name="Shape 458"/>
          <p:cNvSpPr/>
          <p:nvPr/>
        </p:nvSpPr>
        <p:spPr>
          <a:xfrm>
            <a:off x="0" y="12890500"/>
            <a:ext cx="24382413" cy="838200"/>
          </a:xfrm>
          <a:prstGeom prst="rect">
            <a:avLst/>
          </a:prstGeom>
          <a:solidFill>
            <a:srgbClr val="DCDEE0"/>
          </a:solidFill>
          <a:ln w="12700">
            <a:miter lim="400000"/>
          </a:ln>
        </p:spPr>
        <p:txBody>
          <a:bodyPr lIns="0" tIns="0" rIns="0" bIns="0" anchor="ctr"/>
          <a:lstStyle/>
          <a:p>
            <a:pPr lvl="0" defTabSz="914400">
              <a:defRPr sz="3600">
                <a:solidFill>
                  <a:srgbClr val="FFFFFF"/>
                </a:solidFill>
              </a:defRPr>
            </a:pPr>
            <a:endParaRPr/>
          </a:p>
        </p:txBody>
      </p:sp>
      <p:sp>
        <p:nvSpPr>
          <p:cNvPr id="459" name="Shape 459"/>
          <p:cNvSpPr/>
          <p:nvPr/>
        </p:nvSpPr>
        <p:spPr>
          <a:xfrm>
            <a:off x="0" y="12890500"/>
            <a:ext cx="2124075" cy="838200"/>
          </a:xfrm>
          <a:prstGeom prst="rect">
            <a:avLst/>
          </a:prstGeom>
          <a:solidFill>
            <a:srgbClr val="0250DE"/>
          </a:solidFill>
          <a:ln w="12700">
            <a:miter lim="400000"/>
          </a:ln>
        </p:spPr>
        <p:txBody>
          <a:bodyPr lIns="0" tIns="0" rIns="0" bIns="0" anchor="ctr"/>
          <a:lstStyle/>
          <a:p>
            <a:pPr lvl="0" defTabSz="914400">
              <a:defRPr sz="3600">
                <a:solidFill>
                  <a:srgbClr val="FFFFFF"/>
                </a:solidFill>
              </a:defRPr>
            </a:pPr>
            <a:endParaRPr/>
          </a:p>
        </p:txBody>
      </p:sp>
      <p:sp>
        <p:nvSpPr>
          <p:cNvPr id="460" name="Shape 460"/>
          <p:cNvSpPr/>
          <p:nvPr/>
        </p:nvSpPr>
        <p:spPr>
          <a:xfrm>
            <a:off x="12690475" y="5497512"/>
            <a:ext cx="8364538" cy="1"/>
          </a:xfrm>
          <a:prstGeom prst="line">
            <a:avLst/>
          </a:prstGeom>
          <a:ln w="6350">
            <a:solidFill>
              <a:srgbClr val="002060"/>
            </a:solidFill>
            <a:round/>
          </a:ln>
        </p:spPr>
        <p:txBody>
          <a:bodyPr lIns="0" tIns="0" rIns="0" bIns="0"/>
          <a:lstStyle/>
          <a:p>
            <a:pPr lvl="0" algn="l" defTabSz="457200">
              <a:defRPr sz="1200">
                <a:latin typeface="+mn-lt"/>
                <a:ea typeface="+mn-ea"/>
                <a:cs typeface="+mn-cs"/>
                <a:sym typeface="Helvetica"/>
              </a:defRPr>
            </a:pPr>
            <a:endParaRPr/>
          </a:p>
        </p:txBody>
      </p:sp>
      <p:sp>
        <p:nvSpPr>
          <p:cNvPr id="461" name="Shape 461"/>
          <p:cNvSpPr/>
          <p:nvPr/>
        </p:nvSpPr>
        <p:spPr>
          <a:xfrm>
            <a:off x="12307887" y="3905250"/>
            <a:ext cx="8747126" cy="14884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r" defTabSz="914400">
              <a:defRPr sz="8300">
                <a:solidFill>
                  <a:srgbClr val="0250DE"/>
                </a:solidFill>
                <a:latin typeface="Microsoft YaHei"/>
                <a:ea typeface="Microsoft YaHei"/>
                <a:cs typeface="Microsoft YaHei"/>
                <a:sym typeface="Microsoft YaHei"/>
              </a:defRPr>
            </a:lvl1pPr>
          </a:lstStyle>
          <a:p>
            <a:pPr lvl="0">
              <a:defRPr sz="1800">
                <a:solidFill>
                  <a:srgbClr val="000000"/>
                </a:solidFill>
              </a:defRPr>
            </a:pPr>
            <a:r>
              <a:rPr sz="8300">
                <a:solidFill>
                  <a:srgbClr val="0250DE"/>
                </a:solidFill>
              </a:rPr>
              <a:t>3.主要研究的内容</a:t>
            </a:r>
          </a:p>
        </p:txBody>
      </p:sp>
      <p:sp>
        <p:nvSpPr>
          <p:cNvPr id="462" name="Shape 462"/>
          <p:cNvSpPr/>
          <p:nvPr/>
        </p:nvSpPr>
        <p:spPr>
          <a:xfrm>
            <a:off x="17905412" y="5711825"/>
            <a:ext cx="3149601" cy="6883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r" defTabSz="914400">
              <a:defRPr sz="3600">
                <a:solidFill>
                  <a:srgbClr val="53585F"/>
                </a:solidFill>
                <a:latin typeface="Microsoft YaHei"/>
                <a:ea typeface="Microsoft YaHei"/>
                <a:cs typeface="Microsoft YaHei"/>
                <a:sym typeface="Microsoft YaHei"/>
              </a:defRPr>
            </a:lvl1pPr>
          </a:lstStyle>
          <a:p>
            <a:pPr lvl="0">
              <a:defRPr sz="1800">
                <a:solidFill>
                  <a:srgbClr val="000000"/>
                </a:solidFill>
              </a:defRPr>
            </a:pPr>
            <a:r>
              <a:rPr sz="3600">
                <a:solidFill>
                  <a:srgbClr val="53585F"/>
                </a:solidFill>
              </a:rPr>
              <a:t>研究内容1</a:t>
            </a:r>
          </a:p>
        </p:txBody>
      </p:sp>
      <p:sp>
        <p:nvSpPr>
          <p:cNvPr id="463" name="Shape 463"/>
          <p:cNvSpPr/>
          <p:nvPr/>
        </p:nvSpPr>
        <p:spPr>
          <a:xfrm>
            <a:off x="18281650" y="6553200"/>
            <a:ext cx="2773363" cy="6883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r" defTabSz="914400">
              <a:defRPr sz="3600">
                <a:solidFill>
                  <a:srgbClr val="53585F"/>
                </a:solidFill>
                <a:latin typeface="Microsoft YaHei"/>
                <a:ea typeface="Microsoft YaHei"/>
                <a:cs typeface="Microsoft YaHei"/>
                <a:sym typeface="Microsoft YaHei"/>
              </a:defRPr>
            </a:lvl1pPr>
          </a:lstStyle>
          <a:p>
            <a:pPr lvl="0">
              <a:defRPr sz="1800">
                <a:solidFill>
                  <a:srgbClr val="000000"/>
                </a:solidFill>
              </a:defRPr>
            </a:pPr>
            <a:r>
              <a:rPr sz="3600">
                <a:solidFill>
                  <a:srgbClr val="53585F"/>
                </a:solidFill>
              </a:rPr>
              <a:t>研究内容2</a:t>
            </a:r>
          </a:p>
        </p:txBody>
      </p:sp>
      <p:sp>
        <p:nvSpPr>
          <p:cNvPr id="464" name="Shape 464"/>
          <p:cNvSpPr/>
          <p:nvPr/>
        </p:nvSpPr>
        <p:spPr>
          <a:xfrm>
            <a:off x="10053618" y="3889355"/>
            <a:ext cx="1539836" cy="1539837"/>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59595B"/>
          </a:solidFill>
          <a:ln w="12700">
            <a:miter lim="400000"/>
          </a:ln>
        </p:spPr>
        <p:txBody>
          <a:bodyPr lIns="0" tIns="0" rIns="0" bIns="0" anchor="ctr"/>
          <a:lstStyle/>
          <a:p>
            <a:pPr lvl="0" defTabSz="914400">
              <a:defRPr sz="5400">
                <a:solidFill>
                  <a:srgbClr val="FFFFFF"/>
                </a:solidFill>
                <a:latin typeface="Arial Black"/>
                <a:ea typeface="Arial Black"/>
                <a:cs typeface="Arial Black"/>
                <a:sym typeface="Arial Black"/>
              </a:defRPr>
            </a:pPr>
            <a:endParaRPr/>
          </a:p>
        </p:txBody>
      </p:sp>
      <p:sp>
        <p:nvSpPr>
          <p:cNvPr id="465" name="Shape 465"/>
          <p:cNvSpPr/>
          <p:nvPr/>
        </p:nvSpPr>
        <p:spPr>
          <a:xfrm>
            <a:off x="0" y="3829050"/>
            <a:ext cx="7440613" cy="1539875"/>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21600"/>
                </a:lnTo>
                <a:lnTo>
                  <a:pt x="21600" y="8607"/>
                </a:lnTo>
                <a:lnTo>
                  <a:pt x="19896" y="0"/>
                </a:lnTo>
                <a:lnTo>
                  <a:pt x="0" y="0"/>
                </a:lnTo>
                <a:close/>
              </a:path>
            </a:pathLst>
          </a:custGeom>
          <a:solidFill>
            <a:srgbClr val="0250DE"/>
          </a:solidFill>
          <a:ln w="12700">
            <a:miter lim="400000"/>
          </a:ln>
        </p:spPr>
        <p:txBody>
          <a:bodyPr lIns="0" tIns="0" rIns="0" bIns="0" anchor="ctr"/>
          <a:lstStyle/>
          <a:p>
            <a:pPr lvl="0" defTabSz="914400">
              <a:defRPr sz="1800">
                <a:solidFill>
                  <a:srgbClr val="FFFFFF"/>
                </a:solidFill>
              </a:defRPr>
            </a:pPr>
            <a:endParaRPr/>
          </a:p>
        </p:txBody>
      </p:sp>
    </p:spTree>
  </p:cSld>
  <p:clrMapOvr>
    <a:masterClrMapping/>
  </p:clrMapOvr>
  <p:transition spd="med"/>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67" name="Chart 467"/>
          <p:cNvGraphicFramePr/>
          <p:nvPr/>
        </p:nvGraphicFramePr>
        <p:xfrm>
          <a:off x="12673012" y="3371850"/>
          <a:ext cx="7937501" cy="7937500"/>
        </p:xfrm>
        <a:graphic>
          <a:graphicData uri="http://schemas.openxmlformats.org/drawingml/2006/chart">
            <c:chart xmlns:c="http://schemas.openxmlformats.org/drawingml/2006/chart" xmlns:r="http://schemas.openxmlformats.org/officeDocument/2006/relationships" r:id="rId2"/>
          </a:graphicData>
        </a:graphic>
      </p:graphicFrame>
      <p:sp>
        <p:nvSpPr>
          <p:cNvPr id="468" name="Shape 468"/>
          <p:cNvSpPr/>
          <p:nvPr/>
        </p:nvSpPr>
        <p:spPr>
          <a:xfrm rot="10800000">
            <a:off x="18710275" y="4130675"/>
            <a:ext cx="1255713" cy="1255713"/>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0" y="0"/>
                </a:lnTo>
                <a:close/>
              </a:path>
            </a:pathLst>
          </a:custGeom>
          <a:solidFill>
            <a:srgbClr val="DDDEE0"/>
          </a:solidFill>
          <a:ln w="12700">
            <a:miter lim="400000"/>
          </a:ln>
        </p:spPr>
        <p:txBody>
          <a:bodyPr lIns="0" tIns="0" rIns="0" bIns="0" anchor="ctr"/>
          <a:lstStyle/>
          <a:p>
            <a:pPr lvl="0" defTabSz="914400">
              <a:defRPr sz="1800">
                <a:solidFill>
                  <a:srgbClr val="FFFFFF"/>
                </a:solidFill>
              </a:defRPr>
            </a:pPr>
            <a:endParaRPr/>
          </a:p>
        </p:txBody>
      </p:sp>
      <p:sp>
        <p:nvSpPr>
          <p:cNvPr id="469" name="Shape 469"/>
          <p:cNvSpPr/>
          <p:nvPr/>
        </p:nvSpPr>
        <p:spPr>
          <a:xfrm>
            <a:off x="13201650" y="9282112"/>
            <a:ext cx="1255713" cy="1255713"/>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0" y="0"/>
                </a:lnTo>
                <a:close/>
              </a:path>
            </a:pathLst>
          </a:custGeom>
          <a:solidFill>
            <a:srgbClr val="DDDEE0"/>
          </a:solidFill>
          <a:ln w="12700">
            <a:miter lim="400000"/>
          </a:ln>
        </p:spPr>
        <p:txBody>
          <a:bodyPr lIns="0" tIns="0" rIns="0" bIns="0" anchor="ctr"/>
          <a:lstStyle/>
          <a:p>
            <a:pPr lvl="0" defTabSz="914400">
              <a:defRPr sz="1800">
                <a:solidFill>
                  <a:srgbClr val="FFFFFF"/>
                </a:solidFill>
              </a:defRPr>
            </a:pPr>
            <a:endParaRPr/>
          </a:p>
        </p:txBody>
      </p:sp>
      <p:sp>
        <p:nvSpPr>
          <p:cNvPr id="470" name="Shape 470"/>
          <p:cNvSpPr/>
          <p:nvPr/>
        </p:nvSpPr>
        <p:spPr>
          <a:xfrm rot="10800000" flipH="1">
            <a:off x="13201650" y="4130675"/>
            <a:ext cx="1255713" cy="1255713"/>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0" y="0"/>
                </a:lnTo>
                <a:close/>
              </a:path>
            </a:pathLst>
          </a:custGeom>
          <a:solidFill>
            <a:srgbClr val="0250DE"/>
          </a:solidFill>
          <a:ln w="12700">
            <a:miter lim="400000"/>
          </a:ln>
        </p:spPr>
        <p:txBody>
          <a:bodyPr lIns="0" tIns="0" rIns="0" bIns="0" anchor="ctr"/>
          <a:lstStyle/>
          <a:p>
            <a:pPr lvl="0" defTabSz="914400">
              <a:defRPr sz="1800">
                <a:solidFill>
                  <a:srgbClr val="FFFFFF"/>
                </a:solidFill>
              </a:defRPr>
            </a:pPr>
            <a:endParaRPr/>
          </a:p>
        </p:txBody>
      </p:sp>
      <p:sp>
        <p:nvSpPr>
          <p:cNvPr id="471" name="Shape 471"/>
          <p:cNvSpPr/>
          <p:nvPr/>
        </p:nvSpPr>
        <p:spPr>
          <a:xfrm flipH="1">
            <a:off x="18710275" y="9282112"/>
            <a:ext cx="1255713" cy="1255713"/>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0" y="0"/>
                </a:lnTo>
                <a:close/>
              </a:path>
            </a:pathLst>
          </a:custGeom>
          <a:solidFill>
            <a:srgbClr val="0250DE"/>
          </a:solidFill>
          <a:ln w="12700">
            <a:miter lim="400000"/>
          </a:ln>
        </p:spPr>
        <p:txBody>
          <a:bodyPr lIns="0" tIns="0" rIns="0" bIns="0" anchor="ctr"/>
          <a:lstStyle/>
          <a:p>
            <a:pPr lvl="0" defTabSz="914400">
              <a:defRPr sz="1800">
                <a:solidFill>
                  <a:srgbClr val="FFFFFF"/>
                </a:solidFill>
              </a:defRPr>
            </a:pPr>
            <a:endParaRPr/>
          </a:p>
        </p:txBody>
      </p:sp>
      <p:sp>
        <p:nvSpPr>
          <p:cNvPr id="472" name="Shape 472"/>
          <p:cNvSpPr/>
          <p:nvPr/>
        </p:nvSpPr>
        <p:spPr>
          <a:xfrm>
            <a:off x="0" y="12890500"/>
            <a:ext cx="24382413" cy="838200"/>
          </a:xfrm>
          <a:prstGeom prst="rect">
            <a:avLst/>
          </a:prstGeom>
          <a:solidFill>
            <a:srgbClr val="DCDEE0"/>
          </a:solidFill>
          <a:ln w="12700">
            <a:miter lim="400000"/>
          </a:ln>
        </p:spPr>
        <p:txBody>
          <a:bodyPr lIns="0" tIns="0" rIns="0" bIns="0" anchor="ctr"/>
          <a:lstStyle/>
          <a:p>
            <a:pPr lvl="0" defTabSz="914400">
              <a:defRPr sz="3600">
                <a:solidFill>
                  <a:srgbClr val="FFFFFF"/>
                </a:solidFill>
              </a:defRPr>
            </a:pPr>
            <a:endParaRPr/>
          </a:p>
        </p:txBody>
      </p:sp>
      <p:sp>
        <p:nvSpPr>
          <p:cNvPr id="473" name="Shape 473"/>
          <p:cNvSpPr/>
          <p:nvPr/>
        </p:nvSpPr>
        <p:spPr>
          <a:xfrm>
            <a:off x="0" y="12890500"/>
            <a:ext cx="2124075" cy="838200"/>
          </a:xfrm>
          <a:prstGeom prst="rect">
            <a:avLst/>
          </a:prstGeom>
          <a:solidFill>
            <a:srgbClr val="0250DE"/>
          </a:solidFill>
          <a:ln w="12700">
            <a:miter lim="400000"/>
          </a:ln>
        </p:spPr>
        <p:txBody>
          <a:bodyPr lIns="0" tIns="0" rIns="0" bIns="0" anchor="ctr"/>
          <a:lstStyle/>
          <a:p>
            <a:pPr lvl="0" defTabSz="914400">
              <a:defRPr sz="3600">
                <a:solidFill>
                  <a:srgbClr val="FFFFFF"/>
                </a:solidFill>
              </a:defRPr>
            </a:pPr>
            <a:endParaRPr/>
          </a:p>
        </p:txBody>
      </p:sp>
      <p:sp>
        <p:nvSpPr>
          <p:cNvPr id="474" name="Shape 474"/>
          <p:cNvSpPr/>
          <p:nvPr/>
        </p:nvSpPr>
        <p:spPr>
          <a:xfrm>
            <a:off x="0" y="0"/>
            <a:ext cx="1270000" cy="1641475"/>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14047"/>
                </a:lnTo>
                <a:lnTo>
                  <a:pt x="21452" y="14047"/>
                </a:lnTo>
                <a:lnTo>
                  <a:pt x="21452" y="0"/>
                </a:lnTo>
                <a:lnTo>
                  <a:pt x="0" y="0"/>
                </a:lnTo>
                <a:close/>
              </a:path>
            </a:pathLst>
          </a:custGeom>
          <a:solidFill>
            <a:srgbClr val="59595B"/>
          </a:solidFill>
          <a:ln w="12700">
            <a:miter lim="400000"/>
          </a:ln>
        </p:spPr>
        <p:txBody>
          <a:bodyPr lIns="0" tIns="0" rIns="0" bIns="0" anchor="ctr"/>
          <a:lstStyle/>
          <a:p>
            <a:pPr lvl="0" defTabSz="914400">
              <a:defRPr sz="3600">
                <a:solidFill>
                  <a:srgbClr val="FFFFFF"/>
                </a:solidFill>
              </a:defRPr>
            </a:pPr>
            <a:endParaRPr/>
          </a:p>
        </p:txBody>
      </p:sp>
      <p:sp>
        <p:nvSpPr>
          <p:cNvPr id="475" name="Shape 475"/>
          <p:cNvSpPr/>
          <p:nvPr/>
        </p:nvSpPr>
        <p:spPr>
          <a:xfrm>
            <a:off x="1647825" y="0"/>
            <a:ext cx="476250" cy="1063625"/>
          </a:xfrm>
          <a:prstGeom prst="rect">
            <a:avLst/>
          </a:prstGeom>
          <a:solidFill>
            <a:srgbClr val="0250DE"/>
          </a:solidFill>
          <a:ln w="12700">
            <a:miter lim="400000"/>
          </a:ln>
        </p:spPr>
        <p:txBody>
          <a:bodyPr lIns="0" tIns="0" rIns="0" bIns="0" anchor="ctr"/>
          <a:lstStyle/>
          <a:p>
            <a:pPr lvl="0" defTabSz="914400">
              <a:defRPr sz="3600">
                <a:solidFill>
                  <a:srgbClr val="FFFFFF"/>
                </a:solidFill>
              </a:defRPr>
            </a:pPr>
            <a:endParaRPr/>
          </a:p>
        </p:txBody>
      </p:sp>
      <p:sp>
        <p:nvSpPr>
          <p:cNvPr id="476" name="Shape 476"/>
          <p:cNvSpPr/>
          <p:nvPr/>
        </p:nvSpPr>
        <p:spPr>
          <a:xfrm>
            <a:off x="2501899" y="296862"/>
            <a:ext cx="5041902" cy="995681"/>
          </a:xfrm>
          <a:prstGeom prst="rect">
            <a:avLst/>
          </a:prstGeom>
          <a:ln w="12700">
            <a:miter lim="400000"/>
          </a:ln>
          <a:extLst>
            <a:ext uri="{C572A759-6A51-4108-AA02-DFA0A04FC94B}">
              <ma14:wrappingTextBoxFlag xmlns:ma14="http://schemas.microsoft.com/office/mac/drawingml/2011/main" val="1"/>
            </a:ext>
          </a:extLst>
        </p:spPr>
        <p:txBody>
          <a:bodyPr tIns="91439" bIns="91439">
            <a:spAutoFit/>
          </a:bodyPr>
          <a:lstStyle>
            <a:lvl1pPr algn="l" defTabSz="914400">
              <a:defRPr>
                <a:solidFill>
                  <a:srgbClr val="0250DE"/>
                </a:solidFill>
                <a:latin typeface="Microsoft YaHei"/>
                <a:ea typeface="Microsoft YaHei"/>
                <a:cs typeface="Microsoft YaHei"/>
                <a:sym typeface="Microsoft YaHei"/>
              </a:defRPr>
            </a:lvl1pPr>
          </a:lstStyle>
          <a:p>
            <a:pPr lvl="0">
              <a:defRPr sz="1800">
                <a:solidFill>
                  <a:srgbClr val="000000"/>
                </a:solidFill>
              </a:defRPr>
            </a:pPr>
            <a:r>
              <a:rPr sz="4800">
                <a:solidFill>
                  <a:srgbClr val="0250DE"/>
                </a:solidFill>
              </a:rPr>
              <a:t>3.主要研究的内容</a:t>
            </a:r>
          </a:p>
        </p:txBody>
      </p:sp>
      <p:sp>
        <p:nvSpPr>
          <p:cNvPr id="477" name="Shape 477"/>
          <p:cNvSpPr/>
          <p:nvPr/>
        </p:nvSpPr>
        <p:spPr>
          <a:xfrm>
            <a:off x="2501900" y="3681412"/>
            <a:ext cx="6051550" cy="932181"/>
          </a:xfrm>
          <a:prstGeom prst="rect">
            <a:avLst/>
          </a:prstGeom>
          <a:ln w="12700">
            <a:miter lim="400000"/>
          </a:ln>
          <a:extLst>
            <a:ext uri="{C572A759-6A51-4108-AA02-DFA0A04FC94B}">
              <ma14:wrappingTextBoxFlag xmlns:ma14="http://schemas.microsoft.com/office/mac/drawingml/2011/main" val="1"/>
            </a:ext>
          </a:extLst>
        </p:spPr>
        <p:txBody>
          <a:bodyPr tIns="91439" bIns="91439">
            <a:spAutoFit/>
          </a:bodyPr>
          <a:lstStyle>
            <a:lvl1pPr marL="1153980" indent="-1153980" algn="l" defTabSz="914400">
              <a:buClr>
                <a:srgbClr val="A6AAA9"/>
              </a:buClr>
              <a:buSzPct val="107000"/>
              <a:buFont typeface="Microsoft YaHei"/>
              <a:buChar char="✓"/>
              <a:defRPr sz="4400">
                <a:solidFill>
                  <a:srgbClr val="A6AAA9"/>
                </a:solidFill>
                <a:latin typeface="Microsoft YaHei"/>
                <a:ea typeface="Microsoft YaHei"/>
                <a:cs typeface="Microsoft YaHei"/>
                <a:sym typeface="Microsoft YaHei"/>
              </a:defRPr>
            </a:lvl1pPr>
          </a:lstStyle>
          <a:p>
            <a:pPr lvl="0">
              <a:defRPr sz="1800">
                <a:solidFill>
                  <a:srgbClr val="000000"/>
                </a:solidFill>
              </a:defRPr>
            </a:pPr>
            <a:r>
              <a:rPr sz="4400">
                <a:solidFill>
                  <a:srgbClr val="A6AAA9"/>
                </a:solidFill>
              </a:rPr>
              <a:t>3.主要研究的内容</a:t>
            </a:r>
          </a:p>
        </p:txBody>
      </p:sp>
      <p:sp>
        <p:nvSpPr>
          <p:cNvPr id="478" name="Shape 478"/>
          <p:cNvSpPr/>
          <p:nvPr/>
        </p:nvSpPr>
        <p:spPr>
          <a:xfrm>
            <a:off x="2501899" y="5684837"/>
            <a:ext cx="5907089" cy="932181"/>
          </a:xfrm>
          <a:prstGeom prst="rect">
            <a:avLst/>
          </a:prstGeom>
          <a:ln w="12700">
            <a:miter lim="400000"/>
          </a:ln>
          <a:extLst>
            <a:ext uri="{C572A759-6A51-4108-AA02-DFA0A04FC94B}">
              <ma14:wrappingTextBoxFlag xmlns:ma14="http://schemas.microsoft.com/office/mac/drawingml/2011/main" val="1"/>
            </a:ext>
          </a:extLst>
        </p:spPr>
        <p:txBody>
          <a:bodyPr tIns="91439" bIns="91439">
            <a:spAutoFit/>
          </a:bodyPr>
          <a:lstStyle>
            <a:lvl1pPr marL="1153980" indent="-1153980" algn="l" defTabSz="914400">
              <a:buClr>
                <a:srgbClr val="A6AAA9"/>
              </a:buClr>
              <a:buSzPct val="107000"/>
              <a:buFont typeface="Microsoft YaHei"/>
              <a:buChar char="✓"/>
              <a:defRPr sz="4400">
                <a:solidFill>
                  <a:srgbClr val="A6AAA9"/>
                </a:solidFill>
                <a:latin typeface="Microsoft YaHei"/>
                <a:ea typeface="Microsoft YaHei"/>
                <a:cs typeface="Microsoft YaHei"/>
                <a:sym typeface="Microsoft YaHei"/>
              </a:defRPr>
            </a:lvl1pPr>
          </a:lstStyle>
          <a:p>
            <a:pPr lvl="0">
              <a:defRPr sz="1800">
                <a:solidFill>
                  <a:srgbClr val="000000"/>
                </a:solidFill>
              </a:defRPr>
            </a:pPr>
            <a:r>
              <a:rPr sz="4400">
                <a:solidFill>
                  <a:srgbClr val="A6AAA9"/>
                </a:solidFill>
              </a:rPr>
              <a:t>3.主要研究的内容</a:t>
            </a:r>
          </a:p>
        </p:txBody>
      </p:sp>
      <p:sp>
        <p:nvSpPr>
          <p:cNvPr id="479" name="Shape 479"/>
          <p:cNvSpPr/>
          <p:nvPr/>
        </p:nvSpPr>
        <p:spPr>
          <a:xfrm>
            <a:off x="2501899" y="7688262"/>
            <a:ext cx="5907089" cy="932181"/>
          </a:xfrm>
          <a:prstGeom prst="rect">
            <a:avLst/>
          </a:prstGeom>
          <a:ln w="12700">
            <a:miter lim="400000"/>
          </a:ln>
          <a:extLst>
            <a:ext uri="{C572A759-6A51-4108-AA02-DFA0A04FC94B}">
              <ma14:wrappingTextBoxFlag xmlns:ma14="http://schemas.microsoft.com/office/mac/drawingml/2011/main" val="1"/>
            </a:ext>
          </a:extLst>
        </p:spPr>
        <p:txBody>
          <a:bodyPr tIns="91439" bIns="91439">
            <a:spAutoFit/>
          </a:bodyPr>
          <a:lstStyle>
            <a:lvl1pPr marL="1153980" indent="-1153980" algn="l" defTabSz="914400">
              <a:buClr>
                <a:srgbClr val="A6AAA9"/>
              </a:buClr>
              <a:buSzPct val="107000"/>
              <a:buFont typeface="Microsoft YaHei"/>
              <a:buChar char="✓"/>
              <a:defRPr sz="4400">
                <a:solidFill>
                  <a:srgbClr val="A6AAA9"/>
                </a:solidFill>
                <a:latin typeface="Microsoft YaHei"/>
                <a:ea typeface="Microsoft YaHei"/>
                <a:cs typeface="Microsoft YaHei"/>
                <a:sym typeface="Microsoft YaHei"/>
              </a:defRPr>
            </a:lvl1pPr>
          </a:lstStyle>
          <a:p>
            <a:pPr lvl="0">
              <a:defRPr sz="1800">
                <a:solidFill>
                  <a:srgbClr val="000000"/>
                </a:solidFill>
              </a:defRPr>
            </a:pPr>
            <a:r>
              <a:rPr sz="4400">
                <a:solidFill>
                  <a:srgbClr val="A6AAA9"/>
                </a:solidFill>
              </a:rPr>
              <a:t>3.主要研究的内容</a:t>
            </a:r>
          </a:p>
        </p:txBody>
      </p:sp>
      <p:sp>
        <p:nvSpPr>
          <p:cNvPr id="480" name="Shape 480"/>
          <p:cNvSpPr/>
          <p:nvPr/>
        </p:nvSpPr>
        <p:spPr>
          <a:xfrm>
            <a:off x="2501899" y="9693275"/>
            <a:ext cx="5907089" cy="932180"/>
          </a:xfrm>
          <a:prstGeom prst="rect">
            <a:avLst/>
          </a:prstGeom>
          <a:ln w="12700">
            <a:miter lim="400000"/>
          </a:ln>
          <a:extLst>
            <a:ext uri="{C572A759-6A51-4108-AA02-DFA0A04FC94B}">
              <ma14:wrappingTextBoxFlag xmlns:ma14="http://schemas.microsoft.com/office/mac/drawingml/2011/main" val="1"/>
            </a:ext>
          </a:extLst>
        </p:spPr>
        <p:txBody>
          <a:bodyPr tIns="91439" bIns="91439">
            <a:spAutoFit/>
          </a:bodyPr>
          <a:lstStyle>
            <a:lvl1pPr marL="1153980" indent="-1153980" algn="l" defTabSz="914400">
              <a:buClr>
                <a:srgbClr val="A6AAA9"/>
              </a:buClr>
              <a:buSzPct val="107000"/>
              <a:buFont typeface="Microsoft YaHei"/>
              <a:buChar char="✓"/>
              <a:defRPr sz="4400">
                <a:solidFill>
                  <a:srgbClr val="A6AAA9"/>
                </a:solidFill>
                <a:latin typeface="Microsoft YaHei"/>
                <a:ea typeface="Microsoft YaHei"/>
                <a:cs typeface="Microsoft YaHei"/>
                <a:sym typeface="Microsoft YaHei"/>
              </a:defRPr>
            </a:lvl1pPr>
          </a:lstStyle>
          <a:p>
            <a:pPr lvl="0">
              <a:defRPr sz="1800">
                <a:solidFill>
                  <a:srgbClr val="000000"/>
                </a:solidFill>
              </a:defRPr>
            </a:pPr>
            <a:r>
              <a:rPr sz="4400">
                <a:solidFill>
                  <a:srgbClr val="A6AAA9"/>
                </a:solidFill>
              </a:rPr>
              <a:t>3.主要研究的内容</a:t>
            </a:r>
          </a:p>
        </p:txBody>
      </p:sp>
      <p:sp>
        <p:nvSpPr>
          <p:cNvPr id="481" name="Shape 481"/>
          <p:cNvSpPr/>
          <p:nvPr/>
        </p:nvSpPr>
        <p:spPr>
          <a:xfrm>
            <a:off x="13453814" y="3897312"/>
            <a:ext cx="751384" cy="1489075"/>
          </a:xfrm>
          <a:prstGeom prst="rect">
            <a:avLst/>
          </a:prstGeom>
          <a:ln w="12700">
            <a:miter lim="400000"/>
          </a:ln>
          <a:extLst>
            <a:ext uri="{C572A759-6A51-4108-AA02-DFA0A04FC94B}">
              <ma14:wrappingTextBoxFlag xmlns:ma14="http://schemas.microsoft.com/office/mac/drawingml/2011/main" val="1"/>
            </a:ext>
          </a:extLst>
        </p:spPr>
        <p:txBody>
          <a:bodyPr wrap="none" lIns="71436" tIns="71436" rIns="71436" bIns="71436" anchor="ctr">
            <a:spAutoFit/>
          </a:bodyPr>
          <a:lstStyle>
            <a:lvl1pPr>
              <a:defRPr sz="8000">
                <a:solidFill>
                  <a:srgbClr val="FFFFFF"/>
                </a:solidFill>
                <a:latin typeface="Microsoft YaHei"/>
                <a:ea typeface="Microsoft YaHei"/>
                <a:cs typeface="Microsoft YaHei"/>
                <a:sym typeface="Microsoft YaHei"/>
              </a:defRPr>
            </a:lvl1pPr>
          </a:lstStyle>
          <a:p>
            <a:pPr lvl="0">
              <a:defRPr sz="1800">
                <a:solidFill>
                  <a:srgbClr val="000000"/>
                </a:solidFill>
              </a:defRPr>
            </a:pPr>
            <a:r>
              <a:rPr sz="8000">
                <a:solidFill>
                  <a:srgbClr val="FFFFFF"/>
                </a:solidFill>
              </a:rPr>
              <a:t>1</a:t>
            </a:r>
          </a:p>
        </p:txBody>
      </p:sp>
      <p:sp>
        <p:nvSpPr>
          <p:cNvPr id="482" name="Shape 482"/>
          <p:cNvSpPr/>
          <p:nvPr/>
        </p:nvSpPr>
        <p:spPr>
          <a:xfrm>
            <a:off x="18963233" y="3897312"/>
            <a:ext cx="751384" cy="1489075"/>
          </a:xfrm>
          <a:prstGeom prst="rect">
            <a:avLst/>
          </a:prstGeom>
          <a:ln w="12700">
            <a:miter lim="400000"/>
          </a:ln>
          <a:extLst>
            <a:ext uri="{C572A759-6A51-4108-AA02-DFA0A04FC94B}">
              <ma14:wrappingTextBoxFlag xmlns:ma14="http://schemas.microsoft.com/office/mac/drawingml/2011/main" val="1"/>
            </a:ext>
          </a:extLst>
        </p:spPr>
        <p:txBody>
          <a:bodyPr wrap="none" lIns="71436" tIns="71436" rIns="71436" bIns="71436" anchor="ctr">
            <a:spAutoFit/>
          </a:bodyPr>
          <a:lstStyle>
            <a:lvl1pPr>
              <a:defRPr sz="8000">
                <a:solidFill>
                  <a:srgbClr val="53585F"/>
                </a:solidFill>
                <a:latin typeface="Microsoft YaHei"/>
                <a:ea typeface="Microsoft YaHei"/>
                <a:cs typeface="Microsoft YaHei"/>
                <a:sym typeface="Microsoft YaHei"/>
              </a:defRPr>
            </a:lvl1pPr>
          </a:lstStyle>
          <a:p>
            <a:pPr lvl="0">
              <a:defRPr sz="1800">
                <a:solidFill>
                  <a:srgbClr val="000000"/>
                </a:solidFill>
              </a:defRPr>
            </a:pPr>
            <a:r>
              <a:rPr sz="8000">
                <a:solidFill>
                  <a:srgbClr val="53585F"/>
                </a:solidFill>
              </a:rPr>
              <a:t>2</a:t>
            </a:r>
          </a:p>
        </p:txBody>
      </p:sp>
      <p:sp>
        <p:nvSpPr>
          <p:cNvPr id="483" name="Shape 483"/>
          <p:cNvSpPr/>
          <p:nvPr/>
        </p:nvSpPr>
        <p:spPr>
          <a:xfrm>
            <a:off x="13347452" y="8948737"/>
            <a:ext cx="751384" cy="1489075"/>
          </a:xfrm>
          <a:prstGeom prst="rect">
            <a:avLst/>
          </a:prstGeom>
          <a:ln w="12700">
            <a:miter lim="400000"/>
          </a:ln>
          <a:extLst>
            <a:ext uri="{C572A759-6A51-4108-AA02-DFA0A04FC94B}">
              <ma14:wrappingTextBoxFlag xmlns:ma14="http://schemas.microsoft.com/office/mac/drawingml/2011/main" val="1"/>
            </a:ext>
          </a:extLst>
        </p:spPr>
        <p:txBody>
          <a:bodyPr wrap="none" lIns="71436" tIns="71436" rIns="71436" bIns="71436" anchor="ctr">
            <a:spAutoFit/>
          </a:bodyPr>
          <a:lstStyle>
            <a:lvl1pPr>
              <a:defRPr sz="8000">
                <a:solidFill>
                  <a:srgbClr val="53585F"/>
                </a:solidFill>
                <a:latin typeface="Microsoft YaHei"/>
                <a:ea typeface="Microsoft YaHei"/>
                <a:cs typeface="Microsoft YaHei"/>
                <a:sym typeface="Microsoft YaHei"/>
              </a:defRPr>
            </a:lvl1pPr>
          </a:lstStyle>
          <a:p>
            <a:pPr lvl="0">
              <a:defRPr sz="1800">
                <a:solidFill>
                  <a:srgbClr val="000000"/>
                </a:solidFill>
              </a:defRPr>
            </a:pPr>
            <a:r>
              <a:rPr sz="8000">
                <a:solidFill>
                  <a:srgbClr val="53585F"/>
                </a:solidFill>
              </a:rPr>
              <a:t>4</a:t>
            </a:r>
          </a:p>
        </p:txBody>
      </p:sp>
      <p:sp>
        <p:nvSpPr>
          <p:cNvPr id="484" name="Shape 484"/>
          <p:cNvSpPr/>
          <p:nvPr/>
        </p:nvSpPr>
        <p:spPr>
          <a:xfrm>
            <a:off x="18963233" y="8948737"/>
            <a:ext cx="751384" cy="1489075"/>
          </a:xfrm>
          <a:prstGeom prst="rect">
            <a:avLst/>
          </a:prstGeom>
          <a:ln w="12700">
            <a:miter lim="400000"/>
          </a:ln>
          <a:extLst>
            <a:ext uri="{C572A759-6A51-4108-AA02-DFA0A04FC94B}">
              <ma14:wrappingTextBoxFlag xmlns:ma14="http://schemas.microsoft.com/office/mac/drawingml/2011/main" val="1"/>
            </a:ext>
          </a:extLst>
        </p:spPr>
        <p:txBody>
          <a:bodyPr wrap="none" lIns="71436" tIns="71436" rIns="71436" bIns="71436" anchor="ctr">
            <a:spAutoFit/>
          </a:bodyPr>
          <a:lstStyle>
            <a:lvl1pPr>
              <a:defRPr sz="8000">
                <a:solidFill>
                  <a:srgbClr val="FFFFFF"/>
                </a:solidFill>
                <a:latin typeface="Microsoft YaHei"/>
                <a:ea typeface="Microsoft YaHei"/>
                <a:cs typeface="Microsoft YaHei"/>
                <a:sym typeface="Microsoft YaHei"/>
              </a:defRPr>
            </a:lvl1pPr>
          </a:lstStyle>
          <a:p>
            <a:pPr lvl="0">
              <a:defRPr sz="1800">
                <a:solidFill>
                  <a:srgbClr val="000000"/>
                </a:solidFill>
              </a:defRPr>
            </a:pPr>
            <a:r>
              <a:rPr sz="8000">
                <a:solidFill>
                  <a:srgbClr val="FFFFFF"/>
                </a:solidFill>
              </a:rPr>
              <a:t>3</a:t>
            </a:r>
          </a:p>
        </p:txBody>
      </p:sp>
      <p:sp>
        <p:nvSpPr>
          <p:cNvPr id="485" name="Shape 485"/>
          <p:cNvSpPr/>
          <p:nvPr/>
        </p:nvSpPr>
        <p:spPr>
          <a:xfrm>
            <a:off x="14290025" y="5176520"/>
            <a:ext cx="2005509" cy="1681481"/>
          </a:xfrm>
          <a:prstGeom prst="rect">
            <a:avLst/>
          </a:prstGeom>
          <a:ln w="12700">
            <a:miter lim="400000"/>
          </a:ln>
          <a:extLst>
            <a:ext uri="{C572A759-6A51-4108-AA02-DFA0A04FC94B}">
              <ma14:wrappingTextBoxFlag xmlns:ma14="http://schemas.microsoft.com/office/mac/drawingml/2011/main" val="1"/>
            </a:ext>
          </a:extLst>
        </p:spPr>
        <p:txBody>
          <a:bodyPr tIns="91439" bIns="91439">
            <a:spAutoFit/>
          </a:bodyPr>
          <a:lstStyle>
            <a:lvl1pPr algn="l" defTabSz="914400">
              <a:defRPr sz="4400">
                <a:solidFill>
                  <a:srgbClr val="FFFFFF"/>
                </a:solidFill>
                <a:latin typeface="Microsoft YaHei"/>
                <a:ea typeface="Microsoft YaHei"/>
                <a:cs typeface="Microsoft YaHei"/>
                <a:sym typeface="Microsoft YaHei"/>
              </a:defRPr>
            </a:lvl1pPr>
          </a:lstStyle>
          <a:p>
            <a:pPr lvl="0">
              <a:defRPr sz="1800">
                <a:solidFill>
                  <a:srgbClr val="000000"/>
                </a:solidFill>
              </a:defRPr>
            </a:pPr>
            <a:r>
              <a:rPr sz="4400">
                <a:solidFill>
                  <a:srgbClr val="FFFFFF"/>
                </a:solidFill>
              </a:rPr>
              <a:t>研究的内容</a:t>
            </a:r>
          </a:p>
        </p:txBody>
      </p:sp>
      <p:sp>
        <p:nvSpPr>
          <p:cNvPr id="486" name="Shape 486"/>
          <p:cNvSpPr/>
          <p:nvPr/>
        </p:nvSpPr>
        <p:spPr>
          <a:xfrm>
            <a:off x="17224004" y="7975599"/>
            <a:ext cx="1932236" cy="1681481"/>
          </a:xfrm>
          <a:prstGeom prst="rect">
            <a:avLst/>
          </a:prstGeom>
          <a:ln w="12700">
            <a:miter lim="400000"/>
          </a:ln>
          <a:extLst>
            <a:ext uri="{C572A759-6A51-4108-AA02-DFA0A04FC94B}">
              <ma14:wrappingTextBoxFlag xmlns:ma14="http://schemas.microsoft.com/office/mac/drawingml/2011/main" val="1"/>
            </a:ext>
          </a:extLst>
        </p:spPr>
        <p:txBody>
          <a:bodyPr tIns="91439" bIns="91439">
            <a:spAutoFit/>
          </a:bodyPr>
          <a:lstStyle>
            <a:lvl1pPr algn="l" defTabSz="914400">
              <a:defRPr sz="4400">
                <a:solidFill>
                  <a:srgbClr val="FFFFFF"/>
                </a:solidFill>
                <a:latin typeface="Microsoft YaHei"/>
                <a:ea typeface="Microsoft YaHei"/>
                <a:cs typeface="Microsoft YaHei"/>
                <a:sym typeface="Microsoft YaHei"/>
              </a:defRPr>
            </a:lvl1pPr>
          </a:lstStyle>
          <a:p>
            <a:pPr lvl="0">
              <a:defRPr sz="1800">
                <a:solidFill>
                  <a:srgbClr val="000000"/>
                </a:solidFill>
              </a:defRPr>
            </a:pPr>
            <a:r>
              <a:rPr sz="4400">
                <a:solidFill>
                  <a:srgbClr val="FFFFFF"/>
                </a:solidFill>
              </a:rPr>
              <a:t>研究的内容</a:t>
            </a:r>
          </a:p>
        </p:txBody>
      </p:sp>
      <p:sp>
        <p:nvSpPr>
          <p:cNvPr id="487" name="Shape 487"/>
          <p:cNvSpPr/>
          <p:nvPr/>
        </p:nvSpPr>
        <p:spPr>
          <a:xfrm>
            <a:off x="17224004" y="5176520"/>
            <a:ext cx="2005509" cy="1681481"/>
          </a:xfrm>
          <a:prstGeom prst="rect">
            <a:avLst/>
          </a:prstGeom>
          <a:ln w="12700">
            <a:miter lim="400000"/>
          </a:ln>
          <a:extLst>
            <a:ext uri="{C572A759-6A51-4108-AA02-DFA0A04FC94B}">
              <ma14:wrappingTextBoxFlag xmlns:ma14="http://schemas.microsoft.com/office/mac/drawingml/2011/main" val="1"/>
            </a:ext>
          </a:extLst>
        </p:spPr>
        <p:txBody>
          <a:bodyPr tIns="91439" bIns="91439">
            <a:spAutoFit/>
          </a:bodyPr>
          <a:lstStyle>
            <a:lvl1pPr algn="l" defTabSz="914400">
              <a:defRPr sz="4400">
                <a:solidFill>
                  <a:srgbClr val="53585F"/>
                </a:solidFill>
                <a:latin typeface="Microsoft YaHei"/>
                <a:ea typeface="Microsoft YaHei"/>
                <a:cs typeface="Microsoft YaHei"/>
                <a:sym typeface="Microsoft YaHei"/>
              </a:defRPr>
            </a:lvl1pPr>
          </a:lstStyle>
          <a:p>
            <a:pPr lvl="0">
              <a:defRPr sz="1800">
                <a:solidFill>
                  <a:srgbClr val="000000"/>
                </a:solidFill>
              </a:defRPr>
            </a:pPr>
            <a:r>
              <a:rPr sz="4400">
                <a:solidFill>
                  <a:srgbClr val="53585F"/>
                </a:solidFill>
              </a:rPr>
              <a:t>研究的内容</a:t>
            </a:r>
          </a:p>
        </p:txBody>
      </p:sp>
      <p:sp>
        <p:nvSpPr>
          <p:cNvPr id="488" name="Shape 488"/>
          <p:cNvSpPr/>
          <p:nvPr/>
        </p:nvSpPr>
        <p:spPr>
          <a:xfrm>
            <a:off x="14290025" y="7975599"/>
            <a:ext cx="2351737" cy="1681481"/>
          </a:xfrm>
          <a:prstGeom prst="rect">
            <a:avLst/>
          </a:prstGeom>
          <a:ln w="12700">
            <a:miter lim="400000"/>
          </a:ln>
          <a:extLst>
            <a:ext uri="{C572A759-6A51-4108-AA02-DFA0A04FC94B}">
              <ma14:wrappingTextBoxFlag xmlns:ma14="http://schemas.microsoft.com/office/mac/drawingml/2011/main" val="1"/>
            </a:ext>
          </a:extLst>
        </p:spPr>
        <p:txBody>
          <a:bodyPr tIns="91439" bIns="91439">
            <a:spAutoFit/>
          </a:bodyPr>
          <a:lstStyle>
            <a:lvl1pPr algn="l" defTabSz="914400">
              <a:defRPr sz="4400">
                <a:solidFill>
                  <a:srgbClr val="53585F"/>
                </a:solidFill>
                <a:latin typeface="Microsoft YaHei"/>
                <a:ea typeface="Microsoft YaHei"/>
                <a:cs typeface="Microsoft YaHei"/>
                <a:sym typeface="Microsoft YaHei"/>
              </a:defRPr>
            </a:lvl1pPr>
          </a:lstStyle>
          <a:p>
            <a:pPr lvl="0">
              <a:defRPr sz="1800">
                <a:solidFill>
                  <a:srgbClr val="000000"/>
                </a:solidFill>
              </a:defRPr>
            </a:pPr>
            <a:r>
              <a:rPr sz="4400">
                <a:solidFill>
                  <a:srgbClr val="53585F"/>
                </a:solidFill>
              </a:rPr>
              <a:t>研究的内容</a:t>
            </a:r>
          </a:p>
        </p:txBody>
      </p:sp>
    </p:spTree>
  </p:cSld>
  <p:clrMapOvr>
    <a:masterClrMapping/>
  </p:clrMapOvr>
  <p:transition spd="med"/>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0" name="Shape 490"/>
          <p:cNvSpPr/>
          <p:nvPr/>
        </p:nvSpPr>
        <p:spPr>
          <a:xfrm>
            <a:off x="0" y="4929187"/>
            <a:ext cx="24382413" cy="8786813"/>
          </a:xfrm>
          <a:prstGeom prst="rect">
            <a:avLst/>
          </a:prstGeom>
          <a:solidFill>
            <a:srgbClr val="F2F2F2"/>
          </a:solidFill>
          <a:ln w="12700">
            <a:miter lim="400000"/>
          </a:ln>
        </p:spPr>
        <p:txBody>
          <a:bodyPr lIns="0" tIns="0" rIns="0" bIns="0" anchor="ctr"/>
          <a:lstStyle/>
          <a:p>
            <a:pPr lvl="0">
              <a:defRPr sz="3200">
                <a:solidFill>
                  <a:srgbClr val="FFFFFF"/>
                </a:solidFill>
                <a:latin typeface="Helvetica Light"/>
                <a:ea typeface="Helvetica Light"/>
                <a:cs typeface="Helvetica Light"/>
                <a:sym typeface="Helvetica Light"/>
              </a:defRPr>
            </a:pPr>
            <a:endParaRPr/>
          </a:p>
        </p:txBody>
      </p:sp>
      <p:sp>
        <p:nvSpPr>
          <p:cNvPr id="491" name="Shape 491"/>
          <p:cNvSpPr/>
          <p:nvPr/>
        </p:nvSpPr>
        <p:spPr>
          <a:xfrm>
            <a:off x="0" y="12890500"/>
            <a:ext cx="2124075" cy="838200"/>
          </a:xfrm>
          <a:prstGeom prst="rect">
            <a:avLst/>
          </a:prstGeom>
          <a:solidFill>
            <a:srgbClr val="0250DE"/>
          </a:solidFill>
          <a:ln w="12700">
            <a:miter lim="400000"/>
          </a:ln>
        </p:spPr>
        <p:txBody>
          <a:bodyPr lIns="0" tIns="0" rIns="0" bIns="0" anchor="ctr"/>
          <a:lstStyle/>
          <a:p>
            <a:pPr lvl="0" defTabSz="914400">
              <a:defRPr sz="3600">
                <a:solidFill>
                  <a:srgbClr val="FFFFFF"/>
                </a:solidFill>
              </a:defRPr>
            </a:pPr>
            <a:endParaRPr/>
          </a:p>
        </p:txBody>
      </p:sp>
      <p:sp>
        <p:nvSpPr>
          <p:cNvPr id="492" name="Shape 492"/>
          <p:cNvSpPr/>
          <p:nvPr/>
        </p:nvSpPr>
        <p:spPr>
          <a:xfrm>
            <a:off x="0" y="0"/>
            <a:ext cx="1270000" cy="1641475"/>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14047"/>
                </a:lnTo>
                <a:lnTo>
                  <a:pt x="21452" y="14047"/>
                </a:lnTo>
                <a:lnTo>
                  <a:pt x="21452" y="0"/>
                </a:lnTo>
                <a:lnTo>
                  <a:pt x="0" y="0"/>
                </a:lnTo>
                <a:close/>
              </a:path>
            </a:pathLst>
          </a:custGeom>
          <a:solidFill>
            <a:srgbClr val="59595B"/>
          </a:solidFill>
          <a:ln w="12700">
            <a:miter lim="400000"/>
          </a:ln>
        </p:spPr>
        <p:txBody>
          <a:bodyPr lIns="0" tIns="0" rIns="0" bIns="0" anchor="ctr"/>
          <a:lstStyle/>
          <a:p>
            <a:pPr lvl="0" defTabSz="914400">
              <a:defRPr sz="3600">
                <a:solidFill>
                  <a:srgbClr val="FFFFFF"/>
                </a:solidFill>
              </a:defRPr>
            </a:pPr>
            <a:endParaRPr/>
          </a:p>
        </p:txBody>
      </p:sp>
      <p:sp>
        <p:nvSpPr>
          <p:cNvPr id="493" name="Shape 493"/>
          <p:cNvSpPr/>
          <p:nvPr/>
        </p:nvSpPr>
        <p:spPr>
          <a:xfrm>
            <a:off x="1647825" y="0"/>
            <a:ext cx="476250" cy="1063625"/>
          </a:xfrm>
          <a:prstGeom prst="rect">
            <a:avLst/>
          </a:prstGeom>
          <a:solidFill>
            <a:srgbClr val="0250DE"/>
          </a:solidFill>
          <a:ln w="12700">
            <a:miter lim="400000"/>
          </a:ln>
        </p:spPr>
        <p:txBody>
          <a:bodyPr lIns="0" tIns="0" rIns="0" bIns="0" anchor="ctr"/>
          <a:lstStyle/>
          <a:p>
            <a:pPr lvl="0" defTabSz="914400">
              <a:defRPr sz="3600">
                <a:solidFill>
                  <a:srgbClr val="FFFFFF"/>
                </a:solidFill>
              </a:defRPr>
            </a:pPr>
            <a:endParaRPr/>
          </a:p>
        </p:txBody>
      </p:sp>
      <p:sp>
        <p:nvSpPr>
          <p:cNvPr id="494" name="Shape 494"/>
          <p:cNvSpPr/>
          <p:nvPr/>
        </p:nvSpPr>
        <p:spPr>
          <a:xfrm>
            <a:off x="1797050" y="3111500"/>
            <a:ext cx="3929063" cy="3981450"/>
          </a:xfrm>
          <a:prstGeom prst="rect">
            <a:avLst/>
          </a:prstGeom>
          <a:solidFill>
            <a:srgbClr val="0250DE"/>
          </a:solidFill>
          <a:ln w="12700">
            <a:miter lim="400000"/>
          </a:ln>
        </p:spPr>
        <p:txBody>
          <a:bodyPr lIns="0" tIns="0" rIns="0" bIns="0" anchor="ctr"/>
          <a:lstStyle/>
          <a:p>
            <a:pPr lvl="0">
              <a:defRPr sz="3200">
                <a:solidFill>
                  <a:srgbClr val="FFFFFF"/>
                </a:solidFill>
                <a:latin typeface="Helvetica Light"/>
                <a:ea typeface="Helvetica Light"/>
                <a:cs typeface="Helvetica Light"/>
                <a:sym typeface="Helvetica Light"/>
              </a:defRPr>
            </a:pPr>
            <a:endParaRPr/>
          </a:p>
        </p:txBody>
      </p:sp>
      <p:sp>
        <p:nvSpPr>
          <p:cNvPr id="495" name="Shape 495"/>
          <p:cNvSpPr/>
          <p:nvPr/>
        </p:nvSpPr>
        <p:spPr>
          <a:xfrm>
            <a:off x="7593012" y="3111500"/>
            <a:ext cx="3929063" cy="3981450"/>
          </a:xfrm>
          <a:prstGeom prst="rect">
            <a:avLst/>
          </a:prstGeom>
          <a:solidFill>
            <a:srgbClr val="0250DE"/>
          </a:solidFill>
          <a:ln w="12700">
            <a:miter lim="400000"/>
          </a:ln>
        </p:spPr>
        <p:txBody>
          <a:bodyPr lIns="0" tIns="0" rIns="0" bIns="0" anchor="ctr"/>
          <a:lstStyle/>
          <a:p>
            <a:pPr lvl="0">
              <a:defRPr sz="3200">
                <a:solidFill>
                  <a:srgbClr val="FFFFFF"/>
                </a:solidFill>
                <a:latin typeface="Helvetica Light"/>
                <a:ea typeface="Helvetica Light"/>
                <a:cs typeface="Helvetica Light"/>
                <a:sym typeface="Helvetica Light"/>
              </a:defRPr>
            </a:pPr>
            <a:endParaRPr/>
          </a:p>
        </p:txBody>
      </p:sp>
      <p:sp>
        <p:nvSpPr>
          <p:cNvPr id="496" name="Shape 496"/>
          <p:cNvSpPr/>
          <p:nvPr/>
        </p:nvSpPr>
        <p:spPr>
          <a:xfrm>
            <a:off x="13388975" y="3111500"/>
            <a:ext cx="3929063" cy="3981450"/>
          </a:xfrm>
          <a:prstGeom prst="rect">
            <a:avLst/>
          </a:prstGeom>
          <a:solidFill>
            <a:srgbClr val="0250DE"/>
          </a:solidFill>
          <a:ln w="12700">
            <a:miter lim="400000"/>
          </a:ln>
        </p:spPr>
        <p:txBody>
          <a:bodyPr lIns="0" tIns="0" rIns="0" bIns="0" anchor="ctr"/>
          <a:lstStyle/>
          <a:p>
            <a:pPr lvl="0">
              <a:defRPr sz="3200">
                <a:solidFill>
                  <a:srgbClr val="FFFFFF"/>
                </a:solidFill>
                <a:latin typeface="Helvetica Light"/>
                <a:ea typeface="Helvetica Light"/>
                <a:cs typeface="Helvetica Light"/>
                <a:sym typeface="Helvetica Light"/>
              </a:defRPr>
            </a:pPr>
            <a:endParaRPr/>
          </a:p>
        </p:txBody>
      </p:sp>
      <p:sp>
        <p:nvSpPr>
          <p:cNvPr id="497" name="Shape 497"/>
          <p:cNvSpPr/>
          <p:nvPr/>
        </p:nvSpPr>
        <p:spPr>
          <a:xfrm>
            <a:off x="19184937" y="3111500"/>
            <a:ext cx="3927476" cy="3981450"/>
          </a:xfrm>
          <a:prstGeom prst="rect">
            <a:avLst/>
          </a:prstGeom>
          <a:solidFill>
            <a:srgbClr val="0250DE"/>
          </a:solidFill>
          <a:ln w="12700">
            <a:miter lim="400000"/>
          </a:ln>
        </p:spPr>
        <p:txBody>
          <a:bodyPr lIns="0" tIns="0" rIns="0" bIns="0" anchor="ctr"/>
          <a:lstStyle/>
          <a:p>
            <a:pPr lvl="0">
              <a:defRPr sz="3200">
                <a:solidFill>
                  <a:srgbClr val="FFFFFF"/>
                </a:solidFill>
                <a:latin typeface="Helvetica Light"/>
                <a:ea typeface="Helvetica Light"/>
                <a:cs typeface="Helvetica Light"/>
                <a:sym typeface="Helvetica Light"/>
              </a:defRPr>
            </a:pPr>
            <a:endParaRPr/>
          </a:p>
        </p:txBody>
      </p:sp>
      <p:sp>
        <p:nvSpPr>
          <p:cNvPr id="498" name="Shape 498"/>
          <p:cNvSpPr/>
          <p:nvPr/>
        </p:nvSpPr>
        <p:spPr>
          <a:xfrm>
            <a:off x="3236999" y="3282950"/>
            <a:ext cx="1049164" cy="1819275"/>
          </a:xfrm>
          <a:prstGeom prst="rect">
            <a:avLst/>
          </a:prstGeom>
          <a:ln w="12700">
            <a:miter lim="400000"/>
          </a:ln>
          <a:extLst>
            <a:ext uri="{C572A759-6A51-4108-AA02-DFA0A04FC94B}">
              <ma14:wrappingTextBoxFlag xmlns:ma14="http://schemas.microsoft.com/office/mac/drawingml/2011/main" val="1"/>
            </a:ext>
          </a:extLst>
        </p:spPr>
        <p:txBody>
          <a:bodyPr wrap="none" lIns="71436" tIns="71436" rIns="71436" bIns="71436" anchor="ctr">
            <a:spAutoFit/>
          </a:bodyPr>
          <a:lstStyle>
            <a:lvl1pPr>
              <a:defRPr sz="10000">
                <a:solidFill>
                  <a:srgbClr val="FFFFFF"/>
                </a:solidFill>
                <a:latin typeface="Microsoft YaHei"/>
                <a:ea typeface="Microsoft YaHei"/>
                <a:cs typeface="Microsoft YaHei"/>
                <a:sym typeface="Microsoft YaHei"/>
              </a:defRPr>
            </a:lvl1pPr>
          </a:lstStyle>
          <a:p>
            <a:pPr lvl="0">
              <a:defRPr sz="1800">
                <a:solidFill>
                  <a:srgbClr val="000000"/>
                </a:solidFill>
              </a:defRPr>
            </a:pPr>
            <a:r>
              <a:rPr sz="10000">
                <a:solidFill>
                  <a:srgbClr val="FFFFFF"/>
                </a:solidFill>
              </a:rPr>
              <a:t>A</a:t>
            </a:r>
          </a:p>
        </p:txBody>
      </p:sp>
      <p:sp>
        <p:nvSpPr>
          <p:cNvPr id="499" name="Shape 499"/>
          <p:cNvSpPr/>
          <p:nvPr/>
        </p:nvSpPr>
        <p:spPr>
          <a:xfrm>
            <a:off x="8850312" y="3282950"/>
            <a:ext cx="952426" cy="1819274"/>
          </a:xfrm>
          <a:prstGeom prst="rect">
            <a:avLst/>
          </a:prstGeom>
          <a:ln w="12700">
            <a:miter lim="400000"/>
          </a:ln>
          <a:extLst>
            <a:ext uri="{C572A759-6A51-4108-AA02-DFA0A04FC94B}">
              <ma14:wrappingTextBoxFlag xmlns:ma14="http://schemas.microsoft.com/office/mac/drawingml/2011/main" val="1"/>
            </a:ext>
          </a:extLst>
        </p:spPr>
        <p:txBody>
          <a:bodyPr wrap="none" lIns="71436" tIns="71436" rIns="71436" bIns="71436" anchor="ctr">
            <a:spAutoFit/>
          </a:bodyPr>
          <a:lstStyle>
            <a:lvl1pPr>
              <a:defRPr sz="10000">
                <a:solidFill>
                  <a:srgbClr val="FFFFFF"/>
                </a:solidFill>
                <a:latin typeface="Microsoft YaHei"/>
                <a:ea typeface="Microsoft YaHei"/>
                <a:cs typeface="Microsoft YaHei"/>
                <a:sym typeface="Microsoft YaHei"/>
              </a:defRPr>
            </a:lvl1pPr>
          </a:lstStyle>
          <a:p>
            <a:pPr lvl="0">
              <a:defRPr sz="1800">
                <a:solidFill>
                  <a:srgbClr val="000000"/>
                </a:solidFill>
              </a:defRPr>
            </a:pPr>
            <a:r>
              <a:rPr sz="10000">
                <a:solidFill>
                  <a:srgbClr val="FFFFFF"/>
                </a:solidFill>
              </a:rPr>
              <a:t>B</a:t>
            </a:r>
          </a:p>
        </p:txBody>
      </p:sp>
      <p:sp>
        <p:nvSpPr>
          <p:cNvPr id="500" name="Shape 500"/>
          <p:cNvSpPr/>
          <p:nvPr/>
        </p:nvSpPr>
        <p:spPr>
          <a:xfrm>
            <a:off x="14850938" y="3282950"/>
            <a:ext cx="1005136" cy="1819275"/>
          </a:xfrm>
          <a:prstGeom prst="rect">
            <a:avLst/>
          </a:prstGeom>
          <a:ln w="12700">
            <a:miter lim="400000"/>
          </a:ln>
          <a:extLst>
            <a:ext uri="{C572A759-6A51-4108-AA02-DFA0A04FC94B}">
              <ma14:wrappingTextBoxFlag xmlns:ma14="http://schemas.microsoft.com/office/mac/drawingml/2011/main" val="1"/>
            </a:ext>
          </a:extLst>
        </p:spPr>
        <p:txBody>
          <a:bodyPr wrap="none" lIns="71436" tIns="71436" rIns="71436" bIns="71436" anchor="ctr">
            <a:spAutoFit/>
          </a:bodyPr>
          <a:lstStyle>
            <a:lvl1pPr>
              <a:defRPr sz="10000">
                <a:solidFill>
                  <a:srgbClr val="FFFFFF"/>
                </a:solidFill>
                <a:latin typeface="Microsoft YaHei"/>
                <a:ea typeface="Microsoft YaHei"/>
                <a:cs typeface="Microsoft YaHei"/>
                <a:sym typeface="Microsoft YaHei"/>
              </a:defRPr>
            </a:lvl1pPr>
          </a:lstStyle>
          <a:p>
            <a:pPr lvl="0">
              <a:defRPr sz="1800">
                <a:solidFill>
                  <a:srgbClr val="000000"/>
                </a:solidFill>
              </a:defRPr>
            </a:pPr>
            <a:r>
              <a:rPr sz="10000">
                <a:solidFill>
                  <a:srgbClr val="FFFFFF"/>
                </a:solidFill>
              </a:rPr>
              <a:t>C</a:t>
            </a:r>
          </a:p>
        </p:txBody>
      </p:sp>
      <p:sp>
        <p:nvSpPr>
          <p:cNvPr id="501" name="Shape 501"/>
          <p:cNvSpPr/>
          <p:nvPr/>
        </p:nvSpPr>
        <p:spPr>
          <a:xfrm>
            <a:off x="20587196" y="3282950"/>
            <a:ext cx="1122958" cy="1819275"/>
          </a:xfrm>
          <a:prstGeom prst="rect">
            <a:avLst/>
          </a:prstGeom>
          <a:ln w="12700">
            <a:miter lim="400000"/>
          </a:ln>
          <a:extLst>
            <a:ext uri="{C572A759-6A51-4108-AA02-DFA0A04FC94B}">
              <ma14:wrappingTextBoxFlag xmlns:ma14="http://schemas.microsoft.com/office/mac/drawingml/2011/main" val="1"/>
            </a:ext>
          </a:extLst>
        </p:spPr>
        <p:txBody>
          <a:bodyPr wrap="none" lIns="71436" tIns="71436" rIns="71436" bIns="71436" anchor="ctr">
            <a:spAutoFit/>
          </a:bodyPr>
          <a:lstStyle>
            <a:lvl1pPr>
              <a:defRPr sz="10000">
                <a:solidFill>
                  <a:srgbClr val="FFFFFF"/>
                </a:solidFill>
                <a:latin typeface="Microsoft YaHei"/>
                <a:ea typeface="Microsoft YaHei"/>
                <a:cs typeface="Microsoft YaHei"/>
                <a:sym typeface="Microsoft YaHei"/>
              </a:defRPr>
            </a:lvl1pPr>
          </a:lstStyle>
          <a:p>
            <a:pPr lvl="0">
              <a:defRPr sz="1800">
                <a:solidFill>
                  <a:srgbClr val="000000"/>
                </a:solidFill>
              </a:defRPr>
            </a:pPr>
            <a:r>
              <a:rPr sz="10000">
                <a:solidFill>
                  <a:srgbClr val="FFFFFF"/>
                </a:solidFill>
              </a:rPr>
              <a:t>D</a:t>
            </a:r>
          </a:p>
        </p:txBody>
      </p:sp>
      <p:sp>
        <p:nvSpPr>
          <p:cNvPr id="502" name="Shape 502"/>
          <p:cNvSpPr/>
          <p:nvPr/>
        </p:nvSpPr>
        <p:spPr>
          <a:xfrm>
            <a:off x="2735262" y="4865687"/>
            <a:ext cx="1933575" cy="473075"/>
          </a:xfrm>
          <a:prstGeom prst="rect">
            <a:avLst/>
          </a:prstGeom>
          <a:ln w="12700">
            <a:miter lim="400000"/>
          </a:ln>
          <a:extLst>
            <a:ext uri="{C572A759-6A51-4108-AA02-DFA0A04FC94B}">
              <ma14:wrappingTextBoxFlag xmlns:ma14="http://schemas.microsoft.com/office/mac/drawingml/2011/main" val="1"/>
            </a:ext>
          </a:extLst>
        </p:spPr>
        <p:txBody>
          <a:bodyPr wrap="none" lIns="71436" tIns="71436" rIns="71436" bIns="71436" anchor="ctr">
            <a:spAutoFit/>
          </a:bodyPr>
          <a:lstStyle>
            <a:lvl1pPr>
              <a:defRPr sz="2000">
                <a:solidFill>
                  <a:srgbClr val="FFFFFF"/>
                </a:solidFill>
                <a:latin typeface="Microsoft YaHei"/>
                <a:ea typeface="Microsoft YaHei"/>
                <a:cs typeface="Microsoft YaHei"/>
                <a:sym typeface="Microsoft YaHei"/>
              </a:defRPr>
            </a:lvl1pPr>
          </a:lstStyle>
          <a:p>
            <a:pPr lvl="0">
              <a:defRPr sz="1800">
                <a:solidFill>
                  <a:srgbClr val="000000"/>
                </a:solidFill>
              </a:defRPr>
            </a:pPr>
            <a:r>
              <a:rPr sz="2000">
                <a:solidFill>
                  <a:srgbClr val="FFFFFF"/>
                </a:solidFill>
              </a:rPr>
              <a:t>主要研究的内容</a:t>
            </a:r>
          </a:p>
        </p:txBody>
      </p:sp>
      <p:sp>
        <p:nvSpPr>
          <p:cNvPr id="503" name="Shape 503"/>
          <p:cNvSpPr/>
          <p:nvPr/>
        </p:nvSpPr>
        <p:spPr>
          <a:xfrm>
            <a:off x="1955800" y="5629275"/>
            <a:ext cx="3611563" cy="942974"/>
          </a:xfrm>
          <a:prstGeom prst="rect">
            <a:avLst/>
          </a:prstGeom>
          <a:ln w="12700">
            <a:miter lim="400000"/>
          </a:ln>
          <a:extLst>
            <a:ext uri="{C572A759-6A51-4108-AA02-DFA0A04FC94B}">
              <ma14:wrappingTextBoxFlag xmlns:ma14="http://schemas.microsoft.com/office/mac/drawingml/2011/main" val="1"/>
            </a:ext>
          </a:extLst>
        </p:spPr>
        <p:txBody>
          <a:bodyPr lIns="71436" tIns="71436" rIns="71436" bIns="71436" anchor="ctr">
            <a:spAutoFit/>
          </a:bodyPr>
          <a:lstStyle>
            <a:lvl1pPr defTabSz="457200">
              <a:defRPr sz="1600">
                <a:solidFill>
                  <a:srgbClr val="FFFFFF"/>
                </a:solidFill>
                <a:latin typeface="Microsoft YaHei"/>
                <a:ea typeface="Microsoft YaHei"/>
                <a:cs typeface="Microsoft YaHei"/>
                <a:sym typeface="Microsoft YaHei"/>
              </a:defRPr>
            </a:lvl1pPr>
          </a:lstStyle>
          <a:p>
            <a:pPr lvl="0">
              <a:defRPr sz="1800">
                <a:solidFill>
                  <a:srgbClr val="000000"/>
                </a:solidFill>
              </a:defRPr>
            </a:pPr>
            <a:r>
              <a:rPr sz="1600">
                <a:solidFill>
                  <a:srgbClr val="FFFFFF"/>
                </a:solidFill>
              </a:rPr>
              <a:t>主要研究的内容主要研究的内容主要研究的内容主要研究的内容主要研究的内容主要研究的内容</a:t>
            </a:r>
          </a:p>
        </p:txBody>
      </p:sp>
      <p:sp>
        <p:nvSpPr>
          <p:cNvPr id="504" name="Shape 504"/>
          <p:cNvSpPr/>
          <p:nvPr/>
        </p:nvSpPr>
        <p:spPr>
          <a:xfrm>
            <a:off x="8589962" y="4865687"/>
            <a:ext cx="1933575" cy="473075"/>
          </a:xfrm>
          <a:prstGeom prst="rect">
            <a:avLst/>
          </a:prstGeom>
          <a:ln w="12700">
            <a:miter lim="400000"/>
          </a:ln>
          <a:extLst>
            <a:ext uri="{C572A759-6A51-4108-AA02-DFA0A04FC94B}">
              <ma14:wrappingTextBoxFlag xmlns:ma14="http://schemas.microsoft.com/office/mac/drawingml/2011/main" val="1"/>
            </a:ext>
          </a:extLst>
        </p:spPr>
        <p:txBody>
          <a:bodyPr wrap="none" lIns="71436" tIns="71436" rIns="71436" bIns="71436" anchor="ctr">
            <a:spAutoFit/>
          </a:bodyPr>
          <a:lstStyle>
            <a:lvl1pPr>
              <a:defRPr sz="2000">
                <a:solidFill>
                  <a:srgbClr val="FFFFFF"/>
                </a:solidFill>
                <a:latin typeface="Microsoft YaHei"/>
                <a:ea typeface="Microsoft YaHei"/>
                <a:cs typeface="Microsoft YaHei"/>
                <a:sym typeface="Microsoft YaHei"/>
              </a:defRPr>
            </a:lvl1pPr>
          </a:lstStyle>
          <a:p>
            <a:pPr lvl="0">
              <a:defRPr sz="1800">
                <a:solidFill>
                  <a:srgbClr val="000000"/>
                </a:solidFill>
              </a:defRPr>
            </a:pPr>
            <a:r>
              <a:rPr sz="2000">
                <a:solidFill>
                  <a:srgbClr val="FFFFFF"/>
                </a:solidFill>
              </a:rPr>
              <a:t>主要研究的内容</a:t>
            </a:r>
          </a:p>
        </p:txBody>
      </p:sp>
      <p:sp>
        <p:nvSpPr>
          <p:cNvPr id="505" name="Shape 505"/>
          <p:cNvSpPr/>
          <p:nvPr/>
        </p:nvSpPr>
        <p:spPr>
          <a:xfrm>
            <a:off x="14385925" y="4865687"/>
            <a:ext cx="1933574" cy="473075"/>
          </a:xfrm>
          <a:prstGeom prst="rect">
            <a:avLst/>
          </a:prstGeom>
          <a:ln w="12700">
            <a:miter lim="400000"/>
          </a:ln>
          <a:extLst>
            <a:ext uri="{C572A759-6A51-4108-AA02-DFA0A04FC94B}">
              <ma14:wrappingTextBoxFlag xmlns:ma14="http://schemas.microsoft.com/office/mac/drawingml/2011/main" val="1"/>
            </a:ext>
          </a:extLst>
        </p:spPr>
        <p:txBody>
          <a:bodyPr wrap="none" lIns="71436" tIns="71436" rIns="71436" bIns="71436" anchor="ctr">
            <a:spAutoFit/>
          </a:bodyPr>
          <a:lstStyle>
            <a:lvl1pPr>
              <a:defRPr sz="2000">
                <a:solidFill>
                  <a:srgbClr val="FFFFFF"/>
                </a:solidFill>
                <a:latin typeface="Microsoft YaHei"/>
                <a:ea typeface="Microsoft YaHei"/>
                <a:cs typeface="Microsoft YaHei"/>
                <a:sym typeface="Microsoft YaHei"/>
              </a:defRPr>
            </a:lvl1pPr>
          </a:lstStyle>
          <a:p>
            <a:pPr lvl="0">
              <a:defRPr sz="1800">
                <a:solidFill>
                  <a:srgbClr val="000000"/>
                </a:solidFill>
              </a:defRPr>
            </a:pPr>
            <a:r>
              <a:rPr sz="2000">
                <a:solidFill>
                  <a:srgbClr val="FFFFFF"/>
                </a:solidFill>
              </a:rPr>
              <a:t>主要研究的内容</a:t>
            </a:r>
          </a:p>
        </p:txBody>
      </p:sp>
      <p:sp>
        <p:nvSpPr>
          <p:cNvPr id="506" name="Shape 506"/>
          <p:cNvSpPr/>
          <p:nvPr/>
        </p:nvSpPr>
        <p:spPr>
          <a:xfrm>
            <a:off x="20181887" y="4865687"/>
            <a:ext cx="1933575" cy="473075"/>
          </a:xfrm>
          <a:prstGeom prst="rect">
            <a:avLst/>
          </a:prstGeom>
          <a:ln w="12700">
            <a:miter lim="400000"/>
          </a:ln>
          <a:extLst>
            <a:ext uri="{C572A759-6A51-4108-AA02-DFA0A04FC94B}">
              <ma14:wrappingTextBoxFlag xmlns:ma14="http://schemas.microsoft.com/office/mac/drawingml/2011/main" val="1"/>
            </a:ext>
          </a:extLst>
        </p:spPr>
        <p:txBody>
          <a:bodyPr wrap="none" lIns="71436" tIns="71436" rIns="71436" bIns="71436" anchor="ctr">
            <a:spAutoFit/>
          </a:bodyPr>
          <a:lstStyle>
            <a:lvl1pPr>
              <a:defRPr sz="2000">
                <a:solidFill>
                  <a:srgbClr val="FFFFFF"/>
                </a:solidFill>
                <a:latin typeface="Microsoft YaHei"/>
                <a:ea typeface="Microsoft YaHei"/>
                <a:cs typeface="Microsoft YaHei"/>
                <a:sym typeface="Microsoft YaHei"/>
              </a:defRPr>
            </a:lvl1pPr>
          </a:lstStyle>
          <a:p>
            <a:pPr lvl="0">
              <a:defRPr sz="1800">
                <a:solidFill>
                  <a:srgbClr val="000000"/>
                </a:solidFill>
              </a:defRPr>
            </a:pPr>
            <a:r>
              <a:rPr sz="2000">
                <a:solidFill>
                  <a:srgbClr val="FFFFFF"/>
                </a:solidFill>
              </a:rPr>
              <a:t>主要研究的内容</a:t>
            </a:r>
          </a:p>
        </p:txBody>
      </p:sp>
      <p:sp>
        <p:nvSpPr>
          <p:cNvPr id="507" name="Shape 507"/>
          <p:cNvSpPr/>
          <p:nvPr/>
        </p:nvSpPr>
        <p:spPr>
          <a:xfrm>
            <a:off x="2501899" y="296862"/>
            <a:ext cx="5041902" cy="995681"/>
          </a:xfrm>
          <a:prstGeom prst="rect">
            <a:avLst/>
          </a:prstGeom>
          <a:ln w="12700">
            <a:miter lim="400000"/>
          </a:ln>
          <a:extLst>
            <a:ext uri="{C572A759-6A51-4108-AA02-DFA0A04FC94B}">
              <ma14:wrappingTextBoxFlag xmlns:ma14="http://schemas.microsoft.com/office/mac/drawingml/2011/main" val="1"/>
            </a:ext>
          </a:extLst>
        </p:spPr>
        <p:txBody>
          <a:bodyPr tIns="91439" bIns="91439">
            <a:spAutoFit/>
          </a:bodyPr>
          <a:lstStyle>
            <a:lvl1pPr algn="l" defTabSz="914400">
              <a:defRPr>
                <a:solidFill>
                  <a:srgbClr val="0250DE"/>
                </a:solidFill>
                <a:latin typeface="Microsoft YaHei"/>
                <a:ea typeface="Microsoft YaHei"/>
                <a:cs typeface="Microsoft YaHei"/>
                <a:sym typeface="Microsoft YaHei"/>
              </a:defRPr>
            </a:lvl1pPr>
          </a:lstStyle>
          <a:p>
            <a:pPr lvl="0">
              <a:defRPr sz="1800">
                <a:solidFill>
                  <a:srgbClr val="000000"/>
                </a:solidFill>
              </a:defRPr>
            </a:pPr>
            <a:r>
              <a:rPr sz="4800">
                <a:solidFill>
                  <a:srgbClr val="0250DE"/>
                </a:solidFill>
              </a:rPr>
              <a:t>3.主要研究的内容</a:t>
            </a:r>
          </a:p>
        </p:txBody>
      </p:sp>
      <p:sp>
        <p:nvSpPr>
          <p:cNvPr id="508" name="Shape 508"/>
          <p:cNvSpPr/>
          <p:nvPr/>
        </p:nvSpPr>
        <p:spPr>
          <a:xfrm>
            <a:off x="7751762" y="5629275"/>
            <a:ext cx="3611563" cy="942974"/>
          </a:xfrm>
          <a:prstGeom prst="rect">
            <a:avLst/>
          </a:prstGeom>
          <a:ln w="12700">
            <a:miter lim="400000"/>
          </a:ln>
          <a:extLst>
            <a:ext uri="{C572A759-6A51-4108-AA02-DFA0A04FC94B}">
              <ma14:wrappingTextBoxFlag xmlns:ma14="http://schemas.microsoft.com/office/mac/drawingml/2011/main" val="1"/>
            </a:ext>
          </a:extLst>
        </p:spPr>
        <p:txBody>
          <a:bodyPr lIns="71436" tIns="71436" rIns="71436" bIns="71436" anchor="ctr">
            <a:spAutoFit/>
          </a:bodyPr>
          <a:lstStyle>
            <a:lvl1pPr defTabSz="457200">
              <a:defRPr sz="1600">
                <a:solidFill>
                  <a:srgbClr val="FFFFFF"/>
                </a:solidFill>
                <a:latin typeface="Microsoft YaHei"/>
                <a:ea typeface="Microsoft YaHei"/>
                <a:cs typeface="Microsoft YaHei"/>
                <a:sym typeface="Microsoft YaHei"/>
              </a:defRPr>
            </a:lvl1pPr>
          </a:lstStyle>
          <a:p>
            <a:pPr lvl="0">
              <a:defRPr sz="1800">
                <a:solidFill>
                  <a:srgbClr val="000000"/>
                </a:solidFill>
              </a:defRPr>
            </a:pPr>
            <a:r>
              <a:rPr sz="1600">
                <a:solidFill>
                  <a:srgbClr val="FFFFFF"/>
                </a:solidFill>
              </a:rPr>
              <a:t>主要研究的内容主要研究的内容主要研究的内容主要研究的内容主要研究的内容主要研究的内容</a:t>
            </a:r>
          </a:p>
        </p:txBody>
      </p:sp>
      <p:sp>
        <p:nvSpPr>
          <p:cNvPr id="509" name="Shape 509"/>
          <p:cNvSpPr/>
          <p:nvPr/>
        </p:nvSpPr>
        <p:spPr>
          <a:xfrm>
            <a:off x="13547725" y="5629275"/>
            <a:ext cx="3611563" cy="942974"/>
          </a:xfrm>
          <a:prstGeom prst="rect">
            <a:avLst/>
          </a:prstGeom>
          <a:ln w="12700">
            <a:miter lim="400000"/>
          </a:ln>
          <a:extLst>
            <a:ext uri="{C572A759-6A51-4108-AA02-DFA0A04FC94B}">
              <ma14:wrappingTextBoxFlag xmlns:ma14="http://schemas.microsoft.com/office/mac/drawingml/2011/main" val="1"/>
            </a:ext>
          </a:extLst>
        </p:spPr>
        <p:txBody>
          <a:bodyPr lIns="71436" tIns="71436" rIns="71436" bIns="71436" anchor="ctr">
            <a:spAutoFit/>
          </a:bodyPr>
          <a:lstStyle>
            <a:lvl1pPr defTabSz="457200">
              <a:defRPr sz="1600">
                <a:solidFill>
                  <a:srgbClr val="FFFFFF"/>
                </a:solidFill>
                <a:latin typeface="Microsoft YaHei"/>
                <a:ea typeface="Microsoft YaHei"/>
                <a:cs typeface="Microsoft YaHei"/>
                <a:sym typeface="Microsoft YaHei"/>
              </a:defRPr>
            </a:lvl1pPr>
          </a:lstStyle>
          <a:p>
            <a:pPr lvl="0">
              <a:defRPr sz="1800">
                <a:solidFill>
                  <a:srgbClr val="000000"/>
                </a:solidFill>
              </a:defRPr>
            </a:pPr>
            <a:r>
              <a:rPr sz="1600">
                <a:solidFill>
                  <a:srgbClr val="FFFFFF"/>
                </a:solidFill>
              </a:rPr>
              <a:t>主要研究的内容主要研究的内容主要研究的内容主要研究的内容主要研究的内容主要研究的内容</a:t>
            </a:r>
          </a:p>
        </p:txBody>
      </p:sp>
      <p:sp>
        <p:nvSpPr>
          <p:cNvPr id="510" name="Shape 510"/>
          <p:cNvSpPr/>
          <p:nvPr/>
        </p:nvSpPr>
        <p:spPr>
          <a:xfrm>
            <a:off x="19343687" y="5629275"/>
            <a:ext cx="3611563" cy="942974"/>
          </a:xfrm>
          <a:prstGeom prst="rect">
            <a:avLst/>
          </a:prstGeom>
          <a:ln w="12700">
            <a:miter lim="400000"/>
          </a:ln>
          <a:extLst>
            <a:ext uri="{C572A759-6A51-4108-AA02-DFA0A04FC94B}">
              <ma14:wrappingTextBoxFlag xmlns:ma14="http://schemas.microsoft.com/office/mac/drawingml/2011/main" val="1"/>
            </a:ext>
          </a:extLst>
        </p:spPr>
        <p:txBody>
          <a:bodyPr lIns="71436" tIns="71436" rIns="71436" bIns="71436" anchor="ctr">
            <a:spAutoFit/>
          </a:bodyPr>
          <a:lstStyle>
            <a:lvl1pPr defTabSz="457200">
              <a:defRPr sz="1600">
                <a:solidFill>
                  <a:srgbClr val="FFFFFF"/>
                </a:solidFill>
                <a:latin typeface="Microsoft YaHei"/>
                <a:ea typeface="Microsoft YaHei"/>
                <a:cs typeface="Microsoft YaHei"/>
                <a:sym typeface="Microsoft YaHei"/>
              </a:defRPr>
            </a:lvl1pPr>
          </a:lstStyle>
          <a:p>
            <a:pPr lvl="0">
              <a:defRPr sz="1800">
                <a:solidFill>
                  <a:srgbClr val="000000"/>
                </a:solidFill>
              </a:defRPr>
            </a:pPr>
            <a:r>
              <a:rPr sz="1600">
                <a:solidFill>
                  <a:srgbClr val="FFFFFF"/>
                </a:solidFill>
              </a:rPr>
              <a:t>主要研究的内容主要研究的内容主要研究的内容主要研究的内容主要研究的内容主要研究的内容</a:t>
            </a:r>
          </a:p>
        </p:txBody>
      </p:sp>
      <p:sp>
        <p:nvSpPr>
          <p:cNvPr id="511" name="Shape 511"/>
          <p:cNvSpPr/>
          <p:nvPr/>
        </p:nvSpPr>
        <p:spPr>
          <a:xfrm>
            <a:off x="1768475" y="7554912"/>
            <a:ext cx="1933574" cy="473075"/>
          </a:xfrm>
          <a:prstGeom prst="rect">
            <a:avLst/>
          </a:prstGeom>
          <a:ln w="12700">
            <a:miter lim="400000"/>
          </a:ln>
          <a:extLst>
            <a:ext uri="{C572A759-6A51-4108-AA02-DFA0A04FC94B}">
              <ma14:wrappingTextBoxFlag xmlns:ma14="http://schemas.microsoft.com/office/mac/drawingml/2011/main" val="1"/>
            </a:ext>
          </a:extLst>
        </p:spPr>
        <p:txBody>
          <a:bodyPr wrap="none" lIns="71436" tIns="71436" rIns="71436" bIns="71436" anchor="ctr">
            <a:spAutoFit/>
          </a:bodyPr>
          <a:lstStyle>
            <a:lvl1pPr>
              <a:defRPr sz="2000">
                <a:solidFill>
                  <a:srgbClr val="0250DE"/>
                </a:solidFill>
                <a:latin typeface="Microsoft YaHei"/>
                <a:ea typeface="Microsoft YaHei"/>
                <a:cs typeface="Microsoft YaHei"/>
                <a:sym typeface="Microsoft YaHei"/>
              </a:defRPr>
            </a:lvl1pPr>
          </a:lstStyle>
          <a:p>
            <a:pPr lvl="0">
              <a:defRPr sz="1800">
                <a:solidFill>
                  <a:srgbClr val="000000"/>
                </a:solidFill>
              </a:defRPr>
            </a:pPr>
            <a:r>
              <a:rPr sz="2000">
                <a:solidFill>
                  <a:srgbClr val="0250DE"/>
                </a:solidFill>
              </a:rPr>
              <a:t>主要研究的内容</a:t>
            </a:r>
          </a:p>
        </p:txBody>
      </p:sp>
      <p:sp>
        <p:nvSpPr>
          <p:cNvPr id="512" name="Shape 512"/>
          <p:cNvSpPr/>
          <p:nvPr/>
        </p:nvSpPr>
        <p:spPr>
          <a:xfrm>
            <a:off x="7593012" y="7554912"/>
            <a:ext cx="1933575" cy="473075"/>
          </a:xfrm>
          <a:prstGeom prst="rect">
            <a:avLst/>
          </a:prstGeom>
          <a:ln w="12700">
            <a:miter lim="400000"/>
          </a:ln>
          <a:extLst>
            <a:ext uri="{C572A759-6A51-4108-AA02-DFA0A04FC94B}">
              <ma14:wrappingTextBoxFlag xmlns:ma14="http://schemas.microsoft.com/office/mac/drawingml/2011/main" val="1"/>
            </a:ext>
          </a:extLst>
        </p:spPr>
        <p:txBody>
          <a:bodyPr wrap="none" lIns="71436" tIns="71436" rIns="71436" bIns="71436" anchor="ctr">
            <a:spAutoFit/>
          </a:bodyPr>
          <a:lstStyle>
            <a:lvl1pPr>
              <a:defRPr sz="2000">
                <a:solidFill>
                  <a:srgbClr val="0250DE"/>
                </a:solidFill>
                <a:latin typeface="Microsoft YaHei"/>
                <a:ea typeface="Microsoft YaHei"/>
                <a:cs typeface="Microsoft YaHei"/>
                <a:sym typeface="Microsoft YaHei"/>
              </a:defRPr>
            </a:lvl1pPr>
          </a:lstStyle>
          <a:p>
            <a:pPr lvl="0">
              <a:defRPr sz="1800">
                <a:solidFill>
                  <a:srgbClr val="000000"/>
                </a:solidFill>
              </a:defRPr>
            </a:pPr>
            <a:r>
              <a:rPr sz="2000">
                <a:solidFill>
                  <a:srgbClr val="0250DE"/>
                </a:solidFill>
              </a:rPr>
              <a:t>主要研究的内容</a:t>
            </a:r>
          </a:p>
        </p:txBody>
      </p:sp>
      <p:sp>
        <p:nvSpPr>
          <p:cNvPr id="513" name="Shape 513"/>
          <p:cNvSpPr/>
          <p:nvPr/>
        </p:nvSpPr>
        <p:spPr>
          <a:xfrm>
            <a:off x="13388975" y="7554912"/>
            <a:ext cx="1933574" cy="473075"/>
          </a:xfrm>
          <a:prstGeom prst="rect">
            <a:avLst/>
          </a:prstGeom>
          <a:ln w="12700">
            <a:miter lim="400000"/>
          </a:ln>
          <a:extLst>
            <a:ext uri="{C572A759-6A51-4108-AA02-DFA0A04FC94B}">
              <ma14:wrappingTextBoxFlag xmlns:ma14="http://schemas.microsoft.com/office/mac/drawingml/2011/main" val="1"/>
            </a:ext>
          </a:extLst>
        </p:spPr>
        <p:txBody>
          <a:bodyPr wrap="none" lIns="71436" tIns="71436" rIns="71436" bIns="71436" anchor="ctr">
            <a:spAutoFit/>
          </a:bodyPr>
          <a:lstStyle>
            <a:lvl1pPr>
              <a:defRPr sz="2000">
                <a:solidFill>
                  <a:srgbClr val="0250DE"/>
                </a:solidFill>
                <a:latin typeface="Microsoft YaHei"/>
                <a:ea typeface="Microsoft YaHei"/>
                <a:cs typeface="Microsoft YaHei"/>
                <a:sym typeface="Microsoft YaHei"/>
              </a:defRPr>
            </a:lvl1pPr>
          </a:lstStyle>
          <a:p>
            <a:pPr lvl="0">
              <a:defRPr sz="1800">
                <a:solidFill>
                  <a:srgbClr val="000000"/>
                </a:solidFill>
              </a:defRPr>
            </a:pPr>
            <a:r>
              <a:rPr sz="2000">
                <a:solidFill>
                  <a:srgbClr val="0250DE"/>
                </a:solidFill>
              </a:rPr>
              <a:t>主要研究的内容</a:t>
            </a:r>
          </a:p>
        </p:txBody>
      </p:sp>
      <p:sp>
        <p:nvSpPr>
          <p:cNvPr id="514" name="Shape 514"/>
          <p:cNvSpPr/>
          <p:nvPr/>
        </p:nvSpPr>
        <p:spPr>
          <a:xfrm>
            <a:off x="19184937" y="7554912"/>
            <a:ext cx="1933575" cy="473075"/>
          </a:xfrm>
          <a:prstGeom prst="rect">
            <a:avLst/>
          </a:prstGeom>
          <a:ln w="12700">
            <a:miter lim="400000"/>
          </a:ln>
          <a:extLst>
            <a:ext uri="{C572A759-6A51-4108-AA02-DFA0A04FC94B}">
              <ma14:wrappingTextBoxFlag xmlns:ma14="http://schemas.microsoft.com/office/mac/drawingml/2011/main" val="1"/>
            </a:ext>
          </a:extLst>
        </p:spPr>
        <p:txBody>
          <a:bodyPr wrap="none" lIns="71436" tIns="71436" rIns="71436" bIns="71436" anchor="ctr">
            <a:spAutoFit/>
          </a:bodyPr>
          <a:lstStyle>
            <a:lvl1pPr>
              <a:defRPr sz="2000">
                <a:solidFill>
                  <a:srgbClr val="0250DE"/>
                </a:solidFill>
                <a:latin typeface="Microsoft YaHei"/>
                <a:ea typeface="Microsoft YaHei"/>
                <a:cs typeface="Microsoft YaHei"/>
                <a:sym typeface="Microsoft YaHei"/>
              </a:defRPr>
            </a:lvl1pPr>
          </a:lstStyle>
          <a:p>
            <a:pPr lvl="0">
              <a:defRPr sz="1800">
                <a:solidFill>
                  <a:srgbClr val="000000"/>
                </a:solidFill>
              </a:defRPr>
            </a:pPr>
            <a:r>
              <a:rPr sz="2000">
                <a:solidFill>
                  <a:srgbClr val="0250DE"/>
                </a:solidFill>
              </a:rPr>
              <a:t>主要研究的内容</a:t>
            </a:r>
          </a:p>
        </p:txBody>
      </p:sp>
      <p:sp>
        <p:nvSpPr>
          <p:cNvPr id="515" name="Shape 515"/>
          <p:cNvSpPr/>
          <p:nvPr/>
        </p:nvSpPr>
        <p:spPr>
          <a:xfrm>
            <a:off x="1647825" y="9140825"/>
            <a:ext cx="21464588" cy="2543175"/>
          </a:xfrm>
          <a:prstGeom prst="rect">
            <a:avLst/>
          </a:prstGeom>
          <a:ln w="12700">
            <a:miter lim="400000"/>
          </a:ln>
          <a:extLst>
            <a:ext uri="{C572A759-6A51-4108-AA02-DFA0A04FC94B}">
              <ma14:wrappingTextBoxFlag xmlns:ma14="http://schemas.microsoft.com/office/mac/drawingml/2011/main" val="1"/>
            </a:ext>
          </a:extLst>
        </p:spPr>
        <p:txBody>
          <a:bodyPr lIns="71436" tIns="71436" rIns="71436" bIns="71436" anchor="ctr">
            <a:spAutoFit/>
          </a:bodyPr>
          <a:lstStyle>
            <a:lvl1pPr defTabSz="457200">
              <a:lnSpc>
                <a:spcPct val="150000"/>
              </a:lnSpc>
              <a:defRPr sz="2100">
                <a:solidFill>
                  <a:srgbClr val="A6AAA9"/>
                </a:solidFill>
                <a:latin typeface="Microsoft YaHei"/>
                <a:ea typeface="Microsoft YaHei"/>
                <a:cs typeface="Microsoft YaHei"/>
                <a:sym typeface="Microsoft YaHei"/>
              </a:defRPr>
            </a:lvl1pPr>
          </a:lstStyle>
          <a:p>
            <a:pPr lvl="0">
              <a:defRPr sz="1800">
                <a:solidFill>
                  <a:srgbClr val="000000"/>
                </a:solidFill>
              </a:defRPr>
            </a:pPr>
            <a:r>
              <a:rPr sz="2100">
                <a:solidFill>
                  <a:srgbClr val="A6AAA9"/>
                </a:solidFill>
              </a:rPr>
              <a:t>主要研究的内容主要研究的内容主要研究的内容主要研究的内容主要研究的内容主要研究的内容主要研究的内容主要研究的内容主要研究的内容主要研究的内容主要研究的内容主要研究的内容主要研究的内容主要研究的内容主要研究的内容主要研究的内容主要研究的内容主要研究的内容主要研究的内容主要研究的内容主要研究的内容主要研究的内容主要研究的内容主要研究的内容主要研究的内容主要研究的内容主要研究的内容主要研究的内容主要研究的内容主要研究的内容主要研究的内容主要研究的内容主要研究的内容主要研究的内容主要研究的内容主要研究的内容主要研究的内容主要研究的内容主要研究的内容主要研究的内容主要研究的内容主要研究的内容主要研究的内容主要研究的内容主要研究的内容主要研究的内容主要研究的内容主要研究的内容</a:t>
            </a:r>
          </a:p>
        </p:txBody>
      </p:sp>
    </p:spTree>
  </p:cSld>
  <p:clrMapOvr>
    <a:masterClrMapping/>
  </p:clrMapOvr>
  <p:transition spd="med"/>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7" name="Shape 517"/>
          <p:cNvSpPr/>
          <p:nvPr/>
        </p:nvSpPr>
        <p:spPr>
          <a:xfrm>
            <a:off x="0" y="12890500"/>
            <a:ext cx="24382413" cy="838200"/>
          </a:xfrm>
          <a:prstGeom prst="rect">
            <a:avLst/>
          </a:prstGeom>
          <a:solidFill>
            <a:srgbClr val="DCDEE0"/>
          </a:solidFill>
          <a:ln w="12700">
            <a:miter lim="400000"/>
          </a:ln>
        </p:spPr>
        <p:txBody>
          <a:bodyPr lIns="0" tIns="0" rIns="0" bIns="0" anchor="ctr"/>
          <a:lstStyle/>
          <a:p>
            <a:pPr lvl="0" defTabSz="914400">
              <a:defRPr sz="3600">
                <a:solidFill>
                  <a:srgbClr val="FFFFFF"/>
                </a:solidFill>
              </a:defRPr>
            </a:pPr>
            <a:endParaRPr/>
          </a:p>
        </p:txBody>
      </p:sp>
      <p:sp>
        <p:nvSpPr>
          <p:cNvPr id="518" name="Shape 518"/>
          <p:cNvSpPr/>
          <p:nvPr/>
        </p:nvSpPr>
        <p:spPr>
          <a:xfrm>
            <a:off x="0" y="12890500"/>
            <a:ext cx="2124075" cy="838200"/>
          </a:xfrm>
          <a:prstGeom prst="rect">
            <a:avLst/>
          </a:prstGeom>
          <a:solidFill>
            <a:srgbClr val="0250DE"/>
          </a:solidFill>
          <a:ln w="12700">
            <a:miter lim="400000"/>
          </a:ln>
        </p:spPr>
        <p:txBody>
          <a:bodyPr lIns="0" tIns="0" rIns="0" bIns="0" anchor="ctr"/>
          <a:lstStyle/>
          <a:p>
            <a:pPr lvl="0" defTabSz="914400">
              <a:defRPr sz="3600">
                <a:solidFill>
                  <a:srgbClr val="FFFFFF"/>
                </a:solidFill>
              </a:defRPr>
            </a:pPr>
            <a:endParaRPr/>
          </a:p>
        </p:txBody>
      </p:sp>
      <p:sp>
        <p:nvSpPr>
          <p:cNvPr id="519" name="Shape 519"/>
          <p:cNvSpPr/>
          <p:nvPr/>
        </p:nvSpPr>
        <p:spPr>
          <a:xfrm>
            <a:off x="12690475" y="5497512"/>
            <a:ext cx="8364538" cy="1"/>
          </a:xfrm>
          <a:prstGeom prst="line">
            <a:avLst/>
          </a:prstGeom>
          <a:ln w="6350">
            <a:solidFill>
              <a:srgbClr val="002060"/>
            </a:solidFill>
            <a:round/>
          </a:ln>
        </p:spPr>
        <p:txBody>
          <a:bodyPr lIns="0" tIns="0" rIns="0" bIns="0"/>
          <a:lstStyle/>
          <a:p>
            <a:pPr lvl="0" algn="l" defTabSz="457200">
              <a:defRPr sz="1200">
                <a:latin typeface="+mn-lt"/>
                <a:ea typeface="+mn-ea"/>
                <a:cs typeface="+mn-cs"/>
                <a:sym typeface="Helvetica"/>
              </a:defRPr>
            </a:pPr>
            <a:endParaRPr/>
          </a:p>
        </p:txBody>
      </p:sp>
      <p:sp>
        <p:nvSpPr>
          <p:cNvPr id="520" name="Shape 520"/>
          <p:cNvSpPr/>
          <p:nvPr/>
        </p:nvSpPr>
        <p:spPr>
          <a:xfrm>
            <a:off x="12307887" y="3905250"/>
            <a:ext cx="8747126" cy="14884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r" defTabSz="914400">
              <a:defRPr sz="8300">
                <a:solidFill>
                  <a:srgbClr val="0250DE"/>
                </a:solidFill>
                <a:latin typeface="Microsoft YaHei"/>
                <a:ea typeface="Microsoft YaHei"/>
                <a:cs typeface="Microsoft YaHei"/>
                <a:sym typeface="Microsoft YaHei"/>
              </a:defRPr>
            </a:lvl1pPr>
          </a:lstStyle>
          <a:p>
            <a:pPr lvl="0">
              <a:defRPr sz="1800">
                <a:solidFill>
                  <a:srgbClr val="000000"/>
                </a:solidFill>
              </a:defRPr>
            </a:pPr>
            <a:r>
              <a:rPr sz="8300">
                <a:solidFill>
                  <a:srgbClr val="0250DE"/>
                </a:solidFill>
              </a:rPr>
              <a:t>4.项目的原理分析</a:t>
            </a:r>
          </a:p>
        </p:txBody>
      </p:sp>
      <p:sp>
        <p:nvSpPr>
          <p:cNvPr id="521" name="Shape 521"/>
          <p:cNvSpPr/>
          <p:nvPr/>
        </p:nvSpPr>
        <p:spPr>
          <a:xfrm>
            <a:off x="17905412" y="5711825"/>
            <a:ext cx="3149601" cy="6883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r" defTabSz="914400">
              <a:defRPr sz="3600">
                <a:solidFill>
                  <a:srgbClr val="53585F"/>
                </a:solidFill>
                <a:latin typeface="Microsoft YaHei"/>
                <a:ea typeface="Microsoft YaHei"/>
                <a:cs typeface="Microsoft YaHei"/>
                <a:sym typeface="Microsoft YaHei"/>
              </a:defRPr>
            </a:lvl1pPr>
          </a:lstStyle>
          <a:p>
            <a:pPr lvl="0">
              <a:defRPr sz="1800">
                <a:solidFill>
                  <a:srgbClr val="000000"/>
                </a:solidFill>
              </a:defRPr>
            </a:pPr>
            <a:r>
              <a:rPr sz="3600">
                <a:solidFill>
                  <a:srgbClr val="53585F"/>
                </a:solidFill>
              </a:rPr>
              <a:t>项目原理</a:t>
            </a:r>
          </a:p>
        </p:txBody>
      </p:sp>
      <p:sp>
        <p:nvSpPr>
          <p:cNvPr id="522" name="Shape 522"/>
          <p:cNvSpPr/>
          <p:nvPr/>
        </p:nvSpPr>
        <p:spPr>
          <a:xfrm>
            <a:off x="18281650" y="6553200"/>
            <a:ext cx="2773363" cy="6883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r" defTabSz="914400">
              <a:defRPr sz="3600">
                <a:solidFill>
                  <a:srgbClr val="53585F"/>
                </a:solidFill>
                <a:latin typeface="Microsoft YaHei"/>
                <a:ea typeface="Microsoft YaHei"/>
                <a:cs typeface="Microsoft YaHei"/>
                <a:sym typeface="Microsoft YaHei"/>
              </a:defRPr>
            </a:lvl1pPr>
          </a:lstStyle>
          <a:p>
            <a:pPr lvl="0">
              <a:defRPr sz="1800">
                <a:solidFill>
                  <a:srgbClr val="000000"/>
                </a:solidFill>
              </a:defRPr>
            </a:pPr>
            <a:r>
              <a:rPr sz="3600">
                <a:solidFill>
                  <a:srgbClr val="53585F"/>
                </a:solidFill>
              </a:rPr>
              <a:t>原理分析</a:t>
            </a:r>
          </a:p>
        </p:txBody>
      </p:sp>
      <p:sp>
        <p:nvSpPr>
          <p:cNvPr id="523" name="Shape 523"/>
          <p:cNvSpPr/>
          <p:nvPr/>
        </p:nvSpPr>
        <p:spPr>
          <a:xfrm>
            <a:off x="10053618" y="3889355"/>
            <a:ext cx="1539836" cy="1539837"/>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59595B"/>
          </a:solidFill>
          <a:ln w="12700">
            <a:miter lim="400000"/>
          </a:ln>
        </p:spPr>
        <p:txBody>
          <a:bodyPr lIns="0" tIns="0" rIns="0" bIns="0" anchor="ctr"/>
          <a:lstStyle/>
          <a:p>
            <a:pPr lvl="0" defTabSz="914400">
              <a:defRPr sz="5400">
                <a:solidFill>
                  <a:srgbClr val="FFFFFF"/>
                </a:solidFill>
                <a:latin typeface="Arial Black"/>
                <a:ea typeface="Arial Black"/>
                <a:cs typeface="Arial Black"/>
                <a:sym typeface="Arial Black"/>
              </a:defRPr>
            </a:pPr>
            <a:endParaRPr/>
          </a:p>
        </p:txBody>
      </p:sp>
      <p:sp>
        <p:nvSpPr>
          <p:cNvPr id="524" name="Shape 524"/>
          <p:cNvSpPr/>
          <p:nvPr/>
        </p:nvSpPr>
        <p:spPr>
          <a:xfrm>
            <a:off x="0" y="3829050"/>
            <a:ext cx="7440613" cy="1539875"/>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21600"/>
                </a:lnTo>
                <a:lnTo>
                  <a:pt x="21600" y="8607"/>
                </a:lnTo>
                <a:lnTo>
                  <a:pt x="19896" y="0"/>
                </a:lnTo>
                <a:lnTo>
                  <a:pt x="0" y="0"/>
                </a:lnTo>
                <a:close/>
              </a:path>
            </a:pathLst>
          </a:custGeom>
          <a:solidFill>
            <a:srgbClr val="0250DE"/>
          </a:solidFill>
          <a:ln w="12700">
            <a:miter lim="400000"/>
          </a:ln>
        </p:spPr>
        <p:txBody>
          <a:bodyPr lIns="0" tIns="0" rIns="0" bIns="0" anchor="ctr"/>
          <a:lstStyle/>
          <a:p>
            <a:pPr lvl="0" defTabSz="914400">
              <a:defRPr sz="1800">
                <a:solidFill>
                  <a:srgbClr val="FFFFFF"/>
                </a:solidFill>
              </a:defRPr>
            </a:pPr>
            <a:endParaRPr/>
          </a:p>
        </p:txBody>
      </p:sp>
    </p:spTree>
  </p:cSld>
  <p:clrMapOvr>
    <a:masterClrMapping/>
  </p:clrMapOvr>
  <p:transition spd="med"/>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6" name="Shape 526"/>
          <p:cNvSpPr/>
          <p:nvPr/>
        </p:nvSpPr>
        <p:spPr>
          <a:xfrm>
            <a:off x="0" y="12877800"/>
            <a:ext cx="24382413" cy="836613"/>
          </a:xfrm>
          <a:prstGeom prst="rect">
            <a:avLst/>
          </a:prstGeom>
          <a:solidFill>
            <a:srgbClr val="DCDEE0"/>
          </a:solidFill>
          <a:ln w="12700">
            <a:miter lim="400000"/>
          </a:ln>
        </p:spPr>
        <p:txBody>
          <a:bodyPr lIns="0" tIns="0" rIns="0" bIns="0" anchor="ctr"/>
          <a:lstStyle/>
          <a:p>
            <a:pPr lvl="0" defTabSz="914400">
              <a:defRPr sz="3600">
                <a:solidFill>
                  <a:srgbClr val="FFFFFF"/>
                </a:solidFill>
              </a:defRPr>
            </a:pPr>
            <a:endParaRPr/>
          </a:p>
        </p:txBody>
      </p:sp>
      <p:sp>
        <p:nvSpPr>
          <p:cNvPr id="527" name="Shape 527"/>
          <p:cNvSpPr/>
          <p:nvPr/>
        </p:nvSpPr>
        <p:spPr>
          <a:xfrm>
            <a:off x="0" y="12890500"/>
            <a:ext cx="2124075" cy="838200"/>
          </a:xfrm>
          <a:prstGeom prst="rect">
            <a:avLst/>
          </a:prstGeom>
          <a:solidFill>
            <a:srgbClr val="0250DE"/>
          </a:solidFill>
          <a:ln w="12700">
            <a:miter lim="400000"/>
          </a:ln>
        </p:spPr>
        <p:txBody>
          <a:bodyPr lIns="0" tIns="0" rIns="0" bIns="0" anchor="ctr"/>
          <a:lstStyle/>
          <a:p>
            <a:pPr lvl="0" defTabSz="914400">
              <a:defRPr sz="3600">
                <a:solidFill>
                  <a:srgbClr val="FFFFFF"/>
                </a:solidFill>
              </a:defRPr>
            </a:pPr>
            <a:endParaRPr/>
          </a:p>
        </p:txBody>
      </p:sp>
      <p:sp>
        <p:nvSpPr>
          <p:cNvPr id="528" name="Shape 528"/>
          <p:cNvSpPr/>
          <p:nvPr/>
        </p:nvSpPr>
        <p:spPr>
          <a:xfrm>
            <a:off x="0" y="0"/>
            <a:ext cx="1270000" cy="1641475"/>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14047"/>
                </a:lnTo>
                <a:lnTo>
                  <a:pt x="21452" y="14047"/>
                </a:lnTo>
                <a:lnTo>
                  <a:pt x="21452" y="0"/>
                </a:lnTo>
                <a:lnTo>
                  <a:pt x="0" y="0"/>
                </a:lnTo>
                <a:close/>
              </a:path>
            </a:pathLst>
          </a:custGeom>
          <a:solidFill>
            <a:srgbClr val="59595B"/>
          </a:solidFill>
          <a:ln w="12700">
            <a:miter lim="400000"/>
          </a:ln>
        </p:spPr>
        <p:txBody>
          <a:bodyPr lIns="0" tIns="0" rIns="0" bIns="0" anchor="ctr"/>
          <a:lstStyle/>
          <a:p>
            <a:pPr lvl="0" defTabSz="914400">
              <a:defRPr sz="3600">
                <a:solidFill>
                  <a:srgbClr val="FFFFFF"/>
                </a:solidFill>
              </a:defRPr>
            </a:pPr>
            <a:endParaRPr/>
          </a:p>
        </p:txBody>
      </p:sp>
      <p:sp>
        <p:nvSpPr>
          <p:cNvPr id="529" name="Shape 529"/>
          <p:cNvSpPr/>
          <p:nvPr/>
        </p:nvSpPr>
        <p:spPr>
          <a:xfrm>
            <a:off x="1647825" y="0"/>
            <a:ext cx="476250" cy="1063625"/>
          </a:xfrm>
          <a:prstGeom prst="rect">
            <a:avLst/>
          </a:prstGeom>
          <a:solidFill>
            <a:srgbClr val="0250DE"/>
          </a:solidFill>
          <a:ln w="12700">
            <a:miter lim="400000"/>
          </a:ln>
        </p:spPr>
        <p:txBody>
          <a:bodyPr lIns="0" tIns="0" rIns="0" bIns="0" anchor="ctr"/>
          <a:lstStyle/>
          <a:p>
            <a:pPr lvl="0" defTabSz="914400">
              <a:defRPr sz="3600">
                <a:solidFill>
                  <a:srgbClr val="FFFFFF"/>
                </a:solidFill>
              </a:defRPr>
            </a:pPr>
            <a:endParaRPr/>
          </a:p>
        </p:txBody>
      </p:sp>
      <p:sp>
        <p:nvSpPr>
          <p:cNvPr id="530" name="Shape 530"/>
          <p:cNvSpPr/>
          <p:nvPr/>
        </p:nvSpPr>
        <p:spPr>
          <a:xfrm>
            <a:off x="6889750" y="6164262"/>
            <a:ext cx="4646613" cy="4643438"/>
          </a:xfrm>
          <a:prstGeom prst="triangle">
            <a:avLst/>
          </a:prstGeom>
          <a:solidFill>
            <a:srgbClr val="59595B"/>
          </a:solidFill>
          <a:ln w="12700">
            <a:miter lim="400000"/>
          </a:ln>
        </p:spPr>
        <p:txBody>
          <a:bodyPr lIns="0" tIns="0" rIns="0" bIns="0"/>
          <a:lstStyle/>
          <a:p>
            <a:pPr lvl="0" algn="l" defTabSz="914400">
              <a:defRPr sz="1800"/>
            </a:pPr>
            <a:endParaRPr/>
          </a:p>
        </p:txBody>
      </p:sp>
      <p:sp>
        <p:nvSpPr>
          <p:cNvPr id="531" name="Shape 531"/>
          <p:cNvSpPr/>
          <p:nvPr/>
        </p:nvSpPr>
        <p:spPr>
          <a:xfrm>
            <a:off x="11480800" y="6164262"/>
            <a:ext cx="4646613" cy="4646613"/>
          </a:xfrm>
          <a:prstGeom prst="triangle">
            <a:avLst/>
          </a:prstGeom>
          <a:solidFill>
            <a:srgbClr val="347DED"/>
          </a:solidFill>
          <a:ln w="12700">
            <a:miter lim="400000"/>
          </a:ln>
        </p:spPr>
        <p:txBody>
          <a:bodyPr lIns="0" tIns="0" rIns="0" bIns="0"/>
          <a:lstStyle/>
          <a:p>
            <a:pPr lvl="0" algn="l" defTabSz="914400">
              <a:defRPr sz="1800"/>
            </a:pPr>
            <a:endParaRPr/>
          </a:p>
        </p:txBody>
      </p:sp>
      <p:sp>
        <p:nvSpPr>
          <p:cNvPr id="532" name="Shape 532"/>
          <p:cNvSpPr/>
          <p:nvPr/>
        </p:nvSpPr>
        <p:spPr>
          <a:xfrm rot="10800000">
            <a:off x="9156699" y="6221412"/>
            <a:ext cx="4646614" cy="4648201"/>
          </a:xfrm>
          <a:prstGeom prst="triangle">
            <a:avLst/>
          </a:prstGeom>
          <a:solidFill>
            <a:srgbClr val="DDDEE0"/>
          </a:solidFill>
          <a:ln w="12700">
            <a:miter lim="400000"/>
          </a:ln>
        </p:spPr>
        <p:txBody>
          <a:bodyPr lIns="0" tIns="0" rIns="0" bIns="0"/>
          <a:lstStyle/>
          <a:p>
            <a:pPr lvl="0" algn="l" defTabSz="914400">
              <a:defRPr sz="1800"/>
            </a:pPr>
            <a:endParaRPr/>
          </a:p>
        </p:txBody>
      </p:sp>
      <p:sp>
        <p:nvSpPr>
          <p:cNvPr id="533" name="Shape 533"/>
          <p:cNvSpPr/>
          <p:nvPr/>
        </p:nvSpPr>
        <p:spPr>
          <a:xfrm>
            <a:off x="9212262" y="1565275"/>
            <a:ext cx="4648201" cy="4648200"/>
          </a:xfrm>
          <a:prstGeom prst="triangle">
            <a:avLst/>
          </a:prstGeom>
          <a:solidFill>
            <a:srgbClr val="0250DE"/>
          </a:solidFill>
          <a:ln w="12700">
            <a:miter lim="400000"/>
          </a:ln>
        </p:spPr>
        <p:txBody>
          <a:bodyPr lIns="0" tIns="0" rIns="0" bIns="0"/>
          <a:lstStyle/>
          <a:p>
            <a:pPr lvl="0" algn="l" defTabSz="914400">
              <a:defRPr sz="1800"/>
            </a:pPr>
            <a:endParaRPr/>
          </a:p>
        </p:txBody>
      </p:sp>
      <p:sp>
        <p:nvSpPr>
          <p:cNvPr id="534" name="Shape 534"/>
          <p:cNvSpPr/>
          <p:nvPr/>
        </p:nvSpPr>
        <p:spPr>
          <a:xfrm flipH="1" flipV="1">
            <a:off x="15313024" y="8674100"/>
            <a:ext cx="2120901" cy="522288"/>
          </a:xfrm>
          <a:prstGeom prst="line">
            <a:avLst/>
          </a:prstGeom>
          <a:ln w="38100">
            <a:solidFill>
              <a:srgbClr val="0250DE"/>
            </a:solidFill>
            <a:round/>
          </a:ln>
        </p:spPr>
        <p:txBody>
          <a:bodyPr lIns="0" tIns="0" rIns="0" bIns="0"/>
          <a:lstStyle/>
          <a:p>
            <a:pPr lvl="0" algn="l" defTabSz="457200">
              <a:defRPr sz="1200">
                <a:latin typeface="+mn-lt"/>
                <a:ea typeface="+mn-ea"/>
                <a:cs typeface="+mn-cs"/>
                <a:sym typeface="Helvetica"/>
              </a:defRPr>
            </a:pPr>
            <a:endParaRPr/>
          </a:p>
        </p:txBody>
      </p:sp>
      <p:sp>
        <p:nvSpPr>
          <p:cNvPr id="535" name="Shape 535"/>
          <p:cNvSpPr/>
          <p:nvPr/>
        </p:nvSpPr>
        <p:spPr>
          <a:xfrm>
            <a:off x="17418050" y="8488362"/>
            <a:ext cx="1" cy="2322514"/>
          </a:xfrm>
          <a:prstGeom prst="line">
            <a:avLst/>
          </a:prstGeom>
          <a:ln w="38100">
            <a:solidFill>
              <a:srgbClr val="0250DE"/>
            </a:solidFill>
            <a:round/>
          </a:ln>
        </p:spPr>
        <p:txBody>
          <a:bodyPr lIns="0" tIns="0" rIns="0" bIns="0"/>
          <a:lstStyle/>
          <a:p>
            <a:pPr lvl="0" algn="l" defTabSz="457200">
              <a:defRPr sz="1200">
                <a:latin typeface="+mn-lt"/>
                <a:ea typeface="+mn-ea"/>
                <a:cs typeface="+mn-cs"/>
                <a:sym typeface="Helvetica"/>
              </a:defRPr>
            </a:pPr>
            <a:endParaRPr/>
          </a:p>
        </p:txBody>
      </p:sp>
      <p:sp>
        <p:nvSpPr>
          <p:cNvPr id="536" name="Shape 536"/>
          <p:cNvSpPr/>
          <p:nvPr/>
        </p:nvSpPr>
        <p:spPr>
          <a:xfrm flipH="1" flipV="1">
            <a:off x="6937374" y="6761162"/>
            <a:ext cx="1035051" cy="701676"/>
          </a:xfrm>
          <a:prstGeom prst="line">
            <a:avLst/>
          </a:prstGeom>
          <a:ln w="38100">
            <a:solidFill>
              <a:srgbClr val="0250DE"/>
            </a:solidFill>
            <a:round/>
          </a:ln>
        </p:spPr>
        <p:txBody>
          <a:bodyPr lIns="0" tIns="0" rIns="0" bIns="0"/>
          <a:lstStyle/>
          <a:p>
            <a:pPr lvl="0" algn="l" defTabSz="457200">
              <a:defRPr sz="1200">
                <a:latin typeface="+mn-lt"/>
                <a:ea typeface="+mn-ea"/>
                <a:cs typeface="+mn-cs"/>
                <a:sym typeface="Helvetica"/>
              </a:defRPr>
            </a:pPr>
            <a:endParaRPr/>
          </a:p>
        </p:txBody>
      </p:sp>
      <p:sp>
        <p:nvSpPr>
          <p:cNvPr id="537" name="Shape 537"/>
          <p:cNvSpPr/>
          <p:nvPr/>
        </p:nvSpPr>
        <p:spPr>
          <a:xfrm>
            <a:off x="6908799" y="6038850"/>
            <a:ext cx="1" cy="2330450"/>
          </a:xfrm>
          <a:prstGeom prst="line">
            <a:avLst/>
          </a:prstGeom>
          <a:ln w="38100">
            <a:solidFill>
              <a:srgbClr val="0250DE"/>
            </a:solidFill>
            <a:round/>
          </a:ln>
        </p:spPr>
        <p:txBody>
          <a:bodyPr lIns="0" tIns="0" rIns="0" bIns="0"/>
          <a:lstStyle/>
          <a:p>
            <a:pPr lvl="0" algn="l" defTabSz="457200">
              <a:defRPr sz="1200">
                <a:latin typeface="+mn-lt"/>
                <a:ea typeface="+mn-ea"/>
                <a:cs typeface="+mn-cs"/>
                <a:sym typeface="Helvetica"/>
              </a:defRPr>
            </a:pPr>
            <a:endParaRPr/>
          </a:p>
        </p:txBody>
      </p:sp>
      <p:sp>
        <p:nvSpPr>
          <p:cNvPr id="538" name="Shape 538"/>
          <p:cNvSpPr/>
          <p:nvPr/>
        </p:nvSpPr>
        <p:spPr>
          <a:xfrm flipH="1" flipV="1">
            <a:off x="17572037" y="4027170"/>
            <a:ext cx="5184776" cy="1"/>
          </a:xfrm>
          <a:prstGeom prst="line">
            <a:avLst/>
          </a:prstGeom>
          <a:ln w="38100">
            <a:solidFill>
              <a:srgbClr val="0250DE"/>
            </a:solidFill>
            <a:round/>
          </a:ln>
        </p:spPr>
        <p:txBody>
          <a:bodyPr lIns="0" tIns="0" rIns="0" bIns="0"/>
          <a:lstStyle/>
          <a:p>
            <a:pPr lvl="0" algn="l" defTabSz="457200">
              <a:defRPr sz="1200">
                <a:latin typeface="+mn-lt"/>
                <a:ea typeface="+mn-ea"/>
                <a:cs typeface="+mn-cs"/>
                <a:sym typeface="Helvetica"/>
              </a:defRPr>
            </a:pPr>
            <a:endParaRPr/>
          </a:p>
        </p:txBody>
      </p:sp>
      <p:sp>
        <p:nvSpPr>
          <p:cNvPr id="539" name="Shape 539"/>
          <p:cNvSpPr/>
          <p:nvPr/>
        </p:nvSpPr>
        <p:spPr>
          <a:xfrm flipH="1">
            <a:off x="13885861" y="4024312"/>
            <a:ext cx="3679826" cy="693739"/>
          </a:xfrm>
          <a:prstGeom prst="line">
            <a:avLst/>
          </a:prstGeom>
          <a:ln w="38100">
            <a:solidFill>
              <a:srgbClr val="0250DE"/>
            </a:solidFill>
            <a:round/>
          </a:ln>
        </p:spPr>
        <p:txBody>
          <a:bodyPr lIns="0" tIns="0" rIns="0" bIns="0"/>
          <a:lstStyle/>
          <a:p>
            <a:pPr lvl="0" algn="l" defTabSz="457200">
              <a:defRPr sz="1200">
                <a:latin typeface="+mn-lt"/>
                <a:ea typeface="+mn-ea"/>
                <a:cs typeface="+mn-cs"/>
                <a:sym typeface="Helvetica"/>
              </a:defRPr>
            </a:pPr>
            <a:endParaRPr/>
          </a:p>
        </p:txBody>
      </p:sp>
      <p:sp>
        <p:nvSpPr>
          <p:cNvPr id="540" name="Shape 540"/>
          <p:cNvSpPr/>
          <p:nvPr/>
        </p:nvSpPr>
        <p:spPr>
          <a:xfrm>
            <a:off x="2501899" y="296862"/>
            <a:ext cx="5041902" cy="995681"/>
          </a:xfrm>
          <a:prstGeom prst="rect">
            <a:avLst/>
          </a:prstGeom>
          <a:ln w="12700">
            <a:miter lim="400000"/>
          </a:ln>
          <a:extLst>
            <a:ext uri="{C572A759-6A51-4108-AA02-DFA0A04FC94B}">
              <ma14:wrappingTextBoxFlag xmlns:ma14="http://schemas.microsoft.com/office/mac/drawingml/2011/main" val="1"/>
            </a:ext>
          </a:extLst>
        </p:spPr>
        <p:txBody>
          <a:bodyPr tIns="91439" bIns="91439">
            <a:spAutoFit/>
          </a:bodyPr>
          <a:lstStyle>
            <a:lvl1pPr algn="l" defTabSz="914400">
              <a:defRPr>
                <a:solidFill>
                  <a:srgbClr val="0250DE"/>
                </a:solidFill>
                <a:latin typeface="Microsoft YaHei"/>
                <a:ea typeface="Microsoft YaHei"/>
                <a:cs typeface="Microsoft YaHei"/>
                <a:sym typeface="Microsoft YaHei"/>
              </a:defRPr>
            </a:lvl1pPr>
          </a:lstStyle>
          <a:p>
            <a:pPr lvl="0">
              <a:defRPr sz="1800">
                <a:solidFill>
                  <a:srgbClr val="000000"/>
                </a:solidFill>
              </a:defRPr>
            </a:pPr>
            <a:r>
              <a:rPr sz="4800">
                <a:solidFill>
                  <a:srgbClr val="0250DE"/>
                </a:solidFill>
              </a:rPr>
              <a:t>4.项目的原理分析</a:t>
            </a:r>
          </a:p>
        </p:txBody>
      </p:sp>
      <p:sp>
        <p:nvSpPr>
          <p:cNvPr id="541" name="Shape 541"/>
          <p:cNvSpPr/>
          <p:nvPr/>
        </p:nvSpPr>
        <p:spPr>
          <a:xfrm>
            <a:off x="10055225" y="6978650"/>
            <a:ext cx="2851151" cy="1186180"/>
          </a:xfrm>
          <a:prstGeom prst="rect">
            <a:avLst/>
          </a:prstGeom>
          <a:ln w="12700">
            <a:miter lim="400000"/>
          </a:ln>
          <a:extLst>
            <a:ext uri="{C572A759-6A51-4108-AA02-DFA0A04FC94B}">
              <ma14:wrappingTextBoxFlag xmlns:ma14="http://schemas.microsoft.com/office/mac/drawingml/2011/main" val="1"/>
            </a:ext>
          </a:extLst>
        </p:spPr>
        <p:txBody>
          <a:bodyPr tIns="91439" bIns="91439">
            <a:spAutoFit/>
          </a:bodyPr>
          <a:lstStyle>
            <a:lvl1pPr defTabSz="914400">
              <a:defRPr sz="6000">
                <a:solidFill>
                  <a:srgbClr val="0250DE"/>
                </a:solidFill>
                <a:latin typeface="Microsoft YaHei"/>
                <a:ea typeface="Microsoft YaHei"/>
                <a:cs typeface="Microsoft YaHei"/>
                <a:sym typeface="Microsoft YaHei"/>
              </a:defRPr>
            </a:lvl1pPr>
          </a:lstStyle>
          <a:p>
            <a:pPr lvl="0">
              <a:defRPr sz="1800">
                <a:solidFill>
                  <a:srgbClr val="000000"/>
                </a:solidFill>
              </a:defRPr>
            </a:pPr>
            <a:r>
              <a:rPr sz="6000">
                <a:solidFill>
                  <a:srgbClr val="0250DE"/>
                </a:solidFill>
              </a:rPr>
              <a:t>原理</a:t>
            </a:r>
          </a:p>
        </p:txBody>
      </p:sp>
      <p:sp>
        <p:nvSpPr>
          <p:cNvPr id="542" name="Shape 542"/>
          <p:cNvSpPr/>
          <p:nvPr/>
        </p:nvSpPr>
        <p:spPr>
          <a:xfrm>
            <a:off x="10306050" y="4006850"/>
            <a:ext cx="2460625" cy="1859280"/>
          </a:xfrm>
          <a:prstGeom prst="rect">
            <a:avLst/>
          </a:prstGeom>
          <a:ln w="12700">
            <a:miter lim="400000"/>
          </a:ln>
          <a:extLst>
            <a:ext uri="{C572A759-6A51-4108-AA02-DFA0A04FC94B}">
              <ma14:wrappingTextBoxFlag xmlns:ma14="http://schemas.microsoft.com/office/mac/drawingml/2011/main" val="1"/>
            </a:ext>
          </a:extLst>
        </p:spPr>
        <p:txBody>
          <a:bodyPr tIns="91439" bIns="91439">
            <a:spAutoFit/>
          </a:bodyPr>
          <a:lstStyle>
            <a:lvl1pPr defTabSz="914400">
              <a:defRPr sz="10000">
                <a:solidFill>
                  <a:srgbClr val="FFFFFF"/>
                </a:solidFill>
                <a:latin typeface="Microsoft YaHei"/>
                <a:ea typeface="Microsoft YaHei"/>
                <a:cs typeface="Microsoft YaHei"/>
                <a:sym typeface="Microsoft YaHei"/>
              </a:defRPr>
            </a:lvl1pPr>
          </a:lstStyle>
          <a:p>
            <a:pPr lvl="0">
              <a:defRPr sz="1800">
                <a:solidFill>
                  <a:srgbClr val="000000"/>
                </a:solidFill>
              </a:defRPr>
            </a:pPr>
            <a:r>
              <a:rPr sz="10000">
                <a:solidFill>
                  <a:srgbClr val="FFFFFF"/>
                </a:solidFill>
              </a:rPr>
              <a:t>A</a:t>
            </a:r>
          </a:p>
        </p:txBody>
      </p:sp>
      <p:sp>
        <p:nvSpPr>
          <p:cNvPr id="543" name="Shape 543"/>
          <p:cNvSpPr/>
          <p:nvPr/>
        </p:nvSpPr>
        <p:spPr>
          <a:xfrm>
            <a:off x="7900987" y="8545512"/>
            <a:ext cx="2460626" cy="1859281"/>
          </a:xfrm>
          <a:prstGeom prst="rect">
            <a:avLst/>
          </a:prstGeom>
          <a:ln w="12700">
            <a:miter lim="400000"/>
          </a:ln>
          <a:extLst>
            <a:ext uri="{C572A759-6A51-4108-AA02-DFA0A04FC94B}">
              <ma14:wrappingTextBoxFlag xmlns:ma14="http://schemas.microsoft.com/office/mac/drawingml/2011/main" val="1"/>
            </a:ext>
          </a:extLst>
        </p:spPr>
        <p:txBody>
          <a:bodyPr tIns="91439" bIns="91439">
            <a:spAutoFit/>
          </a:bodyPr>
          <a:lstStyle>
            <a:lvl1pPr defTabSz="914400">
              <a:defRPr sz="10000">
                <a:solidFill>
                  <a:srgbClr val="FFFFFF"/>
                </a:solidFill>
                <a:latin typeface="Microsoft YaHei"/>
                <a:ea typeface="Microsoft YaHei"/>
                <a:cs typeface="Microsoft YaHei"/>
                <a:sym typeface="Microsoft YaHei"/>
              </a:defRPr>
            </a:lvl1pPr>
          </a:lstStyle>
          <a:p>
            <a:pPr lvl="0">
              <a:defRPr sz="1800">
                <a:solidFill>
                  <a:srgbClr val="000000"/>
                </a:solidFill>
              </a:defRPr>
            </a:pPr>
            <a:r>
              <a:rPr sz="10000">
                <a:solidFill>
                  <a:srgbClr val="FFFFFF"/>
                </a:solidFill>
              </a:rPr>
              <a:t>C</a:t>
            </a:r>
          </a:p>
        </p:txBody>
      </p:sp>
      <p:sp>
        <p:nvSpPr>
          <p:cNvPr id="544" name="Shape 544"/>
          <p:cNvSpPr/>
          <p:nvPr/>
        </p:nvSpPr>
        <p:spPr>
          <a:xfrm>
            <a:off x="12573000" y="8677275"/>
            <a:ext cx="2462213" cy="1859280"/>
          </a:xfrm>
          <a:prstGeom prst="rect">
            <a:avLst/>
          </a:prstGeom>
          <a:ln w="12700">
            <a:miter lim="400000"/>
          </a:ln>
          <a:extLst>
            <a:ext uri="{C572A759-6A51-4108-AA02-DFA0A04FC94B}">
              <ma14:wrappingTextBoxFlag xmlns:ma14="http://schemas.microsoft.com/office/mac/drawingml/2011/main" val="1"/>
            </a:ext>
          </a:extLst>
        </p:spPr>
        <p:txBody>
          <a:bodyPr tIns="91439" bIns="91439">
            <a:spAutoFit/>
          </a:bodyPr>
          <a:lstStyle>
            <a:lvl1pPr defTabSz="914400">
              <a:defRPr sz="10000">
                <a:solidFill>
                  <a:srgbClr val="FFFFFF"/>
                </a:solidFill>
                <a:latin typeface="Microsoft YaHei"/>
                <a:ea typeface="Microsoft YaHei"/>
                <a:cs typeface="Microsoft YaHei"/>
                <a:sym typeface="Microsoft YaHei"/>
              </a:defRPr>
            </a:lvl1pPr>
          </a:lstStyle>
          <a:p>
            <a:pPr lvl="0">
              <a:defRPr sz="1800">
                <a:solidFill>
                  <a:srgbClr val="000000"/>
                </a:solidFill>
              </a:defRPr>
            </a:pPr>
            <a:r>
              <a:rPr sz="10000">
                <a:solidFill>
                  <a:srgbClr val="FFFFFF"/>
                </a:solidFill>
              </a:rPr>
              <a:t>D</a:t>
            </a:r>
          </a:p>
        </p:txBody>
      </p:sp>
      <p:sp>
        <p:nvSpPr>
          <p:cNvPr id="545" name="Shape 545"/>
          <p:cNvSpPr/>
          <p:nvPr/>
        </p:nvSpPr>
        <p:spPr>
          <a:xfrm>
            <a:off x="17643475" y="8545512"/>
            <a:ext cx="3675063" cy="779781"/>
          </a:xfrm>
          <a:prstGeom prst="rect">
            <a:avLst/>
          </a:prstGeom>
          <a:ln w="12700">
            <a:miter lim="400000"/>
          </a:ln>
          <a:extLst>
            <a:ext uri="{C572A759-6A51-4108-AA02-DFA0A04FC94B}">
              <ma14:wrappingTextBoxFlag xmlns:ma14="http://schemas.microsoft.com/office/mac/drawingml/2011/main" val="1"/>
            </a:ext>
          </a:extLst>
        </p:spPr>
        <p:txBody>
          <a:bodyPr tIns="91439" bIns="91439">
            <a:spAutoFit/>
          </a:bodyPr>
          <a:lstStyle>
            <a:lvl1pPr algn="l" defTabSz="914400">
              <a:defRPr sz="3600">
                <a:solidFill>
                  <a:srgbClr val="0250DE"/>
                </a:solidFill>
                <a:latin typeface="Microsoft YaHei"/>
                <a:ea typeface="Microsoft YaHei"/>
                <a:cs typeface="Microsoft YaHei"/>
                <a:sym typeface="Microsoft YaHei"/>
              </a:defRPr>
            </a:lvl1pPr>
          </a:lstStyle>
          <a:p>
            <a:pPr lvl="0">
              <a:defRPr sz="1800">
                <a:solidFill>
                  <a:srgbClr val="000000"/>
                </a:solidFill>
              </a:defRPr>
            </a:pPr>
            <a:r>
              <a:rPr sz="3600">
                <a:solidFill>
                  <a:srgbClr val="0250DE"/>
                </a:solidFill>
              </a:rPr>
              <a:t>项目的原理分析</a:t>
            </a:r>
          </a:p>
        </p:txBody>
      </p:sp>
      <p:sp>
        <p:nvSpPr>
          <p:cNvPr id="546" name="Shape 546"/>
          <p:cNvSpPr/>
          <p:nvPr/>
        </p:nvSpPr>
        <p:spPr>
          <a:xfrm>
            <a:off x="17643475" y="9528175"/>
            <a:ext cx="5041901" cy="1371600"/>
          </a:xfrm>
          <a:prstGeom prst="rect">
            <a:avLst/>
          </a:prstGeom>
          <a:ln w="12700">
            <a:miter lim="400000"/>
          </a:ln>
          <a:extLst>
            <a:ext uri="{C572A759-6A51-4108-AA02-DFA0A04FC94B}">
              <ma14:wrappingTextBoxFlag xmlns:ma14="http://schemas.microsoft.com/office/mac/drawingml/2011/main" val="1"/>
            </a:ext>
          </a:extLst>
        </p:spPr>
        <p:txBody>
          <a:bodyPr tIns="91439" bIns="91439">
            <a:spAutoFit/>
          </a:bodyPr>
          <a:lstStyle>
            <a:lvl1pPr algn="l" defTabSz="914400">
              <a:lnSpc>
                <a:spcPct val="130000"/>
              </a:lnSpc>
              <a:defRPr sz="2000">
                <a:solidFill>
                  <a:srgbClr val="59595B"/>
                </a:solidFill>
                <a:latin typeface="Microsoft YaHei"/>
                <a:ea typeface="Microsoft YaHei"/>
                <a:cs typeface="Microsoft YaHei"/>
                <a:sym typeface="Microsoft YaHei"/>
              </a:defRPr>
            </a:lvl1pPr>
          </a:lstStyle>
          <a:p>
            <a:pPr lvl="0">
              <a:defRPr sz="1800">
                <a:solidFill>
                  <a:srgbClr val="000000"/>
                </a:solidFill>
              </a:defRPr>
            </a:pPr>
            <a:r>
              <a:rPr sz="2000">
                <a:solidFill>
                  <a:srgbClr val="59595B"/>
                </a:solidFill>
              </a:rPr>
              <a:t>项目的原理分析项目的原理分析项目的原理分析项目的原理分析项目的原理分析项目的原理分析项目的原理分析项目的原理分析</a:t>
            </a:r>
          </a:p>
        </p:txBody>
      </p:sp>
      <p:sp>
        <p:nvSpPr>
          <p:cNvPr id="547" name="Shape 547"/>
          <p:cNvSpPr/>
          <p:nvPr/>
        </p:nvSpPr>
        <p:spPr>
          <a:xfrm>
            <a:off x="1885950" y="6218237"/>
            <a:ext cx="3675063" cy="779781"/>
          </a:xfrm>
          <a:prstGeom prst="rect">
            <a:avLst/>
          </a:prstGeom>
          <a:ln w="12700">
            <a:miter lim="400000"/>
          </a:ln>
          <a:extLst>
            <a:ext uri="{C572A759-6A51-4108-AA02-DFA0A04FC94B}">
              <ma14:wrappingTextBoxFlag xmlns:ma14="http://schemas.microsoft.com/office/mac/drawingml/2011/main" val="1"/>
            </a:ext>
          </a:extLst>
        </p:spPr>
        <p:txBody>
          <a:bodyPr tIns="91439" bIns="91439">
            <a:spAutoFit/>
          </a:bodyPr>
          <a:lstStyle>
            <a:lvl1pPr algn="l" defTabSz="914400">
              <a:defRPr sz="3600">
                <a:solidFill>
                  <a:srgbClr val="0250DE"/>
                </a:solidFill>
                <a:latin typeface="Microsoft YaHei"/>
                <a:ea typeface="Microsoft YaHei"/>
                <a:cs typeface="Microsoft YaHei"/>
                <a:sym typeface="Microsoft YaHei"/>
              </a:defRPr>
            </a:lvl1pPr>
          </a:lstStyle>
          <a:p>
            <a:pPr lvl="0">
              <a:defRPr sz="1800">
                <a:solidFill>
                  <a:srgbClr val="000000"/>
                </a:solidFill>
              </a:defRPr>
            </a:pPr>
            <a:r>
              <a:rPr sz="3600">
                <a:solidFill>
                  <a:srgbClr val="0250DE"/>
                </a:solidFill>
              </a:rPr>
              <a:t>项目的原理分析</a:t>
            </a:r>
          </a:p>
        </p:txBody>
      </p:sp>
      <p:sp>
        <p:nvSpPr>
          <p:cNvPr id="548" name="Shape 548"/>
          <p:cNvSpPr/>
          <p:nvPr/>
        </p:nvSpPr>
        <p:spPr>
          <a:xfrm>
            <a:off x="1885949" y="6997700"/>
            <a:ext cx="5041902" cy="1371600"/>
          </a:xfrm>
          <a:prstGeom prst="rect">
            <a:avLst/>
          </a:prstGeom>
          <a:ln w="12700">
            <a:miter lim="400000"/>
          </a:ln>
          <a:extLst>
            <a:ext uri="{C572A759-6A51-4108-AA02-DFA0A04FC94B}">
              <ma14:wrappingTextBoxFlag xmlns:ma14="http://schemas.microsoft.com/office/mac/drawingml/2011/main" val="1"/>
            </a:ext>
          </a:extLst>
        </p:spPr>
        <p:txBody>
          <a:bodyPr tIns="91439" bIns="91439">
            <a:spAutoFit/>
          </a:bodyPr>
          <a:lstStyle>
            <a:lvl1pPr algn="l" defTabSz="914400">
              <a:lnSpc>
                <a:spcPct val="130000"/>
              </a:lnSpc>
              <a:defRPr sz="2000">
                <a:solidFill>
                  <a:srgbClr val="59595B"/>
                </a:solidFill>
                <a:latin typeface="Microsoft YaHei"/>
                <a:ea typeface="Microsoft YaHei"/>
                <a:cs typeface="Microsoft YaHei"/>
                <a:sym typeface="Microsoft YaHei"/>
              </a:defRPr>
            </a:lvl1pPr>
          </a:lstStyle>
          <a:p>
            <a:pPr lvl="0">
              <a:defRPr sz="1800">
                <a:solidFill>
                  <a:srgbClr val="000000"/>
                </a:solidFill>
              </a:defRPr>
            </a:pPr>
            <a:r>
              <a:rPr sz="2000">
                <a:solidFill>
                  <a:srgbClr val="59595B"/>
                </a:solidFill>
              </a:rPr>
              <a:t>项目的原理分析项目的原理分析项目的原理分析项目的原理分析项目的原理分析项目的原理分析项目的原理分析项目的原理分析</a:t>
            </a:r>
          </a:p>
        </p:txBody>
      </p:sp>
      <p:sp>
        <p:nvSpPr>
          <p:cNvPr id="549" name="Shape 549"/>
          <p:cNvSpPr/>
          <p:nvPr/>
        </p:nvSpPr>
        <p:spPr>
          <a:xfrm>
            <a:off x="17643475" y="1738312"/>
            <a:ext cx="3675063" cy="779781"/>
          </a:xfrm>
          <a:prstGeom prst="rect">
            <a:avLst/>
          </a:prstGeom>
          <a:ln w="12700">
            <a:miter lim="400000"/>
          </a:ln>
          <a:extLst>
            <a:ext uri="{C572A759-6A51-4108-AA02-DFA0A04FC94B}">
              <ma14:wrappingTextBoxFlag xmlns:ma14="http://schemas.microsoft.com/office/mac/drawingml/2011/main" val="1"/>
            </a:ext>
          </a:extLst>
        </p:spPr>
        <p:txBody>
          <a:bodyPr tIns="91439" bIns="91439">
            <a:spAutoFit/>
          </a:bodyPr>
          <a:lstStyle>
            <a:lvl1pPr algn="l" defTabSz="914400">
              <a:defRPr sz="3600">
                <a:solidFill>
                  <a:srgbClr val="0250DE"/>
                </a:solidFill>
                <a:latin typeface="Microsoft YaHei"/>
                <a:ea typeface="Microsoft YaHei"/>
                <a:cs typeface="Microsoft YaHei"/>
                <a:sym typeface="Microsoft YaHei"/>
              </a:defRPr>
            </a:lvl1pPr>
          </a:lstStyle>
          <a:p>
            <a:pPr lvl="0">
              <a:defRPr sz="1800">
                <a:solidFill>
                  <a:srgbClr val="000000"/>
                </a:solidFill>
              </a:defRPr>
            </a:pPr>
            <a:r>
              <a:rPr sz="3600">
                <a:solidFill>
                  <a:srgbClr val="0250DE"/>
                </a:solidFill>
              </a:rPr>
              <a:t>项目的原理分析</a:t>
            </a:r>
          </a:p>
        </p:txBody>
      </p:sp>
      <p:sp>
        <p:nvSpPr>
          <p:cNvPr id="550" name="Shape 550"/>
          <p:cNvSpPr/>
          <p:nvPr/>
        </p:nvSpPr>
        <p:spPr>
          <a:xfrm>
            <a:off x="17643475" y="2517775"/>
            <a:ext cx="5041901" cy="1371600"/>
          </a:xfrm>
          <a:prstGeom prst="rect">
            <a:avLst/>
          </a:prstGeom>
          <a:ln w="12700">
            <a:miter lim="400000"/>
          </a:ln>
          <a:extLst>
            <a:ext uri="{C572A759-6A51-4108-AA02-DFA0A04FC94B}">
              <ma14:wrappingTextBoxFlag xmlns:ma14="http://schemas.microsoft.com/office/mac/drawingml/2011/main" val="1"/>
            </a:ext>
          </a:extLst>
        </p:spPr>
        <p:txBody>
          <a:bodyPr tIns="91439" bIns="91439">
            <a:spAutoFit/>
          </a:bodyPr>
          <a:lstStyle>
            <a:lvl1pPr algn="l" defTabSz="914400">
              <a:lnSpc>
                <a:spcPct val="130000"/>
              </a:lnSpc>
              <a:defRPr sz="2000">
                <a:solidFill>
                  <a:srgbClr val="59595B"/>
                </a:solidFill>
                <a:latin typeface="Microsoft YaHei"/>
                <a:ea typeface="Microsoft YaHei"/>
                <a:cs typeface="Microsoft YaHei"/>
                <a:sym typeface="Microsoft YaHei"/>
              </a:defRPr>
            </a:lvl1pPr>
          </a:lstStyle>
          <a:p>
            <a:pPr lvl="0">
              <a:defRPr sz="1800">
                <a:solidFill>
                  <a:srgbClr val="000000"/>
                </a:solidFill>
              </a:defRPr>
            </a:pPr>
            <a:r>
              <a:rPr sz="2000">
                <a:solidFill>
                  <a:srgbClr val="59595B"/>
                </a:solidFill>
              </a:rPr>
              <a:t>项目的原理分析项目的原理分析项目的原理分析项目的原理分析项目的原理分析项目的原理分析项目的原理分析项目的原理分析</a:t>
            </a:r>
          </a:p>
        </p:txBody>
      </p:sp>
    </p:spTree>
  </p:cSld>
  <p:clrMapOvr>
    <a:masterClrMapping/>
  </p:clrMapOvr>
  <p:transition spd="med"/>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 name="Shape 552"/>
          <p:cNvSpPr/>
          <p:nvPr/>
        </p:nvSpPr>
        <p:spPr>
          <a:xfrm>
            <a:off x="0" y="12890500"/>
            <a:ext cx="24382413" cy="838200"/>
          </a:xfrm>
          <a:prstGeom prst="rect">
            <a:avLst/>
          </a:prstGeom>
          <a:solidFill>
            <a:srgbClr val="DCDEE0"/>
          </a:solidFill>
          <a:ln w="12700">
            <a:miter lim="400000"/>
          </a:ln>
        </p:spPr>
        <p:txBody>
          <a:bodyPr lIns="0" tIns="0" rIns="0" bIns="0" anchor="ctr"/>
          <a:lstStyle/>
          <a:p>
            <a:pPr lvl="0" defTabSz="914400">
              <a:defRPr sz="3600">
                <a:solidFill>
                  <a:srgbClr val="FFFFFF"/>
                </a:solidFill>
              </a:defRPr>
            </a:pPr>
            <a:endParaRPr/>
          </a:p>
        </p:txBody>
      </p:sp>
      <p:sp>
        <p:nvSpPr>
          <p:cNvPr id="553" name="Shape 553"/>
          <p:cNvSpPr/>
          <p:nvPr/>
        </p:nvSpPr>
        <p:spPr>
          <a:xfrm>
            <a:off x="0" y="12890500"/>
            <a:ext cx="2124075" cy="838200"/>
          </a:xfrm>
          <a:prstGeom prst="rect">
            <a:avLst/>
          </a:prstGeom>
          <a:solidFill>
            <a:srgbClr val="0250DE"/>
          </a:solidFill>
          <a:ln w="12700">
            <a:miter lim="400000"/>
          </a:ln>
        </p:spPr>
        <p:txBody>
          <a:bodyPr lIns="0" tIns="0" rIns="0" bIns="0" anchor="ctr"/>
          <a:lstStyle/>
          <a:p>
            <a:pPr lvl="0" defTabSz="914400">
              <a:defRPr sz="3600">
                <a:solidFill>
                  <a:srgbClr val="FFFFFF"/>
                </a:solidFill>
              </a:defRPr>
            </a:pPr>
            <a:endParaRPr/>
          </a:p>
        </p:txBody>
      </p:sp>
      <p:sp>
        <p:nvSpPr>
          <p:cNvPr id="554" name="Shape 554"/>
          <p:cNvSpPr/>
          <p:nvPr/>
        </p:nvSpPr>
        <p:spPr>
          <a:xfrm>
            <a:off x="0" y="0"/>
            <a:ext cx="1270000" cy="1641475"/>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14047"/>
                </a:lnTo>
                <a:lnTo>
                  <a:pt x="21452" y="14047"/>
                </a:lnTo>
                <a:lnTo>
                  <a:pt x="21452" y="0"/>
                </a:lnTo>
                <a:lnTo>
                  <a:pt x="0" y="0"/>
                </a:lnTo>
                <a:close/>
              </a:path>
            </a:pathLst>
          </a:custGeom>
          <a:solidFill>
            <a:srgbClr val="59595B"/>
          </a:solidFill>
          <a:ln w="12700">
            <a:miter lim="400000"/>
          </a:ln>
        </p:spPr>
        <p:txBody>
          <a:bodyPr lIns="0" tIns="0" rIns="0" bIns="0" anchor="ctr"/>
          <a:lstStyle/>
          <a:p>
            <a:pPr lvl="0" defTabSz="914400">
              <a:defRPr sz="3600">
                <a:solidFill>
                  <a:srgbClr val="FFFFFF"/>
                </a:solidFill>
              </a:defRPr>
            </a:pPr>
            <a:endParaRPr/>
          </a:p>
        </p:txBody>
      </p:sp>
      <p:sp>
        <p:nvSpPr>
          <p:cNvPr id="555" name="Shape 555"/>
          <p:cNvSpPr/>
          <p:nvPr/>
        </p:nvSpPr>
        <p:spPr>
          <a:xfrm>
            <a:off x="1647825" y="0"/>
            <a:ext cx="476250" cy="1063625"/>
          </a:xfrm>
          <a:prstGeom prst="rect">
            <a:avLst/>
          </a:prstGeom>
          <a:solidFill>
            <a:srgbClr val="0250DE"/>
          </a:solidFill>
          <a:ln w="12700">
            <a:miter lim="400000"/>
          </a:ln>
        </p:spPr>
        <p:txBody>
          <a:bodyPr lIns="0" tIns="0" rIns="0" bIns="0" anchor="ctr"/>
          <a:lstStyle/>
          <a:p>
            <a:pPr lvl="0" defTabSz="914400">
              <a:defRPr sz="3600">
                <a:solidFill>
                  <a:srgbClr val="FFFFFF"/>
                </a:solidFill>
              </a:defRPr>
            </a:pPr>
            <a:endParaRPr/>
          </a:p>
        </p:txBody>
      </p:sp>
      <p:sp>
        <p:nvSpPr>
          <p:cNvPr id="556" name="Shape 556"/>
          <p:cNvSpPr/>
          <p:nvPr/>
        </p:nvSpPr>
        <p:spPr>
          <a:xfrm>
            <a:off x="2454222" y="4489397"/>
            <a:ext cx="4106760" cy="410675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DDDEE0"/>
          </a:solidFill>
          <a:ln w="12700">
            <a:miter lim="400000"/>
          </a:ln>
        </p:spPr>
        <p:txBody>
          <a:bodyPr lIns="0" tIns="0" rIns="0" bIns="0" anchor="ctr"/>
          <a:lstStyle/>
          <a:p>
            <a:pPr lvl="0">
              <a:defRPr sz="3200">
                <a:solidFill>
                  <a:srgbClr val="FFFFFF"/>
                </a:solidFill>
                <a:latin typeface="Helvetica Light"/>
                <a:ea typeface="Helvetica Light"/>
                <a:cs typeface="Helvetica Light"/>
                <a:sym typeface="Helvetica Light"/>
              </a:defRPr>
            </a:pPr>
            <a:endParaRPr/>
          </a:p>
        </p:txBody>
      </p:sp>
      <p:sp>
        <p:nvSpPr>
          <p:cNvPr id="557" name="Shape 557"/>
          <p:cNvSpPr/>
          <p:nvPr/>
        </p:nvSpPr>
        <p:spPr>
          <a:xfrm>
            <a:off x="10256811" y="4999012"/>
            <a:ext cx="1997026" cy="1997025"/>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DDDEE0"/>
          </a:solidFill>
          <a:ln w="12700">
            <a:miter lim="400000"/>
          </a:ln>
        </p:spPr>
        <p:txBody>
          <a:bodyPr lIns="0" tIns="0" rIns="0" bIns="0" anchor="ctr"/>
          <a:lstStyle/>
          <a:p>
            <a:pPr lvl="0">
              <a:defRPr sz="3200">
                <a:solidFill>
                  <a:srgbClr val="FFFFFF"/>
                </a:solidFill>
                <a:latin typeface="Helvetica Light"/>
                <a:ea typeface="Helvetica Light"/>
                <a:cs typeface="Helvetica Light"/>
                <a:sym typeface="Helvetica Light"/>
              </a:defRPr>
            </a:pPr>
            <a:endParaRPr/>
          </a:p>
        </p:txBody>
      </p:sp>
      <p:sp>
        <p:nvSpPr>
          <p:cNvPr id="558" name="Shape 558"/>
          <p:cNvSpPr/>
          <p:nvPr/>
        </p:nvSpPr>
        <p:spPr>
          <a:xfrm rot="20794818">
            <a:off x="4454525" y="7754937"/>
            <a:ext cx="7789863" cy="461963"/>
          </a:xfrm>
          <a:prstGeom prst="rect">
            <a:avLst/>
          </a:prstGeom>
          <a:solidFill>
            <a:srgbClr val="DDDEE0"/>
          </a:solidFill>
          <a:ln w="12700">
            <a:miter lim="400000"/>
          </a:ln>
        </p:spPr>
        <p:txBody>
          <a:bodyPr lIns="0" tIns="0" rIns="0" bIns="0" anchor="ctr"/>
          <a:lstStyle/>
          <a:p>
            <a:pPr lvl="0">
              <a:defRPr sz="3200">
                <a:solidFill>
                  <a:srgbClr val="FFFFFF"/>
                </a:solidFill>
                <a:latin typeface="Helvetica Light"/>
                <a:ea typeface="Helvetica Light"/>
                <a:cs typeface="Helvetica Light"/>
                <a:sym typeface="Helvetica Light"/>
              </a:defRPr>
            </a:pPr>
            <a:endParaRPr/>
          </a:p>
        </p:txBody>
      </p:sp>
      <p:sp>
        <p:nvSpPr>
          <p:cNvPr id="559" name="Shape 559"/>
          <p:cNvSpPr/>
          <p:nvPr/>
        </p:nvSpPr>
        <p:spPr>
          <a:xfrm>
            <a:off x="7715250" y="8169275"/>
            <a:ext cx="1270000" cy="1270000"/>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21600" y="21600"/>
                </a:lnTo>
                <a:lnTo>
                  <a:pt x="0" y="21600"/>
                </a:lnTo>
                <a:close/>
              </a:path>
            </a:pathLst>
          </a:custGeom>
          <a:solidFill>
            <a:srgbClr val="0250DE"/>
          </a:solidFill>
          <a:ln w="12700">
            <a:miter lim="400000"/>
          </a:ln>
        </p:spPr>
        <p:txBody>
          <a:bodyPr lIns="0" tIns="0" rIns="0" bIns="0" anchor="ctr"/>
          <a:lstStyle/>
          <a:p>
            <a:pPr lvl="0">
              <a:defRPr sz="3200">
                <a:solidFill>
                  <a:srgbClr val="FFFFFF"/>
                </a:solidFill>
                <a:latin typeface="Helvetica Light"/>
                <a:ea typeface="Helvetica Light"/>
                <a:cs typeface="Helvetica Light"/>
                <a:sym typeface="Helvetica Light"/>
              </a:defRPr>
            </a:pPr>
            <a:endParaRPr/>
          </a:p>
        </p:txBody>
      </p:sp>
      <p:sp>
        <p:nvSpPr>
          <p:cNvPr id="560" name="Shape 560"/>
          <p:cNvSpPr/>
          <p:nvPr/>
        </p:nvSpPr>
        <p:spPr>
          <a:xfrm>
            <a:off x="2501899" y="296862"/>
            <a:ext cx="5041902" cy="995681"/>
          </a:xfrm>
          <a:prstGeom prst="rect">
            <a:avLst/>
          </a:prstGeom>
          <a:ln w="12700">
            <a:miter lim="400000"/>
          </a:ln>
          <a:extLst>
            <a:ext uri="{C572A759-6A51-4108-AA02-DFA0A04FC94B}">
              <ma14:wrappingTextBoxFlag xmlns:ma14="http://schemas.microsoft.com/office/mac/drawingml/2011/main" val="1"/>
            </a:ext>
          </a:extLst>
        </p:spPr>
        <p:txBody>
          <a:bodyPr tIns="91439" bIns="91439">
            <a:spAutoFit/>
          </a:bodyPr>
          <a:lstStyle>
            <a:lvl1pPr algn="l" defTabSz="914400">
              <a:defRPr>
                <a:solidFill>
                  <a:srgbClr val="0250DE"/>
                </a:solidFill>
                <a:latin typeface="Microsoft YaHei"/>
                <a:ea typeface="Microsoft YaHei"/>
                <a:cs typeface="Microsoft YaHei"/>
                <a:sym typeface="Microsoft YaHei"/>
              </a:defRPr>
            </a:lvl1pPr>
          </a:lstStyle>
          <a:p>
            <a:pPr lvl="0">
              <a:defRPr sz="1800">
                <a:solidFill>
                  <a:srgbClr val="000000"/>
                </a:solidFill>
              </a:defRPr>
            </a:pPr>
            <a:r>
              <a:rPr sz="4800">
                <a:solidFill>
                  <a:srgbClr val="0250DE"/>
                </a:solidFill>
              </a:rPr>
              <a:t>4.项目的原理分析</a:t>
            </a:r>
          </a:p>
        </p:txBody>
      </p:sp>
      <p:sp>
        <p:nvSpPr>
          <p:cNvPr id="561" name="Shape 561"/>
          <p:cNvSpPr/>
          <p:nvPr/>
        </p:nvSpPr>
        <p:spPr>
          <a:xfrm>
            <a:off x="3675062" y="5194300"/>
            <a:ext cx="1665288" cy="2697480"/>
          </a:xfrm>
          <a:prstGeom prst="rect">
            <a:avLst/>
          </a:prstGeom>
          <a:ln w="12700">
            <a:miter lim="400000"/>
          </a:ln>
          <a:extLst>
            <a:ext uri="{C572A759-6A51-4108-AA02-DFA0A04FC94B}">
              <ma14:wrappingTextBoxFlag xmlns:ma14="http://schemas.microsoft.com/office/mac/drawingml/2011/main" val="1"/>
            </a:ext>
          </a:extLst>
        </p:spPr>
        <p:txBody>
          <a:bodyPr tIns="91439" bIns="91439">
            <a:spAutoFit/>
          </a:bodyPr>
          <a:lstStyle>
            <a:lvl1pPr algn="l" defTabSz="914400">
              <a:defRPr sz="15000">
                <a:solidFill>
                  <a:srgbClr val="0250DE"/>
                </a:solidFill>
                <a:latin typeface="Microsoft YaHei"/>
                <a:ea typeface="Microsoft YaHei"/>
                <a:cs typeface="Microsoft YaHei"/>
                <a:sym typeface="Microsoft YaHei"/>
              </a:defRPr>
            </a:lvl1pPr>
          </a:lstStyle>
          <a:p>
            <a:pPr lvl="0">
              <a:defRPr sz="1800">
                <a:solidFill>
                  <a:srgbClr val="000000"/>
                </a:solidFill>
              </a:defRPr>
            </a:pPr>
            <a:r>
              <a:rPr sz="15000">
                <a:solidFill>
                  <a:srgbClr val="0250DE"/>
                </a:solidFill>
              </a:rPr>
              <a:t>A</a:t>
            </a:r>
          </a:p>
        </p:txBody>
      </p:sp>
      <p:sp>
        <p:nvSpPr>
          <p:cNvPr id="562" name="Shape 562"/>
          <p:cNvSpPr/>
          <p:nvPr/>
        </p:nvSpPr>
        <p:spPr>
          <a:xfrm>
            <a:off x="10771187" y="4997450"/>
            <a:ext cx="1112838" cy="1859280"/>
          </a:xfrm>
          <a:prstGeom prst="rect">
            <a:avLst/>
          </a:prstGeom>
          <a:ln w="12700">
            <a:miter lim="400000"/>
          </a:ln>
          <a:extLst>
            <a:ext uri="{C572A759-6A51-4108-AA02-DFA0A04FC94B}">
              <ma14:wrappingTextBoxFlag xmlns:ma14="http://schemas.microsoft.com/office/mac/drawingml/2011/main" val="1"/>
            </a:ext>
          </a:extLst>
        </p:spPr>
        <p:txBody>
          <a:bodyPr tIns="91439" bIns="91439">
            <a:spAutoFit/>
          </a:bodyPr>
          <a:lstStyle>
            <a:lvl1pPr algn="l" defTabSz="914400">
              <a:defRPr sz="10000">
                <a:solidFill>
                  <a:srgbClr val="0250DE"/>
                </a:solidFill>
                <a:latin typeface="Microsoft YaHei"/>
                <a:ea typeface="Microsoft YaHei"/>
                <a:cs typeface="Microsoft YaHei"/>
                <a:sym typeface="Microsoft YaHei"/>
              </a:defRPr>
            </a:lvl1pPr>
          </a:lstStyle>
          <a:p>
            <a:pPr lvl="0">
              <a:defRPr sz="1800">
                <a:solidFill>
                  <a:srgbClr val="000000"/>
                </a:solidFill>
              </a:defRPr>
            </a:pPr>
            <a:r>
              <a:rPr sz="10000">
                <a:solidFill>
                  <a:srgbClr val="0250DE"/>
                </a:solidFill>
              </a:rPr>
              <a:t>B</a:t>
            </a:r>
          </a:p>
        </p:txBody>
      </p:sp>
      <p:sp>
        <p:nvSpPr>
          <p:cNvPr id="563" name="Shape 563"/>
          <p:cNvSpPr/>
          <p:nvPr/>
        </p:nvSpPr>
        <p:spPr>
          <a:xfrm>
            <a:off x="14427200" y="4246562"/>
            <a:ext cx="5040313" cy="995681"/>
          </a:xfrm>
          <a:prstGeom prst="rect">
            <a:avLst/>
          </a:prstGeom>
          <a:ln w="12700">
            <a:miter lim="400000"/>
          </a:ln>
          <a:extLst>
            <a:ext uri="{C572A759-6A51-4108-AA02-DFA0A04FC94B}">
              <ma14:wrappingTextBoxFlag xmlns:ma14="http://schemas.microsoft.com/office/mac/drawingml/2011/main" val="1"/>
            </a:ext>
          </a:extLst>
        </p:spPr>
        <p:txBody>
          <a:bodyPr tIns="91439" bIns="91439">
            <a:spAutoFit/>
          </a:bodyPr>
          <a:lstStyle>
            <a:lvl1pPr marL="228600" indent="-228600" algn="l" defTabSz="914400">
              <a:buClr>
                <a:srgbClr val="53585F"/>
              </a:buClr>
              <a:buSzPct val="100000"/>
              <a:buFont typeface="Microsoft YaHei"/>
              <a:buAutoNum type="alphaUcPeriod"/>
              <a:defRPr>
                <a:solidFill>
                  <a:srgbClr val="53585F"/>
                </a:solidFill>
                <a:latin typeface="Microsoft YaHei"/>
                <a:ea typeface="Microsoft YaHei"/>
                <a:cs typeface="Microsoft YaHei"/>
                <a:sym typeface="Microsoft YaHei"/>
              </a:defRPr>
            </a:lvl1pPr>
          </a:lstStyle>
          <a:p>
            <a:pPr lvl="0">
              <a:defRPr sz="1800">
                <a:solidFill>
                  <a:srgbClr val="000000"/>
                </a:solidFill>
              </a:defRPr>
            </a:pPr>
            <a:r>
              <a:rPr sz="4800">
                <a:solidFill>
                  <a:srgbClr val="53585F"/>
                </a:solidFill>
              </a:rPr>
              <a:t>项目的原理分析</a:t>
            </a:r>
          </a:p>
        </p:txBody>
      </p:sp>
      <p:sp>
        <p:nvSpPr>
          <p:cNvPr id="564" name="Shape 564"/>
          <p:cNvSpPr/>
          <p:nvPr/>
        </p:nvSpPr>
        <p:spPr>
          <a:xfrm>
            <a:off x="14427200" y="5613559"/>
            <a:ext cx="8091488" cy="1953895"/>
          </a:xfrm>
          <a:prstGeom prst="rect">
            <a:avLst/>
          </a:prstGeom>
          <a:ln w="12700">
            <a:miter lim="400000"/>
          </a:ln>
          <a:extLst>
            <a:ext uri="{C572A759-6A51-4108-AA02-DFA0A04FC94B}">
              <ma14:wrappingTextBoxFlag xmlns:ma14="http://schemas.microsoft.com/office/mac/drawingml/2011/main" val="1"/>
            </a:ext>
          </a:extLst>
        </p:spPr>
        <p:txBody>
          <a:bodyPr lIns="71436" tIns="71436" rIns="71436" bIns="71436" anchor="ctr">
            <a:spAutoFit/>
          </a:bodyPr>
          <a:lstStyle>
            <a:lvl1pPr algn="l" defTabSz="914400">
              <a:lnSpc>
                <a:spcPct val="120000"/>
              </a:lnSpc>
              <a:defRPr sz="2400">
                <a:solidFill>
                  <a:srgbClr val="A6AAA9"/>
                </a:solidFill>
                <a:latin typeface="Microsoft YaHei"/>
                <a:ea typeface="Microsoft YaHei"/>
                <a:cs typeface="Microsoft YaHei"/>
                <a:sym typeface="Microsoft YaHei"/>
              </a:defRPr>
            </a:lvl1pPr>
          </a:lstStyle>
          <a:p>
            <a:pPr lvl="0">
              <a:defRPr sz="1800">
                <a:solidFill>
                  <a:srgbClr val="000000"/>
                </a:solidFill>
              </a:defRPr>
            </a:pPr>
            <a:r>
              <a:rPr sz="2400">
                <a:solidFill>
                  <a:srgbClr val="A6AAA9"/>
                </a:solidFill>
              </a:rPr>
              <a:t>项目的原理分析项目的原理分析项目的原理分析项目的原理分析项目的原理分析项目的原理分析项目的原理分析项目的原理分析项目的原理分析项目的原理分析项目的原理分析项目的原理分析项目的原理分析项目的原理分析</a:t>
            </a:r>
          </a:p>
        </p:txBody>
      </p:sp>
      <p:sp>
        <p:nvSpPr>
          <p:cNvPr id="565" name="Shape 565"/>
          <p:cNvSpPr/>
          <p:nvPr/>
        </p:nvSpPr>
        <p:spPr>
          <a:xfrm>
            <a:off x="14416087" y="8216900"/>
            <a:ext cx="5041901" cy="995680"/>
          </a:xfrm>
          <a:prstGeom prst="rect">
            <a:avLst/>
          </a:prstGeom>
          <a:ln w="12700">
            <a:miter lim="400000"/>
          </a:ln>
          <a:extLst>
            <a:ext uri="{C572A759-6A51-4108-AA02-DFA0A04FC94B}">
              <ma14:wrappingTextBoxFlag xmlns:ma14="http://schemas.microsoft.com/office/mac/drawingml/2011/main" val="1"/>
            </a:ext>
          </a:extLst>
        </p:spPr>
        <p:txBody>
          <a:bodyPr tIns="91439" bIns="91439">
            <a:spAutoFit/>
          </a:bodyPr>
          <a:lstStyle>
            <a:lvl1pPr marL="228600" indent="-228600" algn="l" defTabSz="914400">
              <a:buClr>
                <a:srgbClr val="53585F"/>
              </a:buClr>
              <a:buSzPct val="100000"/>
              <a:buFont typeface="Microsoft YaHei"/>
              <a:buAutoNum type="alphaUcPeriod" startAt="2"/>
              <a:defRPr>
                <a:solidFill>
                  <a:srgbClr val="53585F"/>
                </a:solidFill>
                <a:latin typeface="Microsoft YaHei"/>
                <a:ea typeface="Microsoft YaHei"/>
                <a:cs typeface="Microsoft YaHei"/>
                <a:sym typeface="Microsoft YaHei"/>
              </a:defRPr>
            </a:lvl1pPr>
          </a:lstStyle>
          <a:p>
            <a:pPr lvl="0">
              <a:defRPr sz="1800">
                <a:solidFill>
                  <a:srgbClr val="000000"/>
                </a:solidFill>
              </a:defRPr>
            </a:pPr>
            <a:r>
              <a:rPr sz="4800">
                <a:solidFill>
                  <a:srgbClr val="53585F"/>
                </a:solidFill>
              </a:rPr>
              <a:t>项目的原理分析</a:t>
            </a:r>
          </a:p>
        </p:txBody>
      </p:sp>
      <p:sp>
        <p:nvSpPr>
          <p:cNvPr id="566" name="Shape 566"/>
          <p:cNvSpPr/>
          <p:nvPr/>
        </p:nvSpPr>
        <p:spPr>
          <a:xfrm>
            <a:off x="14416087" y="9583896"/>
            <a:ext cx="8091488" cy="1953895"/>
          </a:xfrm>
          <a:prstGeom prst="rect">
            <a:avLst/>
          </a:prstGeom>
          <a:ln w="12700">
            <a:miter lim="400000"/>
          </a:ln>
          <a:extLst>
            <a:ext uri="{C572A759-6A51-4108-AA02-DFA0A04FC94B}">
              <ma14:wrappingTextBoxFlag xmlns:ma14="http://schemas.microsoft.com/office/mac/drawingml/2011/main" val="1"/>
            </a:ext>
          </a:extLst>
        </p:spPr>
        <p:txBody>
          <a:bodyPr lIns="71436" tIns="71436" rIns="71436" bIns="71436" anchor="ctr">
            <a:spAutoFit/>
          </a:bodyPr>
          <a:lstStyle>
            <a:lvl1pPr algn="l" defTabSz="914400">
              <a:lnSpc>
                <a:spcPct val="120000"/>
              </a:lnSpc>
              <a:defRPr sz="2400">
                <a:solidFill>
                  <a:srgbClr val="A6AAA9"/>
                </a:solidFill>
                <a:latin typeface="Microsoft YaHei"/>
                <a:ea typeface="Microsoft YaHei"/>
                <a:cs typeface="Microsoft YaHei"/>
                <a:sym typeface="Microsoft YaHei"/>
              </a:defRPr>
            </a:lvl1pPr>
          </a:lstStyle>
          <a:p>
            <a:pPr lvl="0">
              <a:defRPr sz="1800">
                <a:solidFill>
                  <a:srgbClr val="000000"/>
                </a:solidFill>
              </a:defRPr>
            </a:pPr>
            <a:r>
              <a:rPr sz="2400">
                <a:solidFill>
                  <a:srgbClr val="A6AAA9"/>
                </a:solidFill>
              </a:rPr>
              <a:t>项目的原理分析项目的原理分析项目的原理分析项目的原理分析项目的原理分析项目的原理分析项目的原理分析项目的原理分析项目的原理分析项目的原理分析项目的原理分析项目的原理分析项目的原理分析项目的原理分析</a:t>
            </a:r>
          </a:p>
        </p:txBody>
      </p:sp>
    </p:spTree>
  </p:cSld>
  <p:clrMapOvr>
    <a:masterClrMapping/>
  </p:clrMapOvr>
  <p:transition spd="med"/>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8" name="Shape 568"/>
          <p:cNvSpPr/>
          <p:nvPr/>
        </p:nvSpPr>
        <p:spPr>
          <a:xfrm>
            <a:off x="0" y="12890500"/>
            <a:ext cx="24382413" cy="838200"/>
          </a:xfrm>
          <a:prstGeom prst="rect">
            <a:avLst/>
          </a:prstGeom>
          <a:solidFill>
            <a:srgbClr val="DCDEE0"/>
          </a:solidFill>
          <a:ln w="12700">
            <a:miter lim="400000"/>
          </a:ln>
        </p:spPr>
        <p:txBody>
          <a:bodyPr lIns="0" tIns="0" rIns="0" bIns="0" anchor="ctr"/>
          <a:lstStyle/>
          <a:p>
            <a:pPr lvl="0" defTabSz="914400">
              <a:defRPr sz="3600">
                <a:solidFill>
                  <a:srgbClr val="FFFFFF"/>
                </a:solidFill>
              </a:defRPr>
            </a:pPr>
            <a:endParaRPr/>
          </a:p>
        </p:txBody>
      </p:sp>
      <p:sp>
        <p:nvSpPr>
          <p:cNvPr id="569" name="Shape 569"/>
          <p:cNvSpPr/>
          <p:nvPr/>
        </p:nvSpPr>
        <p:spPr>
          <a:xfrm>
            <a:off x="0" y="12890500"/>
            <a:ext cx="2124075" cy="838200"/>
          </a:xfrm>
          <a:prstGeom prst="rect">
            <a:avLst/>
          </a:prstGeom>
          <a:solidFill>
            <a:srgbClr val="0250DE"/>
          </a:solidFill>
          <a:ln w="12700">
            <a:miter lim="400000"/>
          </a:ln>
        </p:spPr>
        <p:txBody>
          <a:bodyPr lIns="0" tIns="0" rIns="0" bIns="0" anchor="ctr"/>
          <a:lstStyle/>
          <a:p>
            <a:pPr lvl="0" defTabSz="914400">
              <a:defRPr sz="3600">
                <a:solidFill>
                  <a:srgbClr val="FFFFFF"/>
                </a:solidFill>
              </a:defRPr>
            </a:pPr>
            <a:endParaRPr/>
          </a:p>
        </p:txBody>
      </p:sp>
      <p:sp>
        <p:nvSpPr>
          <p:cNvPr id="570" name="Shape 570"/>
          <p:cNvSpPr/>
          <p:nvPr/>
        </p:nvSpPr>
        <p:spPr>
          <a:xfrm>
            <a:off x="12690475" y="5497512"/>
            <a:ext cx="8364538" cy="1"/>
          </a:xfrm>
          <a:prstGeom prst="line">
            <a:avLst/>
          </a:prstGeom>
          <a:ln w="6350">
            <a:solidFill>
              <a:srgbClr val="002060"/>
            </a:solidFill>
            <a:round/>
          </a:ln>
        </p:spPr>
        <p:txBody>
          <a:bodyPr lIns="0" tIns="0" rIns="0" bIns="0"/>
          <a:lstStyle/>
          <a:p>
            <a:pPr lvl="0" algn="l" defTabSz="457200">
              <a:defRPr sz="1200">
                <a:latin typeface="+mn-lt"/>
                <a:ea typeface="+mn-ea"/>
                <a:cs typeface="+mn-cs"/>
                <a:sym typeface="Helvetica"/>
              </a:defRPr>
            </a:pPr>
            <a:endParaRPr/>
          </a:p>
        </p:txBody>
      </p:sp>
      <p:sp>
        <p:nvSpPr>
          <p:cNvPr id="571" name="Shape 571"/>
          <p:cNvSpPr/>
          <p:nvPr/>
        </p:nvSpPr>
        <p:spPr>
          <a:xfrm>
            <a:off x="12307887" y="3905250"/>
            <a:ext cx="8747126" cy="14884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r" defTabSz="914400">
              <a:defRPr sz="8300">
                <a:solidFill>
                  <a:srgbClr val="0250DE"/>
                </a:solidFill>
                <a:latin typeface="Microsoft YaHei"/>
                <a:ea typeface="Microsoft YaHei"/>
                <a:cs typeface="Microsoft YaHei"/>
                <a:sym typeface="Microsoft YaHei"/>
              </a:defRPr>
            </a:lvl1pPr>
          </a:lstStyle>
          <a:p>
            <a:pPr lvl="0">
              <a:defRPr sz="1800">
                <a:solidFill>
                  <a:srgbClr val="000000"/>
                </a:solidFill>
              </a:defRPr>
            </a:pPr>
            <a:r>
              <a:rPr sz="8300">
                <a:solidFill>
                  <a:srgbClr val="0250DE"/>
                </a:solidFill>
              </a:rPr>
              <a:t>5.项目可行性设计</a:t>
            </a:r>
          </a:p>
        </p:txBody>
      </p:sp>
      <p:sp>
        <p:nvSpPr>
          <p:cNvPr id="572" name="Shape 572"/>
          <p:cNvSpPr/>
          <p:nvPr/>
        </p:nvSpPr>
        <p:spPr>
          <a:xfrm>
            <a:off x="17905412" y="5711825"/>
            <a:ext cx="3149601" cy="6883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r" defTabSz="914400">
              <a:defRPr sz="3600">
                <a:solidFill>
                  <a:srgbClr val="53585F"/>
                </a:solidFill>
                <a:latin typeface="Microsoft YaHei"/>
                <a:ea typeface="Microsoft YaHei"/>
                <a:cs typeface="Microsoft YaHei"/>
                <a:sym typeface="Microsoft YaHei"/>
              </a:defRPr>
            </a:lvl1pPr>
          </a:lstStyle>
          <a:p>
            <a:pPr lvl="0">
              <a:defRPr sz="1800">
                <a:solidFill>
                  <a:srgbClr val="000000"/>
                </a:solidFill>
              </a:defRPr>
            </a:pPr>
            <a:r>
              <a:rPr sz="3600">
                <a:solidFill>
                  <a:srgbClr val="53585F"/>
                </a:solidFill>
              </a:rPr>
              <a:t>项目可行性</a:t>
            </a:r>
          </a:p>
        </p:txBody>
      </p:sp>
      <p:sp>
        <p:nvSpPr>
          <p:cNvPr id="573" name="Shape 573"/>
          <p:cNvSpPr/>
          <p:nvPr/>
        </p:nvSpPr>
        <p:spPr>
          <a:xfrm>
            <a:off x="18281650" y="6553200"/>
            <a:ext cx="2773363" cy="6883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r" defTabSz="914400">
              <a:defRPr sz="3600">
                <a:solidFill>
                  <a:srgbClr val="53585F"/>
                </a:solidFill>
                <a:latin typeface="Microsoft YaHei"/>
                <a:ea typeface="Microsoft YaHei"/>
                <a:cs typeface="Microsoft YaHei"/>
                <a:sym typeface="Microsoft YaHei"/>
              </a:defRPr>
            </a:lvl1pPr>
          </a:lstStyle>
          <a:p>
            <a:pPr lvl="0">
              <a:defRPr sz="1800">
                <a:solidFill>
                  <a:srgbClr val="000000"/>
                </a:solidFill>
              </a:defRPr>
            </a:pPr>
            <a:r>
              <a:rPr sz="3600">
                <a:solidFill>
                  <a:srgbClr val="53585F"/>
                </a:solidFill>
              </a:rPr>
              <a:t>项目设计</a:t>
            </a:r>
          </a:p>
        </p:txBody>
      </p:sp>
      <p:sp>
        <p:nvSpPr>
          <p:cNvPr id="574" name="Shape 574"/>
          <p:cNvSpPr/>
          <p:nvPr/>
        </p:nvSpPr>
        <p:spPr>
          <a:xfrm>
            <a:off x="10053618" y="3889355"/>
            <a:ext cx="1539836" cy="1539837"/>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59595B"/>
          </a:solidFill>
          <a:ln w="12700">
            <a:miter lim="400000"/>
          </a:ln>
        </p:spPr>
        <p:txBody>
          <a:bodyPr lIns="0" tIns="0" rIns="0" bIns="0" anchor="ctr"/>
          <a:lstStyle/>
          <a:p>
            <a:pPr lvl="0" defTabSz="914400">
              <a:defRPr sz="5400">
                <a:solidFill>
                  <a:srgbClr val="FFFFFF"/>
                </a:solidFill>
                <a:latin typeface="Arial Black"/>
                <a:ea typeface="Arial Black"/>
                <a:cs typeface="Arial Black"/>
                <a:sym typeface="Arial Black"/>
              </a:defRPr>
            </a:pPr>
            <a:endParaRPr/>
          </a:p>
        </p:txBody>
      </p:sp>
      <p:sp>
        <p:nvSpPr>
          <p:cNvPr id="575" name="Shape 575"/>
          <p:cNvSpPr/>
          <p:nvPr/>
        </p:nvSpPr>
        <p:spPr>
          <a:xfrm>
            <a:off x="0" y="3829050"/>
            <a:ext cx="7440613" cy="1539875"/>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21600"/>
                </a:lnTo>
                <a:lnTo>
                  <a:pt x="21600" y="8607"/>
                </a:lnTo>
                <a:lnTo>
                  <a:pt x="19896" y="0"/>
                </a:lnTo>
                <a:lnTo>
                  <a:pt x="0" y="0"/>
                </a:lnTo>
                <a:close/>
              </a:path>
            </a:pathLst>
          </a:custGeom>
          <a:solidFill>
            <a:srgbClr val="0250DE"/>
          </a:solidFill>
          <a:ln w="12700">
            <a:miter lim="400000"/>
          </a:ln>
        </p:spPr>
        <p:txBody>
          <a:bodyPr lIns="0" tIns="0" rIns="0" bIns="0" anchor="ctr"/>
          <a:lstStyle/>
          <a:p>
            <a:pPr lvl="0" defTabSz="914400">
              <a:defRPr sz="1800">
                <a:solidFill>
                  <a:srgbClr val="FFFFFF"/>
                </a:solidFill>
              </a:defRPr>
            </a:pPr>
            <a:endParaRPr/>
          </a:p>
        </p:txBody>
      </p:sp>
    </p:spTree>
  </p:cSld>
  <p:clrMapOvr>
    <a:masterClrMapping/>
  </p:clrMapOvr>
  <p:transition spd="med"/>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7" name="Shape 577"/>
          <p:cNvSpPr/>
          <p:nvPr/>
        </p:nvSpPr>
        <p:spPr>
          <a:xfrm>
            <a:off x="0" y="12890500"/>
            <a:ext cx="24382413" cy="838200"/>
          </a:xfrm>
          <a:prstGeom prst="rect">
            <a:avLst/>
          </a:prstGeom>
          <a:solidFill>
            <a:srgbClr val="DCDEE0"/>
          </a:solidFill>
          <a:ln w="12700">
            <a:miter lim="400000"/>
          </a:ln>
        </p:spPr>
        <p:txBody>
          <a:bodyPr lIns="0" tIns="0" rIns="0" bIns="0" anchor="ctr"/>
          <a:lstStyle/>
          <a:p>
            <a:pPr lvl="0" defTabSz="914400">
              <a:defRPr sz="3600">
                <a:solidFill>
                  <a:srgbClr val="FFFFFF"/>
                </a:solidFill>
              </a:defRPr>
            </a:pPr>
            <a:endParaRPr/>
          </a:p>
        </p:txBody>
      </p:sp>
      <p:sp>
        <p:nvSpPr>
          <p:cNvPr id="578" name="Shape 578"/>
          <p:cNvSpPr/>
          <p:nvPr/>
        </p:nvSpPr>
        <p:spPr>
          <a:xfrm>
            <a:off x="0" y="12890500"/>
            <a:ext cx="2124075" cy="838200"/>
          </a:xfrm>
          <a:prstGeom prst="rect">
            <a:avLst/>
          </a:prstGeom>
          <a:solidFill>
            <a:srgbClr val="0250DE"/>
          </a:solidFill>
          <a:ln w="12700">
            <a:miter lim="400000"/>
          </a:ln>
        </p:spPr>
        <p:txBody>
          <a:bodyPr lIns="0" tIns="0" rIns="0" bIns="0" anchor="ctr"/>
          <a:lstStyle/>
          <a:p>
            <a:pPr lvl="0" defTabSz="914400">
              <a:defRPr sz="3600">
                <a:solidFill>
                  <a:srgbClr val="FFFFFF"/>
                </a:solidFill>
              </a:defRPr>
            </a:pPr>
            <a:endParaRPr/>
          </a:p>
        </p:txBody>
      </p:sp>
      <p:sp>
        <p:nvSpPr>
          <p:cNvPr id="579" name="Shape 579"/>
          <p:cNvSpPr/>
          <p:nvPr/>
        </p:nvSpPr>
        <p:spPr>
          <a:xfrm>
            <a:off x="0" y="0"/>
            <a:ext cx="1270000" cy="1641475"/>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14047"/>
                </a:lnTo>
                <a:lnTo>
                  <a:pt x="21452" y="14047"/>
                </a:lnTo>
                <a:lnTo>
                  <a:pt x="21452" y="0"/>
                </a:lnTo>
                <a:lnTo>
                  <a:pt x="0" y="0"/>
                </a:lnTo>
                <a:close/>
              </a:path>
            </a:pathLst>
          </a:custGeom>
          <a:solidFill>
            <a:srgbClr val="59595B"/>
          </a:solidFill>
          <a:ln w="12700">
            <a:miter lim="400000"/>
          </a:ln>
        </p:spPr>
        <p:txBody>
          <a:bodyPr lIns="0" tIns="0" rIns="0" bIns="0" anchor="ctr"/>
          <a:lstStyle/>
          <a:p>
            <a:pPr lvl="0" defTabSz="914400">
              <a:defRPr sz="3600">
                <a:solidFill>
                  <a:srgbClr val="FFFFFF"/>
                </a:solidFill>
              </a:defRPr>
            </a:pPr>
            <a:endParaRPr/>
          </a:p>
        </p:txBody>
      </p:sp>
      <p:sp>
        <p:nvSpPr>
          <p:cNvPr id="580" name="Shape 580"/>
          <p:cNvSpPr/>
          <p:nvPr/>
        </p:nvSpPr>
        <p:spPr>
          <a:xfrm>
            <a:off x="1647825" y="0"/>
            <a:ext cx="476250" cy="1063625"/>
          </a:xfrm>
          <a:prstGeom prst="rect">
            <a:avLst/>
          </a:prstGeom>
          <a:solidFill>
            <a:srgbClr val="0250DE"/>
          </a:solidFill>
          <a:ln w="12700">
            <a:miter lim="400000"/>
          </a:ln>
        </p:spPr>
        <p:txBody>
          <a:bodyPr lIns="0" tIns="0" rIns="0" bIns="0" anchor="ctr"/>
          <a:lstStyle/>
          <a:p>
            <a:pPr lvl="0" defTabSz="914400">
              <a:defRPr sz="3600">
                <a:solidFill>
                  <a:srgbClr val="FFFFFF"/>
                </a:solidFill>
              </a:defRPr>
            </a:pPr>
            <a:endParaRPr/>
          </a:p>
        </p:txBody>
      </p:sp>
      <p:sp>
        <p:nvSpPr>
          <p:cNvPr id="581" name="Shape 581"/>
          <p:cNvSpPr/>
          <p:nvPr/>
        </p:nvSpPr>
        <p:spPr>
          <a:xfrm>
            <a:off x="0" y="6654800"/>
            <a:ext cx="24384000" cy="273050"/>
          </a:xfrm>
          <a:prstGeom prst="rect">
            <a:avLst/>
          </a:prstGeom>
          <a:solidFill>
            <a:srgbClr val="0250DE"/>
          </a:solidFill>
          <a:ln w="12700">
            <a:miter lim="400000"/>
          </a:ln>
        </p:spPr>
        <p:txBody>
          <a:bodyPr lIns="0" tIns="0" rIns="0" bIns="0" anchor="ctr"/>
          <a:lstStyle/>
          <a:p>
            <a:pPr lvl="0" defTabSz="914400">
              <a:defRPr sz="3400">
                <a:solidFill>
                  <a:srgbClr val="FFFFFF"/>
                </a:solidFill>
              </a:defRPr>
            </a:pPr>
            <a:endParaRPr/>
          </a:p>
        </p:txBody>
      </p:sp>
      <p:grpSp>
        <p:nvGrpSpPr>
          <p:cNvPr id="590" name="Group 590"/>
          <p:cNvGrpSpPr/>
          <p:nvPr/>
        </p:nvGrpSpPr>
        <p:grpSpPr>
          <a:xfrm>
            <a:off x="2606652" y="5876902"/>
            <a:ext cx="1828754" cy="1828754"/>
            <a:chOff x="-22" y="-22"/>
            <a:chExt cx="1828752" cy="1828752"/>
          </a:xfrm>
        </p:grpSpPr>
        <p:sp>
          <p:nvSpPr>
            <p:cNvPr id="582" name="Shape 582"/>
            <p:cNvSpPr/>
            <p:nvPr/>
          </p:nvSpPr>
          <p:spPr>
            <a:xfrm>
              <a:off x="-23" y="-23"/>
              <a:ext cx="1828754" cy="1828754"/>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0250DE"/>
            </a:solidFill>
            <a:ln w="12700" cap="flat">
              <a:noFill/>
              <a:miter lim="400000"/>
            </a:ln>
            <a:effectLst/>
          </p:spPr>
          <p:txBody>
            <a:bodyPr wrap="square" lIns="0" tIns="0" rIns="0" bIns="0" numCol="1" anchor="ctr">
              <a:noAutofit/>
            </a:bodyPr>
            <a:lstStyle/>
            <a:p>
              <a:pPr lvl="0" defTabSz="914400">
                <a:defRPr sz="3400">
                  <a:solidFill>
                    <a:srgbClr val="FFFFFF"/>
                  </a:solidFill>
                </a:defRPr>
              </a:pPr>
              <a:endParaRPr/>
            </a:p>
          </p:txBody>
        </p:sp>
        <p:sp>
          <p:nvSpPr>
            <p:cNvPr id="583" name="Shape 583"/>
            <p:cNvSpPr/>
            <p:nvPr/>
          </p:nvSpPr>
          <p:spPr>
            <a:xfrm>
              <a:off x="221933" y="221933"/>
              <a:ext cx="1384868" cy="1384868"/>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gradFill flip="none" rotWithShape="1">
              <a:gsLst>
                <a:gs pos="0">
                  <a:srgbClr val="FFFFFF"/>
                </a:gs>
                <a:gs pos="46000">
                  <a:srgbClr val="FFFFFF"/>
                </a:gs>
                <a:gs pos="100000">
                  <a:srgbClr val="BFBFBF"/>
                </a:gs>
              </a:gsLst>
              <a:lin ang="2700000" scaled="0"/>
            </a:gradFill>
            <a:ln w="12700" cap="flat">
              <a:noFill/>
              <a:miter lim="400000"/>
            </a:ln>
            <a:effectLst>
              <a:outerShdw blurRad="152400" rotWithShape="0">
                <a:srgbClr val="000000">
                  <a:alpha val="14999"/>
                </a:srgbClr>
              </a:outerShdw>
            </a:effectLst>
          </p:spPr>
          <p:txBody>
            <a:bodyPr wrap="square" lIns="0" tIns="0" rIns="0" bIns="0" numCol="1" anchor="ctr">
              <a:noAutofit/>
            </a:bodyPr>
            <a:lstStyle/>
            <a:p>
              <a:pPr lvl="0" defTabSz="914400">
                <a:defRPr sz="3400"/>
              </a:pPr>
              <a:endParaRPr/>
            </a:p>
          </p:txBody>
        </p:sp>
        <p:grpSp>
          <p:nvGrpSpPr>
            <p:cNvPr id="589" name="Group 589"/>
            <p:cNvGrpSpPr/>
            <p:nvPr/>
          </p:nvGrpSpPr>
          <p:grpSpPr>
            <a:xfrm>
              <a:off x="241952" y="700210"/>
              <a:ext cx="1353472" cy="181297"/>
              <a:chOff x="0" y="0"/>
              <a:chExt cx="1353470" cy="181295"/>
            </a:xfrm>
          </p:grpSpPr>
          <p:sp>
            <p:nvSpPr>
              <p:cNvPr id="584" name="Shape 584"/>
              <p:cNvSpPr/>
              <p:nvPr/>
            </p:nvSpPr>
            <p:spPr>
              <a:xfrm>
                <a:off x="0" y="181294"/>
                <a:ext cx="296271" cy="2"/>
              </a:xfrm>
              <a:prstGeom prst="line">
                <a:avLst/>
              </a:prstGeom>
              <a:noFill/>
              <a:ln w="12700" cap="rnd">
                <a:solidFill>
                  <a:srgbClr val="BFBFBF"/>
                </a:solidFill>
                <a:prstDash val="solid"/>
                <a:round/>
              </a:ln>
              <a:effectLst/>
            </p:spPr>
            <p:txBody>
              <a:bodyPr wrap="square" lIns="0" tIns="0" rIns="0" bIns="0" numCol="1" anchor="t">
                <a:noAutofit/>
              </a:bodyPr>
              <a:lstStyle/>
              <a:p>
                <a:pPr lvl="0" algn="l" defTabSz="457200">
                  <a:defRPr sz="1200">
                    <a:latin typeface="+mn-lt"/>
                    <a:ea typeface="+mn-ea"/>
                    <a:cs typeface="+mn-cs"/>
                    <a:sym typeface="Helvetica"/>
                  </a:defRPr>
                </a:pPr>
                <a:endParaRPr/>
              </a:p>
            </p:txBody>
          </p:sp>
          <p:sp>
            <p:nvSpPr>
              <p:cNvPr id="585" name="Shape 585"/>
              <p:cNvSpPr/>
              <p:nvPr/>
            </p:nvSpPr>
            <p:spPr>
              <a:xfrm flipV="1">
                <a:off x="296269" y="0"/>
                <a:ext cx="139036" cy="181296"/>
              </a:xfrm>
              <a:prstGeom prst="line">
                <a:avLst/>
              </a:prstGeom>
              <a:noFill/>
              <a:ln w="12700" cap="rnd">
                <a:solidFill>
                  <a:srgbClr val="BFBFBF"/>
                </a:solidFill>
                <a:prstDash val="solid"/>
                <a:round/>
              </a:ln>
              <a:effectLst/>
            </p:spPr>
            <p:txBody>
              <a:bodyPr wrap="square" lIns="0" tIns="0" rIns="0" bIns="0" numCol="1" anchor="t">
                <a:noAutofit/>
              </a:bodyPr>
              <a:lstStyle/>
              <a:p>
                <a:pPr lvl="0" algn="l" defTabSz="457200">
                  <a:defRPr sz="1200">
                    <a:latin typeface="+mn-lt"/>
                    <a:ea typeface="+mn-ea"/>
                    <a:cs typeface="+mn-cs"/>
                    <a:sym typeface="Helvetica"/>
                  </a:defRPr>
                </a:pPr>
                <a:endParaRPr/>
              </a:p>
            </p:txBody>
          </p:sp>
          <p:sp>
            <p:nvSpPr>
              <p:cNvPr id="586" name="Shape 586"/>
              <p:cNvSpPr/>
              <p:nvPr/>
            </p:nvSpPr>
            <p:spPr>
              <a:xfrm flipH="1" flipV="1">
                <a:off x="1057200" y="181294"/>
                <a:ext cx="296271" cy="2"/>
              </a:xfrm>
              <a:prstGeom prst="line">
                <a:avLst/>
              </a:prstGeom>
              <a:noFill/>
              <a:ln w="12700" cap="rnd">
                <a:solidFill>
                  <a:srgbClr val="BFBFBF"/>
                </a:solidFill>
                <a:prstDash val="solid"/>
                <a:round/>
              </a:ln>
              <a:effectLst/>
            </p:spPr>
            <p:txBody>
              <a:bodyPr wrap="square" lIns="0" tIns="0" rIns="0" bIns="0" numCol="1" anchor="t">
                <a:noAutofit/>
              </a:bodyPr>
              <a:lstStyle/>
              <a:p>
                <a:pPr lvl="0" algn="l" defTabSz="457200">
                  <a:defRPr sz="1200">
                    <a:latin typeface="+mn-lt"/>
                    <a:ea typeface="+mn-ea"/>
                    <a:cs typeface="+mn-cs"/>
                    <a:sym typeface="Helvetica"/>
                  </a:defRPr>
                </a:pPr>
                <a:endParaRPr/>
              </a:p>
            </p:txBody>
          </p:sp>
          <p:sp>
            <p:nvSpPr>
              <p:cNvPr id="587" name="Shape 587"/>
              <p:cNvSpPr/>
              <p:nvPr/>
            </p:nvSpPr>
            <p:spPr>
              <a:xfrm flipH="1" flipV="1">
                <a:off x="918166" y="0"/>
                <a:ext cx="139035" cy="181296"/>
              </a:xfrm>
              <a:prstGeom prst="line">
                <a:avLst/>
              </a:prstGeom>
              <a:noFill/>
              <a:ln w="12700" cap="rnd">
                <a:solidFill>
                  <a:srgbClr val="BFBFBF"/>
                </a:solidFill>
                <a:prstDash val="solid"/>
                <a:round/>
              </a:ln>
              <a:effectLst/>
            </p:spPr>
            <p:txBody>
              <a:bodyPr wrap="square" lIns="0" tIns="0" rIns="0" bIns="0" numCol="1" anchor="t">
                <a:noAutofit/>
              </a:bodyPr>
              <a:lstStyle/>
              <a:p>
                <a:pPr lvl="0" algn="l" defTabSz="457200">
                  <a:defRPr sz="1200">
                    <a:latin typeface="+mn-lt"/>
                    <a:ea typeface="+mn-ea"/>
                    <a:cs typeface="+mn-cs"/>
                    <a:sym typeface="Helvetica"/>
                  </a:defRPr>
                </a:pPr>
                <a:endParaRPr/>
              </a:p>
            </p:txBody>
          </p:sp>
          <p:sp>
            <p:nvSpPr>
              <p:cNvPr id="588" name="Shape 588"/>
              <p:cNvSpPr/>
              <p:nvPr/>
            </p:nvSpPr>
            <p:spPr>
              <a:xfrm>
                <a:off x="435303" y="-1"/>
                <a:ext cx="482864" cy="3"/>
              </a:xfrm>
              <a:prstGeom prst="line">
                <a:avLst/>
              </a:prstGeom>
              <a:noFill/>
              <a:ln w="12700" cap="rnd">
                <a:solidFill>
                  <a:srgbClr val="BFBFBF"/>
                </a:solidFill>
                <a:prstDash val="solid"/>
                <a:round/>
              </a:ln>
              <a:effectLst/>
            </p:spPr>
            <p:txBody>
              <a:bodyPr wrap="square" lIns="0" tIns="0" rIns="0" bIns="0" numCol="1" anchor="t">
                <a:noAutofit/>
              </a:bodyPr>
              <a:lstStyle/>
              <a:p>
                <a:pPr lvl="0" algn="l" defTabSz="457200">
                  <a:defRPr sz="1200">
                    <a:latin typeface="+mn-lt"/>
                    <a:ea typeface="+mn-ea"/>
                    <a:cs typeface="+mn-cs"/>
                    <a:sym typeface="Helvetica"/>
                  </a:defRPr>
                </a:pPr>
                <a:endParaRPr/>
              </a:p>
            </p:txBody>
          </p:sp>
        </p:grpSp>
      </p:grpSp>
      <p:grpSp>
        <p:nvGrpSpPr>
          <p:cNvPr id="599" name="Group 599"/>
          <p:cNvGrpSpPr/>
          <p:nvPr/>
        </p:nvGrpSpPr>
        <p:grpSpPr>
          <a:xfrm>
            <a:off x="6942115" y="5876902"/>
            <a:ext cx="1828753" cy="1828754"/>
            <a:chOff x="-22" y="-22"/>
            <a:chExt cx="1828752" cy="1828752"/>
          </a:xfrm>
        </p:grpSpPr>
        <p:sp>
          <p:nvSpPr>
            <p:cNvPr id="591" name="Shape 591"/>
            <p:cNvSpPr/>
            <p:nvPr/>
          </p:nvSpPr>
          <p:spPr>
            <a:xfrm>
              <a:off x="-23" y="-23"/>
              <a:ext cx="1828754" cy="1828754"/>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59595B"/>
            </a:solidFill>
            <a:ln w="12700" cap="flat">
              <a:noFill/>
              <a:miter lim="400000"/>
            </a:ln>
            <a:effectLst/>
          </p:spPr>
          <p:txBody>
            <a:bodyPr wrap="square" lIns="0" tIns="0" rIns="0" bIns="0" numCol="1" anchor="ctr">
              <a:noAutofit/>
            </a:bodyPr>
            <a:lstStyle/>
            <a:p>
              <a:pPr lvl="0" defTabSz="914400">
                <a:defRPr sz="3400">
                  <a:solidFill>
                    <a:srgbClr val="FFFFFF"/>
                  </a:solidFill>
                </a:defRPr>
              </a:pPr>
              <a:endParaRPr/>
            </a:p>
          </p:txBody>
        </p:sp>
        <p:sp>
          <p:nvSpPr>
            <p:cNvPr id="592" name="Shape 592"/>
            <p:cNvSpPr/>
            <p:nvPr/>
          </p:nvSpPr>
          <p:spPr>
            <a:xfrm>
              <a:off x="221933" y="221933"/>
              <a:ext cx="1384868" cy="1384868"/>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gradFill flip="none" rotWithShape="1">
              <a:gsLst>
                <a:gs pos="0">
                  <a:srgbClr val="FFFFFF"/>
                </a:gs>
                <a:gs pos="46000">
                  <a:srgbClr val="FFFFFF"/>
                </a:gs>
                <a:gs pos="100000">
                  <a:srgbClr val="BFBFBF"/>
                </a:gs>
              </a:gsLst>
              <a:lin ang="2700000" scaled="0"/>
            </a:gradFill>
            <a:ln w="12700" cap="flat">
              <a:noFill/>
              <a:miter lim="400000"/>
            </a:ln>
            <a:effectLst>
              <a:outerShdw blurRad="152400" rotWithShape="0">
                <a:srgbClr val="000000">
                  <a:alpha val="14999"/>
                </a:srgbClr>
              </a:outerShdw>
            </a:effectLst>
          </p:spPr>
          <p:txBody>
            <a:bodyPr wrap="square" lIns="0" tIns="0" rIns="0" bIns="0" numCol="1" anchor="ctr">
              <a:noAutofit/>
            </a:bodyPr>
            <a:lstStyle/>
            <a:p>
              <a:pPr lvl="0" defTabSz="914400">
                <a:defRPr sz="3400"/>
              </a:pPr>
              <a:endParaRPr/>
            </a:p>
          </p:txBody>
        </p:sp>
        <p:grpSp>
          <p:nvGrpSpPr>
            <p:cNvPr id="598" name="Group 598"/>
            <p:cNvGrpSpPr/>
            <p:nvPr/>
          </p:nvGrpSpPr>
          <p:grpSpPr>
            <a:xfrm>
              <a:off x="241952" y="700210"/>
              <a:ext cx="1353472" cy="181297"/>
              <a:chOff x="0" y="0"/>
              <a:chExt cx="1353470" cy="181295"/>
            </a:xfrm>
          </p:grpSpPr>
          <p:sp>
            <p:nvSpPr>
              <p:cNvPr id="593" name="Shape 593"/>
              <p:cNvSpPr/>
              <p:nvPr/>
            </p:nvSpPr>
            <p:spPr>
              <a:xfrm>
                <a:off x="0" y="181294"/>
                <a:ext cx="296271" cy="2"/>
              </a:xfrm>
              <a:prstGeom prst="line">
                <a:avLst/>
              </a:prstGeom>
              <a:noFill/>
              <a:ln w="12700" cap="rnd">
                <a:solidFill>
                  <a:srgbClr val="BFBFBF"/>
                </a:solidFill>
                <a:prstDash val="solid"/>
                <a:round/>
              </a:ln>
              <a:effectLst/>
            </p:spPr>
            <p:txBody>
              <a:bodyPr wrap="square" lIns="0" tIns="0" rIns="0" bIns="0" numCol="1" anchor="t">
                <a:noAutofit/>
              </a:bodyPr>
              <a:lstStyle/>
              <a:p>
                <a:pPr lvl="0" algn="l" defTabSz="457200">
                  <a:defRPr sz="1200">
                    <a:latin typeface="+mn-lt"/>
                    <a:ea typeface="+mn-ea"/>
                    <a:cs typeface="+mn-cs"/>
                    <a:sym typeface="Helvetica"/>
                  </a:defRPr>
                </a:pPr>
                <a:endParaRPr/>
              </a:p>
            </p:txBody>
          </p:sp>
          <p:sp>
            <p:nvSpPr>
              <p:cNvPr id="594" name="Shape 594"/>
              <p:cNvSpPr/>
              <p:nvPr/>
            </p:nvSpPr>
            <p:spPr>
              <a:xfrm flipV="1">
                <a:off x="296269" y="0"/>
                <a:ext cx="139036" cy="181296"/>
              </a:xfrm>
              <a:prstGeom prst="line">
                <a:avLst/>
              </a:prstGeom>
              <a:noFill/>
              <a:ln w="12700" cap="rnd">
                <a:solidFill>
                  <a:srgbClr val="BFBFBF"/>
                </a:solidFill>
                <a:prstDash val="solid"/>
                <a:round/>
              </a:ln>
              <a:effectLst/>
            </p:spPr>
            <p:txBody>
              <a:bodyPr wrap="square" lIns="0" tIns="0" rIns="0" bIns="0" numCol="1" anchor="t">
                <a:noAutofit/>
              </a:bodyPr>
              <a:lstStyle/>
              <a:p>
                <a:pPr lvl="0" algn="l" defTabSz="457200">
                  <a:defRPr sz="1200">
                    <a:latin typeface="+mn-lt"/>
                    <a:ea typeface="+mn-ea"/>
                    <a:cs typeface="+mn-cs"/>
                    <a:sym typeface="Helvetica"/>
                  </a:defRPr>
                </a:pPr>
                <a:endParaRPr/>
              </a:p>
            </p:txBody>
          </p:sp>
          <p:sp>
            <p:nvSpPr>
              <p:cNvPr id="595" name="Shape 595"/>
              <p:cNvSpPr/>
              <p:nvPr/>
            </p:nvSpPr>
            <p:spPr>
              <a:xfrm flipH="1" flipV="1">
                <a:off x="1057200" y="181294"/>
                <a:ext cx="296271" cy="2"/>
              </a:xfrm>
              <a:prstGeom prst="line">
                <a:avLst/>
              </a:prstGeom>
              <a:noFill/>
              <a:ln w="12700" cap="rnd">
                <a:solidFill>
                  <a:srgbClr val="BFBFBF"/>
                </a:solidFill>
                <a:prstDash val="solid"/>
                <a:round/>
              </a:ln>
              <a:effectLst/>
            </p:spPr>
            <p:txBody>
              <a:bodyPr wrap="square" lIns="0" tIns="0" rIns="0" bIns="0" numCol="1" anchor="t">
                <a:noAutofit/>
              </a:bodyPr>
              <a:lstStyle/>
              <a:p>
                <a:pPr lvl="0" algn="l" defTabSz="457200">
                  <a:defRPr sz="1200">
                    <a:latin typeface="+mn-lt"/>
                    <a:ea typeface="+mn-ea"/>
                    <a:cs typeface="+mn-cs"/>
                    <a:sym typeface="Helvetica"/>
                  </a:defRPr>
                </a:pPr>
                <a:endParaRPr/>
              </a:p>
            </p:txBody>
          </p:sp>
          <p:sp>
            <p:nvSpPr>
              <p:cNvPr id="596" name="Shape 596"/>
              <p:cNvSpPr/>
              <p:nvPr/>
            </p:nvSpPr>
            <p:spPr>
              <a:xfrm flipH="1" flipV="1">
                <a:off x="918166" y="0"/>
                <a:ext cx="139035" cy="181296"/>
              </a:xfrm>
              <a:prstGeom prst="line">
                <a:avLst/>
              </a:prstGeom>
              <a:noFill/>
              <a:ln w="12700" cap="rnd">
                <a:solidFill>
                  <a:srgbClr val="BFBFBF"/>
                </a:solidFill>
                <a:prstDash val="solid"/>
                <a:round/>
              </a:ln>
              <a:effectLst/>
            </p:spPr>
            <p:txBody>
              <a:bodyPr wrap="square" lIns="0" tIns="0" rIns="0" bIns="0" numCol="1" anchor="t">
                <a:noAutofit/>
              </a:bodyPr>
              <a:lstStyle/>
              <a:p>
                <a:pPr lvl="0" algn="l" defTabSz="457200">
                  <a:defRPr sz="1200">
                    <a:latin typeface="+mn-lt"/>
                    <a:ea typeface="+mn-ea"/>
                    <a:cs typeface="+mn-cs"/>
                    <a:sym typeface="Helvetica"/>
                  </a:defRPr>
                </a:pPr>
                <a:endParaRPr/>
              </a:p>
            </p:txBody>
          </p:sp>
          <p:sp>
            <p:nvSpPr>
              <p:cNvPr id="597" name="Shape 597"/>
              <p:cNvSpPr/>
              <p:nvPr/>
            </p:nvSpPr>
            <p:spPr>
              <a:xfrm>
                <a:off x="435303" y="-1"/>
                <a:ext cx="482864" cy="3"/>
              </a:xfrm>
              <a:prstGeom prst="line">
                <a:avLst/>
              </a:prstGeom>
              <a:noFill/>
              <a:ln w="12700" cap="rnd">
                <a:solidFill>
                  <a:srgbClr val="BFBFBF"/>
                </a:solidFill>
                <a:prstDash val="solid"/>
                <a:round/>
              </a:ln>
              <a:effectLst/>
            </p:spPr>
            <p:txBody>
              <a:bodyPr wrap="square" lIns="0" tIns="0" rIns="0" bIns="0" numCol="1" anchor="t">
                <a:noAutofit/>
              </a:bodyPr>
              <a:lstStyle/>
              <a:p>
                <a:pPr lvl="0" algn="l" defTabSz="457200">
                  <a:defRPr sz="1200">
                    <a:latin typeface="+mn-lt"/>
                    <a:ea typeface="+mn-ea"/>
                    <a:cs typeface="+mn-cs"/>
                    <a:sym typeface="Helvetica"/>
                  </a:defRPr>
                </a:pPr>
                <a:endParaRPr/>
              </a:p>
            </p:txBody>
          </p:sp>
        </p:grpSp>
      </p:grpSp>
      <p:grpSp>
        <p:nvGrpSpPr>
          <p:cNvPr id="608" name="Group 608"/>
          <p:cNvGrpSpPr/>
          <p:nvPr/>
        </p:nvGrpSpPr>
        <p:grpSpPr>
          <a:xfrm>
            <a:off x="11277577" y="5876902"/>
            <a:ext cx="1828754" cy="1828754"/>
            <a:chOff x="-22" y="-22"/>
            <a:chExt cx="1828752" cy="1828752"/>
          </a:xfrm>
        </p:grpSpPr>
        <p:sp>
          <p:nvSpPr>
            <p:cNvPr id="600" name="Shape 600"/>
            <p:cNvSpPr/>
            <p:nvPr/>
          </p:nvSpPr>
          <p:spPr>
            <a:xfrm>
              <a:off x="-23" y="-23"/>
              <a:ext cx="1828754" cy="1828754"/>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0250DE"/>
            </a:solidFill>
            <a:ln w="12700" cap="flat">
              <a:noFill/>
              <a:miter lim="400000"/>
            </a:ln>
            <a:effectLst/>
          </p:spPr>
          <p:txBody>
            <a:bodyPr wrap="square" lIns="0" tIns="0" rIns="0" bIns="0" numCol="1" anchor="ctr">
              <a:noAutofit/>
            </a:bodyPr>
            <a:lstStyle/>
            <a:p>
              <a:pPr lvl="0" defTabSz="914400">
                <a:defRPr sz="3400">
                  <a:solidFill>
                    <a:srgbClr val="FFFFFF"/>
                  </a:solidFill>
                </a:defRPr>
              </a:pPr>
              <a:endParaRPr/>
            </a:p>
          </p:txBody>
        </p:sp>
        <p:sp>
          <p:nvSpPr>
            <p:cNvPr id="601" name="Shape 601"/>
            <p:cNvSpPr/>
            <p:nvPr/>
          </p:nvSpPr>
          <p:spPr>
            <a:xfrm>
              <a:off x="221933" y="221933"/>
              <a:ext cx="1384868" cy="1384868"/>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gradFill flip="none" rotWithShape="1">
              <a:gsLst>
                <a:gs pos="0">
                  <a:srgbClr val="FFFFFF"/>
                </a:gs>
                <a:gs pos="46000">
                  <a:srgbClr val="FFFFFF"/>
                </a:gs>
                <a:gs pos="100000">
                  <a:srgbClr val="BFBFBF"/>
                </a:gs>
              </a:gsLst>
              <a:lin ang="2700000" scaled="0"/>
            </a:gradFill>
            <a:ln w="12700" cap="flat">
              <a:noFill/>
              <a:miter lim="400000"/>
            </a:ln>
            <a:effectLst>
              <a:outerShdw blurRad="152400" rotWithShape="0">
                <a:srgbClr val="000000">
                  <a:alpha val="14999"/>
                </a:srgbClr>
              </a:outerShdw>
            </a:effectLst>
          </p:spPr>
          <p:txBody>
            <a:bodyPr wrap="square" lIns="0" tIns="0" rIns="0" bIns="0" numCol="1" anchor="ctr">
              <a:noAutofit/>
            </a:bodyPr>
            <a:lstStyle/>
            <a:p>
              <a:pPr lvl="0" defTabSz="914400">
                <a:defRPr sz="3400"/>
              </a:pPr>
              <a:endParaRPr/>
            </a:p>
          </p:txBody>
        </p:sp>
        <p:grpSp>
          <p:nvGrpSpPr>
            <p:cNvPr id="607" name="Group 607"/>
            <p:cNvGrpSpPr/>
            <p:nvPr/>
          </p:nvGrpSpPr>
          <p:grpSpPr>
            <a:xfrm>
              <a:off x="241952" y="700210"/>
              <a:ext cx="1353472" cy="181297"/>
              <a:chOff x="0" y="0"/>
              <a:chExt cx="1353470" cy="181295"/>
            </a:xfrm>
          </p:grpSpPr>
          <p:sp>
            <p:nvSpPr>
              <p:cNvPr id="602" name="Shape 602"/>
              <p:cNvSpPr/>
              <p:nvPr/>
            </p:nvSpPr>
            <p:spPr>
              <a:xfrm>
                <a:off x="0" y="181294"/>
                <a:ext cx="296271" cy="2"/>
              </a:xfrm>
              <a:prstGeom prst="line">
                <a:avLst/>
              </a:prstGeom>
              <a:noFill/>
              <a:ln w="12700" cap="rnd">
                <a:solidFill>
                  <a:srgbClr val="BFBFBF"/>
                </a:solidFill>
                <a:prstDash val="solid"/>
                <a:round/>
              </a:ln>
              <a:effectLst/>
            </p:spPr>
            <p:txBody>
              <a:bodyPr wrap="square" lIns="0" tIns="0" rIns="0" bIns="0" numCol="1" anchor="t">
                <a:noAutofit/>
              </a:bodyPr>
              <a:lstStyle/>
              <a:p>
                <a:pPr lvl="0" algn="l" defTabSz="457200">
                  <a:defRPr sz="1200">
                    <a:latin typeface="+mn-lt"/>
                    <a:ea typeface="+mn-ea"/>
                    <a:cs typeface="+mn-cs"/>
                    <a:sym typeface="Helvetica"/>
                  </a:defRPr>
                </a:pPr>
                <a:endParaRPr/>
              </a:p>
            </p:txBody>
          </p:sp>
          <p:sp>
            <p:nvSpPr>
              <p:cNvPr id="603" name="Shape 603"/>
              <p:cNvSpPr/>
              <p:nvPr/>
            </p:nvSpPr>
            <p:spPr>
              <a:xfrm flipV="1">
                <a:off x="296269" y="0"/>
                <a:ext cx="139036" cy="181296"/>
              </a:xfrm>
              <a:prstGeom prst="line">
                <a:avLst/>
              </a:prstGeom>
              <a:noFill/>
              <a:ln w="12700" cap="rnd">
                <a:solidFill>
                  <a:srgbClr val="BFBFBF"/>
                </a:solidFill>
                <a:prstDash val="solid"/>
                <a:round/>
              </a:ln>
              <a:effectLst/>
            </p:spPr>
            <p:txBody>
              <a:bodyPr wrap="square" lIns="0" tIns="0" rIns="0" bIns="0" numCol="1" anchor="t">
                <a:noAutofit/>
              </a:bodyPr>
              <a:lstStyle/>
              <a:p>
                <a:pPr lvl="0" algn="l" defTabSz="457200">
                  <a:defRPr sz="1200">
                    <a:latin typeface="+mn-lt"/>
                    <a:ea typeface="+mn-ea"/>
                    <a:cs typeface="+mn-cs"/>
                    <a:sym typeface="Helvetica"/>
                  </a:defRPr>
                </a:pPr>
                <a:endParaRPr/>
              </a:p>
            </p:txBody>
          </p:sp>
          <p:sp>
            <p:nvSpPr>
              <p:cNvPr id="604" name="Shape 604"/>
              <p:cNvSpPr/>
              <p:nvPr/>
            </p:nvSpPr>
            <p:spPr>
              <a:xfrm flipH="1" flipV="1">
                <a:off x="1057200" y="181294"/>
                <a:ext cx="296271" cy="2"/>
              </a:xfrm>
              <a:prstGeom prst="line">
                <a:avLst/>
              </a:prstGeom>
              <a:noFill/>
              <a:ln w="12700" cap="rnd">
                <a:solidFill>
                  <a:srgbClr val="BFBFBF"/>
                </a:solidFill>
                <a:prstDash val="solid"/>
                <a:round/>
              </a:ln>
              <a:effectLst/>
            </p:spPr>
            <p:txBody>
              <a:bodyPr wrap="square" lIns="0" tIns="0" rIns="0" bIns="0" numCol="1" anchor="t">
                <a:noAutofit/>
              </a:bodyPr>
              <a:lstStyle/>
              <a:p>
                <a:pPr lvl="0" algn="l" defTabSz="457200">
                  <a:defRPr sz="1200">
                    <a:latin typeface="+mn-lt"/>
                    <a:ea typeface="+mn-ea"/>
                    <a:cs typeface="+mn-cs"/>
                    <a:sym typeface="Helvetica"/>
                  </a:defRPr>
                </a:pPr>
                <a:endParaRPr/>
              </a:p>
            </p:txBody>
          </p:sp>
          <p:sp>
            <p:nvSpPr>
              <p:cNvPr id="605" name="Shape 605"/>
              <p:cNvSpPr/>
              <p:nvPr/>
            </p:nvSpPr>
            <p:spPr>
              <a:xfrm flipH="1" flipV="1">
                <a:off x="918166" y="0"/>
                <a:ext cx="139035" cy="181296"/>
              </a:xfrm>
              <a:prstGeom prst="line">
                <a:avLst/>
              </a:prstGeom>
              <a:noFill/>
              <a:ln w="12700" cap="rnd">
                <a:solidFill>
                  <a:srgbClr val="BFBFBF"/>
                </a:solidFill>
                <a:prstDash val="solid"/>
                <a:round/>
              </a:ln>
              <a:effectLst/>
            </p:spPr>
            <p:txBody>
              <a:bodyPr wrap="square" lIns="0" tIns="0" rIns="0" bIns="0" numCol="1" anchor="t">
                <a:noAutofit/>
              </a:bodyPr>
              <a:lstStyle/>
              <a:p>
                <a:pPr lvl="0" algn="l" defTabSz="457200">
                  <a:defRPr sz="1200">
                    <a:latin typeface="+mn-lt"/>
                    <a:ea typeface="+mn-ea"/>
                    <a:cs typeface="+mn-cs"/>
                    <a:sym typeface="Helvetica"/>
                  </a:defRPr>
                </a:pPr>
                <a:endParaRPr/>
              </a:p>
            </p:txBody>
          </p:sp>
          <p:sp>
            <p:nvSpPr>
              <p:cNvPr id="606" name="Shape 606"/>
              <p:cNvSpPr/>
              <p:nvPr/>
            </p:nvSpPr>
            <p:spPr>
              <a:xfrm>
                <a:off x="435303" y="-1"/>
                <a:ext cx="482864" cy="3"/>
              </a:xfrm>
              <a:prstGeom prst="line">
                <a:avLst/>
              </a:prstGeom>
              <a:noFill/>
              <a:ln w="12700" cap="rnd">
                <a:solidFill>
                  <a:srgbClr val="BFBFBF"/>
                </a:solidFill>
                <a:prstDash val="solid"/>
                <a:round/>
              </a:ln>
              <a:effectLst/>
            </p:spPr>
            <p:txBody>
              <a:bodyPr wrap="square" lIns="0" tIns="0" rIns="0" bIns="0" numCol="1" anchor="t">
                <a:noAutofit/>
              </a:bodyPr>
              <a:lstStyle/>
              <a:p>
                <a:pPr lvl="0" algn="l" defTabSz="457200">
                  <a:defRPr sz="1200">
                    <a:latin typeface="+mn-lt"/>
                    <a:ea typeface="+mn-ea"/>
                    <a:cs typeface="+mn-cs"/>
                    <a:sym typeface="Helvetica"/>
                  </a:defRPr>
                </a:pPr>
                <a:endParaRPr/>
              </a:p>
            </p:txBody>
          </p:sp>
        </p:grpSp>
      </p:grpSp>
      <p:grpSp>
        <p:nvGrpSpPr>
          <p:cNvPr id="617" name="Group 617"/>
          <p:cNvGrpSpPr/>
          <p:nvPr/>
        </p:nvGrpSpPr>
        <p:grpSpPr>
          <a:xfrm>
            <a:off x="15611452" y="5876902"/>
            <a:ext cx="1828754" cy="1828754"/>
            <a:chOff x="-22" y="-22"/>
            <a:chExt cx="1828752" cy="1828752"/>
          </a:xfrm>
        </p:grpSpPr>
        <p:sp>
          <p:nvSpPr>
            <p:cNvPr id="609" name="Shape 609"/>
            <p:cNvSpPr/>
            <p:nvPr/>
          </p:nvSpPr>
          <p:spPr>
            <a:xfrm>
              <a:off x="-23" y="-23"/>
              <a:ext cx="1828754" cy="1828754"/>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59595B"/>
            </a:solidFill>
            <a:ln w="12700" cap="flat">
              <a:noFill/>
              <a:miter lim="400000"/>
            </a:ln>
            <a:effectLst/>
          </p:spPr>
          <p:txBody>
            <a:bodyPr wrap="square" lIns="0" tIns="0" rIns="0" bIns="0" numCol="1" anchor="ctr">
              <a:noAutofit/>
            </a:bodyPr>
            <a:lstStyle/>
            <a:p>
              <a:pPr lvl="0" defTabSz="914400">
                <a:defRPr sz="3400">
                  <a:solidFill>
                    <a:srgbClr val="FFFFFF"/>
                  </a:solidFill>
                </a:defRPr>
              </a:pPr>
              <a:endParaRPr/>
            </a:p>
          </p:txBody>
        </p:sp>
        <p:sp>
          <p:nvSpPr>
            <p:cNvPr id="610" name="Shape 610"/>
            <p:cNvSpPr/>
            <p:nvPr/>
          </p:nvSpPr>
          <p:spPr>
            <a:xfrm>
              <a:off x="221933" y="221933"/>
              <a:ext cx="1384868" cy="1384868"/>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gradFill flip="none" rotWithShape="1">
              <a:gsLst>
                <a:gs pos="0">
                  <a:srgbClr val="FFFFFF"/>
                </a:gs>
                <a:gs pos="46000">
                  <a:srgbClr val="FFFFFF"/>
                </a:gs>
                <a:gs pos="100000">
                  <a:srgbClr val="BFBFBF"/>
                </a:gs>
              </a:gsLst>
              <a:lin ang="2700000" scaled="0"/>
            </a:gradFill>
            <a:ln w="12700" cap="flat">
              <a:noFill/>
              <a:miter lim="400000"/>
            </a:ln>
            <a:effectLst>
              <a:outerShdw blurRad="152400" rotWithShape="0">
                <a:srgbClr val="000000">
                  <a:alpha val="14999"/>
                </a:srgbClr>
              </a:outerShdw>
            </a:effectLst>
          </p:spPr>
          <p:txBody>
            <a:bodyPr wrap="square" lIns="0" tIns="0" rIns="0" bIns="0" numCol="1" anchor="ctr">
              <a:noAutofit/>
            </a:bodyPr>
            <a:lstStyle/>
            <a:p>
              <a:pPr lvl="0" defTabSz="914400">
                <a:defRPr sz="3400"/>
              </a:pPr>
              <a:endParaRPr/>
            </a:p>
          </p:txBody>
        </p:sp>
        <p:grpSp>
          <p:nvGrpSpPr>
            <p:cNvPr id="616" name="Group 616"/>
            <p:cNvGrpSpPr/>
            <p:nvPr/>
          </p:nvGrpSpPr>
          <p:grpSpPr>
            <a:xfrm>
              <a:off x="241952" y="700210"/>
              <a:ext cx="1353472" cy="181297"/>
              <a:chOff x="0" y="0"/>
              <a:chExt cx="1353470" cy="181295"/>
            </a:xfrm>
          </p:grpSpPr>
          <p:sp>
            <p:nvSpPr>
              <p:cNvPr id="611" name="Shape 611"/>
              <p:cNvSpPr/>
              <p:nvPr/>
            </p:nvSpPr>
            <p:spPr>
              <a:xfrm>
                <a:off x="0" y="181294"/>
                <a:ext cx="296271" cy="2"/>
              </a:xfrm>
              <a:prstGeom prst="line">
                <a:avLst/>
              </a:prstGeom>
              <a:noFill/>
              <a:ln w="12700" cap="rnd">
                <a:solidFill>
                  <a:srgbClr val="BFBFBF"/>
                </a:solidFill>
                <a:prstDash val="solid"/>
                <a:round/>
              </a:ln>
              <a:effectLst/>
            </p:spPr>
            <p:txBody>
              <a:bodyPr wrap="square" lIns="0" tIns="0" rIns="0" bIns="0" numCol="1" anchor="t">
                <a:noAutofit/>
              </a:bodyPr>
              <a:lstStyle/>
              <a:p>
                <a:pPr lvl="0" algn="l" defTabSz="457200">
                  <a:defRPr sz="1200">
                    <a:latin typeface="+mn-lt"/>
                    <a:ea typeface="+mn-ea"/>
                    <a:cs typeface="+mn-cs"/>
                    <a:sym typeface="Helvetica"/>
                  </a:defRPr>
                </a:pPr>
                <a:endParaRPr/>
              </a:p>
            </p:txBody>
          </p:sp>
          <p:sp>
            <p:nvSpPr>
              <p:cNvPr id="612" name="Shape 612"/>
              <p:cNvSpPr/>
              <p:nvPr/>
            </p:nvSpPr>
            <p:spPr>
              <a:xfrm flipV="1">
                <a:off x="296269" y="0"/>
                <a:ext cx="139036" cy="181296"/>
              </a:xfrm>
              <a:prstGeom prst="line">
                <a:avLst/>
              </a:prstGeom>
              <a:noFill/>
              <a:ln w="12700" cap="rnd">
                <a:solidFill>
                  <a:srgbClr val="BFBFBF"/>
                </a:solidFill>
                <a:prstDash val="solid"/>
                <a:round/>
              </a:ln>
              <a:effectLst/>
            </p:spPr>
            <p:txBody>
              <a:bodyPr wrap="square" lIns="0" tIns="0" rIns="0" bIns="0" numCol="1" anchor="t">
                <a:noAutofit/>
              </a:bodyPr>
              <a:lstStyle/>
              <a:p>
                <a:pPr lvl="0" algn="l" defTabSz="457200">
                  <a:defRPr sz="1200">
                    <a:latin typeface="+mn-lt"/>
                    <a:ea typeface="+mn-ea"/>
                    <a:cs typeface="+mn-cs"/>
                    <a:sym typeface="Helvetica"/>
                  </a:defRPr>
                </a:pPr>
                <a:endParaRPr/>
              </a:p>
            </p:txBody>
          </p:sp>
          <p:sp>
            <p:nvSpPr>
              <p:cNvPr id="613" name="Shape 613"/>
              <p:cNvSpPr/>
              <p:nvPr/>
            </p:nvSpPr>
            <p:spPr>
              <a:xfrm flipH="1" flipV="1">
                <a:off x="1057200" y="181294"/>
                <a:ext cx="296271" cy="2"/>
              </a:xfrm>
              <a:prstGeom prst="line">
                <a:avLst/>
              </a:prstGeom>
              <a:noFill/>
              <a:ln w="12700" cap="rnd">
                <a:solidFill>
                  <a:srgbClr val="BFBFBF"/>
                </a:solidFill>
                <a:prstDash val="solid"/>
                <a:round/>
              </a:ln>
              <a:effectLst/>
            </p:spPr>
            <p:txBody>
              <a:bodyPr wrap="square" lIns="0" tIns="0" rIns="0" bIns="0" numCol="1" anchor="t">
                <a:noAutofit/>
              </a:bodyPr>
              <a:lstStyle/>
              <a:p>
                <a:pPr lvl="0" algn="l" defTabSz="457200">
                  <a:defRPr sz="1200">
                    <a:latin typeface="+mn-lt"/>
                    <a:ea typeface="+mn-ea"/>
                    <a:cs typeface="+mn-cs"/>
                    <a:sym typeface="Helvetica"/>
                  </a:defRPr>
                </a:pPr>
                <a:endParaRPr/>
              </a:p>
            </p:txBody>
          </p:sp>
          <p:sp>
            <p:nvSpPr>
              <p:cNvPr id="614" name="Shape 614"/>
              <p:cNvSpPr/>
              <p:nvPr/>
            </p:nvSpPr>
            <p:spPr>
              <a:xfrm flipH="1" flipV="1">
                <a:off x="918166" y="0"/>
                <a:ext cx="139035" cy="181296"/>
              </a:xfrm>
              <a:prstGeom prst="line">
                <a:avLst/>
              </a:prstGeom>
              <a:noFill/>
              <a:ln w="12700" cap="rnd">
                <a:solidFill>
                  <a:srgbClr val="BFBFBF"/>
                </a:solidFill>
                <a:prstDash val="solid"/>
                <a:round/>
              </a:ln>
              <a:effectLst/>
            </p:spPr>
            <p:txBody>
              <a:bodyPr wrap="square" lIns="0" tIns="0" rIns="0" bIns="0" numCol="1" anchor="t">
                <a:noAutofit/>
              </a:bodyPr>
              <a:lstStyle/>
              <a:p>
                <a:pPr lvl="0" algn="l" defTabSz="457200">
                  <a:defRPr sz="1200">
                    <a:latin typeface="+mn-lt"/>
                    <a:ea typeface="+mn-ea"/>
                    <a:cs typeface="+mn-cs"/>
                    <a:sym typeface="Helvetica"/>
                  </a:defRPr>
                </a:pPr>
                <a:endParaRPr/>
              </a:p>
            </p:txBody>
          </p:sp>
          <p:sp>
            <p:nvSpPr>
              <p:cNvPr id="615" name="Shape 615"/>
              <p:cNvSpPr/>
              <p:nvPr/>
            </p:nvSpPr>
            <p:spPr>
              <a:xfrm>
                <a:off x="435303" y="-1"/>
                <a:ext cx="482864" cy="3"/>
              </a:xfrm>
              <a:prstGeom prst="line">
                <a:avLst/>
              </a:prstGeom>
              <a:noFill/>
              <a:ln w="12700" cap="rnd">
                <a:solidFill>
                  <a:srgbClr val="BFBFBF"/>
                </a:solidFill>
                <a:prstDash val="solid"/>
                <a:round/>
              </a:ln>
              <a:effectLst/>
            </p:spPr>
            <p:txBody>
              <a:bodyPr wrap="square" lIns="0" tIns="0" rIns="0" bIns="0" numCol="1" anchor="t">
                <a:noAutofit/>
              </a:bodyPr>
              <a:lstStyle/>
              <a:p>
                <a:pPr lvl="0" algn="l" defTabSz="457200">
                  <a:defRPr sz="1200">
                    <a:latin typeface="+mn-lt"/>
                    <a:ea typeface="+mn-ea"/>
                    <a:cs typeface="+mn-cs"/>
                    <a:sym typeface="Helvetica"/>
                  </a:defRPr>
                </a:pPr>
                <a:endParaRPr/>
              </a:p>
            </p:txBody>
          </p:sp>
        </p:grpSp>
      </p:grpSp>
      <p:grpSp>
        <p:nvGrpSpPr>
          <p:cNvPr id="626" name="Group 626"/>
          <p:cNvGrpSpPr/>
          <p:nvPr/>
        </p:nvGrpSpPr>
        <p:grpSpPr>
          <a:xfrm>
            <a:off x="19946915" y="5876902"/>
            <a:ext cx="1828753" cy="1828754"/>
            <a:chOff x="-22" y="-22"/>
            <a:chExt cx="1828752" cy="1828752"/>
          </a:xfrm>
        </p:grpSpPr>
        <p:sp>
          <p:nvSpPr>
            <p:cNvPr id="618" name="Shape 618"/>
            <p:cNvSpPr/>
            <p:nvPr/>
          </p:nvSpPr>
          <p:spPr>
            <a:xfrm>
              <a:off x="-23" y="-23"/>
              <a:ext cx="1828754" cy="1828754"/>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0250DE"/>
            </a:solidFill>
            <a:ln w="12700" cap="flat">
              <a:noFill/>
              <a:miter lim="400000"/>
            </a:ln>
            <a:effectLst/>
          </p:spPr>
          <p:txBody>
            <a:bodyPr wrap="square" lIns="0" tIns="0" rIns="0" bIns="0" numCol="1" anchor="ctr">
              <a:noAutofit/>
            </a:bodyPr>
            <a:lstStyle/>
            <a:p>
              <a:pPr lvl="0" defTabSz="914400">
                <a:defRPr sz="3400">
                  <a:solidFill>
                    <a:srgbClr val="FFFFFF"/>
                  </a:solidFill>
                </a:defRPr>
              </a:pPr>
              <a:endParaRPr/>
            </a:p>
          </p:txBody>
        </p:sp>
        <p:sp>
          <p:nvSpPr>
            <p:cNvPr id="619" name="Shape 619"/>
            <p:cNvSpPr/>
            <p:nvPr/>
          </p:nvSpPr>
          <p:spPr>
            <a:xfrm>
              <a:off x="221933" y="221933"/>
              <a:ext cx="1384868" cy="1384868"/>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gradFill flip="none" rotWithShape="1">
              <a:gsLst>
                <a:gs pos="0">
                  <a:srgbClr val="FFFFFF"/>
                </a:gs>
                <a:gs pos="46000">
                  <a:srgbClr val="FFFFFF"/>
                </a:gs>
                <a:gs pos="100000">
                  <a:srgbClr val="BFBFBF"/>
                </a:gs>
              </a:gsLst>
              <a:lin ang="2700000" scaled="0"/>
            </a:gradFill>
            <a:ln w="12700" cap="flat">
              <a:noFill/>
              <a:miter lim="400000"/>
            </a:ln>
            <a:effectLst>
              <a:outerShdw blurRad="152400" rotWithShape="0">
                <a:srgbClr val="000000">
                  <a:alpha val="14999"/>
                </a:srgbClr>
              </a:outerShdw>
            </a:effectLst>
          </p:spPr>
          <p:txBody>
            <a:bodyPr wrap="square" lIns="0" tIns="0" rIns="0" bIns="0" numCol="1" anchor="ctr">
              <a:noAutofit/>
            </a:bodyPr>
            <a:lstStyle/>
            <a:p>
              <a:pPr lvl="0" defTabSz="914400">
                <a:defRPr sz="3400"/>
              </a:pPr>
              <a:endParaRPr/>
            </a:p>
          </p:txBody>
        </p:sp>
        <p:grpSp>
          <p:nvGrpSpPr>
            <p:cNvPr id="625" name="Group 625"/>
            <p:cNvGrpSpPr/>
            <p:nvPr/>
          </p:nvGrpSpPr>
          <p:grpSpPr>
            <a:xfrm>
              <a:off x="241952" y="700210"/>
              <a:ext cx="1353472" cy="181297"/>
              <a:chOff x="0" y="0"/>
              <a:chExt cx="1353470" cy="181295"/>
            </a:xfrm>
          </p:grpSpPr>
          <p:sp>
            <p:nvSpPr>
              <p:cNvPr id="620" name="Shape 620"/>
              <p:cNvSpPr/>
              <p:nvPr/>
            </p:nvSpPr>
            <p:spPr>
              <a:xfrm>
                <a:off x="0" y="181294"/>
                <a:ext cx="296271" cy="2"/>
              </a:xfrm>
              <a:prstGeom prst="line">
                <a:avLst/>
              </a:prstGeom>
              <a:noFill/>
              <a:ln w="12700" cap="rnd">
                <a:solidFill>
                  <a:srgbClr val="BFBFBF"/>
                </a:solidFill>
                <a:prstDash val="solid"/>
                <a:round/>
              </a:ln>
              <a:effectLst/>
            </p:spPr>
            <p:txBody>
              <a:bodyPr wrap="square" lIns="0" tIns="0" rIns="0" bIns="0" numCol="1" anchor="t">
                <a:noAutofit/>
              </a:bodyPr>
              <a:lstStyle/>
              <a:p>
                <a:pPr lvl="0" algn="l" defTabSz="457200">
                  <a:defRPr sz="1200">
                    <a:latin typeface="+mn-lt"/>
                    <a:ea typeface="+mn-ea"/>
                    <a:cs typeface="+mn-cs"/>
                    <a:sym typeface="Helvetica"/>
                  </a:defRPr>
                </a:pPr>
                <a:endParaRPr/>
              </a:p>
            </p:txBody>
          </p:sp>
          <p:sp>
            <p:nvSpPr>
              <p:cNvPr id="621" name="Shape 621"/>
              <p:cNvSpPr/>
              <p:nvPr/>
            </p:nvSpPr>
            <p:spPr>
              <a:xfrm flipV="1">
                <a:off x="296269" y="0"/>
                <a:ext cx="139036" cy="181296"/>
              </a:xfrm>
              <a:prstGeom prst="line">
                <a:avLst/>
              </a:prstGeom>
              <a:noFill/>
              <a:ln w="12700" cap="rnd">
                <a:solidFill>
                  <a:srgbClr val="BFBFBF"/>
                </a:solidFill>
                <a:prstDash val="solid"/>
                <a:round/>
              </a:ln>
              <a:effectLst/>
            </p:spPr>
            <p:txBody>
              <a:bodyPr wrap="square" lIns="0" tIns="0" rIns="0" bIns="0" numCol="1" anchor="t">
                <a:noAutofit/>
              </a:bodyPr>
              <a:lstStyle/>
              <a:p>
                <a:pPr lvl="0" algn="l" defTabSz="457200">
                  <a:defRPr sz="1200">
                    <a:latin typeface="+mn-lt"/>
                    <a:ea typeface="+mn-ea"/>
                    <a:cs typeface="+mn-cs"/>
                    <a:sym typeface="Helvetica"/>
                  </a:defRPr>
                </a:pPr>
                <a:endParaRPr/>
              </a:p>
            </p:txBody>
          </p:sp>
          <p:sp>
            <p:nvSpPr>
              <p:cNvPr id="622" name="Shape 622"/>
              <p:cNvSpPr/>
              <p:nvPr/>
            </p:nvSpPr>
            <p:spPr>
              <a:xfrm flipH="1" flipV="1">
                <a:off x="1057200" y="181294"/>
                <a:ext cx="296271" cy="2"/>
              </a:xfrm>
              <a:prstGeom prst="line">
                <a:avLst/>
              </a:prstGeom>
              <a:noFill/>
              <a:ln w="12700" cap="rnd">
                <a:solidFill>
                  <a:srgbClr val="BFBFBF"/>
                </a:solidFill>
                <a:prstDash val="solid"/>
                <a:round/>
              </a:ln>
              <a:effectLst/>
            </p:spPr>
            <p:txBody>
              <a:bodyPr wrap="square" lIns="0" tIns="0" rIns="0" bIns="0" numCol="1" anchor="t">
                <a:noAutofit/>
              </a:bodyPr>
              <a:lstStyle/>
              <a:p>
                <a:pPr lvl="0" algn="l" defTabSz="457200">
                  <a:defRPr sz="1200">
                    <a:latin typeface="+mn-lt"/>
                    <a:ea typeface="+mn-ea"/>
                    <a:cs typeface="+mn-cs"/>
                    <a:sym typeface="Helvetica"/>
                  </a:defRPr>
                </a:pPr>
                <a:endParaRPr/>
              </a:p>
            </p:txBody>
          </p:sp>
          <p:sp>
            <p:nvSpPr>
              <p:cNvPr id="623" name="Shape 623"/>
              <p:cNvSpPr/>
              <p:nvPr/>
            </p:nvSpPr>
            <p:spPr>
              <a:xfrm flipH="1" flipV="1">
                <a:off x="918166" y="0"/>
                <a:ext cx="139035" cy="181296"/>
              </a:xfrm>
              <a:prstGeom prst="line">
                <a:avLst/>
              </a:prstGeom>
              <a:noFill/>
              <a:ln w="12700" cap="rnd">
                <a:solidFill>
                  <a:srgbClr val="BFBFBF"/>
                </a:solidFill>
                <a:prstDash val="solid"/>
                <a:round/>
              </a:ln>
              <a:effectLst/>
            </p:spPr>
            <p:txBody>
              <a:bodyPr wrap="square" lIns="0" tIns="0" rIns="0" bIns="0" numCol="1" anchor="t">
                <a:noAutofit/>
              </a:bodyPr>
              <a:lstStyle/>
              <a:p>
                <a:pPr lvl="0" algn="l" defTabSz="457200">
                  <a:defRPr sz="1200">
                    <a:latin typeface="+mn-lt"/>
                    <a:ea typeface="+mn-ea"/>
                    <a:cs typeface="+mn-cs"/>
                    <a:sym typeface="Helvetica"/>
                  </a:defRPr>
                </a:pPr>
                <a:endParaRPr/>
              </a:p>
            </p:txBody>
          </p:sp>
          <p:sp>
            <p:nvSpPr>
              <p:cNvPr id="624" name="Shape 624"/>
              <p:cNvSpPr/>
              <p:nvPr/>
            </p:nvSpPr>
            <p:spPr>
              <a:xfrm>
                <a:off x="435303" y="-1"/>
                <a:ext cx="482864" cy="3"/>
              </a:xfrm>
              <a:prstGeom prst="line">
                <a:avLst/>
              </a:prstGeom>
              <a:noFill/>
              <a:ln w="12700" cap="rnd">
                <a:solidFill>
                  <a:srgbClr val="BFBFBF"/>
                </a:solidFill>
                <a:prstDash val="solid"/>
                <a:round/>
              </a:ln>
              <a:effectLst/>
            </p:spPr>
            <p:txBody>
              <a:bodyPr wrap="square" lIns="0" tIns="0" rIns="0" bIns="0" numCol="1" anchor="t">
                <a:noAutofit/>
              </a:bodyPr>
              <a:lstStyle/>
              <a:p>
                <a:pPr lvl="0" algn="l" defTabSz="457200">
                  <a:defRPr sz="1200">
                    <a:latin typeface="+mn-lt"/>
                    <a:ea typeface="+mn-ea"/>
                    <a:cs typeface="+mn-cs"/>
                    <a:sym typeface="Helvetica"/>
                  </a:defRPr>
                </a:pPr>
                <a:endParaRPr/>
              </a:p>
            </p:txBody>
          </p:sp>
        </p:grpSp>
      </p:grpSp>
      <p:sp>
        <p:nvSpPr>
          <p:cNvPr id="627" name="Shape 627"/>
          <p:cNvSpPr/>
          <p:nvPr/>
        </p:nvSpPr>
        <p:spPr>
          <a:xfrm>
            <a:off x="3310135" y="6667500"/>
            <a:ext cx="406005" cy="570993"/>
          </a:xfrm>
          <a:prstGeom prst="rect">
            <a:avLst/>
          </a:prstGeom>
          <a:ln w="12700">
            <a:miter lim="400000"/>
          </a:ln>
          <a:extLst>
            <a:ext uri="{C572A759-6A51-4108-AA02-DFA0A04FC94B}">
              <ma14:wrappingTextBoxFlag xmlns:ma14="http://schemas.microsoft.com/office/mac/drawingml/2011/main" val="1"/>
            </a:ext>
          </a:extLst>
        </p:spPr>
        <p:txBody>
          <a:bodyPr wrap="none" lIns="82296" tIns="82296" rIns="82296" bIns="82296">
            <a:spAutoFit/>
          </a:bodyPr>
          <a:lstStyle>
            <a:lvl1pPr defTabSz="914400">
              <a:defRPr sz="2700">
                <a:solidFill>
                  <a:srgbClr val="2E2E2E"/>
                </a:solidFill>
                <a:latin typeface="+mn-lt"/>
                <a:ea typeface="+mn-ea"/>
                <a:cs typeface="+mn-cs"/>
                <a:sym typeface="Helvetica"/>
              </a:defRPr>
            </a:lvl1pPr>
          </a:lstStyle>
          <a:p>
            <a:pPr lvl="0">
              <a:defRPr sz="1800">
                <a:solidFill>
                  <a:srgbClr val="000000"/>
                </a:solidFill>
              </a:defRPr>
            </a:pPr>
            <a:r>
              <a:rPr sz="2700">
                <a:solidFill>
                  <a:srgbClr val="2E2E2E"/>
                </a:solidFill>
              </a:rPr>
              <a:t>A</a:t>
            </a:r>
          </a:p>
        </p:txBody>
      </p:sp>
      <p:sp>
        <p:nvSpPr>
          <p:cNvPr id="628" name="Shape 628"/>
          <p:cNvSpPr/>
          <p:nvPr/>
        </p:nvSpPr>
        <p:spPr>
          <a:xfrm>
            <a:off x="7651948" y="6667500"/>
            <a:ext cx="406004" cy="570993"/>
          </a:xfrm>
          <a:prstGeom prst="rect">
            <a:avLst/>
          </a:prstGeom>
          <a:ln w="12700">
            <a:miter lim="400000"/>
          </a:ln>
          <a:extLst>
            <a:ext uri="{C572A759-6A51-4108-AA02-DFA0A04FC94B}">
              <ma14:wrappingTextBoxFlag xmlns:ma14="http://schemas.microsoft.com/office/mac/drawingml/2011/main" val="1"/>
            </a:ext>
          </a:extLst>
        </p:spPr>
        <p:txBody>
          <a:bodyPr wrap="none" lIns="82296" tIns="82296" rIns="82296" bIns="82296">
            <a:spAutoFit/>
          </a:bodyPr>
          <a:lstStyle>
            <a:lvl1pPr defTabSz="914400">
              <a:defRPr sz="2700">
                <a:solidFill>
                  <a:srgbClr val="2E2E2E"/>
                </a:solidFill>
                <a:latin typeface="+mn-lt"/>
                <a:ea typeface="+mn-ea"/>
                <a:cs typeface="+mn-cs"/>
                <a:sym typeface="Helvetica"/>
              </a:defRPr>
            </a:lvl1pPr>
          </a:lstStyle>
          <a:p>
            <a:pPr lvl="0">
              <a:defRPr sz="1800">
                <a:solidFill>
                  <a:srgbClr val="000000"/>
                </a:solidFill>
              </a:defRPr>
            </a:pPr>
            <a:r>
              <a:rPr sz="2700">
                <a:solidFill>
                  <a:srgbClr val="2E2E2E"/>
                </a:solidFill>
              </a:rPr>
              <a:t>B</a:t>
            </a:r>
          </a:p>
        </p:txBody>
      </p:sp>
      <p:sp>
        <p:nvSpPr>
          <p:cNvPr id="629" name="Shape 629"/>
          <p:cNvSpPr/>
          <p:nvPr/>
        </p:nvSpPr>
        <p:spPr>
          <a:xfrm>
            <a:off x="11958107" y="6667500"/>
            <a:ext cx="424924" cy="570993"/>
          </a:xfrm>
          <a:prstGeom prst="rect">
            <a:avLst/>
          </a:prstGeom>
          <a:ln w="12700">
            <a:miter lim="400000"/>
          </a:ln>
          <a:extLst>
            <a:ext uri="{C572A759-6A51-4108-AA02-DFA0A04FC94B}">
              <ma14:wrappingTextBoxFlag xmlns:ma14="http://schemas.microsoft.com/office/mac/drawingml/2011/main" val="1"/>
            </a:ext>
          </a:extLst>
        </p:spPr>
        <p:txBody>
          <a:bodyPr wrap="none" lIns="82296" tIns="82296" rIns="82296" bIns="82296">
            <a:spAutoFit/>
          </a:bodyPr>
          <a:lstStyle>
            <a:lvl1pPr defTabSz="914400">
              <a:defRPr sz="2700">
                <a:solidFill>
                  <a:srgbClr val="2E2E2E"/>
                </a:solidFill>
                <a:latin typeface="+mn-lt"/>
                <a:ea typeface="+mn-ea"/>
                <a:cs typeface="+mn-cs"/>
                <a:sym typeface="Helvetica"/>
              </a:defRPr>
            </a:lvl1pPr>
          </a:lstStyle>
          <a:p>
            <a:pPr lvl="0">
              <a:defRPr sz="1800">
                <a:solidFill>
                  <a:srgbClr val="000000"/>
                </a:solidFill>
              </a:defRPr>
            </a:pPr>
            <a:r>
              <a:rPr sz="2700">
                <a:solidFill>
                  <a:srgbClr val="2E2E2E"/>
                </a:solidFill>
              </a:rPr>
              <a:t>C</a:t>
            </a:r>
          </a:p>
        </p:txBody>
      </p:sp>
      <p:sp>
        <p:nvSpPr>
          <p:cNvPr id="630" name="Shape 630"/>
          <p:cNvSpPr/>
          <p:nvPr/>
        </p:nvSpPr>
        <p:spPr>
          <a:xfrm>
            <a:off x="16305475" y="6667500"/>
            <a:ext cx="424925" cy="570993"/>
          </a:xfrm>
          <a:prstGeom prst="rect">
            <a:avLst/>
          </a:prstGeom>
          <a:ln w="12700">
            <a:miter lim="400000"/>
          </a:ln>
          <a:extLst>
            <a:ext uri="{C572A759-6A51-4108-AA02-DFA0A04FC94B}">
              <ma14:wrappingTextBoxFlag xmlns:ma14="http://schemas.microsoft.com/office/mac/drawingml/2011/main" val="1"/>
            </a:ext>
          </a:extLst>
        </p:spPr>
        <p:txBody>
          <a:bodyPr wrap="none" lIns="82296" tIns="82296" rIns="82296" bIns="82296">
            <a:spAutoFit/>
          </a:bodyPr>
          <a:lstStyle>
            <a:lvl1pPr defTabSz="914400">
              <a:defRPr sz="2700">
                <a:solidFill>
                  <a:srgbClr val="2E2E2E"/>
                </a:solidFill>
                <a:latin typeface="+mn-lt"/>
                <a:ea typeface="+mn-ea"/>
                <a:cs typeface="+mn-cs"/>
                <a:sym typeface="Helvetica"/>
              </a:defRPr>
            </a:lvl1pPr>
          </a:lstStyle>
          <a:p>
            <a:pPr lvl="0">
              <a:defRPr sz="1800">
                <a:solidFill>
                  <a:srgbClr val="000000"/>
                </a:solidFill>
              </a:defRPr>
            </a:pPr>
            <a:r>
              <a:rPr sz="2700">
                <a:solidFill>
                  <a:srgbClr val="2E2E2E"/>
                </a:solidFill>
              </a:rPr>
              <a:t>D</a:t>
            </a:r>
          </a:p>
        </p:txBody>
      </p:sp>
      <p:sp>
        <p:nvSpPr>
          <p:cNvPr id="631" name="Shape 631"/>
          <p:cNvSpPr/>
          <p:nvPr/>
        </p:nvSpPr>
        <p:spPr>
          <a:xfrm>
            <a:off x="20656748" y="6667500"/>
            <a:ext cx="406004" cy="570993"/>
          </a:xfrm>
          <a:prstGeom prst="rect">
            <a:avLst/>
          </a:prstGeom>
          <a:ln w="12700">
            <a:miter lim="400000"/>
          </a:ln>
          <a:extLst>
            <a:ext uri="{C572A759-6A51-4108-AA02-DFA0A04FC94B}">
              <ma14:wrappingTextBoxFlag xmlns:ma14="http://schemas.microsoft.com/office/mac/drawingml/2011/main" val="1"/>
            </a:ext>
          </a:extLst>
        </p:spPr>
        <p:txBody>
          <a:bodyPr wrap="none" lIns="82296" tIns="82296" rIns="82296" bIns="82296">
            <a:spAutoFit/>
          </a:bodyPr>
          <a:lstStyle>
            <a:lvl1pPr defTabSz="914400">
              <a:defRPr sz="2700">
                <a:solidFill>
                  <a:srgbClr val="2E2E2E"/>
                </a:solidFill>
                <a:latin typeface="+mn-lt"/>
                <a:ea typeface="+mn-ea"/>
                <a:cs typeface="+mn-cs"/>
                <a:sym typeface="Helvetica"/>
              </a:defRPr>
            </a:lvl1pPr>
          </a:lstStyle>
          <a:p>
            <a:pPr lvl="0">
              <a:defRPr sz="1800">
                <a:solidFill>
                  <a:srgbClr val="000000"/>
                </a:solidFill>
              </a:defRPr>
            </a:pPr>
            <a:r>
              <a:rPr sz="2700">
                <a:solidFill>
                  <a:srgbClr val="2E2E2E"/>
                </a:solidFill>
              </a:rPr>
              <a:t>E</a:t>
            </a:r>
          </a:p>
        </p:txBody>
      </p:sp>
      <p:sp>
        <p:nvSpPr>
          <p:cNvPr id="632" name="Shape 632"/>
          <p:cNvSpPr/>
          <p:nvPr/>
        </p:nvSpPr>
        <p:spPr>
          <a:xfrm>
            <a:off x="3513137" y="4341812"/>
            <a:ext cx="1" cy="1325563"/>
          </a:xfrm>
          <a:prstGeom prst="line">
            <a:avLst/>
          </a:prstGeom>
          <a:ln w="50800">
            <a:solidFill>
              <a:srgbClr val="0250DE"/>
            </a:solidFill>
            <a:prstDash val="dash"/>
            <a:round/>
          </a:ln>
        </p:spPr>
        <p:txBody>
          <a:bodyPr lIns="0" tIns="0" rIns="0" bIns="0"/>
          <a:lstStyle/>
          <a:p>
            <a:pPr lvl="0" algn="l" defTabSz="457200">
              <a:defRPr sz="1200">
                <a:latin typeface="+mn-lt"/>
                <a:ea typeface="+mn-ea"/>
                <a:cs typeface="+mn-cs"/>
                <a:sym typeface="Helvetica"/>
              </a:defRPr>
            </a:pPr>
            <a:endParaRPr/>
          </a:p>
        </p:txBody>
      </p:sp>
      <p:sp>
        <p:nvSpPr>
          <p:cNvPr id="633" name="Shape 633"/>
          <p:cNvSpPr/>
          <p:nvPr/>
        </p:nvSpPr>
        <p:spPr>
          <a:xfrm>
            <a:off x="12192000" y="4341812"/>
            <a:ext cx="0" cy="1325563"/>
          </a:xfrm>
          <a:prstGeom prst="line">
            <a:avLst/>
          </a:prstGeom>
          <a:ln w="50800">
            <a:solidFill>
              <a:srgbClr val="0250DE"/>
            </a:solidFill>
            <a:prstDash val="dash"/>
            <a:round/>
          </a:ln>
        </p:spPr>
        <p:txBody>
          <a:bodyPr lIns="0" tIns="0" rIns="0" bIns="0"/>
          <a:lstStyle/>
          <a:p>
            <a:pPr lvl="0" algn="l" defTabSz="457200">
              <a:defRPr sz="1200">
                <a:latin typeface="+mn-lt"/>
                <a:ea typeface="+mn-ea"/>
                <a:cs typeface="+mn-cs"/>
                <a:sym typeface="Helvetica"/>
              </a:defRPr>
            </a:pPr>
            <a:endParaRPr/>
          </a:p>
        </p:txBody>
      </p:sp>
      <p:sp>
        <p:nvSpPr>
          <p:cNvPr id="634" name="Shape 634"/>
          <p:cNvSpPr/>
          <p:nvPr/>
        </p:nvSpPr>
        <p:spPr>
          <a:xfrm>
            <a:off x="20859750" y="4341812"/>
            <a:ext cx="0" cy="1325563"/>
          </a:xfrm>
          <a:prstGeom prst="line">
            <a:avLst/>
          </a:prstGeom>
          <a:ln w="50800">
            <a:solidFill>
              <a:srgbClr val="0250DE"/>
            </a:solidFill>
            <a:prstDash val="dash"/>
            <a:round/>
          </a:ln>
        </p:spPr>
        <p:txBody>
          <a:bodyPr lIns="0" tIns="0" rIns="0" bIns="0"/>
          <a:lstStyle/>
          <a:p>
            <a:pPr lvl="0" algn="l" defTabSz="457200">
              <a:defRPr sz="1200">
                <a:latin typeface="+mn-lt"/>
                <a:ea typeface="+mn-ea"/>
                <a:cs typeface="+mn-cs"/>
                <a:sym typeface="Helvetica"/>
              </a:defRPr>
            </a:pPr>
            <a:endParaRPr/>
          </a:p>
        </p:txBody>
      </p:sp>
      <p:sp>
        <p:nvSpPr>
          <p:cNvPr id="635" name="Shape 635"/>
          <p:cNvSpPr/>
          <p:nvPr/>
        </p:nvSpPr>
        <p:spPr>
          <a:xfrm>
            <a:off x="7854950" y="7858125"/>
            <a:ext cx="0" cy="1325563"/>
          </a:xfrm>
          <a:prstGeom prst="line">
            <a:avLst/>
          </a:prstGeom>
          <a:ln w="50800">
            <a:solidFill>
              <a:srgbClr val="0250DE"/>
            </a:solidFill>
            <a:prstDash val="dash"/>
            <a:round/>
          </a:ln>
        </p:spPr>
        <p:txBody>
          <a:bodyPr lIns="0" tIns="0" rIns="0" bIns="0"/>
          <a:lstStyle/>
          <a:p>
            <a:pPr lvl="0" algn="l" defTabSz="457200">
              <a:defRPr sz="1200">
                <a:latin typeface="+mn-lt"/>
                <a:ea typeface="+mn-ea"/>
                <a:cs typeface="+mn-cs"/>
                <a:sym typeface="Helvetica"/>
              </a:defRPr>
            </a:pPr>
            <a:endParaRPr/>
          </a:p>
        </p:txBody>
      </p:sp>
      <p:sp>
        <p:nvSpPr>
          <p:cNvPr id="636" name="Shape 636"/>
          <p:cNvSpPr/>
          <p:nvPr/>
        </p:nvSpPr>
        <p:spPr>
          <a:xfrm>
            <a:off x="16530637" y="7858125"/>
            <a:ext cx="1" cy="1325563"/>
          </a:xfrm>
          <a:prstGeom prst="line">
            <a:avLst/>
          </a:prstGeom>
          <a:ln w="50800">
            <a:solidFill>
              <a:srgbClr val="0250DE"/>
            </a:solidFill>
            <a:prstDash val="dash"/>
            <a:round/>
          </a:ln>
        </p:spPr>
        <p:txBody>
          <a:bodyPr lIns="0" tIns="0" rIns="0" bIns="0"/>
          <a:lstStyle/>
          <a:p>
            <a:pPr lvl="0" algn="l" defTabSz="457200">
              <a:defRPr sz="1200">
                <a:latin typeface="+mn-lt"/>
                <a:ea typeface="+mn-ea"/>
                <a:cs typeface="+mn-cs"/>
                <a:sym typeface="Helvetica"/>
              </a:defRPr>
            </a:pPr>
            <a:endParaRPr/>
          </a:p>
        </p:txBody>
      </p:sp>
      <p:sp>
        <p:nvSpPr>
          <p:cNvPr id="637" name="Shape 637"/>
          <p:cNvSpPr/>
          <p:nvPr/>
        </p:nvSpPr>
        <p:spPr>
          <a:xfrm>
            <a:off x="2881561" y="2401887"/>
            <a:ext cx="1869578" cy="981075"/>
          </a:xfrm>
          <a:prstGeom prst="rect">
            <a:avLst/>
          </a:prstGeom>
          <a:ln w="12700">
            <a:miter lim="400000"/>
          </a:ln>
          <a:extLst>
            <a:ext uri="{C572A759-6A51-4108-AA02-DFA0A04FC94B}">
              <ma14:wrappingTextBoxFlag xmlns:ma14="http://schemas.microsoft.com/office/mac/drawingml/2011/main" val="1"/>
            </a:ext>
          </a:extLst>
        </p:spPr>
        <p:txBody>
          <a:bodyPr wrap="none" lIns="71436" tIns="71436" rIns="71436" bIns="71436" anchor="ctr">
            <a:spAutoFit/>
          </a:bodyPr>
          <a:lstStyle>
            <a:lvl1pPr>
              <a:defRPr sz="5000">
                <a:solidFill>
                  <a:srgbClr val="0250DE"/>
                </a:solidFill>
                <a:latin typeface="Microsoft YaHei"/>
                <a:ea typeface="Microsoft YaHei"/>
                <a:cs typeface="Microsoft YaHei"/>
                <a:sym typeface="Microsoft YaHei"/>
              </a:defRPr>
            </a:lvl1pPr>
          </a:lstStyle>
          <a:p>
            <a:pPr lvl="0">
              <a:defRPr sz="1800">
                <a:solidFill>
                  <a:srgbClr val="000000"/>
                </a:solidFill>
              </a:defRPr>
            </a:pPr>
            <a:r>
              <a:rPr sz="5000">
                <a:solidFill>
                  <a:srgbClr val="0250DE"/>
                </a:solidFill>
              </a:rPr>
              <a:t>Step1</a:t>
            </a:r>
          </a:p>
        </p:txBody>
      </p:sp>
      <p:sp>
        <p:nvSpPr>
          <p:cNvPr id="638" name="Shape 638"/>
          <p:cNvSpPr/>
          <p:nvPr/>
        </p:nvSpPr>
        <p:spPr>
          <a:xfrm>
            <a:off x="6951911" y="9467850"/>
            <a:ext cx="1869578" cy="981075"/>
          </a:xfrm>
          <a:prstGeom prst="rect">
            <a:avLst/>
          </a:prstGeom>
          <a:ln w="12700">
            <a:miter lim="400000"/>
          </a:ln>
          <a:extLst>
            <a:ext uri="{C572A759-6A51-4108-AA02-DFA0A04FC94B}">
              <ma14:wrappingTextBoxFlag xmlns:ma14="http://schemas.microsoft.com/office/mac/drawingml/2011/main" val="1"/>
            </a:ext>
          </a:extLst>
        </p:spPr>
        <p:txBody>
          <a:bodyPr wrap="none" lIns="71436" tIns="71436" rIns="71436" bIns="71436" anchor="ctr">
            <a:spAutoFit/>
          </a:bodyPr>
          <a:lstStyle>
            <a:lvl1pPr>
              <a:defRPr sz="5000">
                <a:solidFill>
                  <a:srgbClr val="0250DE"/>
                </a:solidFill>
                <a:latin typeface="Microsoft YaHei"/>
                <a:ea typeface="Microsoft YaHei"/>
                <a:cs typeface="Microsoft YaHei"/>
                <a:sym typeface="Microsoft YaHei"/>
              </a:defRPr>
            </a:lvl1pPr>
          </a:lstStyle>
          <a:p>
            <a:pPr lvl="0">
              <a:defRPr sz="1800">
                <a:solidFill>
                  <a:srgbClr val="000000"/>
                </a:solidFill>
              </a:defRPr>
            </a:pPr>
            <a:r>
              <a:rPr sz="5000">
                <a:solidFill>
                  <a:srgbClr val="0250DE"/>
                </a:solidFill>
              </a:rPr>
              <a:t>Step2</a:t>
            </a:r>
          </a:p>
        </p:txBody>
      </p:sp>
      <p:sp>
        <p:nvSpPr>
          <p:cNvPr id="639" name="Shape 639"/>
          <p:cNvSpPr/>
          <p:nvPr/>
        </p:nvSpPr>
        <p:spPr>
          <a:xfrm>
            <a:off x="11277848" y="2393950"/>
            <a:ext cx="1869579" cy="981075"/>
          </a:xfrm>
          <a:prstGeom prst="rect">
            <a:avLst/>
          </a:prstGeom>
          <a:ln w="12700">
            <a:miter lim="400000"/>
          </a:ln>
          <a:extLst>
            <a:ext uri="{C572A759-6A51-4108-AA02-DFA0A04FC94B}">
              <ma14:wrappingTextBoxFlag xmlns:ma14="http://schemas.microsoft.com/office/mac/drawingml/2011/main" val="1"/>
            </a:ext>
          </a:extLst>
        </p:spPr>
        <p:txBody>
          <a:bodyPr wrap="none" lIns="71436" tIns="71436" rIns="71436" bIns="71436" anchor="ctr">
            <a:spAutoFit/>
          </a:bodyPr>
          <a:lstStyle>
            <a:lvl1pPr>
              <a:defRPr sz="5000">
                <a:solidFill>
                  <a:srgbClr val="0250DE"/>
                </a:solidFill>
                <a:latin typeface="Microsoft YaHei"/>
                <a:ea typeface="Microsoft YaHei"/>
                <a:cs typeface="Microsoft YaHei"/>
                <a:sym typeface="Microsoft YaHei"/>
              </a:defRPr>
            </a:lvl1pPr>
          </a:lstStyle>
          <a:p>
            <a:pPr lvl="0">
              <a:defRPr sz="1800">
                <a:solidFill>
                  <a:srgbClr val="000000"/>
                </a:solidFill>
              </a:defRPr>
            </a:pPr>
            <a:r>
              <a:rPr sz="5000">
                <a:solidFill>
                  <a:srgbClr val="0250DE"/>
                </a:solidFill>
              </a:rPr>
              <a:t>Step3</a:t>
            </a:r>
          </a:p>
        </p:txBody>
      </p:sp>
      <p:sp>
        <p:nvSpPr>
          <p:cNvPr id="640" name="Shape 640"/>
          <p:cNvSpPr/>
          <p:nvPr/>
        </p:nvSpPr>
        <p:spPr>
          <a:xfrm>
            <a:off x="15900648" y="9459912"/>
            <a:ext cx="1869579" cy="981075"/>
          </a:xfrm>
          <a:prstGeom prst="rect">
            <a:avLst/>
          </a:prstGeom>
          <a:ln w="12700">
            <a:miter lim="400000"/>
          </a:ln>
          <a:extLst>
            <a:ext uri="{C572A759-6A51-4108-AA02-DFA0A04FC94B}">
              <ma14:wrappingTextBoxFlag xmlns:ma14="http://schemas.microsoft.com/office/mac/drawingml/2011/main" val="1"/>
            </a:ext>
          </a:extLst>
        </p:spPr>
        <p:txBody>
          <a:bodyPr wrap="none" lIns="71436" tIns="71436" rIns="71436" bIns="71436" anchor="ctr">
            <a:spAutoFit/>
          </a:bodyPr>
          <a:lstStyle>
            <a:lvl1pPr>
              <a:defRPr sz="5000">
                <a:solidFill>
                  <a:srgbClr val="0250DE"/>
                </a:solidFill>
                <a:latin typeface="Microsoft YaHei"/>
                <a:ea typeface="Microsoft YaHei"/>
                <a:cs typeface="Microsoft YaHei"/>
                <a:sym typeface="Microsoft YaHei"/>
              </a:defRPr>
            </a:lvl1pPr>
          </a:lstStyle>
          <a:p>
            <a:pPr lvl="0">
              <a:defRPr sz="1800">
                <a:solidFill>
                  <a:srgbClr val="000000"/>
                </a:solidFill>
              </a:defRPr>
            </a:pPr>
            <a:r>
              <a:rPr sz="5000">
                <a:solidFill>
                  <a:srgbClr val="0250DE"/>
                </a:solidFill>
              </a:rPr>
              <a:t>Step4</a:t>
            </a:r>
          </a:p>
        </p:txBody>
      </p:sp>
      <p:sp>
        <p:nvSpPr>
          <p:cNvPr id="641" name="Shape 641"/>
          <p:cNvSpPr/>
          <p:nvPr/>
        </p:nvSpPr>
        <p:spPr>
          <a:xfrm>
            <a:off x="19778911" y="2393950"/>
            <a:ext cx="1869578" cy="981075"/>
          </a:xfrm>
          <a:prstGeom prst="rect">
            <a:avLst/>
          </a:prstGeom>
          <a:ln w="12700">
            <a:miter lim="400000"/>
          </a:ln>
          <a:extLst>
            <a:ext uri="{C572A759-6A51-4108-AA02-DFA0A04FC94B}">
              <ma14:wrappingTextBoxFlag xmlns:ma14="http://schemas.microsoft.com/office/mac/drawingml/2011/main" val="1"/>
            </a:ext>
          </a:extLst>
        </p:spPr>
        <p:txBody>
          <a:bodyPr wrap="none" lIns="71436" tIns="71436" rIns="71436" bIns="71436" anchor="ctr">
            <a:spAutoFit/>
          </a:bodyPr>
          <a:lstStyle>
            <a:lvl1pPr>
              <a:defRPr sz="5000">
                <a:solidFill>
                  <a:srgbClr val="0250DE"/>
                </a:solidFill>
                <a:latin typeface="Microsoft YaHei"/>
                <a:ea typeface="Microsoft YaHei"/>
                <a:cs typeface="Microsoft YaHei"/>
                <a:sym typeface="Microsoft YaHei"/>
              </a:defRPr>
            </a:lvl1pPr>
          </a:lstStyle>
          <a:p>
            <a:pPr lvl="0">
              <a:defRPr sz="1800">
                <a:solidFill>
                  <a:srgbClr val="000000"/>
                </a:solidFill>
              </a:defRPr>
            </a:pPr>
            <a:r>
              <a:rPr sz="5000">
                <a:solidFill>
                  <a:srgbClr val="0250DE"/>
                </a:solidFill>
              </a:rPr>
              <a:t>Step5</a:t>
            </a:r>
          </a:p>
        </p:txBody>
      </p:sp>
      <p:sp>
        <p:nvSpPr>
          <p:cNvPr id="642" name="Shape 642"/>
          <p:cNvSpPr/>
          <p:nvPr/>
        </p:nvSpPr>
        <p:spPr>
          <a:xfrm>
            <a:off x="2906830" y="3200400"/>
            <a:ext cx="3498851" cy="930274"/>
          </a:xfrm>
          <a:prstGeom prst="rect">
            <a:avLst/>
          </a:prstGeom>
          <a:ln w="12700">
            <a:miter lim="400000"/>
          </a:ln>
          <a:extLst>
            <a:ext uri="{C572A759-6A51-4108-AA02-DFA0A04FC94B}">
              <ma14:wrappingTextBoxFlag xmlns:ma14="http://schemas.microsoft.com/office/mac/drawingml/2011/main" val="1"/>
            </a:ext>
          </a:extLst>
        </p:spPr>
        <p:txBody>
          <a:bodyPr lIns="71436" tIns="71436" rIns="71436" bIns="71436" anchor="ctr">
            <a:spAutoFit/>
          </a:bodyPr>
          <a:lstStyle>
            <a:lvl1pPr algn="just">
              <a:defRPr sz="2400">
                <a:solidFill>
                  <a:srgbClr val="53585F"/>
                </a:solidFill>
                <a:latin typeface="Microsoft YaHei"/>
                <a:ea typeface="Microsoft YaHei"/>
                <a:cs typeface="Microsoft YaHei"/>
                <a:sym typeface="Microsoft YaHei"/>
              </a:defRPr>
            </a:lvl1pPr>
          </a:lstStyle>
          <a:p>
            <a:pPr lvl="0">
              <a:defRPr sz="1800">
                <a:solidFill>
                  <a:srgbClr val="000000"/>
                </a:solidFill>
              </a:defRPr>
            </a:pPr>
            <a:r>
              <a:rPr sz="2400">
                <a:solidFill>
                  <a:srgbClr val="53585F"/>
                </a:solidFill>
              </a:rPr>
              <a:t>项目可行性分析项目可行性分析项目可行性分析</a:t>
            </a:r>
          </a:p>
        </p:txBody>
      </p:sp>
      <p:sp>
        <p:nvSpPr>
          <p:cNvPr id="643" name="Shape 643"/>
          <p:cNvSpPr/>
          <p:nvPr/>
        </p:nvSpPr>
        <p:spPr>
          <a:xfrm flipV="1">
            <a:off x="2520950" y="2587625"/>
            <a:ext cx="0" cy="1498600"/>
          </a:xfrm>
          <a:prstGeom prst="line">
            <a:avLst/>
          </a:prstGeom>
          <a:ln w="38100">
            <a:solidFill>
              <a:srgbClr val="0250DE"/>
            </a:solidFill>
            <a:round/>
          </a:ln>
        </p:spPr>
        <p:txBody>
          <a:bodyPr lIns="0" tIns="0" rIns="0" bIns="0"/>
          <a:lstStyle/>
          <a:p>
            <a:pPr lvl="0" algn="l" defTabSz="457200">
              <a:defRPr sz="1200">
                <a:latin typeface="+mn-lt"/>
                <a:ea typeface="+mn-ea"/>
                <a:cs typeface="+mn-cs"/>
                <a:sym typeface="Helvetica"/>
              </a:defRPr>
            </a:pPr>
            <a:endParaRPr/>
          </a:p>
        </p:txBody>
      </p:sp>
      <p:sp>
        <p:nvSpPr>
          <p:cNvPr id="644" name="Shape 644"/>
          <p:cNvSpPr/>
          <p:nvPr/>
        </p:nvSpPr>
        <p:spPr>
          <a:xfrm flipV="1">
            <a:off x="10987087" y="2587625"/>
            <a:ext cx="1" cy="1498600"/>
          </a:xfrm>
          <a:prstGeom prst="line">
            <a:avLst/>
          </a:prstGeom>
          <a:ln w="38100">
            <a:solidFill>
              <a:srgbClr val="0250DE"/>
            </a:solidFill>
            <a:round/>
          </a:ln>
        </p:spPr>
        <p:txBody>
          <a:bodyPr lIns="0" tIns="0" rIns="0" bIns="0"/>
          <a:lstStyle/>
          <a:p>
            <a:pPr lvl="0" algn="l" defTabSz="457200">
              <a:defRPr sz="1200">
                <a:latin typeface="+mn-lt"/>
                <a:ea typeface="+mn-ea"/>
                <a:cs typeface="+mn-cs"/>
                <a:sym typeface="Helvetica"/>
              </a:defRPr>
            </a:pPr>
            <a:endParaRPr/>
          </a:p>
        </p:txBody>
      </p:sp>
      <p:sp>
        <p:nvSpPr>
          <p:cNvPr id="645" name="Shape 645"/>
          <p:cNvSpPr/>
          <p:nvPr/>
        </p:nvSpPr>
        <p:spPr>
          <a:xfrm flipV="1">
            <a:off x="19453225" y="2595562"/>
            <a:ext cx="0" cy="1498601"/>
          </a:xfrm>
          <a:prstGeom prst="line">
            <a:avLst/>
          </a:prstGeom>
          <a:ln w="38100">
            <a:solidFill>
              <a:srgbClr val="0250DE"/>
            </a:solidFill>
            <a:round/>
          </a:ln>
        </p:spPr>
        <p:txBody>
          <a:bodyPr lIns="0" tIns="0" rIns="0" bIns="0"/>
          <a:lstStyle/>
          <a:p>
            <a:pPr lvl="0" algn="l" defTabSz="457200">
              <a:defRPr sz="1200">
                <a:latin typeface="+mn-lt"/>
                <a:ea typeface="+mn-ea"/>
                <a:cs typeface="+mn-cs"/>
                <a:sym typeface="Helvetica"/>
              </a:defRPr>
            </a:pPr>
            <a:endParaRPr/>
          </a:p>
        </p:txBody>
      </p:sp>
      <p:sp>
        <p:nvSpPr>
          <p:cNvPr id="646" name="Shape 646"/>
          <p:cNvSpPr/>
          <p:nvPr/>
        </p:nvSpPr>
        <p:spPr>
          <a:xfrm flipV="1">
            <a:off x="15595600" y="9807575"/>
            <a:ext cx="0" cy="1497013"/>
          </a:xfrm>
          <a:prstGeom prst="line">
            <a:avLst/>
          </a:prstGeom>
          <a:ln w="38100">
            <a:solidFill>
              <a:srgbClr val="0250DE"/>
            </a:solidFill>
            <a:round/>
          </a:ln>
        </p:spPr>
        <p:txBody>
          <a:bodyPr lIns="0" tIns="0" rIns="0" bIns="0"/>
          <a:lstStyle/>
          <a:p>
            <a:pPr lvl="0" algn="l" defTabSz="457200">
              <a:defRPr sz="1200">
                <a:latin typeface="+mn-lt"/>
                <a:ea typeface="+mn-ea"/>
                <a:cs typeface="+mn-cs"/>
                <a:sym typeface="Helvetica"/>
              </a:defRPr>
            </a:pPr>
            <a:endParaRPr/>
          </a:p>
        </p:txBody>
      </p:sp>
      <p:sp>
        <p:nvSpPr>
          <p:cNvPr id="647" name="Shape 647"/>
          <p:cNvSpPr/>
          <p:nvPr/>
        </p:nvSpPr>
        <p:spPr>
          <a:xfrm flipV="1">
            <a:off x="6481762" y="9701212"/>
            <a:ext cx="1" cy="1497013"/>
          </a:xfrm>
          <a:prstGeom prst="line">
            <a:avLst/>
          </a:prstGeom>
          <a:ln w="38100">
            <a:solidFill>
              <a:srgbClr val="0250DE"/>
            </a:solidFill>
            <a:round/>
          </a:ln>
        </p:spPr>
        <p:txBody>
          <a:bodyPr lIns="0" tIns="0" rIns="0" bIns="0"/>
          <a:lstStyle/>
          <a:p>
            <a:pPr lvl="0" algn="l" defTabSz="457200">
              <a:defRPr sz="1200">
                <a:latin typeface="+mn-lt"/>
                <a:ea typeface="+mn-ea"/>
                <a:cs typeface="+mn-cs"/>
                <a:sym typeface="Helvetica"/>
              </a:defRPr>
            </a:pPr>
            <a:endParaRPr/>
          </a:p>
        </p:txBody>
      </p:sp>
      <p:sp>
        <p:nvSpPr>
          <p:cNvPr id="648" name="Shape 648"/>
          <p:cNvSpPr/>
          <p:nvPr/>
        </p:nvSpPr>
        <p:spPr>
          <a:xfrm>
            <a:off x="2501899" y="296862"/>
            <a:ext cx="5041902" cy="995681"/>
          </a:xfrm>
          <a:prstGeom prst="rect">
            <a:avLst/>
          </a:prstGeom>
          <a:ln w="12700">
            <a:miter lim="400000"/>
          </a:ln>
          <a:extLst>
            <a:ext uri="{C572A759-6A51-4108-AA02-DFA0A04FC94B}">
              <ma14:wrappingTextBoxFlag xmlns:ma14="http://schemas.microsoft.com/office/mac/drawingml/2011/main" val="1"/>
            </a:ext>
          </a:extLst>
        </p:spPr>
        <p:txBody>
          <a:bodyPr tIns="91439" bIns="91439">
            <a:spAutoFit/>
          </a:bodyPr>
          <a:lstStyle>
            <a:lvl1pPr algn="l" defTabSz="914400">
              <a:defRPr>
                <a:solidFill>
                  <a:srgbClr val="0250DE"/>
                </a:solidFill>
                <a:latin typeface="Microsoft YaHei"/>
                <a:ea typeface="Microsoft YaHei"/>
                <a:cs typeface="Microsoft YaHei"/>
                <a:sym typeface="Microsoft YaHei"/>
              </a:defRPr>
            </a:lvl1pPr>
          </a:lstStyle>
          <a:p>
            <a:pPr lvl="0">
              <a:defRPr sz="1800">
                <a:solidFill>
                  <a:srgbClr val="000000"/>
                </a:solidFill>
              </a:defRPr>
            </a:pPr>
            <a:r>
              <a:rPr sz="4800">
                <a:solidFill>
                  <a:srgbClr val="0250DE"/>
                </a:solidFill>
              </a:rPr>
              <a:t>5.项目可行性设计</a:t>
            </a:r>
          </a:p>
        </p:txBody>
      </p:sp>
      <p:sp>
        <p:nvSpPr>
          <p:cNvPr id="649" name="Shape 649"/>
          <p:cNvSpPr/>
          <p:nvPr/>
        </p:nvSpPr>
        <p:spPr>
          <a:xfrm>
            <a:off x="11277577" y="3200400"/>
            <a:ext cx="3498851" cy="93027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just">
              <a:defRPr sz="2400">
                <a:solidFill>
                  <a:srgbClr val="53585F"/>
                </a:solidFill>
                <a:latin typeface="Microsoft YaHei"/>
                <a:ea typeface="Microsoft YaHei"/>
                <a:cs typeface="Microsoft YaHei"/>
                <a:sym typeface="Microsoft YaHei"/>
              </a:defRPr>
            </a:lvl1pPr>
          </a:lstStyle>
          <a:p>
            <a:pPr lvl="0">
              <a:defRPr sz="1800">
                <a:solidFill>
                  <a:srgbClr val="000000"/>
                </a:solidFill>
              </a:defRPr>
            </a:pPr>
            <a:r>
              <a:rPr sz="2400">
                <a:solidFill>
                  <a:srgbClr val="53585F"/>
                </a:solidFill>
              </a:rPr>
              <a:t>项目可行性分析项目可行性分析项目可行性分析</a:t>
            </a:r>
          </a:p>
        </p:txBody>
      </p:sp>
      <p:sp>
        <p:nvSpPr>
          <p:cNvPr id="650" name="Shape 650"/>
          <p:cNvSpPr/>
          <p:nvPr/>
        </p:nvSpPr>
        <p:spPr>
          <a:xfrm>
            <a:off x="19778910" y="3155950"/>
            <a:ext cx="3498851" cy="93027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just">
              <a:defRPr sz="2400">
                <a:solidFill>
                  <a:srgbClr val="53585F"/>
                </a:solidFill>
                <a:latin typeface="Microsoft YaHei"/>
                <a:ea typeface="Microsoft YaHei"/>
                <a:cs typeface="Microsoft YaHei"/>
                <a:sym typeface="Microsoft YaHei"/>
              </a:defRPr>
            </a:lvl1pPr>
          </a:lstStyle>
          <a:p>
            <a:pPr lvl="0">
              <a:defRPr sz="1800">
                <a:solidFill>
                  <a:srgbClr val="000000"/>
                </a:solidFill>
              </a:defRPr>
            </a:pPr>
            <a:r>
              <a:rPr sz="2400">
                <a:solidFill>
                  <a:srgbClr val="53585F"/>
                </a:solidFill>
              </a:rPr>
              <a:t>项目可行性分析项目可行性分析项目可行性分析</a:t>
            </a:r>
          </a:p>
        </p:txBody>
      </p:sp>
      <p:sp>
        <p:nvSpPr>
          <p:cNvPr id="651" name="Shape 651"/>
          <p:cNvSpPr/>
          <p:nvPr/>
        </p:nvSpPr>
        <p:spPr>
          <a:xfrm>
            <a:off x="6951911" y="10267950"/>
            <a:ext cx="3498851" cy="93027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just">
              <a:defRPr sz="2400">
                <a:solidFill>
                  <a:srgbClr val="53585F"/>
                </a:solidFill>
                <a:latin typeface="Microsoft YaHei"/>
                <a:ea typeface="Microsoft YaHei"/>
                <a:cs typeface="Microsoft YaHei"/>
                <a:sym typeface="Microsoft YaHei"/>
              </a:defRPr>
            </a:lvl1pPr>
          </a:lstStyle>
          <a:p>
            <a:pPr lvl="0">
              <a:defRPr sz="1800">
                <a:solidFill>
                  <a:srgbClr val="000000"/>
                </a:solidFill>
              </a:defRPr>
            </a:pPr>
            <a:r>
              <a:rPr sz="2400">
                <a:solidFill>
                  <a:srgbClr val="53585F"/>
                </a:solidFill>
              </a:rPr>
              <a:t>项目可行性分析项目可行性分析项目可行性分析</a:t>
            </a:r>
          </a:p>
        </p:txBody>
      </p:sp>
      <p:sp>
        <p:nvSpPr>
          <p:cNvPr id="652" name="Shape 652"/>
          <p:cNvSpPr/>
          <p:nvPr/>
        </p:nvSpPr>
        <p:spPr>
          <a:xfrm>
            <a:off x="15900648" y="10374312"/>
            <a:ext cx="3498851" cy="93027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just">
              <a:defRPr sz="2400">
                <a:solidFill>
                  <a:srgbClr val="53585F"/>
                </a:solidFill>
                <a:latin typeface="Microsoft YaHei"/>
                <a:ea typeface="Microsoft YaHei"/>
                <a:cs typeface="Microsoft YaHei"/>
                <a:sym typeface="Microsoft YaHei"/>
              </a:defRPr>
            </a:lvl1pPr>
          </a:lstStyle>
          <a:p>
            <a:pPr lvl="0">
              <a:defRPr sz="1800">
                <a:solidFill>
                  <a:srgbClr val="000000"/>
                </a:solidFill>
              </a:defRPr>
            </a:pPr>
            <a:r>
              <a:rPr sz="2400">
                <a:solidFill>
                  <a:srgbClr val="53585F"/>
                </a:solidFill>
              </a:rPr>
              <a:t>项目可行性分析项目可行性分析项目可行性分析</a:t>
            </a:r>
          </a:p>
        </p:txBody>
      </p:sp>
    </p:spTree>
  </p:cSld>
  <p:clrMapOvr>
    <a:masterClrMapping/>
  </p:clrMapOvr>
  <p:transition spd="med"/>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4" name="Shape 654"/>
          <p:cNvSpPr/>
          <p:nvPr/>
        </p:nvSpPr>
        <p:spPr>
          <a:xfrm>
            <a:off x="0" y="12890500"/>
            <a:ext cx="24382413" cy="838200"/>
          </a:xfrm>
          <a:prstGeom prst="rect">
            <a:avLst/>
          </a:prstGeom>
          <a:solidFill>
            <a:srgbClr val="DCDEE0"/>
          </a:solidFill>
          <a:ln w="12700">
            <a:miter lim="400000"/>
          </a:ln>
        </p:spPr>
        <p:txBody>
          <a:bodyPr lIns="0" tIns="0" rIns="0" bIns="0" anchor="ctr"/>
          <a:lstStyle/>
          <a:p>
            <a:pPr lvl="0" defTabSz="914400">
              <a:defRPr sz="3600">
                <a:solidFill>
                  <a:srgbClr val="FFFFFF"/>
                </a:solidFill>
              </a:defRPr>
            </a:pPr>
            <a:endParaRPr/>
          </a:p>
        </p:txBody>
      </p:sp>
      <p:sp>
        <p:nvSpPr>
          <p:cNvPr id="655" name="Shape 655"/>
          <p:cNvSpPr/>
          <p:nvPr/>
        </p:nvSpPr>
        <p:spPr>
          <a:xfrm>
            <a:off x="0" y="12890500"/>
            <a:ext cx="2124075" cy="838200"/>
          </a:xfrm>
          <a:prstGeom prst="rect">
            <a:avLst/>
          </a:prstGeom>
          <a:solidFill>
            <a:srgbClr val="0250DE"/>
          </a:solidFill>
          <a:ln w="12700">
            <a:miter lim="400000"/>
          </a:ln>
        </p:spPr>
        <p:txBody>
          <a:bodyPr lIns="0" tIns="0" rIns="0" bIns="0" anchor="ctr"/>
          <a:lstStyle/>
          <a:p>
            <a:pPr lvl="0" defTabSz="914400">
              <a:defRPr sz="3600">
                <a:solidFill>
                  <a:srgbClr val="FFFFFF"/>
                </a:solidFill>
              </a:defRPr>
            </a:pPr>
            <a:endParaRPr/>
          </a:p>
        </p:txBody>
      </p:sp>
      <p:sp>
        <p:nvSpPr>
          <p:cNvPr id="656" name="Shape 656"/>
          <p:cNvSpPr/>
          <p:nvPr/>
        </p:nvSpPr>
        <p:spPr>
          <a:xfrm>
            <a:off x="0" y="0"/>
            <a:ext cx="1270000" cy="1641475"/>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14047"/>
                </a:lnTo>
                <a:lnTo>
                  <a:pt x="21452" y="14047"/>
                </a:lnTo>
                <a:lnTo>
                  <a:pt x="21452" y="0"/>
                </a:lnTo>
                <a:lnTo>
                  <a:pt x="0" y="0"/>
                </a:lnTo>
                <a:close/>
              </a:path>
            </a:pathLst>
          </a:custGeom>
          <a:solidFill>
            <a:srgbClr val="59595B"/>
          </a:solidFill>
          <a:ln w="12700">
            <a:miter lim="400000"/>
          </a:ln>
        </p:spPr>
        <p:txBody>
          <a:bodyPr lIns="0" tIns="0" rIns="0" bIns="0" anchor="ctr"/>
          <a:lstStyle/>
          <a:p>
            <a:pPr lvl="0" defTabSz="914400">
              <a:defRPr sz="3600">
                <a:solidFill>
                  <a:srgbClr val="FFFFFF"/>
                </a:solidFill>
              </a:defRPr>
            </a:pPr>
            <a:endParaRPr/>
          </a:p>
        </p:txBody>
      </p:sp>
      <p:sp>
        <p:nvSpPr>
          <p:cNvPr id="657" name="Shape 657"/>
          <p:cNvSpPr/>
          <p:nvPr/>
        </p:nvSpPr>
        <p:spPr>
          <a:xfrm>
            <a:off x="1647825" y="0"/>
            <a:ext cx="476250" cy="1063625"/>
          </a:xfrm>
          <a:prstGeom prst="rect">
            <a:avLst/>
          </a:prstGeom>
          <a:solidFill>
            <a:srgbClr val="0250DE"/>
          </a:solidFill>
          <a:ln w="12700">
            <a:miter lim="400000"/>
          </a:ln>
        </p:spPr>
        <p:txBody>
          <a:bodyPr lIns="0" tIns="0" rIns="0" bIns="0" anchor="ctr"/>
          <a:lstStyle/>
          <a:p>
            <a:pPr lvl="0" defTabSz="914400">
              <a:defRPr sz="3600">
                <a:solidFill>
                  <a:srgbClr val="FFFFFF"/>
                </a:solidFill>
              </a:defRPr>
            </a:pPr>
            <a:endParaRPr/>
          </a:p>
        </p:txBody>
      </p:sp>
      <p:sp>
        <p:nvSpPr>
          <p:cNvPr id="658" name="Shape 658"/>
          <p:cNvSpPr/>
          <p:nvPr/>
        </p:nvSpPr>
        <p:spPr>
          <a:xfrm rot="10800000" flipH="1">
            <a:off x="9582150" y="3614737"/>
            <a:ext cx="5218113" cy="6386513"/>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17477" y="21600"/>
                </a:lnTo>
                <a:lnTo>
                  <a:pt x="21600" y="16773"/>
                </a:lnTo>
                <a:lnTo>
                  <a:pt x="21600" y="0"/>
                </a:lnTo>
                <a:lnTo>
                  <a:pt x="0" y="0"/>
                </a:lnTo>
                <a:close/>
              </a:path>
            </a:pathLst>
          </a:custGeom>
          <a:solidFill>
            <a:srgbClr val="59595B"/>
          </a:solidFill>
          <a:ln w="12700">
            <a:miter lim="400000"/>
          </a:ln>
          <a:effectLst>
            <a:outerShdw blurRad="25400" dist="12700" dir="5400000" rotWithShape="0">
              <a:srgbClr val="000000">
                <a:alpha val="50000"/>
              </a:srgbClr>
            </a:outerShdw>
          </a:effectLst>
        </p:spPr>
        <p:txBody>
          <a:bodyPr lIns="0" tIns="0" rIns="0" bIns="0" anchor="ctr"/>
          <a:lstStyle/>
          <a:p>
            <a:pPr lvl="0">
              <a:defRPr sz="3200">
                <a:solidFill>
                  <a:srgbClr val="FFFFFF"/>
                </a:solidFill>
                <a:latin typeface="Helvetica Light"/>
                <a:ea typeface="Helvetica Light"/>
                <a:cs typeface="Helvetica Light"/>
                <a:sym typeface="Helvetica Light"/>
              </a:defRPr>
            </a:pPr>
            <a:endParaRPr/>
          </a:p>
        </p:txBody>
      </p:sp>
      <p:sp>
        <p:nvSpPr>
          <p:cNvPr id="659" name="Shape 659"/>
          <p:cNvSpPr/>
          <p:nvPr/>
        </p:nvSpPr>
        <p:spPr>
          <a:xfrm>
            <a:off x="17457737" y="8619331"/>
            <a:ext cx="4770438" cy="1590675"/>
          </a:xfrm>
          <a:prstGeom prst="rect">
            <a:avLst/>
          </a:prstGeom>
          <a:ln w="12700">
            <a:miter lim="400000"/>
          </a:ln>
          <a:extLst>
            <a:ext uri="{C572A759-6A51-4108-AA02-DFA0A04FC94B}">
              <ma14:wrappingTextBoxFlag xmlns:ma14="http://schemas.microsoft.com/office/mac/drawingml/2011/main" val="1"/>
            </a:ext>
          </a:extLst>
        </p:spPr>
        <p:txBody>
          <a:bodyPr lIns="71436" tIns="71436" rIns="71436" bIns="71436" anchor="ctr">
            <a:spAutoFit/>
          </a:bodyPr>
          <a:lstStyle>
            <a:lvl1pPr algn="l">
              <a:defRPr sz="8600">
                <a:latin typeface="Microsoft YaHei"/>
                <a:ea typeface="Microsoft YaHei"/>
                <a:cs typeface="Microsoft YaHei"/>
                <a:sym typeface="Microsoft YaHei"/>
              </a:defRPr>
            </a:lvl1pPr>
          </a:lstStyle>
          <a:p>
            <a:pPr lvl="0">
              <a:defRPr sz="1800"/>
            </a:pPr>
            <a:r>
              <a:rPr sz="8600"/>
              <a:t>原理分析</a:t>
            </a:r>
          </a:p>
        </p:txBody>
      </p:sp>
      <p:sp>
        <p:nvSpPr>
          <p:cNvPr id="660" name="Shape 660"/>
          <p:cNvSpPr/>
          <p:nvPr/>
        </p:nvSpPr>
        <p:spPr>
          <a:xfrm>
            <a:off x="2501900" y="9005887"/>
            <a:ext cx="4398963" cy="904876"/>
          </a:xfrm>
          <a:prstGeom prst="rect">
            <a:avLst/>
          </a:prstGeom>
          <a:solidFill>
            <a:srgbClr val="0250DE"/>
          </a:solidFill>
          <a:ln w="12700">
            <a:miter lim="400000"/>
          </a:ln>
          <a:effectLst>
            <a:outerShdw blurRad="76200" dist="152399" dir="2700000" rotWithShape="0">
              <a:srgbClr val="000000">
                <a:alpha val="9999"/>
              </a:srgbClr>
            </a:outerShdw>
          </a:effectLst>
        </p:spPr>
        <p:txBody>
          <a:bodyPr lIns="0" tIns="0" rIns="0" bIns="0" anchor="ctr"/>
          <a:lstStyle/>
          <a:p>
            <a:pPr lvl="0" defTabSz="914400">
              <a:defRPr sz="3400">
                <a:solidFill>
                  <a:srgbClr val="FFFFFF"/>
                </a:solidFill>
              </a:defRPr>
            </a:pPr>
            <a:endParaRPr/>
          </a:p>
        </p:txBody>
      </p:sp>
      <p:sp>
        <p:nvSpPr>
          <p:cNvPr id="661" name="Shape 661"/>
          <p:cNvSpPr/>
          <p:nvPr/>
        </p:nvSpPr>
        <p:spPr>
          <a:xfrm>
            <a:off x="17541875" y="4851400"/>
            <a:ext cx="4398963" cy="904875"/>
          </a:xfrm>
          <a:prstGeom prst="rect">
            <a:avLst/>
          </a:prstGeom>
          <a:solidFill>
            <a:srgbClr val="0250DE"/>
          </a:solidFill>
          <a:ln w="12700">
            <a:miter lim="400000"/>
          </a:ln>
          <a:effectLst>
            <a:outerShdw blurRad="76200" dist="152399" dir="2700000" rotWithShape="0">
              <a:srgbClr val="000000">
                <a:alpha val="9999"/>
              </a:srgbClr>
            </a:outerShdw>
          </a:effectLst>
        </p:spPr>
        <p:txBody>
          <a:bodyPr lIns="0" tIns="0" rIns="0" bIns="0" anchor="ctr"/>
          <a:lstStyle/>
          <a:p>
            <a:pPr lvl="0" defTabSz="914400">
              <a:defRPr sz="3400">
                <a:solidFill>
                  <a:srgbClr val="FFFFFF"/>
                </a:solidFill>
              </a:defRPr>
            </a:pPr>
            <a:endParaRPr/>
          </a:p>
        </p:txBody>
      </p:sp>
      <p:sp>
        <p:nvSpPr>
          <p:cNvPr id="662" name="Shape 662"/>
          <p:cNvSpPr/>
          <p:nvPr/>
        </p:nvSpPr>
        <p:spPr>
          <a:xfrm flipV="1">
            <a:off x="8366124" y="3513137"/>
            <a:ext cx="1" cy="6305551"/>
          </a:xfrm>
          <a:prstGeom prst="line">
            <a:avLst/>
          </a:prstGeom>
          <a:ln w="12700">
            <a:solidFill/>
            <a:round/>
          </a:ln>
        </p:spPr>
        <p:txBody>
          <a:bodyPr lIns="0" tIns="0" rIns="0" bIns="0"/>
          <a:lstStyle/>
          <a:p>
            <a:pPr lvl="0" algn="l" defTabSz="457200">
              <a:defRPr sz="1200">
                <a:latin typeface="+mn-lt"/>
                <a:ea typeface="+mn-ea"/>
                <a:cs typeface="+mn-cs"/>
                <a:sym typeface="Helvetica"/>
              </a:defRPr>
            </a:pPr>
            <a:endParaRPr/>
          </a:p>
        </p:txBody>
      </p:sp>
      <p:sp>
        <p:nvSpPr>
          <p:cNvPr id="663" name="Shape 663"/>
          <p:cNvSpPr/>
          <p:nvPr/>
        </p:nvSpPr>
        <p:spPr>
          <a:xfrm>
            <a:off x="8018453" y="4848216"/>
            <a:ext cx="681022" cy="681021"/>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0250DE"/>
          </a:solidFill>
          <a:ln w="12700">
            <a:miter lim="400000"/>
          </a:ln>
        </p:spPr>
        <p:txBody>
          <a:bodyPr lIns="0" tIns="0" rIns="0" bIns="0"/>
          <a:lstStyle/>
          <a:p>
            <a:pPr lvl="0">
              <a:defRPr sz="3200">
                <a:solidFill>
                  <a:srgbClr val="FFFFFF"/>
                </a:solidFill>
                <a:latin typeface="Helvetica Light"/>
                <a:ea typeface="Helvetica Light"/>
                <a:cs typeface="Helvetica Light"/>
                <a:sym typeface="Helvetica Light"/>
              </a:defRPr>
            </a:pPr>
            <a:endParaRPr/>
          </a:p>
        </p:txBody>
      </p:sp>
      <p:sp>
        <p:nvSpPr>
          <p:cNvPr id="664" name="Shape 664"/>
          <p:cNvSpPr/>
          <p:nvPr/>
        </p:nvSpPr>
        <p:spPr>
          <a:xfrm flipV="1">
            <a:off x="15919450" y="3705224"/>
            <a:ext cx="1" cy="6303964"/>
          </a:xfrm>
          <a:prstGeom prst="line">
            <a:avLst/>
          </a:prstGeom>
          <a:ln w="12700">
            <a:solidFill/>
            <a:round/>
          </a:ln>
        </p:spPr>
        <p:txBody>
          <a:bodyPr lIns="0" tIns="0" rIns="0" bIns="0"/>
          <a:lstStyle/>
          <a:p>
            <a:pPr lvl="0" algn="l" defTabSz="457200">
              <a:defRPr sz="1200">
                <a:latin typeface="+mn-lt"/>
                <a:ea typeface="+mn-ea"/>
                <a:cs typeface="+mn-cs"/>
                <a:sym typeface="Helvetica"/>
              </a:defRPr>
            </a:pPr>
            <a:endParaRPr/>
          </a:p>
        </p:txBody>
      </p:sp>
      <p:sp>
        <p:nvSpPr>
          <p:cNvPr id="665" name="Shape 665"/>
          <p:cNvSpPr/>
          <p:nvPr/>
        </p:nvSpPr>
        <p:spPr>
          <a:xfrm>
            <a:off x="15571778" y="9237653"/>
            <a:ext cx="682608" cy="682609"/>
          </a:xfrm>
          <a:custGeom>
            <a:avLst/>
            <a:gdLst/>
            <a:ahLst/>
            <a:cxnLst>
              <a:cxn ang="0">
                <a:pos x="wd2" y="hd2"/>
              </a:cxn>
              <a:cxn ang="5400000">
                <a:pos x="wd2" y="hd2"/>
              </a:cxn>
              <a:cxn ang="10800000">
                <a:pos x="wd2" y="hd2"/>
              </a:cxn>
              <a:cxn ang="16200000">
                <a:pos x="wd2" y="hd2"/>
              </a:cxn>
            </a:cxnLst>
            <a:rect l="0" t="0" r="r" b="b"/>
            <a:pathLst>
              <a:path w="19678" h="19678"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0250DE"/>
          </a:solidFill>
          <a:ln w="12700">
            <a:miter lim="400000"/>
          </a:ln>
        </p:spPr>
        <p:txBody>
          <a:bodyPr lIns="0" tIns="0" rIns="0" bIns="0"/>
          <a:lstStyle/>
          <a:p>
            <a:pPr lvl="0">
              <a:defRPr sz="3200">
                <a:solidFill>
                  <a:srgbClr val="FFFFFF"/>
                </a:solidFill>
                <a:latin typeface="Helvetica Light"/>
                <a:ea typeface="Helvetica Light"/>
                <a:cs typeface="Helvetica Light"/>
                <a:sym typeface="Helvetica Light"/>
              </a:defRPr>
            </a:pPr>
            <a:endParaRPr/>
          </a:p>
        </p:txBody>
      </p:sp>
      <p:sp>
        <p:nvSpPr>
          <p:cNvPr id="666" name="Shape 666"/>
          <p:cNvSpPr/>
          <p:nvPr/>
        </p:nvSpPr>
        <p:spPr>
          <a:xfrm>
            <a:off x="10367962" y="4445000"/>
            <a:ext cx="2433638" cy="0"/>
          </a:xfrm>
          <a:prstGeom prst="line">
            <a:avLst/>
          </a:prstGeom>
          <a:ln>
            <a:solidFill>
              <a:srgbClr val="FFFFFF"/>
            </a:solidFill>
            <a:round/>
          </a:ln>
        </p:spPr>
        <p:txBody>
          <a:bodyPr lIns="0" tIns="0" rIns="0" bIns="0"/>
          <a:lstStyle/>
          <a:p>
            <a:pPr lvl="0" algn="l" defTabSz="457200">
              <a:defRPr sz="1200">
                <a:latin typeface="+mn-lt"/>
                <a:ea typeface="+mn-ea"/>
                <a:cs typeface="+mn-cs"/>
                <a:sym typeface="Helvetica"/>
              </a:defRPr>
            </a:pPr>
            <a:endParaRPr/>
          </a:p>
        </p:txBody>
      </p:sp>
      <p:sp>
        <p:nvSpPr>
          <p:cNvPr id="667" name="Shape 667"/>
          <p:cNvSpPr/>
          <p:nvPr/>
        </p:nvSpPr>
        <p:spPr>
          <a:xfrm>
            <a:off x="12192000" y="5443537"/>
            <a:ext cx="2090738" cy="904876"/>
          </a:xfrm>
          <a:prstGeom prst="rect">
            <a:avLst/>
          </a:prstGeom>
          <a:solidFill>
            <a:srgbClr val="0250DE"/>
          </a:solidFill>
          <a:ln w="12700">
            <a:miter lim="400000"/>
          </a:ln>
          <a:effectLst>
            <a:outerShdw blurRad="76200" dist="152399" dir="2700000" rotWithShape="0">
              <a:srgbClr val="000000">
                <a:alpha val="9999"/>
              </a:srgbClr>
            </a:outerShdw>
          </a:effectLst>
        </p:spPr>
        <p:txBody>
          <a:bodyPr lIns="0" tIns="0" rIns="0" bIns="0" anchor="ctr"/>
          <a:lstStyle/>
          <a:p>
            <a:pPr lvl="0" defTabSz="914400">
              <a:defRPr sz="3400">
                <a:solidFill>
                  <a:srgbClr val="FFFFFF"/>
                </a:solidFill>
              </a:defRPr>
            </a:pPr>
            <a:endParaRPr/>
          </a:p>
        </p:txBody>
      </p:sp>
      <p:graphicFrame>
        <p:nvGraphicFramePr>
          <p:cNvPr id="668" name="Chart 668"/>
          <p:cNvGraphicFramePr/>
          <p:nvPr/>
        </p:nvGraphicFramePr>
        <p:xfrm>
          <a:off x="10139074" y="6222974"/>
          <a:ext cx="3844736" cy="2578631"/>
        </p:xfrm>
        <a:graphic>
          <a:graphicData uri="http://schemas.openxmlformats.org/drawingml/2006/chart">
            <c:chart xmlns:c="http://schemas.openxmlformats.org/drawingml/2006/chart" xmlns:r="http://schemas.openxmlformats.org/officeDocument/2006/relationships" r:id="rId2"/>
          </a:graphicData>
        </a:graphic>
      </p:graphicFrame>
      <p:sp>
        <p:nvSpPr>
          <p:cNvPr id="669" name="Shape 669"/>
          <p:cNvSpPr/>
          <p:nvPr/>
        </p:nvSpPr>
        <p:spPr>
          <a:xfrm>
            <a:off x="13298484" y="6465883"/>
            <a:ext cx="301618" cy="303206"/>
          </a:xfrm>
          <a:custGeom>
            <a:avLst/>
            <a:gdLst/>
            <a:ahLst/>
            <a:cxnLst>
              <a:cxn ang="0">
                <a:pos x="wd2" y="hd2"/>
              </a:cxn>
              <a:cxn ang="5400000">
                <a:pos x="wd2" y="hd2"/>
              </a:cxn>
              <a:cxn ang="10800000">
                <a:pos x="wd2" y="hd2"/>
              </a:cxn>
              <a:cxn ang="16200000">
                <a:pos x="wd2" y="hd2"/>
              </a:cxn>
            </a:cxnLst>
            <a:rect l="0" t="0" r="r" b="b"/>
            <a:pathLst>
              <a:path w="19679" h="19678"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C5D8D4"/>
          </a:solidFill>
          <a:ln w="12700">
            <a:miter lim="400000"/>
          </a:ln>
        </p:spPr>
        <p:txBody>
          <a:bodyPr lIns="0" tIns="0" rIns="0" bIns="0" anchor="ctr"/>
          <a:lstStyle/>
          <a:p>
            <a:pPr lvl="0">
              <a:defRPr sz="3200">
                <a:solidFill>
                  <a:srgbClr val="FFFFFF"/>
                </a:solidFill>
                <a:latin typeface="Helvetica Light"/>
                <a:ea typeface="Helvetica Light"/>
                <a:cs typeface="Helvetica Light"/>
                <a:sym typeface="Helvetica Light"/>
              </a:defRPr>
            </a:pPr>
            <a:endParaRPr/>
          </a:p>
        </p:txBody>
      </p:sp>
      <p:sp>
        <p:nvSpPr>
          <p:cNvPr id="670" name="Shape 670"/>
          <p:cNvSpPr/>
          <p:nvPr/>
        </p:nvSpPr>
        <p:spPr>
          <a:xfrm>
            <a:off x="10367962" y="4776787"/>
            <a:ext cx="2433638" cy="1"/>
          </a:xfrm>
          <a:prstGeom prst="line">
            <a:avLst/>
          </a:prstGeom>
          <a:ln>
            <a:solidFill>
              <a:srgbClr val="FFFFFF"/>
            </a:solidFill>
            <a:round/>
          </a:ln>
        </p:spPr>
        <p:txBody>
          <a:bodyPr lIns="0" tIns="0" rIns="0" bIns="0"/>
          <a:lstStyle/>
          <a:p>
            <a:pPr lvl="0" algn="l" defTabSz="457200">
              <a:defRPr sz="1200">
                <a:latin typeface="+mn-lt"/>
                <a:ea typeface="+mn-ea"/>
                <a:cs typeface="+mn-cs"/>
                <a:sym typeface="Helvetica"/>
              </a:defRPr>
            </a:pPr>
            <a:endParaRPr/>
          </a:p>
        </p:txBody>
      </p:sp>
      <p:sp>
        <p:nvSpPr>
          <p:cNvPr id="671" name="Shape 671"/>
          <p:cNvSpPr/>
          <p:nvPr/>
        </p:nvSpPr>
        <p:spPr>
          <a:xfrm>
            <a:off x="10367962" y="5168900"/>
            <a:ext cx="2433638" cy="0"/>
          </a:xfrm>
          <a:prstGeom prst="line">
            <a:avLst/>
          </a:prstGeom>
          <a:ln>
            <a:solidFill>
              <a:srgbClr val="FFFFFF"/>
            </a:solidFill>
            <a:round/>
          </a:ln>
        </p:spPr>
        <p:txBody>
          <a:bodyPr lIns="0" tIns="0" rIns="0" bIns="0"/>
          <a:lstStyle/>
          <a:p>
            <a:pPr lvl="0" algn="l" defTabSz="457200">
              <a:defRPr sz="1200">
                <a:latin typeface="+mn-lt"/>
                <a:ea typeface="+mn-ea"/>
                <a:cs typeface="+mn-cs"/>
                <a:sym typeface="Helvetica"/>
              </a:defRPr>
            </a:pPr>
            <a:endParaRPr/>
          </a:p>
        </p:txBody>
      </p:sp>
      <p:sp>
        <p:nvSpPr>
          <p:cNvPr id="672" name="Shape 672"/>
          <p:cNvSpPr/>
          <p:nvPr/>
        </p:nvSpPr>
        <p:spPr>
          <a:xfrm>
            <a:off x="17780000" y="4837112"/>
            <a:ext cx="3924300" cy="868681"/>
          </a:xfrm>
          <a:prstGeom prst="rect">
            <a:avLst/>
          </a:prstGeom>
          <a:ln w="12700">
            <a:miter lim="400000"/>
          </a:ln>
          <a:extLst>
            <a:ext uri="{C572A759-6A51-4108-AA02-DFA0A04FC94B}">
              <ma14:wrappingTextBoxFlag xmlns:ma14="http://schemas.microsoft.com/office/mac/drawingml/2011/main" val="1"/>
            </a:ext>
          </a:extLst>
        </p:spPr>
        <p:txBody>
          <a:bodyPr tIns="91439" bIns="91439">
            <a:spAutoFit/>
          </a:bodyPr>
          <a:lstStyle>
            <a:lvl1pPr algn="l" defTabSz="914400">
              <a:defRPr sz="4100">
                <a:solidFill>
                  <a:srgbClr val="FFFFFF"/>
                </a:solidFill>
                <a:latin typeface="Microsoft YaHei"/>
                <a:ea typeface="Microsoft YaHei"/>
                <a:cs typeface="Microsoft YaHei"/>
                <a:sym typeface="Microsoft YaHei"/>
              </a:defRPr>
            </a:lvl1pPr>
          </a:lstStyle>
          <a:p>
            <a:pPr lvl="0">
              <a:defRPr sz="1800">
                <a:solidFill>
                  <a:srgbClr val="000000"/>
                </a:solidFill>
              </a:defRPr>
            </a:pPr>
            <a:r>
              <a:rPr sz="4100">
                <a:solidFill>
                  <a:srgbClr val="FFFFFF"/>
                </a:solidFill>
              </a:rPr>
              <a:t>项目的原理分析</a:t>
            </a:r>
          </a:p>
        </p:txBody>
      </p:sp>
      <p:sp>
        <p:nvSpPr>
          <p:cNvPr id="673" name="Shape 673"/>
          <p:cNvSpPr/>
          <p:nvPr/>
        </p:nvSpPr>
        <p:spPr>
          <a:xfrm>
            <a:off x="17457737" y="6440487"/>
            <a:ext cx="4686301" cy="1998981"/>
          </a:xfrm>
          <a:prstGeom prst="rect">
            <a:avLst/>
          </a:prstGeom>
          <a:ln w="12700">
            <a:miter lim="400000"/>
          </a:ln>
          <a:extLst>
            <a:ext uri="{C572A759-6A51-4108-AA02-DFA0A04FC94B}">
              <ma14:wrappingTextBoxFlag xmlns:ma14="http://schemas.microsoft.com/office/mac/drawingml/2011/main" val="1"/>
            </a:ext>
          </a:extLst>
        </p:spPr>
        <p:txBody>
          <a:bodyPr tIns="91439" bIns="91439">
            <a:spAutoFit/>
          </a:bodyPr>
          <a:lstStyle>
            <a:lvl1pPr algn="l" defTabSz="914400">
              <a:lnSpc>
                <a:spcPct val="150000"/>
              </a:lnSpc>
              <a:defRPr sz="2000">
                <a:solidFill>
                  <a:srgbClr val="53585F"/>
                </a:solidFill>
                <a:latin typeface="Microsoft YaHei"/>
                <a:ea typeface="Microsoft YaHei"/>
                <a:cs typeface="Microsoft YaHei"/>
                <a:sym typeface="Microsoft YaHei"/>
              </a:defRPr>
            </a:lvl1pPr>
          </a:lstStyle>
          <a:p>
            <a:pPr lvl="0">
              <a:defRPr sz="1800">
                <a:solidFill>
                  <a:srgbClr val="000000"/>
                </a:solidFill>
              </a:defRPr>
            </a:pPr>
            <a:r>
              <a:rPr sz="2000">
                <a:solidFill>
                  <a:srgbClr val="53585F"/>
                </a:solidFill>
              </a:rPr>
              <a:t>项目的原理分析项目的原理分析项目的原理分析项目的原理分析项目的原理分析原理分析项目的原理分析项目的原理分原理分析项目的原理分析项目的原理</a:t>
            </a:r>
          </a:p>
        </p:txBody>
      </p:sp>
      <p:sp>
        <p:nvSpPr>
          <p:cNvPr id="674" name="Shape 674"/>
          <p:cNvSpPr/>
          <p:nvPr/>
        </p:nvSpPr>
        <p:spPr>
          <a:xfrm>
            <a:off x="2501900" y="4283869"/>
            <a:ext cx="4772025" cy="1590675"/>
          </a:xfrm>
          <a:prstGeom prst="rect">
            <a:avLst/>
          </a:prstGeom>
          <a:ln w="12700">
            <a:miter lim="400000"/>
          </a:ln>
          <a:extLst>
            <a:ext uri="{C572A759-6A51-4108-AA02-DFA0A04FC94B}">
              <ma14:wrappingTextBoxFlag xmlns:ma14="http://schemas.microsoft.com/office/mac/drawingml/2011/main" val="1"/>
            </a:ext>
          </a:extLst>
        </p:spPr>
        <p:txBody>
          <a:bodyPr lIns="71436" tIns="71436" rIns="71436" bIns="71436" anchor="ctr">
            <a:spAutoFit/>
          </a:bodyPr>
          <a:lstStyle>
            <a:lvl1pPr algn="l">
              <a:defRPr sz="8600">
                <a:latin typeface="Microsoft YaHei"/>
                <a:ea typeface="Microsoft YaHei"/>
                <a:cs typeface="Microsoft YaHei"/>
                <a:sym typeface="Microsoft YaHei"/>
              </a:defRPr>
            </a:lvl1pPr>
          </a:lstStyle>
          <a:p>
            <a:pPr lvl="0">
              <a:defRPr sz="1800"/>
            </a:pPr>
            <a:r>
              <a:rPr sz="8600"/>
              <a:t>原理分析</a:t>
            </a:r>
          </a:p>
        </p:txBody>
      </p:sp>
      <p:sp>
        <p:nvSpPr>
          <p:cNvPr id="675" name="Shape 675"/>
          <p:cNvSpPr/>
          <p:nvPr/>
        </p:nvSpPr>
        <p:spPr>
          <a:xfrm>
            <a:off x="2501900" y="6215062"/>
            <a:ext cx="4686300" cy="1998981"/>
          </a:xfrm>
          <a:prstGeom prst="rect">
            <a:avLst/>
          </a:prstGeom>
          <a:ln w="12700">
            <a:miter lim="400000"/>
          </a:ln>
          <a:extLst>
            <a:ext uri="{C572A759-6A51-4108-AA02-DFA0A04FC94B}">
              <ma14:wrappingTextBoxFlag xmlns:ma14="http://schemas.microsoft.com/office/mac/drawingml/2011/main" val="1"/>
            </a:ext>
          </a:extLst>
        </p:spPr>
        <p:txBody>
          <a:bodyPr tIns="91439" bIns="91439">
            <a:spAutoFit/>
          </a:bodyPr>
          <a:lstStyle>
            <a:lvl1pPr algn="l" defTabSz="914400">
              <a:lnSpc>
                <a:spcPct val="150000"/>
              </a:lnSpc>
              <a:defRPr sz="2000">
                <a:solidFill>
                  <a:srgbClr val="53585F"/>
                </a:solidFill>
                <a:latin typeface="Microsoft YaHei"/>
                <a:ea typeface="Microsoft YaHei"/>
                <a:cs typeface="Microsoft YaHei"/>
                <a:sym typeface="Microsoft YaHei"/>
              </a:defRPr>
            </a:lvl1pPr>
          </a:lstStyle>
          <a:p>
            <a:pPr lvl="0">
              <a:defRPr sz="1800">
                <a:solidFill>
                  <a:srgbClr val="000000"/>
                </a:solidFill>
              </a:defRPr>
            </a:pPr>
            <a:r>
              <a:rPr sz="2000">
                <a:solidFill>
                  <a:srgbClr val="53585F"/>
                </a:solidFill>
              </a:rPr>
              <a:t>项目的原理分析项目的原理分析项目的原理分析项目的原理分析项目的原理分析原理分析项目的原理分析项目的原理分原理分析项目的原理分析项目的原理</a:t>
            </a:r>
          </a:p>
        </p:txBody>
      </p:sp>
      <p:sp>
        <p:nvSpPr>
          <p:cNvPr id="676" name="Shape 676"/>
          <p:cNvSpPr/>
          <p:nvPr/>
        </p:nvSpPr>
        <p:spPr>
          <a:xfrm>
            <a:off x="2882900" y="8950325"/>
            <a:ext cx="3924300" cy="868680"/>
          </a:xfrm>
          <a:prstGeom prst="rect">
            <a:avLst/>
          </a:prstGeom>
          <a:ln w="12700">
            <a:miter lim="400000"/>
          </a:ln>
          <a:extLst>
            <a:ext uri="{C572A759-6A51-4108-AA02-DFA0A04FC94B}">
              <ma14:wrappingTextBoxFlag xmlns:ma14="http://schemas.microsoft.com/office/mac/drawingml/2011/main" val="1"/>
            </a:ext>
          </a:extLst>
        </p:spPr>
        <p:txBody>
          <a:bodyPr tIns="91439" bIns="91439">
            <a:spAutoFit/>
          </a:bodyPr>
          <a:lstStyle>
            <a:lvl1pPr algn="l" defTabSz="914400">
              <a:defRPr sz="4100">
                <a:solidFill>
                  <a:srgbClr val="FFFFFF"/>
                </a:solidFill>
                <a:latin typeface="Microsoft YaHei"/>
                <a:ea typeface="Microsoft YaHei"/>
                <a:cs typeface="Microsoft YaHei"/>
                <a:sym typeface="Microsoft YaHei"/>
              </a:defRPr>
            </a:lvl1pPr>
          </a:lstStyle>
          <a:p>
            <a:pPr lvl="0">
              <a:defRPr sz="1800">
                <a:solidFill>
                  <a:srgbClr val="000000"/>
                </a:solidFill>
              </a:defRPr>
            </a:pPr>
            <a:r>
              <a:rPr sz="4100">
                <a:solidFill>
                  <a:srgbClr val="FFFFFF"/>
                </a:solidFill>
              </a:rPr>
              <a:t>项目的原理分析</a:t>
            </a:r>
          </a:p>
        </p:txBody>
      </p:sp>
      <p:sp>
        <p:nvSpPr>
          <p:cNvPr id="677" name="Shape 677"/>
          <p:cNvSpPr/>
          <p:nvPr/>
        </p:nvSpPr>
        <p:spPr>
          <a:xfrm>
            <a:off x="2501899" y="296862"/>
            <a:ext cx="5041902" cy="995681"/>
          </a:xfrm>
          <a:prstGeom prst="rect">
            <a:avLst/>
          </a:prstGeom>
          <a:ln w="12700">
            <a:miter lim="400000"/>
          </a:ln>
          <a:extLst>
            <a:ext uri="{C572A759-6A51-4108-AA02-DFA0A04FC94B}">
              <ma14:wrappingTextBoxFlag xmlns:ma14="http://schemas.microsoft.com/office/mac/drawingml/2011/main" val="1"/>
            </a:ext>
          </a:extLst>
        </p:spPr>
        <p:txBody>
          <a:bodyPr tIns="91439" bIns="91439">
            <a:spAutoFit/>
          </a:bodyPr>
          <a:lstStyle>
            <a:lvl1pPr algn="l" defTabSz="914400">
              <a:defRPr>
                <a:solidFill>
                  <a:srgbClr val="0250DE"/>
                </a:solidFill>
                <a:latin typeface="Microsoft YaHei"/>
                <a:ea typeface="Microsoft YaHei"/>
                <a:cs typeface="Microsoft YaHei"/>
                <a:sym typeface="Microsoft YaHei"/>
              </a:defRPr>
            </a:lvl1pPr>
          </a:lstStyle>
          <a:p>
            <a:pPr lvl="0">
              <a:defRPr sz="1800">
                <a:solidFill>
                  <a:srgbClr val="000000"/>
                </a:solidFill>
              </a:defRPr>
            </a:pPr>
            <a:r>
              <a:rPr sz="4800">
                <a:solidFill>
                  <a:srgbClr val="0250DE"/>
                </a:solidFill>
              </a:rPr>
              <a:t>5.项目可行性设计</a:t>
            </a:r>
          </a:p>
        </p:txBody>
      </p:sp>
      <p:sp>
        <p:nvSpPr>
          <p:cNvPr id="678" name="Shape 678"/>
          <p:cNvSpPr/>
          <p:nvPr/>
        </p:nvSpPr>
        <p:spPr>
          <a:xfrm>
            <a:off x="12555537" y="5480050"/>
            <a:ext cx="1363663" cy="868680"/>
          </a:xfrm>
          <a:prstGeom prst="rect">
            <a:avLst/>
          </a:prstGeom>
          <a:ln w="12700">
            <a:miter lim="400000"/>
          </a:ln>
          <a:extLst>
            <a:ext uri="{C572A759-6A51-4108-AA02-DFA0A04FC94B}">
              <ma14:wrappingTextBoxFlag xmlns:ma14="http://schemas.microsoft.com/office/mac/drawingml/2011/main" val="1"/>
            </a:ext>
          </a:extLst>
        </p:spPr>
        <p:txBody>
          <a:bodyPr tIns="91439" bIns="91439">
            <a:spAutoFit/>
          </a:bodyPr>
          <a:lstStyle>
            <a:lvl1pPr algn="l" defTabSz="914400">
              <a:defRPr sz="4100">
                <a:solidFill>
                  <a:srgbClr val="FFFFFF"/>
                </a:solidFill>
                <a:latin typeface="Microsoft YaHei"/>
                <a:ea typeface="Microsoft YaHei"/>
                <a:cs typeface="Microsoft YaHei"/>
                <a:sym typeface="Microsoft YaHei"/>
              </a:defRPr>
            </a:lvl1pPr>
          </a:lstStyle>
          <a:p>
            <a:pPr lvl="0">
              <a:defRPr sz="1800">
                <a:solidFill>
                  <a:srgbClr val="000000"/>
                </a:solidFill>
              </a:defRPr>
            </a:pPr>
            <a:r>
              <a:rPr sz="4100">
                <a:solidFill>
                  <a:srgbClr val="FFFFFF"/>
                </a:solidFill>
              </a:rPr>
              <a:t>顶点</a:t>
            </a:r>
          </a:p>
        </p:txBody>
      </p:sp>
    </p:spTree>
  </p:cSld>
  <p:clrMapOvr>
    <a:masterClrMapping/>
  </p:clrMapOvr>
  <p:transition spd="med"/>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0" name="Shape 680"/>
          <p:cNvSpPr/>
          <p:nvPr/>
        </p:nvSpPr>
        <p:spPr>
          <a:xfrm>
            <a:off x="0" y="12890500"/>
            <a:ext cx="24382413" cy="838200"/>
          </a:xfrm>
          <a:prstGeom prst="rect">
            <a:avLst/>
          </a:prstGeom>
          <a:solidFill>
            <a:srgbClr val="DCDEE0"/>
          </a:solidFill>
          <a:ln w="12700">
            <a:miter lim="400000"/>
          </a:ln>
        </p:spPr>
        <p:txBody>
          <a:bodyPr lIns="0" tIns="0" rIns="0" bIns="0" anchor="ctr"/>
          <a:lstStyle/>
          <a:p>
            <a:pPr lvl="0" defTabSz="914400">
              <a:defRPr sz="3600">
                <a:solidFill>
                  <a:srgbClr val="FFFFFF"/>
                </a:solidFill>
              </a:defRPr>
            </a:pPr>
            <a:endParaRPr/>
          </a:p>
        </p:txBody>
      </p:sp>
      <p:sp>
        <p:nvSpPr>
          <p:cNvPr id="681" name="Shape 681"/>
          <p:cNvSpPr/>
          <p:nvPr/>
        </p:nvSpPr>
        <p:spPr>
          <a:xfrm>
            <a:off x="0" y="12890500"/>
            <a:ext cx="2124075" cy="838200"/>
          </a:xfrm>
          <a:prstGeom prst="rect">
            <a:avLst/>
          </a:prstGeom>
          <a:solidFill>
            <a:srgbClr val="0250DE"/>
          </a:solidFill>
          <a:ln w="12700">
            <a:miter lim="400000"/>
          </a:ln>
        </p:spPr>
        <p:txBody>
          <a:bodyPr lIns="0" tIns="0" rIns="0" bIns="0" anchor="ctr"/>
          <a:lstStyle/>
          <a:p>
            <a:pPr lvl="0" defTabSz="914400">
              <a:defRPr sz="3600">
                <a:solidFill>
                  <a:srgbClr val="FFFFFF"/>
                </a:solidFill>
              </a:defRPr>
            </a:pPr>
            <a:endParaRPr/>
          </a:p>
        </p:txBody>
      </p:sp>
      <p:sp>
        <p:nvSpPr>
          <p:cNvPr id="682" name="Shape 682"/>
          <p:cNvSpPr/>
          <p:nvPr/>
        </p:nvSpPr>
        <p:spPr>
          <a:xfrm>
            <a:off x="12690475" y="5497512"/>
            <a:ext cx="8364538" cy="1"/>
          </a:xfrm>
          <a:prstGeom prst="line">
            <a:avLst/>
          </a:prstGeom>
          <a:ln w="6350">
            <a:solidFill>
              <a:srgbClr val="002060"/>
            </a:solidFill>
            <a:round/>
          </a:ln>
        </p:spPr>
        <p:txBody>
          <a:bodyPr lIns="0" tIns="0" rIns="0" bIns="0"/>
          <a:lstStyle/>
          <a:p>
            <a:pPr lvl="0" algn="l" defTabSz="457200">
              <a:defRPr sz="1200">
                <a:latin typeface="+mn-lt"/>
                <a:ea typeface="+mn-ea"/>
                <a:cs typeface="+mn-cs"/>
                <a:sym typeface="Helvetica"/>
              </a:defRPr>
            </a:pPr>
            <a:endParaRPr/>
          </a:p>
        </p:txBody>
      </p:sp>
      <p:sp>
        <p:nvSpPr>
          <p:cNvPr id="683" name="Shape 683"/>
          <p:cNvSpPr/>
          <p:nvPr/>
        </p:nvSpPr>
        <p:spPr>
          <a:xfrm>
            <a:off x="12307887" y="3905250"/>
            <a:ext cx="8747126" cy="14884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r" defTabSz="914400">
              <a:defRPr sz="8300">
                <a:solidFill>
                  <a:srgbClr val="0250DE"/>
                </a:solidFill>
                <a:latin typeface="Microsoft YaHei"/>
                <a:ea typeface="Microsoft YaHei"/>
                <a:cs typeface="Microsoft YaHei"/>
                <a:sym typeface="Microsoft YaHei"/>
              </a:defRPr>
            </a:lvl1pPr>
          </a:lstStyle>
          <a:p>
            <a:pPr lvl="0">
              <a:defRPr sz="1800">
                <a:solidFill>
                  <a:srgbClr val="000000"/>
                </a:solidFill>
              </a:defRPr>
            </a:pPr>
            <a:r>
              <a:rPr sz="8300">
                <a:solidFill>
                  <a:srgbClr val="0250DE"/>
                </a:solidFill>
              </a:rPr>
              <a:t>6.研究结果及结论</a:t>
            </a:r>
          </a:p>
        </p:txBody>
      </p:sp>
      <p:sp>
        <p:nvSpPr>
          <p:cNvPr id="684" name="Shape 684"/>
          <p:cNvSpPr/>
          <p:nvPr/>
        </p:nvSpPr>
        <p:spPr>
          <a:xfrm>
            <a:off x="17905412" y="5711825"/>
            <a:ext cx="3149601" cy="6883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r" defTabSz="914400">
              <a:defRPr sz="3600">
                <a:solidFill>
                  <a:srgbClr val="53585F"/>
                </a:solidFill>
                <a:latin typeface="Microsoft YaHei"/>
                <a:ea typeface="Microsoft YaHei"/>
                <a:cs typeface="Microsoft YaHei"/>
                <a:sym typeface="Microsoft YaHei"/>
              </a:defRPr>
            </a:lvl1pPr>
          </a:lstStyle>
          <a:p>
            <a:pPr lvl="0">
              <a:defRPr sz="1800">
                <a:solidFill>
                  <a:srgbClr val="000000"/>
                </a:solidFill>
              </a:defRPr>
            </a:pPr>
            <a:r>
              <a:rPr sz="3600">
                <a:solidFill>
                  <a:srgbClr val="53585F"/>
                </a:solidFill>
              </a:rPr>
              <a:t>研究结果</a:t>
            </a:r>
          </a:p>
        </p:txBody>
      </p:sp>
      <p:sp>
        <p:nvSpPr>
          <p:cNvPr id="685" name="Shape 685"/>
          <p:cNvSpPr/>
          <p:nvPr/>
        </p:nvSpPr>
        <p:spPr>
          <a:xfrm>
            <a:off x="18281650" y="6553200"/>
            <a:ext cx="2773363" cy="6883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r" defTabSz="914400">
              <a:defRPr sz="3600">
                <a:solidFill>
                  <a:srgbClr val="53585F"/>
                </a:solidFill>
                <a:latin typeface="Microsoft YaHei"/>
                <a:ea typeface="Microsoft YaHei"/>
                <a:cs typeface="Microsoft YaHei"/>
                <a:sym typeface="Microsoft YaHei"/>
              </a:defRPr>
            </a:lvl1pPr>
          </a:lstStyle>
          <a:p>
            <a:pPr lvl="0">
              <a:defRPr sz="1800">
                <a:solidFill>
                  <a:srgbClr val="000000"/>
                </a:solidFill>
              </a:defRPr>
            </a:pPr>
            <a:r>
              <a:rPr sz="3600">
                <a:solidFill>
                  <a:srgbClr val="53585F"/>
                </a:solidFill>
              </a:rPr>
              <a:t>研究结论</a:t>
            </a:r>
          </a:p>
        </p:txBody>
      </p:sp>
      <p:sp>
        <p:nvSpPr>
          <p:cNvPr id="686" name="Shape 686"/>
          <p:cNvSpPr/>
          <p:nvPr/>
        </p:nvSpPr>
        <p:spPr>
          <a:xfrm>
            <a:off x="10053618" y="3889355"/>
            <a:ext cx="1539836" cy="1539837"/>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59595B"/>
          </a:solidFill>
          <a:ln w="12700">
            <a:miter lim="400000"/>
          </a:ln>
        </p:spPr>
        <p:txBody>
          <a:bodyPr lIns="0" tIns="0" rIns="0" bIns="0" anchor="ctr"/>
          <a:lstStyle/>
          <a:p>
            <a:pPr lvl="0" defTabSz="914400">
              <a:defRPr sz="5400">
                <a:solidFill>
                  <a:srgbClr val="FFFFFF"/>
                </a:solidFill>
                <a:latin typeface="Arial Black"/>
                <a:ea typeface="Arial Black"/>
                <a:cs typeface="Arial Black"/>
                <a:sym typeface="Arial Black"/>
              </a:defRPr>
            </a:pPr>
            <a:endParaRPr/>
          </a:p>
        </p:txBody>
      </p:sp>
      <p:sp>
        <p:nvSpPr>
          <p:cNvPr id="687" name="Shape 687"/>
          <p:cNvSpPr/>
          <p:nvPr/>
        </p:nvSpPr>
        <p:spPr>
          <a:xfrm>
            <a:off x="0" y="3829050"/>
            <a:ext cx="7440613" cy="1539875"/>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21600"/>
                </a:lnTo>
                <a:lnTo>
                  <a:pt x="21600" y="8607"/>
                </a:lnTo>
                <a:lnTo>
                  <a:pt x="19896" y="0"/>
                </a:lnTo>
                <a:lnTo>
                  <a:pt x="0" y="0"/>
                </a:lnTo>
                <a:close/>
              </a:path>
            </a:pathLst>
          </a:custGeom>
          <a:solidFill>
            <a:srgbClr val="0250DE"/>
          </a:solidFill>
          <a:ln w="12700">
            <a:miter lim="400000"/>
          </a:ln>
        </p:spPr>
        <p:txBody>
          <a:bodyPr lIns="0" tIns="0" rIns="0" bIns="0" anchor="ctr"/>
          <a:lstStyle/>
          <a:p>
            <a:pPr lvl="0" defTabSz="914400">
              <a:defRPr sz="1800">
                <a:solidFill>
                  <a:srgbClr val="FFFFFF"/>
                </a:solidFill>
              </a:defRPr>
            </a:pPr>
            <a:endParaRPr/>
          </a:p>
        </p:txBody>
      </p:sp>
    </p:spTree>
  </p:cSld>
  <p:clrMapOvr>
    <a:masterClrMapping/>
  </p:clrMapOvr>
  <p:transition spd="med"/>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9" name="Shape 689"/>
          <p:cNvSpPr/>
          <p:nvPr/>
        </p:nvSpPr>
        <p:spPr>
          <a:xfrm>
            <a:off x="0" y="12890500"/>
            <a:ext cx="24382413" cy="838200"/>
          </a:xfrm>
          <a:prstGeom prst="rect">
            <a:avLst/>
          </a:prstGeom>
          <a:solidFill>
            <a:srgbClr val="DCDEE0"/>
          </a:solidFill>
          <a:ln w="12700">
            <a:miter lim="400000"/>
          </a:ln>
        </p:spPr>
        <p:txBody>
          <a:bodyPr lIns="0" tIns="0" rIns="0" bIns="0" anchor="ctr"/>
          <a:lstStyle/>
          <a:p>
            <a:pPr lvl="0" defTabSz="914400">
              <a:defRPr sz="3600">
                <a:solidFill>
                  <a:srgbClr val="FFFFFF"/>
                </a:solidFill>
              </a:defRPr>
            </a:pPr>
            <a:endParaRPr/>
          </a:p>
        </p:txBody>
      </p:sp>
      <p:sp>
        <p:nvSpPr>
          <p:cNvPr id="690" name="Shape 690"/>
          <p:cNvSpPr/>
          <p:nvPr/>
        </p:nvSpPr>
        <p:spPr>
          <a:xfrm>
            <a:off x="0" y="12890500"/>
            <a:ext cx="2124075" cy="838200"/>
          </a:xfrm>
          <a:prstGeom prst="rect">
            <a:avLst/>
          </a:prstGeom>
          <a:solidFill>
            <a:srgbClr val="0250DE"/>
          </a:solidFill>
          <a:ln w="12700">
            <a:miter lim="400000"/>
          </a:ln>
        </p:spPr>
        <p:txBody>
          <a:bodyPr lIns="0" tIns="0" rIns="0" bIns="0" anchor="ctr"/>
          <a:lstStyle/>
          <a:p>
            <a:pPr lvl="0" defTabSz="914400">
              <a:defRPr sz="3600">
                <a:solidFill>
                  <a:srgbClr val="FFFFFF"/>
                </a:solidFill>
              </a:defRPr>
            </a:pPr>
            <a:endParaRPr/>
          </a:p>
        </p:txBody>
      </p:sp>
      <p:sp>
        <p:nvSpPr>
          <p:cNvPr id="691" name="Shape 691"/>
          <p:cNvSpPr/>
          <p:nvPr/>
        </p:nvSpPr>
        <p:spPr>
          <a:xfrm>
            <a:off x="0" y="0"/>
            <a:ext cx="1270000" cy="1641475"/>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14047"/>
                </a:lnTo>
                <a:lnTo>
                  <a:pt x="21452" y="14047"/>
                </a:lnTo>
                <a:lnTo>
                  <a:pt x="21452" y="0"/>
                </a:lnTo>
                <a:lnTo>
                  <a:pt x="0" y="0"/>
                </a:lnTo>
                <a:close/>
              </a:path>
            </a:pathLst>
          </a:custGeom>
          <a:solidFill>
            <a:srgbClr val="59595B"/>
          </a:solidFill>
          <a:ln w="12700">
            <a:miter lim="400000"/>
          </a:ln>
        </p:spPr>
        <p:txBody>
          <a:bodyPr lIns="0" tIns="0" rIns="0" bIns="0" anchor="ctr"/>
          <a:lstStyle/>
          <a:p>
            <a:pPr lvl="0" defTabSz="914400">
              <a:defRPr sz="3600">
                <a:solidFill>
                  <a:srgbClr val="FFFFFF"/>
                </a:solidFill>
              </a:defRPr>
            </a:pPr>
            <a:endParaRPr/>
          </a:p>
        </p:txBody>
      </p:sp>
      <p:sp>
        <p:nvSpPr>
          <p:cNvPr id="692" name="Shape 692"/>
          <p:cNvSpPr/>
          <p:nvPr/>
        </p:nvSpPr>
        <p:spPr>
          <a:xfrm>
            <a:off x="1647825" y="0"/>
            <a:ext cx="476250" cy="1063625"/>
          </a:xfrm>
          <a:prstGeom prst="rect">
            <a:avLst/>
          </a:prstGeom>
          <a:solidFill>
            <a:srgbClr val="0250DE"/>
          </a:solidFill>
          <a:ln w="12700">
            <a:miter lim="400000"/>
          </a:ln>
        </p:spPr>
        <p:txBody>
          <a:bodyPr lIns="0" tIns="0" rIns="0" bIns="0" anchor="ctr"/>
          <a:lstStyle/>
          <a:p>
            <a:pPr lvl="0" defTabSz="914400">
              <a:defRPr sz="3600">
                <a:solidFill>
                  <a:srgbClr val="FFFFFF"/>
                </a:solidFill>
              </a:defRPr>
            </a:pPr>
            <a:endParaRPr/>
          </a:p>
        </p:txBody>
      </p:sp>
      <p:graphicFrame>
        <p:nvGraphicFramePr>
          <p:cNvPr id="693" name="Chart 693"/>
          <p:cNvGraphicFramePr/>
          <p:nvPr/>
        </p:nvGraphicFramePr>
        <p:xfrm>
          <a:off x="2271910" y="4552689"/>
          <a:ext cx="9104615" cy="5113487"/>
        </p:xfrm>
        <a:graphic>
          <a:graphicData uri="http://schemas.openxmlformats.org/drawingml/2006/chart">
            <c:chart xmlns:c="http://schemas.openxmlformats.org/drawingml/2006/chart" xmlns:r="http://schemas.openxmlformats.org/officeDocument/2006/relationships" r:id="rId2"/>
          </a:graphicData>
        </a:graphic>
      </p:graphicFrame>
      <p:sp>
        <p:nvSpPr>
          <p:cNvPr id="694" name="Shape 694"/>
          <p:cNvSpPr/>
          <p:nvPr/>
        </p:nvSpPr>
        <p:spPr>
          <a:xfrm flipV="1">
            <a:off x="7329480" y="4489449"/>
            <a:ext cx="0" cy="4405313"/>
          </a:xfrm>
          <a:prstGeom prst="line">
            <a:avLst/>
          </a:prstGeom>
          <a:ln w="38100" cap="rnd">
            <a:solidFill>
              <a:srgbClr val="014EDA"/>
            </a:solidFill>
            <a:prstDash val="sysDot"/>
            <a:round/>
          </a:ln>
        </p:spPr>
        <p:txBody>
          <a:bodyPr lIns="0" tIns="0" rIns="0" bIns="0"/>
          <a:lstStyle/>
          <a:p>
            <a:pPr lvl="0" algn="l" defTabSz="457200">
              <a:defRPr sz="1200">
                <a:latin typeface="+mn-lt"/>
                <a:ea typeface="+mn-ea"/>
                <a:cs typeface="+mn-cs"/>
                <a:sym typeface="Helvetica"/>
              </a:defRPr>
            </a:pPr>
            <a:endParaRPr/>
          </a:p>
        </p:txBody>
      </p:sp>
      <p:sp>
        <p:nvSpPr>
          <p:cNvPr id="695" name="Shape 695"/>
          <p:cNvSpPr/>
          <p:nvPr/>
        </p:nvSpPr>
        <p:spPr>
          <a:xfrm>
            <a:off x="8040687" y="4552950"/>
            <a:ext cx="2878138" cy="1450976"/>
          </a:xfrm>
          <a:custGeom>
            <a:avLst/>
            <a:gdLst/>
            <a:ahLst/>
            <a:cxnLst>
              <a:cxn ang="0">
                <a:pos x="wd2" y="hd2"/>
              </a:cxn>
              <a:cxn ang="5400000">
                <a:pos x="wd2" y="hd2"/>
              </a:cxn>
              <a:cxn ang="10800000">
                <a:pos x="wd2" y="hd2"/>
              </a:cxn>
              <a:cxn ang="16200000">
                <a:pos x="wd2" y="hd2"/>
              </a:cxn>
            </a:cxnLst>
            <a:rect l="0" t="0" r="r" b="b"/>
            <a:pathLst>
              <a:path w="21600" h="21600" extrusionOk="0">
                <a:moveTo>
                  <a:pt x="1703" y="0"/>
                </a:moveTo>
                <a:cubicBezTo>
                  <a:pt x="1008" y="0"/>
                  <a:pt x="444" y="1120"/>
                  <a:pt x="444" y="2499"/>
                </a:cubicBezTo>
                <a:lnTo>
                  <a:pt x="444" y="13754"/>
                </a:lnTo>
                <a:cubicBezTo>
                  <a:pt x="444" y="15133"/>
                  <a:pt x="1008" y="16253"/>
                  <a:pt x="1703" y="16253"/>
                </a:cubicBezTo>
                <a:lnTo>
                  <a:pt x="3020" y="16253"/>
                </a:lnTo>
                <a:lnTo>
                  <a:pt x="0" y="21600"/>
                </a:lnTo>
                <a:lnTo>
                  <a:pt x="6829" y="16253"/>
                </a:lnTo>
                <a:lnTo>
                  <a:pt x="20340" y="16253"/>
                </a:lnTo>
                <a:cubicBezTo>
                  <a:pt x="21035" y="16253"/>
                  <a:pt x="21600" y="15133"/>
                  <a:pt x="21600" y="13754"/>
                </a:cubicBezTo>
                <a:lnTo>
                  <a:pt x="21600" y="2499"/>
                </a:lnTo>
                <a:cubicBezTo>
                  <a:pt x="21600" y="1120"/>
                  <a:pt x="21035" y="0"/>
                  <a:pt x="20340" y="0"/>
                </a:cubicBezTo>
                <a:lnTo>
                  <a:pt x="1703" y="0"/>
                </a:lnTo>
                <a:close/>
              </a:path>
            </a:pathLst>
          </a:custGeom>
          <a:solidFill>
            <a:srgbClr val="014EDA"/>
          </a:solidFill>
          <a:ln w="12700">
            <a:miter lim="400000"/>
          </a:ln>
        </p:spPr>
        <p:txBody>
          <a:bodyPr lIns="0" tIns="0" rIns="0" bIns="0" anchor="ctr"/>
          <a:lstStyle/>
          <a:p>
            <a:pPr lvl="0">
              <a:defRPr sz="3200">
                <a:latin typeface="Helvetica Light"/>
                <a:ea typeface="Helvetica Light"/>
                <a:cs typeface="Helvetica Light"/>
                <a:sym typeface="Helvetica Light"/>
              </a:defRPr>
            </a:pPr>
            <a:endParaRPr/>
          </a:p>
        </p:txBody>
      </p:sp>
      <p:sp>
        <p:nvSpPr>
          <p:cNvPr id="696" name="Shape 696"/>
          <p:cNvSpPr/>
          <p:nvPr/>
        </p:nvSpPr>
        <p:spPr>
          <a:xfrm>
            <a:off x="7134223" y="6334125"/>
            <a:ext cx="390516" cy="390517"/>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0250DE"/>
          </a:solidFill>
          <a:ln w="12700">
            <a:miter lim="400000"/>
          </a:ln>
          <a:effectLst>
            <a:outerShdw blurRad="317500" dist="170323" dir="5400000" rotWithShape="0">
              <a:srgbClr val="000000">
                <a:alpha val="8045"/>
              </a:srgbClr>
            </a:outerShdw>
          </a:effectLst>
        </p:spPr>
        <p:txBody>
          <a:bodyPr lIns="0" tIns="0" rIns="0" bIns="0" anchor="ctr"/>
          <a:lstStyle/>
          <a:p>
            <a:pPr lvl="0">
              <a:defRPr sz="3200">
                <a:latin typeface="Helvetica Light"/>
                <a:ea typeface="Helvetica Light"/>
                <a:cs typeface="Helvetica Light"/>
                <a:sym typeface="Helvetica Light"/>
              </a:defRPr>
            </a:pPr>
            <a:endParaRPr/>
          </a:p>
        </p:txBody>
      </p:sp>
      <p:sp>
        <p:nvSpPr>
          <p:cNvPr id="697" name="Shape 697"/>
          <p:cNvSpPr/>
          <p:nvPr/>
        </p:nvSpPr>
        <p:spPr>
          <a:xfrm>
            <a:off x="8099425" y="4645321"/>
            <a:ext cx="2786063" cy="759820"/>
          </a:xfrm>
          <a:prstGeom prst="rect">
            <a:avLst/>
          </a:prstGeom>
          <a:ln w="12700">
            <a:miter lim="400000"/>
          </a:ln>
          <a:extLst>
            <a:ext uri="{C572A759-6A51-4108-AA02-DFA0A04FC94B}">
              <ma14:wrappingTextBoxFlag xmlns:ma14="http://schemas.microsoft.com/office/mac/drawingml/2011/main" val="1"/>
            </a:ext>
          </a:extLst>
        </p:spPr>
        <p:txBody>
          <a:bodyPr lIns="71436" tIns="71436" rIns="71436" bIns="71436" anchor="ctr">
            <a:spAutoFit/>
          </a:bodyPr>
          <a:lstStyle>
            <a:lvl1pPr>
              <a:defRPr sz="5000">
                <a:solidFill>
                  <a:srgbClr val="FFFFFF"/>
                </a:solidFill>
                <a:latin typeface="Helvetica Light"/>
                <a:ea typeface="Helvetica Light"/>
                <a:cs typeface="Helvetica Light"/>
                <a:sym typeface="Helvetica Light"/>
              </a:defRPr>
            </a:lvl1pPr>
          </a:lstStyle>
          <a:p>
            <a:pPr lvl="0">
              <a:defRPr sz="1800">
                <a:solidFill>
                  <a:srgbClr val="000000"/>
                </a:solidFill>
              </a:defRPr>
            </a:pPr>
            <a:r>
              <a:rPr sz="4000" dirty="0" smtClean="0">
                <a:solidFill>
                  <a:srgbClr val="FFFFFF"/>
                </a:solidFill>
                <a:latin typeface="微软雅黑" panose="020B0503020204020204" pitchFamily="34" charset="-122"/>
                <a:ea typeface="微软雅黑" panose="020B0503020204020204" pitchFamily="34" charset="-122"/>
              </a:rPr>
              <a:t>输</a:t>
            </a:r>
            <a:r>
              <a:rPr lang="zh-CN" altLang="en-US" sz="4000" dirty="0" smtClean="0">
                <a:solidFill>
                  <a:srgbClr val="FFFFFF"/>
                </a:solidFill>
                <a:latin typeface="微软雅黑" panose="020B0503020204020204" pitchFamily="34" charset="-122"/>
                <a:ea typeface="微软雅黑" panose="020B0503020204020204" pitchFamily="34" charset="-122"/>
              </a:rPr>
              <a:t>入</a:t>
            </a:r>
            <a:r>
              <a:rPr sz="4000" dirty="0" err="1" smtClean="0">
                <a:solidFill>
                  <a:srgbClr val="FFFFFF"/>
                </a:solidFill>
                <a:latin typeface="微软雅黑" panose="020B0503020204020204" pitchFamily="34" charset="-122"/>
                <a:ea typeface="微软雅黑" panose="020B0503020204020204" pitchFamily="34" charset="-122"/>
              </a:rPr>
              <a:t>文字</a:t>
            </a:r>
            <a:endParaRPr sz="4000" dirty="0">
              <a:solidFill>
                <a:srgbClr val="FFFFFF"/>
              </a:solidFill>
              <a:latin typeface="微软雅黑" panose="020B0503020204020204" pitchFamily="34" charset="-122"/>
              <a:ea typeface="微软雅黑" panose="020B0503020204020204" pitchFamily="34" charset="-122"/>
            </a:endParaRPr>
          </a:p>
        </p:txBody>
      </p:sp>
      <p:sp>
        <p:nvSpPr>
          <p:cNvPr id="698" name="Shape 698"/>
          <p:cNvSpPr/>
          <p:nvPr/>
        </p:nvSpPr>
        <p:spPr>
          <a:xfrm>
            <a:off x="3889375" y="4643215"/>
            <a:ext cx="866775" cy="500507"/>
          </a:xfrm>
          <a:prstGeom prst="rect">
            <a:avLst/>
          </a:prstGeom>
          <a:ln w="12700">
            <a:miter lim="400000"/>
          </a:ln>
          <a:extLst>
            <a:ext uri="{C572A759-6A51-4108-AA02-DFA0A04FC94B}">
              <ma14:wrappingTextBoxFlag xmlns:ma14="http://schemas.microsoft.com/office/mac/drawingml/2011/main" val="1"/>
            </a:ext>
          </a:extLst>
        </p:spPr>
        <p:txBody>
          <a:bodyPr wrap="none" lIns="71436" tIns="71436" rIns="71436" bIns="71436" anchor="ctr">
            <a:spAutoFit/>
          </a:bodyPr>
          <a:lstStyle>
            <a:lvl1pPr>
              <a:defRPr sz="2800">
                <a:latin typeface="+mn-lt"/>
                <a:ea typeface="+mn-ea"/>
                <a:cs typeface="+mn-cs"/>
                <a:sym typeface="Helvetica"/>
              </a:defRPr>
            </a:lvl1pPr>
          </a:lstStyle>
          <a:p>
            <a:pPr lvl="0">
              <a:defRPr sz="1800"/>
            </a:pPr>
            <a:r>
              <a:rPr sz="2800"/>
              <a:t>文字</a:t>
            </a:r>
          </a:p>
        </p:txBody>
      </p:sp>
      <p:sp>
        <p:nvSpPr>
          <p:cNvPr id="699" name="Shape 699"/>
          <p:cNvSpPr/>
          <p:nvPr/>
        </p:nvSpPr>
        <p:spPr>
          <a:xfrm>
            <a:off x="9047162" y="8450040"/>
            <a:ext cx="866775" cy="500507"/>
          </a:xfrm>
          <a:prstGeom prst="rect">
            <a:avLst/>
          </a:prstGeom>
          <a:ln w="12700">
            <a:miter lim="400000"/>
          </a:ln>
          <a:extLst>
            <a:ext uri="{C572A759-6A51-4108-AA02-DFA0A04FC94B}">
              <ma14:wrappingTextBoxFlag xmlns:ma14="http://schemas.microsoft.com/office/mac/drawingml/2011/main" val="1"/>
            </a:ext>
          </a:extLst>
        </p:spPr>
        <p:txBody>
          <a:bodyPr wrap="none" lIns="71436" tIns="71436" rIns="71436" bIns="71436" anchor="ctr">
            <a:spAutoFit/>
          </a:bodyPr>
          <a:lstStyle>
            <a:lvl1pPr>
              <a:defRPr sz="2800">
                <a:latin typeface="+mn-lt"/>
                <a:ea typeface="+mn-ea"/>
                <a:cs typeface="+mn-cs"/>
                <a:sym typeface="Helvetica"/>
              </a:defRPr>
            </a:lvl1pPr>
          </a:lstStyle>
          <a:p>
            <a:pPr lvl="0">
              <a:defRPr sz="1800"/>
            </a:pPr>
            <a:r>
              <a:rPr sz="2800"/>
              <a:t>文字</a:t>
            </a:r>
          </a:p>
        </p:txBody>
      </p:sp>
      <p:sp>
        <p:nvSpPr>
          <p:cNvPr id="700" name="Shape 700"/>
          <p:cNvSpPr/>
          <p:nvPr/>
        </p:nvSpPr>
        <p:spPr>
          <a:xfrm>
            <a:off x="16148050" y="3302396"/>
            <a:ext cx="3452813" cy="1067597"/>
          </a:xfrm>
          <a:prstGeom prst="rect">
            <a:avLst/>
          </a:prstGeom>
          <a:ln w="12700">
            <a:miter lim="400000"/>
          </a:ln>
          <a:extLst>
            <a:ext uri="{C572A759-6A51-4108-AA02-DFA0A04FC94B}">
              <ma14:wrappingTextBoxFlag xmlns:ma14="http://schemas.microsoft.com/office/mac/drawingml/2011/main" val="1"/>
            </a:ext>
          </a:extLst>
        </p:spPr>
        <p:txBody>
          <a:bodyPr lIns="71436" tIns="71436" rIns="71436" bIns="71436" anchor="ctr">
            <a:spAutoFit/>
          </a:bodyPr>
          <a:lstStyle>
            <a:lvl1pPr algn="l">
              <a:defRPr sz="6000">
                <a:latin typeface="+mn-lt"/>
                <a:ea typeface="+mn-ea"/>
                <a:cs typeface="+mn-cs"/>
                <a:sym typeface="Helvetica"/>
              </a:defRPr>
            </a:lvl1pPr>
          </a:lstStyle>
          <a:p>
            <a:pPr lvl="0">
              <a:defRPr sz="1800"/>
            </a:pPr>
            <a:r>
              <a:rPr sz="6000" dirty="0" err="1">
                <a:latin typeface="微软雅黑" panose="020B0503020204020204" pitchFamily="34" charset="-122"/>
                <a:ea typeface="微软雅黑" panose="020B0503020204020204" pitchFamily="34" charset="-122"/>
              </a:rPr>
              <a:t>输入文字</a:t>
            </a:r>
            <a:endParaRPr sz="6000" dirty="0">
              <a:latin typeface="微软雅黑" panose="020B0503020204020204" pitchFamily="34" charset="-122"/>
              <a:ea typeface="微软雅黑" panose="020B0503020204020204" pitchFamily="34" charset="-122"/>
            </a:endParaRPr>
          </a:p>
        </p:txBody>
      </p:sp>
      <p:sp>
        <p:nvSpPr>
          <p:cNvPr id="701" name="Shape 701"/>
          <p:cNvSpPr/>
          <p:nvPr/>
        </p:nvSpPr>
        <p:spPr>
          <a:xfrm>
            <a:off x="16148050" y="4913931"/>
            <a:ext cx="5041901" cy="528988"/>
          </a:xfrm>
          <a:prstGeom prst="rect">
            <a:avLst/>
          </a:prstGeom>
          <a:ln w="12700">
            <a:miter lim="400000"/>
          </a:ln>
          <a:extLst>
            <a:ext uri="{C572A759-6A51-4108-AA02-DFA0A04FC94B}">
              <ma14:wrappingTextBoxFlag xmlns:ma14="http://schemas.microsoft.com/office/mac/drawingml/2011/main" val="1"/>
            </a:ext>
          </a:extLst>
        </p:spPr>
        <p:txBody>
          <a:bodyPr lIns="71436" tIns="71436" rIns="71436" bIns="71436" anchor="ctr">
            <a:spAutoFit/>
          </a:bodyPr>
          <a:lstStyle>
            <a:lvl1pPr marL="186861" indent="-186861" algn="just">
              <a:buClr>
                <a:srgbClr val="2C2C34"/>
              </a:buClr>
              <a:buSzPct val="100000"/>
              <a:buFont typeface="Helvetica Neue Light"/>
              <a:buChar char="•"/>
              <a:defRPr sz="2500">
                <a:solidFill>
                  <a:srgbClr val="2C2C34"/>
                </a:solidFill>
                <a:latin typeface="Helvetica Neue Light"/>
                <a:ea typeface="Helvetica Neue Light"/>
                <a:cs typeface="Helvetica Neue Light"/>
                <a:sym typeface="Helvetica Neue Light"/>
              </a:defRPr>
            </a:lvl1pPr>
          </a:lstStyle>
          <a:p>
            <a:pPr lvl="0">
              <a:defRPr sz="1800">
                <a:solidFill>
                  <a:srgbClr val="000000"/>
                </a:solidFill>
              </a:defRPr>
            </a:pPr>
            <a:r>
              <a:rPr sz="2500">
                <a:solidFill>
                  <a:srgbClr val="2C2C34"/>
                </a:solidFill>
                <a:latin typeface="微软雅黑" panose="020B0503020204020204" pitchFamily="34" charset="-122"/>
                <a:ea typeface="微软雅黑" panose="020B0503020204020204" pitchFamily="34" charset="-122"/>
              </a:rPr>
              <a:t>研究结果及结论研究结果及结论</a:t>
            </a:r>
          </a:p>
        </p:txBody>
      </p:sp>
      <p:sp>
        <p:nvSpPr>
          <p:cNvPr id="702" name="Shape 702"/>
          <p:cNvSpPr/>
          <p:nvPr/>
        </p:nvSpPr>
        <p:spPr>
          <a:xfrm>
            <a:off x="16148050" y="8639175"/>
            <a:ext cx="5041901" cy="1282700"/>
          </a:xfrm>
          <a:prstGeom prst="rect">
            <a:avLst/>
          </a:prstGeom>
          <a:solidFill>
            <a:srgbClr val="014EDA"/>
          </a:solidFill>
          <a:ln w="12700">
            <a:miter lim="400000"/>
          </a:ln>
          <a:effectLst>
            <a:outerShdw blurRad="25400" dist="12700" dir="5400000" rotWithShape="0">
              <a:srgbClr val="000000">
                <a:alpha val="50000"/>
              </a:srgbClr>
            </a:outerShdw>
          </a:effectLst>
        </p:spPr>
        <p:txBody>
          <a:bodyPr lIns="0" tIns="0" rIns="0" bIns="0" anchor="ctr"/>
          <a:lstStyle/>
          <a:p>
            <a:pPr lvl="0">
              <a:defRPr sz="3200">
                <a:solidFill>
                  <a:srgbClr val="FFFFFF"/>
                </a:solidFill>
                <a:latin typeface="Helvetica Light"/>
                <a:ea typeface="Helvetica Light"/>
                <a:cs typeface="Helvetica Light"/>
                <a:sym typeface="Helvetica Light"/>
              </a:defRPr>
            </a:pPr>
            <a:endParaRPr>
              <a:latin typeface="微软雅黑" panose="020B0503020204020204" pitchFamily="34" charset="-122"/>
              <a:ea typeface="微软雅黑" panose="020B0503020204020204" pitchFamily="34" charset="-122"/>
            </a:endParaRPr>
          </a:p>
        </p:txBody>
      </p:sp>
      <p:sp>
        <p:nvSpPr>
          <p:cNvPr id="703" name="Shape 703"/>
          <p:cNvSpPr/>
          <p:nvPr/>
        </p:nvSpPr>
        <p:spPr>
          <a:xfrm>
            <a:off x="16858926" y="8823671"/>
            <a:ext cx="3350273" cy="913709"/>
          </a:xfrm>
          <a:prstGeom prst="rect">
            <a:avLst/>
          </a:prstGeom>
          <a:ln w="12700">
            <a:miter lim="400000"/>
          </a:ln>
          <a:extLst>
            <a:ext uri="{C572A759-6A51-4108-AA02-DFA0A04FC94B}">
              <ma14:wrappingTextBoxFlag xmlns:ma14="http://schemas.microsoft.com/office/mac/drawingml/2011/main" val="1"/>
            </a:ext>
          </a:extLst>
        </p:spPr>
        <p:txBody>
          <a:bodyPr wrap="none" lIns="71436" tIns="71436" rIns="71436" bIns="71436" anchor="ctr">
            <a:spAutoFit/>
          </a:bodyPr>
          <a:lstStyle>
            <a:lvl1pPr>
              <a:defRPr sz="5000">
                <a:solidFill>
                  <a:srgbClr val="FFFFFF"/>
                </a:solidFill>
                <a:latin typeface="+mn-lt"/>
                <a:ea typeface="+mn-ea"/>
                <a:cs typeface="+mn-cs"/>
                <a:sym typeface="Helvetica"/>
              </a:defRPr>
            </a:lvl1pPr>
          </a:lstStyle>
          <a:p>
            <a:pPr lvl="0">
              <a:defRPr sz="1800">
                <a:solidFill>
                  <a:srgbClr val="000000"/>
                </a:solidFill>
              </a:defRPr>
            </a:pPr>
            <a:r>
              <a:rPr sz="5000">
                <a:solidFill>
                  <a:srgbClr val="FFFFFF"/>
                </a:solidFill>
                <a:latin typeface="微软雅黑" panose="020B0503020204020204" pitchFamily="34" charset="-122"/>
                <a:ea typeface="微软雅黑" panose="020B0503020204020204" pitchFamily="34" charset="-122"/>
              </a:rPr>
              <a:t>结果及结论</a:t>
            </a:r>
          </a:p>
        </p:txBody>
      </p:sp>
      <p:sp>
        <p:nvSpPr>
          <p:cNvPr id="704" name="Shape 704"/>
          <p:cNvSpPr/>
          <p:nvPr/>
        </p:nvSpPr>
        <p:spPr>
          <a:xfrm>
            <a:off x="6909597" y="6080948"/>
            <a:ext cx="839767" cy="839767"/>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0250DE">
              <a:alpha val="59062"/>
            </a:srgbClr>
          </a:solidFill>
          <a:ln w="12700">
            <a:miter lim="400000"/>
          </a:ln>
          <a:effectLst>
            <a:outerShdw blurRad="317500" dist="170323" dir="5400000" rotWithShape="0">
              <a:srgbClr val="000000">
                <a:alpha val="8045"/>
              </a:srgbClr>
            </a:outerShdw>
          </a:effectLst>
        </p:spPr>
        <p:txBody>
          <a:bodyPr lIns="0" tIns="0" rIns="0" bIns="0" anchor="ctr"/>
          <a:lstStyle/>
          <a:p>
            <a:pPr lvl="0">
              <a:defRPr sz="3200">
                <a:latin typeface="Helvetica Light"/>
                <a:ea typeface="Helvetica Light"/>
                <a:cs typeface="Helvetica Light"/>
                <a:sym typeface="Helvetica Light"/>
              </a:defRPr>
            </a:pPr>
            <a:endParaRPr/>
          </a:p>
        </p:txBody>
      </p:sp>
      <p:sp>
        <p:nvSpPr>
          <p:cNvPr id="705" name="Shape 705"/>
          <p:cNvSpPr/>
          <p:nvPr/>
        </p:nvSpPr>
        <p:spPr>
          <a:xfrm>
            <a:off x="2501899" y="296862"/>
            <a:ext cx="5041902" cy="995681"/>
          </a:xfrm>
          <a:prstGeom prst="rect">
            <a:avLst/>
          </a:prstGeom>
          <a:ln w="12700">
            <a:miter lim="400000"/>
          </a:ln>
          <a:extLst>
            <a:ext uri="{C572A759-6A51-4108-AA02-DFA0A04FC94B}">
              <ma14:wrappingTextBoxFlag xmlns:ma14="http://schemas.microsoft.com/office/mac/drawingml/2011/main" val="1"/>
            </a:ext>
          </a:extLst>
        </p:spPr>
        <p:txBody>
          <a:bodyPr tIns="91439" bIns="91439">
            <a:spAutoFit/>
          </a:bodyPr>
          <a:lstStyle>
            <a:lvl1pPr algn="l" defTabSz="914400">
              <a:defRPr>
                <a:solidFill>
                  <a:srgbClr val="0250DE"/>
                </a:solidFill>
                <a:latin typeface="Microsoft YaHei"/>
                <a:ea typeface="Microsoft YaHei"/>
                <a:cs typeface="Microsoft YaHei"/>
                <a:sym typeface="Microsoft YaHei"/>
              </a:defRPr>
            </a:lvl1pPr>
          </a:lstStyle>
          <a:p>
            <a:pPr lvl="0">
              <a:defRPr sz="1800">
                <a:solidFill>
                  <a:srgbClr val="000000"/>
                </a:solidFill>
              </a:defRPr>
            </a:pPr>
            <a:r>
              <a:rPr sz="4800">
                <a:solidFill>
                  <a:srgbClr val="0250DE"/>
                </a:solidFill>
              </a:rPr>
              <a:t>6.研究结果及结论</a:t>
            </a:r>
          </a:p>
        </p:txBody>
      </p:sp>
      <p:sp>
        <p:nvSpPr>
          <p:cNvPr id="706" name="Shape 706"/>
          <p:cNvSpPr/>
          <p:nvPr/>
        </p:nvSpPr>
        <p:spPr>
          <a:xfrm>
            <a:off x="16148050" y="5837856"/>
            <a:ext cx="5041901" cy="528988"/>
          </a:xfrm>
          <a:prstGeom prst="rect">
            <a:avLst/>
          </a:prstGeom>
          <a:ln w="12700">
            <a:miter lim="400000"/>
          </a:ln>
          <a:extLst>
            <a:ext uri="{C572A759-6A51-4108-AA02-DFA0A04FC94B}">
              <ma14:wrappingTextBoxFlag xmlns:ma14="http://schemas.microsoft.com/office/mac/drawingml/2011/main" val="1"/>
            </a:ext>
          </a:extLst>
        </p:spPr>
        <p:txBody>
          <a:bodyPr lIns="71436" tIns="71436" rIns="71436" bIns="71436" anchor="ctr">
            <a:spAutoFit/>
          </a:bodyPr>
          <a:lstStyle>
            <a:lvl1pPr marL="186861" indent="-186861" algn="just">
              <a:buClr>
                <a:srgbClr val="2C2C34"/>
              </a:buClr>
              <a:buSzPct val="100000"/>
              <a:buFont typeface="Helvetica Neue Light"/>
              <a:buChar char="•"/>
              <a:defRPr sz="2500">
                <a:solidFill>
                  <a:srgbClr val="2C2C34"/>
                </a:solidFill>
                <a:latin typeface="Helvetica Neue Light"/>
                <a:ea typeface="Helvetica Neue Light"/>
                <a:cs typeface="Helvetica Neue Light"/>
                <a:sym typeface="Helvetica Neue Light"/>
              </a:defRPr>
            </a:lvl1pPr>
          </a:lstStyle>
          <a:p>
            <a:pPr lvl="0">
              <a:defRPr sz="1800">
                <a:solidFill>
                  <a:srgbClr val="000000"/>
                </a:solidFill>
              </a:defRPr>
            </a:pPr>
            <a:r>
              <a:rPr sz="2500">
                <a:solidFill>
                  <a:srgbClr val="2C2C34"/>
                </a:solidFill>
                <a:latin typeface="微软雅黑" panose="020B0503020204020204" pitchFamily="34" charset="-122"/>
                <a:ea typeface="微软雅黑" panose="020B0503020204020204" pitchFamily="34" charset="-122"/>
              </a:rPr>
              <a:t>研究结果及结论研究结果及结论</a:t>
            </a:r>
          </a:p>
        </p:txBody>
      </p:sp>
      <p:sp>
        <p:nvSpPr>
          <p:cNvPr id="707" name="Shape 707"/>
          <p:cNvSpPr/>
          <p:nvPr/>
        </p:nvSpPr>
        <p:spPr>
          <a:xfrm>
            <a:off x="16148050" y="6760193"/>
            <a:ext cx="5041901" cy="528988"/>
          </a:xfrm>
          <a:prstGeom prst="rect">
            <a:avLst/>
          </a:prstGeom>
          <a:ln w="12700">
            <a:miter lim="400000"/>
          </a:ln>
          <a:extLst>
            <a:ext uri="{C572A759-6A51-4108-AA02-DFA0A04FC94B}">
              <ma14:wrappingTextBoxFlag xmlns:ma14="http://schemas.microsoft.com/office/mac/drawingml/2011/main" val="1"/>
            </a:ext>
          </a:extLst>
        </p:spPr>
        <p:txBody>
          <a:bodyPr lIns="71436" tIns="71436" rIns="71436" bIns="71436" anchor="ctr">
            <a:spAutoFit/>
          </a:bodyPr>
          <a:lstStyle>
            <a:lvl1pPr marL="186861" indent="-186861" algn="just">
              <a:buClr>
                <a:srgbClr val="2C2C34"/>
              </a:buClr>
              <a:buSzPct val="100000"/>
              <a:buFont typeface="Helvetica Neue Light"/>
              <a:buChar char="•"/>
              <a:defRPr sz="2500">
                <a:solidFill>
                  <a:srgbClr val="2C2C34"/>
                </a:solidFill>
                <a:latin typeface="Helvetica Neue Light"/>
                <a:ea typeface="Helvetica Neue Light"/>
                <a:cs typeface="Helvetica Neue Light"/>
                <a:sym typeface="Helvetica Neue Light"/>
              </a:defRPr>
            </a:lvl1pPr>
          </a:lstStyle>
          <a:p>
            <a:pPr lvl="0">
              <a:defRPr sz="1800">
                <a:solidFill>
                  <a:srgbClr val="000000"/>
                </a:solidFill>
              </a:defRPr>
            </a:pPr>
            <a:r>
              <a:rPr sz="2500">
                <a:solidFill>
                  <a:srgbClr val="2C2C34"/>
                </a:solidFill>
                <a:latin typeface="微软雅黑" panose="020B0503020204020204" pitchFamily="34" charset="-122"/>
                <a:ea typeface="微软雅黑" panose="020B0503020204020204" pitchFamily="34" charset="-122"/>
              </a:rPr>
              <a:t>研究结果及结论研究结果及结论</a:t>
            </a:r>
          </a:p>
        </p:txBody>
      </p:sp>
      <p:sp>
        <p:nvSpPr>
          <p:cNvPr id="708" name="Shape 708"/>
          <p:cNvSpPr/>
          <p:nvPr/>
        </p:nvSpPr>
        <p:spPr>
          <a:xfrm>
            <a:off x="16148050" y="7684118"/>
            <a:ext cx="5041901" cy="528988"/>
          </a:xfrm>
          <a:prstGeom prst="rect">
            <a:avLst/>
          </a:prstGeom>
          <a:ln w="12700">
            <a:miter lim="400000"/>
          </a:ln>
          <a:extLst>
            <a:ext uri="{C572A759-6A51-4108-AA02-DFA0A04FC94B}">
              <ma14:wrappingTextBoxFlag xmlns:ma14="http://schemas.microsoft.com/office/mac/drawingml/2011/main" val="1"/>
            </a:ext>
          </a:extLst>
        </p:spPr>
        <p:txBody>
          <a:bodyPr lIns="71436" tIns="71436" rIns="71436" bIns="71436" anchor="ctr">
            <a:spAutoFit/>
          </a:bodyPr>
          <a:lstStyle>
            <a:lvl1pPr marL="186861" indent="-186861" algn="just">
              <a:buClr>
                <a:srgbClr val="2C2C34"/>
              </a:buClr>
              <a:buSzPct val="100000"/>
              <a:buFont typeface="Helvetica Neue Light"/>
              <a:buChar char="•"/>
              <a:defRPr sz="2500">
                <a:solidFill>
                  <a:srgbClr val="2C2C34"/>
                </a:solidFill>
                <a:latin typeface="Helvetica Neue Light"/>
                <a:ea typeface="Helvetica Neue Light"/>
                <a:cs typeface="Helvetica Neue Light"/>
                <a:sym typeface="Helvetica Neue Light"/>
              </a:defRPr>
            </a:lvl1pPr>
          </a:lstStyle>
          <a:p>
            <a:pPr lvl="0">
              <a:defRPr sz="1800">
                <a:solidFill>
                  <a:srgbClr val="000000"/>
                </a:solidFill>
              </a:defRPr>
            </a:pPr>
            <a:r>
              <a:rPr sz="2500">
                <a:solidFill>
                  <a:srgbClr val="2C2C34"/>
                </a:solidFill>
                <a:latin typeface="微软雅黑" panose="020B0503020204020204" pitchFamily="34" charset="-122"/>
                <a:ea typeface="微软雅黑" panose="020B0503020204020204" pitchFamily="34" charset="-122"/>
              </a:rPr>
              <a:t>研究结果及结论研究结果及结论</a:t>
            </a:r>
          </a:p>
        </p:txBody>
      </p:sp>
    </p:spTree>
  </p:cSld>
  <p:clrMapOvr>
    <a:masterClrMapping/>
  </p:clrMapOvr>
  <p:transition spd="med"/>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0" name="Shape 710"/>
          <p:cNvSpPr/>
          <p:nvPr/>
        </p:nvSpPr>
        <p:spPr>
          <a:xfrm>
            <a:off x="0" y="12890500"/>
            <a:ext cx="24382413" cy="838200"/>
          </a:xfrm>
          <a:prstGeom prst="rect">
            <a:avLst/>
          </a:prstGeom>
          <a:solidFill>
            <a:srgbClr val="DCDEE0"/>
          </a:solidFill>
          <a:ln w="12700">
            <a:miter lim="400000"/>
          </a:ln>
        </p:spPr>
        <p:txBody>
          <a:bodyPr lIns="0" tIns="0" rIns="0" bIns="0" anchor="ctr"/>
          <a:lstStyle/>
          <a:p>
            <a:pPr lvl="0" defTabSz="914400">
              <a:defRPr sz="3600">
                <a:solidFill>
                  <a:srgbClr val="FFFFFF"/>
                </a:solidFill>
              </a:defRPr>
            </a:pPr>
            <a:endParaRPr/>
          </a:p>
        </p:txBody>
      </p:sp>
      <p:sp>
        <p:nvSpPr>
          <p:cNvPr id="711" name="Shape 711"/>
          <p:cNvSpPr/>
          <p:nvPr/>
        </p:nvSpPr>
        <p:spPr>
          <a:xfrm>
            <a:off x="0" y="12890500"/>
            <a:ext cx="2124075" cy="838200"/>
          </a:xfrm>
          <a:prstGeom prst="rect">
            <a:avLst/>
          </a:prstGeom>
          <a:solidFill>
            <a:srgbClr val="0250DE"/>
          </a:solidFill>
          <a:ln w="12700">
            <a:miter lim="400000"/>
          </a:ln>
        </p:spPr>
        <p:txBody>
          <a:bodyPr lIns="0" tIns="0" rIns="0" bIns="0" anchor="ctr"/>
          <a:lstStyle/>
          <a:p>
            <a:pPr lvl="0" defTabSz="914400">
              <a:defRPr sz="3600">
                <a:solidFill>
                  <a:srgbClr val="FFFFFF"/>
                </a:solidFill>
              </a:defRPr>
            </a:pPr>
            <a:endParaRPr/>
          </a:p>
        </p:txBody>
      </p:sp>
      <p:sp>
        <p:nvSpPr>
          <p:cNvPr id="712" name="Shape 712"/>
          <p:cNvSpPr/>
          <p:nvPr/>
        </p:nvSpPr>
        <p:spPr>
          <a:xfrm>
            <a:off x="1647790" y="2285965"/>
            <a:ext cx="2698683" cy="2698683"/>
          </a:xfrm>
          <a:custGeom>
            <a:avLst/>
            <a:gdLst/>
            <a:ahLst/>
            <a:cxnLst>
              <a:cxn ang="0">
                <a:pos x="wd2" y="hd2"/>
              </a:cxn>
              <a:cxn ang="5400000">
                <a:pos x="wd2" y="hd2"/>
              </a:cxn>
              <a:cxn ang="10800000">
                <a:pos x="wd2" y="hd2"/>
              </a:cxn>
              <a:cxn ang="16200000">
                <a:pos x="wd2" y="hd2"/>
              </a:cxn>
            </a:cxnLst>
            <a:rect l="0" t="0" r="r" b="b"/>
            <a:pathLst>
              <a:path w="19678" h="19678"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0250DE"/>
          </a:solidFill>
          <a:ln w="12700">
            <a:miter lim="400000"/>
          </a:ln>
        </p:spPr>
        <p:txBody>
          <a:bodyPr lIns="0" tIns="0" rIns="0" bIns="0" anchor="ctr"/>
          <a:lstStyle/>
          <a:p>
            <a:pPr lvl="0">
              <a:defRPr sz="3200">
                <a:solidFill>
                  <a:srgbClr val="FFFFFF"/>
                </a:solidFill>
                <a:latin typeface="Helvetica Light"/>
                <a:ea typeface="Helvetica Light"/>
                <a:cs typeface="Helvetica Light"/>
                <a:sym typeface="Helvetica Light"/>
              </a:defRPr>
            </a:pPr>
            <a:endParaRPr/>
          </a:p>
        </p:txBody>
      </p:sp>
      <p:sp>
        <p:nvSpPr>
          <p:cNvPr id="713" name="Shape 713"/>
          <p:cNvSpPr/>
          <p:nvPr/>
        </p:nvSpPr>
        <p:spPr>
          <a:xfrm>
            <a:off x="13557215" y="2285965"/>
            <a:ext cx="2698683" cy="2698683"/>
          </a:xfrm>
          <a:custGeom>
            <a:avLst/>
            <a:gdLst/>
            <a:ahLst/>
            <a:cxnLst>
              <a:cxn ang="0">
                <a:pos x="wd2" y="hd2"/>
              </a:cxn>
              <a:cxn ang="5400000">
                <a:pos x="wd2" y="hd2"/>
              </a:cxn>
              <a:cxn ang="10800000">
                <a:pos x="wd2" y="hd2"/>
              </a:cxn>
              <a:cxn ang="16200000">
                <a:pos x="wd2" y="hd2"/>
              </a:cxn>
            </a:cxnLst>
            <a:rect l="0" t="0" r="r" b="b"/>
            <a:pathLst>
              <a:path w="19678" h="19678"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59595B"/>
          </a:solidFill>
          <a:ln w="12700">
            <a:miter lim="400000"/>
          </a:ln>
        </p:spPr>
        <p:txBody>
          <a:bodyPr lIns="0" tIns="0" rIns="0" bIns="0" anchor="ctr"/>
          <a:lstStyle/>
          <a:p>
            <a:pPr lvl="0">
              <a:defRPr sz="3200">
                <a:solidFill>
                  <a:srgbClr val="FFFFFF"/>
                </a:solidFill>
                <a:latin typeface="Helvetica Light"/>
                <a:ea typeface="Helvetica Light"/>
                <a:cs typeface="Helvetica Light"/>
                <a:sym typeface="Helvetica Light"/>
              </a:defRPr>
            </a:pPr>
            <a:endParaRPr/>
          </a:p>
        </p:txBody>
      </p:sp>
      <p:sp>
        <p:nvSpPr>
          <p:cNvPr id="714" name="Shape 714"/>
          <p:cNvSpPr/>
          <p:nvPr/>
        </p:nvSpPr>
        <p:spPr>
          <a:xfrm flipV="1">
            <a:off x="12185650" y="52387"/>
            <a:ext cx="1" cy="12838113"/>
          </a:xfrm>
          <a:prstGeom prst="line">
            <a:avLst/>
          </a:prstGeom>
          <a:ln w="3175">
            <a:solidFill>
              <a:srgbClr val="0250DE"/>
            </a:solidFill>
            <a:round/>
          </a:ln>
        </p:spPr>
        <p:txBody>
          <a:bodyPr lIns="0" tIns="0" rIns="0" bIns="0"/>
          <a:lstStyle/>
          <a:p>
            <a:pPr lvl="0" algn="l" defTabSz="457200">
              <a:defRPr sz="1200">
                <a:latin typeface="+mn-lt"/>
                <a:ea typeface="+mn-ea"/>
                <a:cs typeface="+mn-cs"/>
                <a:sym typeface="Helvetica"/>
              </a:defRPr>
            </a:pPr>
            <a:endParaRPr/>
          </a:p>
        </p:txBody>
      </p:sp>
      <p:sp>
        <p:nvSpPr>
          <p:cNvPr id="715" name="Shape 715"/>
          <p:cNvSpPr/>
          <p:nvPr/>
        </p:nvSpPr>
        <p:spPr>
          <a:xfrm>
            <a:off x="20400962" y="1292225"/>
            <a:ext cx="2776538" cy="993775"/>
          </a:xfrm>
          <a:prstGeom prst="rect">
            <a:avLst/>
          </a:prstGeom>
          <a:solidFill>
            <a:srgbClr val="0954DD"/>
          </a:solidFill>
          <a:ln w="12700">
            <a:miter lim="400000"/>
          </a:ln>
        </p:spPr>
        <p:txBody>
          <a:bodyPr lIns="0" tIns="0" rIns="0" bIns="0" anchor="ctr"/>
          <a:lstStyle/>
          <a:p>
            <a:pPr lvl="0">
              <a:defRPr sz="6000" b="1">
                <a:solidFill>
                  <a:srgbClr val="FFFFFF"/>
                </a:solidFill>
                <a:latin typeface="+mn-lt"/>
                <a:ea typeface="+mn-ea"/>
                <a:cs typeface="+mn-cs"/>
                <a:sym typeface="Helvetica"/>
              </a:defRPr>
            </a:pPr>
            <a:endParaRPr/>
          </a:p>
        </p:txBody>
      </p:sp>
      <p:sp>
        <p:nvSpPr>
          <p:cNvPr id="716" name="Shape 716"/>
          <p:cNvSpPr/>
          <p:nvPr/>
        </p:nvSpPr>
        <p:spPr>
          <a:xfrm>
            <a:off x="1647825" y="10360025"/>
            <a:ext cx="9164638" cy="1362074"/>
          </a:xfrm>
          <a:prstGeom prst="rect">
            <a:avLst/>
          </a:prstGeom>
          <a:ln w="12700">
            <a:miter lim="400000"/>
          </a:ln>
          <a:extLst>
            <a:ext uri="{C572A759-6A51-4108-AA02-DFA0A04FC94B}">
              <ma14:wrappingTextBoxFlag xmlns:ma14="http://schemas.microsoft.com/office/mac/drawingml/2011/main" val="1"/>
            </a:ext>
          </a:extLst>
        </p:spPr>
        <p:txBody>
          <a:bodyPr lIns="71436" tIns="71436" rIns="71436" bIns="71436" anchor="ctr">
            <a:spAutoFit/>
          </a:bodyPr>
          <a:lstStyle>
            <a:lvl1pPr algn="just">
              <a:lnSpc>
                <a:spcPct val="150000"/>
              </a:lnSpc>
              <a:defRPr sz="1800" spc="180">
                <a:solidFill>
                  <a:srgbClr val="A6AAA9"/>
                </a:solidFill>
                <a:latin typeface="Microsoft YaHei"/>
                <a:ea typeface="Microsoft YaHei"/>
                <a:cs typeface="Microsoft YaHei"/>
                <a:sym typeface="Microsoft YaHei"/>
              </a:defRPr>
            </a:lvl1pPr>
          </a:lstStyle>
          <a:p>
            <a:pPr lvl="0">
              <a:defRPr spc="0">
                <a:solidFill>
                  <a:srgbClr val="000000"/>
                </a:solidFill>
              </a:defRPr>
            </a:pPr>
            <a:r>
              <a:rPr spc="180">
                <a:solidFill>
                  <a:srgbClr val="A6AAA9"/>
                </a:solidFill>
              </a:rPr>
              <a:t>结果及结论结果及结论结果及结论结果及结论结果及结论结果及结论结果及结论结果及结论结果及结论结果及结论结果及结论结果及结论结果及结论结果及结论结果及结论结果及结论结果及结论结果及结论结果及结论结果及结</a:t>
            </a:r>
          </a:p>
        </p:txBody>
      </p:sp>
      <p:graphicFrame>
        <p:nvGraphicFramePr>
          <p:cNvPr id="717" name="Chart 717"/>
          <p:cNvGraphicFramePr/>
          <p:nvPr/>
        </p:nvGraphicFramePr>
        <p:xfrm>
          <a:off x="13064053" y="4076299"/>
          <a:ext cx="10110920" cy="5431638"/>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18" name="Chart 718"/>
          <p:cNvGraphicFramePr/>
          <p:nvPr/>
        </p:nvGraphicFramePr>
        <p:xfrm>
          <a:off x="1418411" y="5561788"/>
          <a:ext cx="9431344" cy="3575127"/>
        </p:xfrm>
        <a:graphic>
          <a:graphicData uri="http://schemas.openxmlformats.org/drawingml/2006/chart">
            <c:chart xmlns:c="http://schemas.openxmlformats.org/drawingml/2006/chart" xmlns:r="http://schemas.openxmlformats.org/officeDocument/2006/relationships" r:id="rId3"/>
          </a:graphicData>
        </a:graphic>
      </p:graphicFrame>
      <p:sp>
        <p:nvSpPr>
          <p:cNvPr id="719" name="Shape 719"/>
          <p:cNvSpPr/>
          <p:nvPr/>
        </p:nvSpPr>
        <p:spPr>
          <a:xfrm>
            <a:off x="2024062" y="2600325"/>
            <a:ext cx="1944688" cy="1689100"/>
          </a:xfrm>
          <a:custGeom>
            <a:avLst/>
            <a:gdLst/>
            <a:ahLst/>
            <a:cxnLst>
              <a:cxn ang="0">
                <a:pos x="wd2" y="hd2"/>
              </a:cxn>
              <a:cxn ang="5400000">
                <a:pos x="wd2" y="hd2"/>
              </a:cxn>
              <a:cxn ang="10800000">
                <a:pos x="wd2" y="hd2"/>
              </a:cxn>
              <a:cxn ang="16200000">
                <a:pos x="wd2" y="hd2"/>
              </a:cxn>
            </a:cxnLst>
            <a:rect l="0" t="0" r="r" b="b"/>
            <a:pathLst>
              <a:path w="21600" h="21600" extrusionOk="0">
                <a:moveTo>
                  <a:pt x="12413" y="0"/>
                </a:moveTo>
                <a:cubicBezTo>
                  <a:pt x="11702" y="0"/>
                  <a:pt x="11210" y="382"/>
                  <a:pt x="10937" y="765"/>
                </a:cubicBezTo>
                <a:cubicBezTo>
                  <a:pt x="10827" y="956"/>
                  <a:pt x="10773" y="1147"/>
                  <a:pt x="10773" y="1402"/>
                </a:cubicBezTo>
                <a:cubicBezTo>
                  <a:pt x="10773" y="1402"/>
                  <a:pt x="10827" y="3696"/>
                  <a:pt x="10827" y="4396"/>
                </a:cubicBezTo>
                <a:cubicBezTo>
                  <a:pt x="10554" y="5225"/>
                  <a:pt x="8476" y="9112"/>
                  <a:pt x="8038" y="9621"/>
                </a:cubicBezTo>
                <a:cubicBezTo>
                  <a:pt x="7874" y="9749"/>
                  <a:pt x="7601" y="10004"/>
                  <a:pt x="7328" y="10195"/>
                </a:cubicBezTo>
                <a:cubicBezTo>
                  <a:pt x="7164" y="9876"/>
                  <a:pt x="6945" y="9685"/>
                  <a:pt x="6617" y="9685"/>
                </a:cubicBezTo>
                <a:lnTo>
                  <a:pt x="820" y="9685"/>
                </a:lnTo>
                <a:cubicBezTo>
                  <a:pt x="602" y="9685"/>
                  <a:pt x="383" y="9812"/>
                  <a:pt x="219" y="10004"/>
                </a:cubicBezTo>
                <a:cubicBezTo>
                  <a:pt x="55" y="10195"/>
                  <a:pt x="0" y="10513"/>
                  <a:pt x="0" y="10768"/>
                </a:cubicBezTo>
                <a:lnTo>
                  <a:pt x="656" y="20708"/>
                </a:lnTo>
                <a:cubicBezTo>
                  <a:pt x="711" y="21154"/>
                  <a:pt x="1094" y="21600"/>
                  <a:pt x="1531" y="21600"/>
                </a:cubicBezTo>
                <a:lnTo>
                  <a:pt x="6617" y="21600"/>
                </a:lnTo>
                <a:cubicBezTo>
                  <a:pt x="7054" y="21600"/>
                  <a:pt x="7437" y="21154"/>
                  <a:pt x="7437" y="20581"/>
                </a:cubicBezTo>
                <a:lnTo>
                  <a:pt x="7437" y="20071"/>
                </a:lnTo>
                <a:lnTo>
                  <a:pt x="7984" y="20071"/>
                </a:lnTo>
                <a:cubicBezTo>
                  <a:pt x="8038" y="20135"/>
                  <a:pt x="8148" y="20198"/>
                  <a:pt x="8257" y="20262"/>
                </a:cubicBezTo>
                <a:cubicBezTo>
                  <a:pt x="8585" y="20517"/>
                  <a:pt x="9023" y="20835"/>
                  <a:pt x="9570" y="20835"/>
                </a:cubicBezTo>
                <a:lnTo>
                  <a:pt x="17171" y="20835"/>
                </a:lnTo>
                <a:cubicBezTo>
                  <a:pt x="18702" y="20835"/>
                  <a:pt x="19741" y="19497"/>
                  <a:pt x="19741" y="18223"/>
                </a:cubicBezTo>
                <a:cubicBezTo>
                  <a:pt x="19741" y="17904"/>
                  <a:pt x="19686" y="17650"/>
                  <a:pt x="19577" y="17395"/>
                </a:cubicBezTo>
                <a:cubicBezTo>
                  <a:pt x="20069" y="16885"/>
                  <a:pt x="20397" y="16184"/>
                  <a:pt x="20397" y="15483"/>
                </a:cubicBezTo>
                <a:cubicBezTo>
                  <a:pt x="20397" y="15228"/>
                  <a:pt x="20342" y="14910"/>
                  <a:pt x="20233" y="14655"/>
                </a:cubicBezTo>
                <a:cubicBezTo>
                  <a:pt x="20725" y="14145"/>
                  <a:pt x="20998" y="13444"/>
                  <a:pt x="20998" y="12807"/>
                </a:cubicBezTo>
                <a:cubicBezTo>
                  <a:pt x="20998" y="12488"/>
                  <a:pt x="20944" y="12234"/>
                  <a:pt x="20834" y="11979"/>
                </a:cubicBezTo>
                <a:cubicBezTo>
                  <a:pt x="21327" y="11469"/>
                  <a:pt x="21600" y="10768"/>
                  <a:pt x="21600" y="10067"/>
                </a:cubicBezTo>
                <a:cubicBezTo>
                  <a:pt x="21600" y="9494"/>
                  <a:pt x="21436" y="8984"/>
                  <a:pt x="21053" y="8665"/>
                </a:cubicBezTo>
                <a:cubicBezTo>
                  <a:pt x="20834" y="8411"/>
                  <a:pt x="20397" y="8092"/>
                  <a:pt x="19686" y="8092"/>
                </a:cubicBezTo>
                <a:lnTo>
                  <a:pt x="14546" y="8092"/>
                </a:lnTo>
                <a:cubicBezTo>
                  <a:pt x="14765" y="6754"/>
                  <a:pt x="14983" y="4970"/>
                  <a:pt x="15038" y="4906"/>
                </a:cubicBezTo>
                <a:cubicBezTo>
                  <a:pt x="15038" y="4842"/>
                  <a:pt x="15038" y="4779"/>
                  <a:pt x="15038" y="4715"/>
                </a:cubicBezTo>
                <a:cubicBezTo>
                  <a:pt x="14929" y="2931"/>
                  <a:pt x="13944" y="765"/>
                  <a:pt x="13890" y="701"/>
                </a:cubicBezTo>
                <a:cubicBezTo>
                  <a:pt x="13835" y="510"/>
                  <a:pt x="13671" y="382"/>
                  <a:pt x="13507" y="255"/>
                </a:cubicBezTo>
                <a:cubicBezTo>
                  <a:pt x="13124" y="64"/>
                  <a:pt x="12796" y="0"/>
                  <a:pt x="12413" y="0"/>
                </a:cubicBezTo>
                <a:close/>
                <a:moveTo>
                  <a:pt x="12413" y="956"/>
                </a:moveTo>
                <a:cubicBezTo>
                  <a:pt x="12632" y="956"/>
                  <a:pt x="12905" y="1019"/>
                  <a:pt x="13179" y="1147"/>
                </a:cubicBezTo>
                <a:cubicBezTo>
                  <a:pt x="13179" y="1147"/>
                  <a:pt x="14108" y="3186"/>
                  <a:pt x="14218" y="4779"/>
                </a:cubicBezTo>
                <a:cubicBezTo>
                  <a:pt x="14218" y="4779"/>
                  <a:pt x="13780" y="8028"/>
                  <a:pt x="13562" y="9048"/>
                </a:cubicBezTo>
                <a:lnTo>
                  <a:pt x="19686" y="9048"/>
                </a:lnTo>
                <a:cubicBezTo>
                  <a:pt x="21545" y="9048"/>
                  <a:pt x="20889" y="11788"/>
                  <a:pt x="19085" y="11788"/>
                </a:cubicBezTo>
                <a:cubicBezTo>
                  <a:pt x="20889" y="11788"/>
                  <a:pt x="20288" y="14464"/>
                  <a:pt x="18428" y="14464"/>
                </a:cubicBezTo>
                <a:cubicBezTo>
                  <a:pt x="20288" y="14464"/>
                  <a:pt x="19631" y="17204"/>
                  <a:pt x="17827" y="17204"/>
                </a:cubicBezTo>
                <a:cubicBezTo>
                  <a:pt x="19631" y="17204"/>
                  <a:pt x="19030" y="19880"/>
                  <a:pt x="17171" y="19880"/>
                </a:cubicBezTo>
                <a:lnTo>
                  <a:pt x="9570" y="19880"/>
                </a:lnTo>
                <a:cubicBezTo>
                  <a:pt x="9023" y="19880"/>
                  <a:pt x="8476" y="19115"/>
                  <a:pt x="8038" y="19115"/>
                </a:cubicBezTo>
                <a:lnTo>
                  <a:pt x="7437" y="19115"/>
                </a:lnTo>
                <a:lnTo>
                  <a:pt x="7437" y="11278"/>
                </a:lnTo>
                <a:cubicBezTo>
                  <a:pt x="7874" y="10959"/>
                  <a:pt x="8312" y="10641"/>
                  <a:pt x="8585" y="10322"/>
                </a:cubicBezTo>
                <a:cubicBezTo>
                  <a:pt x="9187" y="9749"/>
                  <a:pt x="11648" y="5034"/>
                  <a:pt x="11648" y="4460"/>
                </a:cubicBezTo>
                <a:cubicBezTo>
                  <a:pt x="11648" y="3887"/>
                  <a:pt x="11593" y="1338"/>
                  <a:pt x="11593" y="1338"/>
                </a:cubicBezTo>
                <a:cubicBezTo>
                  <a:pt x="11593" y="1338"/>
                  <a:pt x="11866" y="956"/>
                  <a:pt x="12413" y="956"/>
                </a:cubicBezTo>
                <a:close/>
                <a:moveTo>
                  <a:pt x="5086" y="18350"/>
                </a:moveTo>
                <a:cubicBezTo>
                  <a:pt x="5414" y="18350"/>
                  <a:pt x="5687" y="18669"/>
                  <a:pt x="5687" y="19051"/>
                </a:cubicBezTo>
                <a:cubicBezTo>
                  <a:pt x="5687" y="19434"/>
                  <a:pt x="5414" y="19752"/>
                  <a:pt x="5086" y="19752"/>
                </a:cubicBezTo>
                <a:cubicBezTo>
                  <a:pt x="4757" y="19752"/>
                  <a:pt x="4484" y="19434"/>
                  <a:pt x="4484" y="19051"/>
                </a:cubicBezTo>
                <a:cubicBezTo>
                  <a:pt x="4484" y="18669"/>
                  <a:pt x="4757" y="18350"/>
                  <a:pt x="5086" y="18350"/>
                </a:cubicBezTo>
                <a:close/>
              </a:path>
            </a:pathLst>
          </a:custGeom>
          <a:solidFill>
            <a:srgbClr val="FFFFFF"/>
          </a:solidFill>
          <a:ln w="12700">
            <a:miter lim="400000"/>
          </a:ln>
          <a:effectLst>
            <a:outerShdw blurRad="50800" dist="76200" dir="2700000" rotWithShape="0">
              <a:srgbClr val="000000">
                <a:alpha val="9999"/>
              </a:srgbClr>
            </a:outerShdw>
          </a:effectLst>
        </p:spPr>
        <p:txBody>
          <a:bodyPr lIns="0" tIns="0" rIns="0" bIns="0" anchor="ctr"/>
          <a:lstStyle/>
          <a:p>
            <a:pPr lvl="0" defTabSz="914400">
              <a:defRPr sz="1800">
                <a:solidFill>
                  <a:srgbClr val="FFD03B"/>
                </a:solidFill>
                <a:effectLst>
                  <a:outerShdw blurRad="12700" dist="25400" dir="2700000" rotWithShape="0">
                    <a:srgbClr val="DDDDDD"/>
                  </a:outerShdw>
                </a:effectLst>
              </a:defRPr>
            </a:pPr>
            <a:endParaRPr/>
          </a:p>
        </p:txBody>
      </p:sp>
      <p:sp>
        <p:nvSpPr>
          <p:cNvPr id="720" name="Shape 720"/>
          <p:cNvSpPr/>
          <p:nvPr/>
        </p:nvSpPr>
        <p:spPr>
          <a:xfrm rot="10800000" flipH="1">
            <a:off x="13933487" y="2901950"/>
            <a:ext cx="1944688" cy="1689100"/>
          </a:xfrm>
          <a:custGeom>
            <a:avLst/>
            <a:gdLst/>
            <a:ahLst/>
            <a:cxnLst>
              <a:cxn ang="0">
                <a:pos x="wd2" y="hd2"/>
              </a:cxn>
              <a:cxn ang="5400000">
                <a:pos x="wd2" y="hd2"/>
              </a:cxn>
              <a:cxn ang="10800000">
                <a:pos x="wd2" y="hd2"/>
              </a:cxn>
              <a:cxn ang="16200000">
                <a:pos x="wd2" y="hd2"/>
              </a:cxn>
            </a:cxnLst>
            <a:rect l="0" t="0" r="r" b="b"/>
            <a:pathLst>
              <a:path w="21600" h="21600" extrusionOk="0">
                <a:moveTo>
                  <a:pt x="12413" y="0"/>
                </a:moveTo>
                <a:cubicBezTo>
                  <a:pt x="11702" y="0"/>
                  <a:pt x="11210" y="382"/>
                  <a:pt x="10937" y="765"/>
                </a:cubicBezTo>
                <a:cubicBezTo>
                  <a:pt x="10827" y="956"/>
                  <a:pt x="10773" y="1147"/>
                  <a:pt x="10773" y="1402"/>
                </a:cubicBezTo>
                <a:cubicBezTo>
                  <a:pt x="10773" y="1402"/>
                  <a:pt x="10827" y="3696"/>
                  <a:pt x="10827" y="4396"/>
                </a:cubicBezTo>
                <a:cubicBezTo>
                  <a:pt x="10554" y="5225"/>
                  <a:pt x="8476" y="9112"/>
                  <a:pt x="8038" y="9621"/>
                </a:cubicBezTo>
                <a:cubicBezTo>
                  <a:pt x="7874" y="9749"/>
                  <a:pt x="7601" y="10004"/>
                  <a:pt x="7328" y="10195"/>
                </a:cubicBezTo>
                <a:cubicBezTo>
                  <a:pt x="7164" y="9876"/>
                  <a:pt x="6945" y="9685"/>
                  <a:pt x="6617" y="9685"/>
                </a:cubicBezTo>
                <a:lnTo>
                  <a:pt x="820" y="9685"/>
                </a:lnTo>
                <a:cubicBezTo>
                  <a:pt x="602" y="9685"/>
                  <a:pt x="383" y="9812"/>
                  <a:pt x="219" y="10004"/>
                </a:cubicBezTo>
                <a:cubicBezTo>
                  <a:pt x="55" y="10195"/>
                  <a:pt x="0" y="10513"/>
                  <a:pt x="0" y="10768"/>
                </a:cubicBezTo>
                <a:lnTo>
                  <a:pt x="656" y="20708"/>
                </a:lnTo>
                <a:cubicBezTo>
                  <a:pt x="711" y="21154"/>
                  <a:pt x="1094" y="21600"/>
                  <a:pt x="1531" y="21600"/>
                </a:cubicBezTo>
                <a:lnTo>
                  <a:pt x="6617" y="21600"/>
                </a:lnTo>
                <a:cubicBezTo>
                  <a:pt x="7054" y="21600"/>
                  <a:pt x="7437" y="21154"/>
                  <a:pt x="7437" y="20581"/>
                </a:cubicBezTo>
                <a:lnTo>
                  <a:pt x="7437" y="20071"/>
                </a:lnTo>
                <a:lnTo>
                  <a:pt x="7984" y="20071"/>
                </a:lnTo>
                <a:cubicBezTo>
                  <a:pt x="8038" y="20135"/>
                  <a:pt x="8148" y="20198"/>
                  <a:pt x="8257" y="20262"/>
                </a:cubicBezTo>
                <a:cubicBezTo>
                  <a:pt x="8585" y="20517"/>
                  <a:pt x="9023" y="20835"/>
                  <a:pt x="9570" y="20835"/>
                </a:cubicBezTo>
                <a:lnTo>
                  <a:pt x="17171" y="20835"/>
                </a:lnTo>
                <a:cubicBezTo>
                  <a:pt x="18702" y="20835"/>
                  <a:pt x="19741" y="19497"/>
                  <a:pt x="19741" y="18223"/>
                </a:cubicBezTo>
                <a:cubicBezTo>
                  <a:pt x="19741" y="17904"/>
                  <a:pt x="19686" y="17650"/>
                  <a:pt x="19577" y="17395"/>
                </a:cubicBezTo>
                <a:cubicBezTo>
                  <a:pt x="20069" y="16885"/>
                  <a:pt x="20397" y="16184"/>
                  <a:pt x="20397" y="15483"/>
                </a:cubicBezTo>
                <a:cubicBezTo>
                  <a:pt x="20397" y="15228"/>
                  <a:pt x="20342" y="14910"/>
                  <a:pt x="20233" y="14655"/>
                </a:cubicBezTo>
                <a:cubicBezTo>
                  <a:pt x="20725" y="14145"/>
                  <a:pt x="20998" y="13444"/>
                  <a:pt x="20998" y="12807"/>
                </a:cubicBezTo>
                <a:cubicBezTo>
                  <a:pt x="20998" y="12488"/>
                  <a:pt x="20944" y="12234"/>
                  <a:pt x="20834" y="11979"/>
                </a:cubicBezTo>
                <a:cubicBezTo>
                  <a:pt x="21327" y="11469"/>
                  <a:pt x="21600" y="10768"/>
                  <a:pt x="21600" y="10067"/>
                </a:cubicBezTo>
                <a:cubicBezTo>
                  <a:pt x="21600" y="9494"/>
                  <a:pt x="21436" y="8984"/>
                  <a:pt x="21053" y="8665"/>
                </a:cubicBezTo>
                <a:cubicBezTo>
                  <a:pt x="20834" y="8411"/>
                  <a:pt x="20397" y="8092"/>
                  <a:pt x="19686" y="8092"/>
                </a:cubicBezTo>
                <a:lnTo>
                  <a:pt x="14546" y="8092"/>
                </a:lnTo>
                <a:cubicBezTo>
                  <a:pt x="14765" y="6754"/>
                  <a:pt x="14983" y="4970"/>
                  <a:pt x="15038" y="4906"/>
                </a:cubicBezTo>
                <a:cubicBezTo>
                  <a:pt x="15038" y="4842"/>
                  <a:pt x="15038" y="4779"/>
                  <a:pt x="15038" y="4715"/>
                </a:cubicBezTo>
                <a:cubicBezTo>
                  <a:pt x="14929" y="2931"/>
                  <a:pt x="13944" y="765"/>
                  <a:pt x="13890" y="701"/>
                </a:cubicBezTo>
                <a:cubicBezTo>
                  <a:pt x="13835" y="510"/>
                  <a:pt x="13671" y="382"/>
                  <a:pt x="13507" y="255"/>
                </a:cubicBezTo>
                <a:cubicBezTo>
                  <a:pt x="13124" y="64"/>
                  <a:pt x="12796" y="0"/>
                  <a:pt x="12413" y="0"/>
                </a:cubicBezTo>
                <a:close/>
                <a:moveTo>
                  <a:pt x="12413" y="956"/>
                </a:moveTo>
                <a:cubicBezTo>
                  <a:pt x="12632" y="956"/>
                  <a:pt x="12905" y="1019"/>
                  <a:pt x="13179" y="1147"/>
                </a:cubicBezTo>
                <a:cubicBezTo>
                  <a:pt x="13179" y="1147"/>
                  <a:pt x="14108" y="3186"/>
                  <a:pt x="14218" y="4779"/>
                </a:cubicBezTo>
                <a:cubicBezTo>
                  <a:pt x="14218" y="4779"/>
                  <a:pt x="13780" y="8028"/>
                  <a:pt x="13562" y="9048"/>
                </a:cubicBezTo>
                <a:lnTo>
                  <a:pt x="19686" y="9048"/>
                </a:lnTo>
                <a:cubicBezTo>
                  <a:pt x="21545" y="9048"/>
                  <a:pt x="20889" y="11788"/>
                  <a:pt x="19085" y="11788"/>
                </a:cubicBezTo>
                <a:cubicBezTo>
                  <a:pt x="20889" y="11788"/>
                  <a:pt x="20288" y="14464"/>
                  <a:pt x="18428" y="14464"/>
                </a:cubicBezTo>
                <a:cubicBezTo>
                  <a:pt x="20288" y="14464"/>
                  <a:pt x="19631" y="17204"/>
                  <a:pt x="17827" y="17204"/>
                </a:cubicBezTo>
                <a:cubicBezTo>
                  <a:pt x="19631" y="17204"/>
                  <a:pt x="19030" y="19880"/>
                  <a:pt x="17171" y="19880"/>
                </a:cubicBezTo>
                <a:lnTo>
                  <a:pt x="9570" y="19880"/>
                </a:lnTo>
                <a:cubicBezTo>
                  <a:pt x="9023" y="19880"/>
                  <a:pt x="8476" y="19115"/>
                  <a:pt x="8038" y="19115"/>
                </a:cubicBezTo>
                <a:lnTo>
                  <a:pt x="7437" y="19115"/>
                </a:lnTo>
                <a:lnTo>
                  <a:pt x="7437" y="11278"/>
                </a:lnTo>
                <a:cubicBezTo>
                  <a:pt x="7874" y="10959"/>
                  <a:pt x="8312" y="10641"/>
                  <a:pt x="8585" y="10322"/>
                </a:cubicBezTo>
                <a:cubicBezTo>
                  <a:pt x="9187" y="9749"/>
                  <a:pt x="11648" y="5034"/>
                  <a:pt x="11648" y="4460"/>
                </a:cubicBezTo>
                <a:cubicBezTo>
                  <a:pt x="11648" y="3887"/>
                  <a:pt x="11593" y="1338"/>
                  <a:pt x="11593" y="1338"/>
                </a:cubicBezTo>
                <a:cubicBezTo>
                  <a:pt x="11593" y="1338"/>
                  <a:pt x="11866" y="956"/>
                  <a:pt x="12413" y="956"/>
                </a:cubicBezTo>
                <a:close/>
                <a:moveTo>
                  <a:pt x="5086" y="18350"/>
                </a:moveTo>
                <a:cubicBezTo>
                  <a:pt x="5414" y="18350"/>
                  <a:pt x="5687" y="18669"/>
                  <a:pt x="5687" y="19051"/>
                </a:cubicBezTo>
                <a:cubicBezTo>
                  <a:pt x="5687" y="19434"/>
                  <a:pt x="5414" y="19752"/>
                  <a:pt x="5086" y="19752"/>
                </a:cubicBezTo>
                <a:cubicBezTo>
                  <a:pt x="4757" y="19752"/>
                  <a:pt x="4484" y="19434"/>
                  <a:pt x="4484" y="19051"/>
                </a:cubicBezTo>
                <a:cubicBezTo>
                  <a:pt x="4484" y="18669"/>
                  <a:pt x="4757" y="18350"/>
                  <a:pt x="5086" y="18350"/>
                </a:cubicBezTo>
                <a:close/>
              </a:path>
            </a:pathLst>
          </a:custGeom>
          <a:solidFill>
            <a:srgbClr val="FFFFFF"/>
          </a:solidFill>
          <a:ln w="12700">
            <a:miter lim="400000"/>
          </a:ln>
          <a:effectLst>
            <a:outerShdw blurRad="50800" dist="76200" dir="2700000" rotWithShape="0">
              <a:srgbClr val="000000">
                <a:alpha val="9999"/>
              </a:srgbClr>
            </a:outerShdw>
          </a:effectLst>
        </p:spPr>
        <p:txBody>
          <a:bodyPr lIns="0" tIns="0" rIns="0" bIns="0" anchor="ctr"/>
          <a:lstStyle/>
          <a:p>
            <a:pPr lvl="0" defTabSz="914400">
              <a:defRPr sz="1800">
                <a:solidFill>
                  <a:srgbClr val="FFD03B"/>
                </a:solidFill>
                <a:effectLst>
                  <a:outerShdw blurRad="12700" dist="25400" dir="2700000" rotWithShape="0">
                    <a:srgbClr val="DDDDDD"/>
                  </a:outerShdw>
                </a:effectLst>
              </a:defRPr>
            </a:pPr>
            <a:endParaRPr/>
          </a:p>
        </p:txBody>
      </p:sp>
      <p:sp>
        <p:nvSpPr>
          <p:cNvPr id="721" name="Shape 721"/>
          <p:cNvSpPr/>
          <p:nvPr/>
        </p:nvSpPr>
        <p:spPr>
          <a:xfrm>
            <a:off x="0" y="0"/>
            <a:ext cx="1270000" cy="1641475"/>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14047"/>
                </a:lnTo>
                <a:lnTo>
                  <a:pt x="21452" y="14047"/>
                </a:lnTo>
                <a:lnTo>
                  <a:pt x="21452" y="0"/>
                </a:lnTo>
                <a:lnTo>
                  <a:pt x="0" y="0"/>
                </a:lnTo>
                <a:close/>
              </a:path>
            </a:pathLst>
          </a:custGeom>
          <a:solidFill>
            <a:srgbClr val="59595B"/>
          </a:solidFill>
          <a:ln w="12700">
            <a:miter lim="400000"/>
          </a:ln>
        </p:spPr>
        <p:txBody>
          <a:bodyPr lIns="0" tIns="0" rIns="0" bIns="0" anchor="ctr"/>
          <a:lstStyle/>
          <a:p>
            <a:pPr lvl="0" defTabSz="914400">
              <a:defRPr sz="3600">
                <a:solidFill>
                  <a:srgbClr val="FFFFFF"/>
                </a:solidFill>
              </a:defRPr>
            </a:pPr>
            <a:endParaRPr/>
          </a:p>
        </p:txBody>
      </p:sp>
      <p:sp>
        <p:nvSpPr>
          <p:cNvPr id="722" name="Shape 722"/>
          <p:cNvSpPr/>
          <p:nvPr/>
        </p:nvSpPr>
        <p:spPr>
          <a:xfrm>
            <a:off x="1647825" y="0"/>
            <a:ext cx="476250" cy="1063625"/>
          </a:xfrm>
          <a:prstGeom prst="rect">
            <a:avLst/>
          </a:prstGeom>
          <a:solidFill>
            <a:srgbClr val="0250DE"/>
          </a:solidFill>
          <a:ln w="12700">
            <a:miter lim="400000"/>
          </a:ln>
        </p:spPr>
        <p:txBody>
          <a:bodyPr lIns="0" tIns="0" rIns="0" bIns="0" anchor="ctr"/>
          <a:lstStyle/>
          <a:p>
            <a:pPr lvl="0" defTabSz="914400">
              <a:defRPr sz="3600">
                <a:solidFill>
                  <a:srgbClr val="FFFFFF"/>
                </a:solidFill>
              </a:defRPr>
            </a:pPr>
            <a:endParaRPr/>
          </a:p>
        </p:txBody>
      </p:sp>
      <p:sp>
        <p:nvSpPr>
          <p:cNvPr id="723" name="Shape 723"/>
          <p:cNvSpPr/>
          <p:nvPr/>
        </p:nvSpPr>
        <p:spPr>
          <a:xfrm>
            <a:off x="2501899" y="296862"/>
            <a:ext cx="5041902" cy="995681"/>
          </a:xfrm>
          <a:prstGeom prst="rect">
            <a:avLst/>
          </a:prstGeom>
          <a:ln w="12700">
            <a:miter lim="400000"/>
          </a:ln>
          <a:extLst>
            <a:ext uri="{C572A759-6A51-4108-AA02-DFA0A04FC94B}">
              <ma14:wrappingTextBoxFlag xmlns:ma14="http://schemas.microsoft.com/office/mac/drawingml/2011/main" val="1"/>
            </a:ext>
          </a:extLst>
        </p:spPr>
        <p:txBody>
          <a:bodyPr tIns="91439" bIns="91439">
            <a:spAutoFit/>
          </a:bodyPr>
          <a:lstStyle>
            <a:lvl1pPr algn="l" defTabSz="914400">
              <a:defRPr>
                <a:solidFill>
                  <a:srgbClr val="0250DE"/>
                </a:solidFill>
                <a:latin typeface="Microsoft YaHei"/>
                <a:ea typeface="Microsoft YaHei"/>
                <a:cs typeface="Microsoft YaHei"/>
                <a:sym typeface="Microsoft YaHei"/>
              </a:defRPr>
            </a:lvl1pPr>
          </a:lstStyle>
          <a:p>
            <a:pPr lvl="0">
              <a:defRPr sz="1800">
                <a:solidFill>
                  <a:srgbClr val="000000"/>
                </a:solidFill>
              </a:defRPr>
            </a:pPr>
            <a:r>
              <a:rPr sz="4800">
                <a:solidFill>
                  <a:srgbClr val="0250DE"/>
                </a:solidFill>
              </a:rPr>
              <a:t>6.研究结果及结论</a:t>
            </a:r>
          </a:p>
        </p:txBody>
      </p:sp>
      <p:sp>
        <p:nvSpPr>
          <p:cNvPr id="724" name="Shape 724"/>
          <p:cNvSpPr/>
          <p:nvPr/>
        </p:nvSpPr>
        <p:spPr>
          <a:xfrm>
            <a:off x="13557250" y="10360025"/>
            <a:ext cx="9164638" cy="1362074"/>
          </a:xfrm>
          <a:prstGeom prst="rect">
            <a:avLst/>
          </a:prstGeom>
          <a:ln w="12700">
            <a:miter lim="400000"/>
          </a:ln>
          <a:extLst>
            <a:ext uri="{C572A759-6A51-4108-AA02-DFA0A04FC94B}">
              <ma14:wrappingTextBoxFlag xmlns:ma14="http://schemas.microsoft.com/office/mac/drawingml/2011/main" val="1"/>
            </a:ext>
          </a:extLst>
        </p:spPr>
        <p:txBody>
          <a:bodyPr lIns="71436" tIns="71436" rIns="71436" bIns="71436" anchor="ctr">
            <a:spAutoFit/>
          </a:bodyPr>
          <a:lstStyle>
            <a:lvl1pPr algn="just">
              <a:lnSpc>
                <a:spcPct val="150000"/>
              </a:lnSpc>
              <a:defRPr sz="1800" spc="180">
                <a:solidFill>
                  <a:srgbClr val="A6AAA9"/>
                </a:solidFill>
                <a:latin typeface="Microsoft YaHei"/>
                <a:ea typeface="Microsoft YaHei"/>
                <a:cs typeface="Microsoft YaHei"/>
                <a:sym typeface="Microsoft YaHei"/>
              </a:defRPr>
            </a:lvl1pPr>
          </a:lstStyle>
          <a:p>
            <a:pPr lvl="0">
              <a:defRPr spc="0">
                <a:solidFill>
                  <a:srgbClr val="000000"/>
                </a:solidFill>
              </a:defRPr>
            </a:pPr>
            <a:r>
              <a:rPr spc="180">
                <a:solidFill>
                  <a:srgbClr val="A6AAA9"/>
                </a:solidFill>
              </a:rPr>
              <a:t>结果及结论结果及结论结果及结论结果及结论结果及结论结果及结论结果及结论结果及结论结果及结论结果及结论结果及结论结果及结论结果及结论结果及结论结果及结论结果及结论结果及结论结果及结论结果及结论结果及结</a:t>
            </a:r>
          </a:p>
        </p:txBody>
      </p:sp>
    </p:spTree>
  </p:cSld>
  <p:clrMapOvr>
    <a:masterClrMapping/>
  </p:clrMapOvr>
  <p:transition spd="med"/>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6" name="photo-1427348693976-99e4aca06bb9.jpeg"/>
          <p:cNvPicPr/>
          <p:nvPr/>
        </p:nvPicPr>
        <p:blipFill>
          <a:blip r:embed="rId2">
            <a:extLst/>
          </a:blip>
          <a:srcRect t="22152" b="37371"/>
          <a:stretch>
            <a:fillRect/>
          </a:stretch>
        </p:blipFill>
        <p:spPr>
          <a:xfrm>
            <a:off x="0" y="7135812"/>
            <a:ext cx="24384000" cy="6578601"/>
          </a:xfrm>
          <a:prstGeom prst="rect">
            <a:avLst/>
          </a:prstGeom>
          <a:ln w="12700">
            <a:miter lim="400000"/>
          </a:ln>
        </p:spPr>
      </p:pic>
      <p:sp>
        <p:nvSpPr>
          <p:cNvPr id="727" name="Shape 727"/>
          <p:cNvSpPr/>
          <p:nvPr/>
        </p:nvSpPr>
        <p:spPr>
          <a:xfrm>
            <a:off x="0" y="7135812"/>
            <a:ext cx="24384000" cy="6580188"/>
          </a:xfrm>
          <a:prstGeom prst="rect">
            <a:avLst/>
          </a:prstGeom>
          <a:solidFill>
            <a:srgbClr val="000000">
              <a:alpha val="40954"/>
            </a:srgbClr>
          </a:solidFill>
          <a:ln w="12700">
            <a:miter lim="400000"/>
          </a:ln>
        </p:spPr>
        <p:txBody>
          <a:bodyPr lIns="0" tIns="0" rIns="0" bIns="0" anchor="ctr"/>
          <a:lstStyle/>
          <a:p>
            <a:pPr lvl="0">
              <a:defRPr sz="3200">
                <a:latin typeface="Helvetica Light"/>
                <a:ea typeface="Helvetica Light"/>
                <a:cs typeface="Helvetica Light"/>
                <a:sym typeface="Helvetica Light"/>
              </a:defRPr>
            </a:pPr>
            <a:endParaRPr/>
          </a:p>
        </p:txBody>
      </p:sp>
      <p:sp>
        <p:nvSpPr>
          <p:cNvPr id="728" name="Shape 728"/>
          <p:cNvSpPr/>
          <p:nvPr/>
        </p:nvSpPr>
        <p:spPr>
          <a:xfrm>
            <a:off x="9221787" y="3829050"/>
            <a:ext cx="7632701" cy="18313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r" defTabSz="914400">
              <a:defRPr sz="10400">
                <a:solidFill>
                  <a:srgbClr val="0250DE"/>
                </a:solidFill>
                <a:latin typeface="Microsoft YaHei"/>
                <a:ea typeface="Microsoft YaHei"/>
                <a:cs typeface="Microsoft YaHei"/>
                <a:sym typeface="Microsoft YaHei"/>
              </a:defRPr>
            </a:lvl1pPr>
          </a:lstStyle>
          <a:p>
            <a:pPr lvl="0">
              <a:defRPr sz="1800">
                <a:solidFill>
                  <a:srgbClr val="000000"/>
                </a:solidFill>
              </a:defRPr>
            </a:pPr>
            <a:r>
              <a:rPr sz="10400">
                <a:solidFill>
                  <a:srgbClr val="0250DE"/>
                </a:solidFill>
              </a:rPr>
              <a:t>谢谢观看！</a:t>
            </a:r>
          </a:p>
        </p:txBody>
      </p:sp>
      <p:sp>
        <p:nvSpPr>
          <p:cNvPr id="729" name="Shape 729"/>
          <p:cNvSpPr/>
          <p:nvPr/>
        </p:nvSpPr>
        <p:spPr>
          <a:xfrm>
            <a:off x="0" y="3829050"/>
            <a:ext cx="7440613" cy="1539875"/>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21600"/>
                </a:lnTo>
                <a:lnTo>
                  <a:pt x="21600" y="8607"/>
                </a:lnTo>
                <a:lnTo>
                  <a:pt x="19896" y="0"/>
                </a:lnTo>
                <a:lnTo>
                  <a:pt x="0" y="0"/>
                </a:lnTo>
                <a:close/>
              </a:path>
            </a:pathLst>
          </a:custGeom>
          <a:solidFill>
            <a:srgbClr val="0250DE"/>
          </a:solidFill>
          <a:ln w="12700">
            <a:miter lim="400000"/>
          </a:ln>
        </p:spPr>
        <p:txBody>
          <a:bodyPr lIns="0" tIns="0" rIns="0" bIns="0" anchor="ctr"/>
          <a:lstStyle/>
          <a:p>
            <a:pPr lvl="0" defTabSz="914400">
              <a:defRPr sz="1800">
                <a:solidFill>
                  <a:srgbClr val="FFFFFF"/>
                </a:solidFill>
              </a:defRPr>
            </a:pPr>
            <a:endParaRPr/>
          </a:p>
        </p:txBody>
      </p:sp>
      <p:sp>
        <p:nvSpPr>
          <p:cNvPr id="730" name="Shape 730"/>
          <p:cNvSpPr/>
          <p:nvPr/>
        </p:nvSpPr>
        <p:spPr>
          <a:xfrm>
            <a:off x="0" y="7135812"/>
            <a:ext cx="24384000" cy="6580188"/>
          </a:xfrm>
          <a:prstGeom prst="rect">
            <a:avLst/>
          </a:prstGeom>
          <a:solidFill>
            <a:srgbClr val="000000">
              <a:alpha val="40954"/>
            </a:srgbClr>
          </a:solidFill>
          <a:ln w="12700">
            <a:miter lim="400000"/>
          </a:ln>
        </p:spPr>
        <p:txBody>
          <a:bodyPr lIns="0" tIns="0" rIns="0" bIns="0" anchor="ctr"/>
          <a:lstStyle/>
          <a:p>
            <a:pPr lvl="0">
              <a:defRPr sz="3200">
                <a:latin typeface="Helvetica Light"/>
                <a:ea typeface="Helvetica Light"/>
                <a:cs typeface="Helvetica Light"/>
                <a:sym typeface="Helvetica Light"/>
              </a:defRPr>
            </a:pPr>
            <a:endParaRPr/>
          </a:p>
        </p:txBody>
      </p:sp>
      <p:sp>
        <p:nvSpPr>
          <p:cNvPr id="731" name="Shape 731"/>
          <p:cNvSpPr/>
          <p:nvPr/>
        </p:nvSpPr>
        <p:spPr>
          <a:xfrm>
            <a:off x="9496282" y="9182100"/>
            <a:ext cx="9077611" cy="1244093"/>
          </a:xfrm>
          <a:prstGeom prst="rect">
            <a:avLst/>
          </a:prstGeom>
          <a:ln w="12700">
            <a:miter lim="400000"/>
          </a:ln>
          <a:extLst>
            <a:ext uri="{C572A759-6A51-4108-AA02-DFA0A04FC94B}">
              <ma14:wrappingTextBoxFlag xmlns:ma14="http://schemas.microsoft.com/office/mac/drawingml/2011/main" val="1"/>
            </a:ext>
          </a:extLst>
        </p:spPr>
        <p:txBody>
          <a:bodyPr wrap="none" lIns="82296" tIns="82296" rIns="82296" bIns="82296">
            <a:spAutoFit/>
          </a:bodyPr>
          <a:lstStyle>
            <a:lvl1pPr defTabSz="914400">
              <a:defRPr sz="6400">
                <a:solidFill>
                  <a:srgbClr val="FFFFFF"/>
                </a:solidFill>
                <a:latin typeface="Microsoft YaHei"/>
                <a:ea typeface="Microsoft YaHei"/>
                <a:cs typeface="Microsoft YaHei"/>
                <a:sym typeface="Microsoft YaHei"/>
              </a:defRPr>
            </a:lvl1pPr>
          </a:lstStyle>
          <a:p>
            <a:pPr lvl="0">
              <a:defRPr sz="1800">
                <a:solidFill>
                  <a:srgbClr val="000000"/>
                </a:solidFill>
              </a:defRPr>
            </a:pPr>
            <a:r>
              <a:rPr sz="6400" dirty="0">
                <a:solidFill>
                  <a:srgbClr val="FFFFFF"/>
                </a:solidFill>
              </a:rPr>
              <a:t>Thanks For Your Watch</a:t>
            </a:r>
          </a:p>
        </p:txBody>
      </p:sp>
      <p:sp>
        <p:nvSpPr>
          <p:cNvPr id="732" name="Shape 732"/>
          <p:cNvSpPr/>
          <p:nvPr/>
        </p:nvSpPr>
        <p:spPr>
          <a:xfrm>
            <a:off x="19090818" y="6067652"/>
            <a:ext cx="7838681" cy="9377564"/>
          </a:xfrm>
          <a:prstGeom prst="rect">
            <a:avLst/>
          </a:prstGeom>
          <a:ln w="12700">
            <a:miter lim="400000"/>
          </a:ln>
          <a:extLst>
            <a:ext uri="{C572A759-6A51-4108-AA02-DFA0A04FC94B}">
              <ma14:wrappingTextBoxFlag xmlns:ma14="http://schemas.microsoft.com/office/mac/drawingml/2011/main" val="1"/>
            </a:ext>
          </a:extLst>
        </p:spPr>
        <p:txBody>
          <a:bodyPr wrap="none" lIns="71436" tIns="71436" rIns="71436" bIns="71436" anchor="ctr">
            <a:spAutoFit/>
          </a:bodyPr>
          <a:lstStyle>
            <a:lvl1pPr>
              <a:defRPr sz="60000">
                <a:solidFill>
                  <a:srgbClr val="FFFFFF"/>
                </a:solidFill>
                <a:latin typeface="Helvetica Light"/>
                <a:ea typeface="Helvetica Light"/>
                <a:cs typeface="Helvetica Light"/>
                <a:sym typeface="Helvetica Light"/>
              </a:defRPr>
            </a:lvl1pPr>
          </a:lstStyle>
          <a:p>
            <a:pPr lvl="0">
              <a:defRPr sz="1800">
                <a:solidFill>
                  <a:srgbClr val="000000"/>
                </a:solidFill>
              </a:defRPr>
            </a:pPr>
            <a:r>
              <a:rPr sz="60000" dirty="0">
                <a:solidFill>
                  <a:srgbClr val="FFFFFF"/>
                </a:solidFill>
                <a:latin typeface="微软雅黑" panose="020B0503020204020204" pitchFamily="34" charset="-122"/>
                <a:ea typeface="微软雅黑" panose="020B0503020204020204" pitchFamily="34" charset="-122"/>
              </a:rPr>
              <a:t>”</a:t>
            </a:r>
          </a:p>
        </p:txBody>
      </p:sp>
    </p:spTree>
  </p:cSld>
  <p:clrMapOvr>
    <a:masterClrMapping/>
  </p:clrMapOvr>
  <p:transition spd="med"/>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0" y="0"/>
            <a:ext cx="24384000" cy="13716000"/>
          </a:xfrm>
          <a:prstGeom prst="rect">
            <a:avLst/>
          </a:prstGeom>
        </p:spPr>
      </p:pic>
    </p:spTree>
    <p:extLst>
      <p:ext uri="{BB962C8B-B14F-4D97-AF65-F5344CB8AC3E}">
        <p14:creationId xmlns:p14="http://schemas.microsoft.com/office/powerpoint/2010/main" val="1101513929"/>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0" y="0"/>
            <a:ext cx="24384000" cy="13716000"/>
          </a:xfrm>
          <a:prstGeom prst="rect">
            <a:avLst/>
          </a:prstGeom>
        </p:spPr>
      </p:pic>
    </p:spTree>
    <p:extLst>
      <p:ext uri="{BB962C8B-B14F-4D97-AF65-F5344CB8AC3E}">
        <p14:creationId xmlns:p14="http://schemas.microsoft.com/office/powerpoint/2010/main" val="1369133069"/>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0" y="0"/>
            <a:ext cx="24384000" cy="13716000"/>
          </a:xfrm>
          <a:prstGeom prst="rect">
            <a:avLst/>
          </a:prstGeom>
        </p:spPr>
      </p:pic>
    </p:spTree>
    <p:extLst>
      <p:ext uri="{BB962C8B-B14F-4D97-AF65-F5344CB8AC3E}">
        <p14:creationId xmlns:p14="http://schemas.microsoft.com/office/powerpoint/2010/main" val="1059961393"/>
      </p:ext>
    </p:extLst>
  </p:cSld>
  <p:clrMapOvr>
    <a:masterClrMapping/>
  </p:clrMapOvr>
  <p:transition spd="med"/>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PRESENTER" val="22e7d7e622492aec1f6f851637d921e87482e1c"/>
</p:tagLst>
</file>

<file path=ppt/theme/theme1.xml><?xml version="1.0" encoding="utf-8"?>
<a:theme xmlns:a="http://schemas.openxmlformats.org/drawingml/2006/main" name="Default">
  <a:themeElements>
    <a:clrScheme name="Default">
      <a:dk1>
        <a:srgbClr val="000000"/>
      </a:dk1>
      <a:lt1>
        <a:srgbClr val="FFFFFF"/>
      </a:lt1>
      <a:dk2>
        <a:srgbClr val="A7A7A7"/>
      </a:dk2>
      <a:lt2>
        <a:srgbClr val="535353"/>
      </a:lt2>
      <a:accent1>
        <a:srgbClr val="0365C0"/>
      </a:accent1>
      <a:accent2>
        <a:srgbClr val="00882B"/>
      </a:accent2>
      <a:accent3>
        <a:srgbClr val="8F8F8F"/>
      </a:accent3>
      <a:accent4>
        <a:srgbClr val="707070"/>
      </a:accent4>
      <a:accent5>
        <a:srgbClr val="AAB7DA"/>
      </a:accent5>
      <a:accent6>
        <a:srgbClr val="007B27"/>
      </a:accent6>
      <a:hlink>
        <a:srgbClr val="0000FF"/>
      </a:hlink>
      <a:folHlink>
        <a:srgbClr val="FF00FF"/>
      </a:folHlink>
    </a:clrScheme>
    <a:fontScheme name="Default">
      <a:majorFont>
        <a:latin typeface="Helvetica Neue"/>
        <a:ea typeface="Helvetica Neue"/>
        <a:cs typeface="Helvetica Neue"/>
      </a:majorFont>
      <a:minorFont>
        <a:latin typeface="Helvetica"/>
        <a:ea typeface="Helvetica"/>
        <a:cs typeface="Helvetica"/>
      </a:minorFont>
    </a:fontScheme>
    <a:fmtScheme name="Defaul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25400" dist="12700" dir="5400000" rotWithShape="0">
              <a:srgbClr val="000000">
                <a:alpha val="50000"/>
              </a:srgbClr>
            </a:outerShdw>
          </a:effectLst>
        </a:effectStyle>
        <a:effectStyle>
          <a:effectLst>
            <a:outerShdw blurRad="25400" dist="12700" dir="5400000" rotWithShape="0">
              <a:srgbClr val="000000">
                <a:alpha val="50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rgbClr val="0365C0"/>
          </a:solidFill>
          <a:prstDash val="solid"/>
          <a:bevel/>
        </a:ln>
        <a:effectLst>
          <a:outerShdw blurRad="25400" dist="12700" dir="5400000" rotWithShape="0">
            <a:srgbClr val="000000">
              <a:alpha val="50000"/>
            </a:srgbClr>
          </a:outerShdw>
        </a:effectLst>
      </a:spPr>
      <a:bodyPr rot="0" spcFirstLastPara="1" vertOverflow="overflow" horzOverflow="overflow" vert="horz" wrap="square" lIns="71436" tIns="71436" rIns="71436" bIns="71436" numCol="1" spcCol="38100" rtlCol="0" anchor="ctr">
        <a:spAutoFit/>
      </a:bodyPr>
      <a:lstStyle>
        <a:defPPr marL="0" marR="0" indent="0" algn="ctr" defTabSz="584200" rtl="0" fontAlgn="auto" latinLnBrk="1" hangingPunct="0">
          <a:lnSpc>
            <a:spcPct val="100000"/>
          </a:lnSpc>
          <a:spcBef>
            <a:spcPts val="0"/>
          </a:spcBef>
          <a:spcAft>
            <a:spcPts val="0"/>
          </a:spcAft>
          <a:buClrTx/>
          <a:buSzTx/>
          <a:buFontTx/>
          <a:buNone/>
          <a:tabLst/>
          <a:defRPr kumimoji="0" sz="48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365C0"/>
          </a:solidFill>
          <a:prstDash val="solid"/>
          <a:bevel/>
        </a:ln>
        <a:effectLst>
          <a:outerShdw blurRad="38100" dist="20000" dir="5400000" rotWithShape="0">
            <a:srgbClr val="000000">
              <a:alpha val="38000"/>
            </a:srgbClr>
          </a:outerShdw>
        </a:effectLst>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Pr>
      <a:bodyPr rot="0" spcFirstLastPara="1" vertOverflow="overflow" horzOverflow="overflow" vert="horz" wrap="square" lIns="71436" tIns="71436" rIns="71436" bIns="71436" numCol="1" spcCol="38100" rtlCol="0" anchor="ctr">
        <a:spAutoFit/>
      </a:bodyPr>
      <a:lstStyle>
        <a:defPPr marL="0" marR="0" indent="0" algn="ctr" defTabSz="584200" rtl="0" fontAlgn="auto" latinLnBrk="1" hangingPunct="0">
          <a:lnSpc>
            <a:spcPct val="100000"/>
          </a:lnSpc>
          <a:spcBef>
            <a:spcPts val="0"/>
          </a:spcBef>
          <a:spcAft>
            <a:spcPts val="0"/>
          </a:spcAft>
          <a:buClrTx/>
          <a:buSzTx/>
          <a:buFontTx/>
          <a:buNone/>
          <a:tabLst/>
          <a:defRPr kumimoji="0" sz="48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Default">
  <a:themeElements>
    <a:clrScheme name="Default">
      <a:dk1>
        <a:srgbClr val="000000"/>
      </a:dk1>
      <a:lt1>
        <a:srgbClr val="FFFFFF"/>
      </a:lt1>
      <a:dk2>
        <a:srgbClr val="A7A7A7"/>
      </a:dk2>
      <a:lt2>
        <a:srgbClr val="535353"/>
      </a:lt2>
      <a:accent1>
        <a:srgbClr val="0365C0"/>
      </a:accent1>
      <a:accent2>
        <a:srgbClr val="00882B"/>
      </a:accent2>
      <a:accent3>
        <a:srgbClr val="8F8F8F"/>
      </a:accent3>
      <a:accent4>
        <a:srgbClr val="707070"/>
      </a:accent4>
      <a:accent5>
        <a:srgbClr val="AAB7DA"/>
      </a:accent5>
      <a:accent6>
        <a:srgbClr val="007B27"/>
      </a:accent6>
      <a:hlink>
        <a:srgbClr val="0000FF"/>
      </a:hlink>
      <a:folHlink>
        <a:srgbClr val="FF00FF"/>
      </a:folHlink>
    </a:clrScheme>
    <a:fontScheme name="Default">
      <a:majorFont>
        <a:latin typeface="Helvetica Neue"/>
        <a:ea typeface="Helvetica Neue"/>
        <a:cs typeface="Helvetica Neue"/>
      </a:majorFont>
      <a:minorFont>
        <a:latin typeface="Helvetica"/>
        <a:ea typeface="Helvetica"/>
        <a:cs typeface="Helvetica"/>
      </a:minorFont>
    </a:fontScheme>
    <a:fmtScheme name="Defaul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25400" dist="12700" dir="5400000" rotWithShape="0">
              <a:srgbClr val="000000">
                <a:alpha val="50000"/>
              </a:srgbClr>
            </a:outerShdw>
          </a:effectLst>
        </a:effectStyle>
        <a:effectStyle>
          <a:effectLst>
            <a:outerShdw blurRad="25400" dist="12700" dir="5400000" rotWithShape="0">
              <a:srgbClr val="000000">
                <a:alpha val="50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rgbClr val="0365C0"/>
          </a:solidFill>
          <a:prstDash val="solid"/>
          <a:bevel/>
        </a:ln>
        <a:effectLst>
          <a:outerShdw blurRad="25400" dist="12700" dir="5400000" rotWithShape="0">
            <a:srgbClr val="000000">
              <a:alpha val="50000"/>
            </a:srgbClr>
          </a:outerShdw>
        </a:effectLst>
      </a:spPr>
      <a:bodyPr rot="0" spcFirstLastPara="1" vertOverflow="overflow" horzOverflow="overflow" vert="horz" wrap="square" lIns="71436" tIns="71436" rIns="71436" bIns="71436" numCol="1" spcCol="38100" rtlCol="0" anchor="ctr">
        <a:spAutoFit/>
      </a:bodyPr>
      <a:lstStyle>
        <a:defPPr marL="0" marR="0" indent="0" algn="ctr" defTabSz="584200" rtl="0" fontAlgn="auto" latinLnBrk="1" hangingPunct="0">
          <a:lnSpc>
            <a:spcPct val="100000"/>
          </a:lnSpc>
          <a:spcBef>
            <a:spcPts val="0"/>
          </a:spcBef>
          <a:spcAft>
            <a:spcPts val="0"/>
          </a:spcAft>
          <a:buClrTx/>
          <a:buSzTx/>
          <a:buFontTx/>
          <a:buNone/>
          <a:tabLst/>
          <a:defRPr kumimoji="0" sz="48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365C0"/>
          </a:solidFill>
          <a:prstDash val="solid"/>
          <a:bevel/>
        </a:ln>
        <a:effectLst>
          <a:outerShdw blurRad="38100" dist="20000" dir="5400000" rotWithShape="0">
            <a:srgbClr val="000000">
              <a:alpha val="38000"/>
            </a:srgbClr>
          </a:outerShdw>
        </a:effectLst>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Pr>
      <a:bodyPr rot="0" spcFirstLastPara="1" vertOverflow="overflow" horzOverflow="overflow" vert="horz" wrap="square" lIns="71436" tIns="71436" rIns="71436" bIns="71436" numCol="1" spcCol="38100" rtlCol="0" anchor="ctr">
        <a:spAutoFit/>
      </a:bodyPr>
      <a:lstStyle>
        <a:defPPr marL="0" marR="0" indent="0" algn="ctr" defTabSz="584200" rtl="0" fontAlgn="auto" latinLnBrk="1" hangingPunct="0">
          <a:lnSpc>
            <a:spcPct val="100000"/>
          </a:lnSpc>
          <a:spcBef>
            <a:spcPts val="0"/>
          </a:spcBef>
          <a:spcAft>
            <a:spcPts val="0"/>
          </a:spcAft>
          <a:buClrTx/>
          <a:buSzTx/>
          <a:buFontTx/>
          <a:buNone/>
          <a:tabLst/>
          <a:defRPr kumimoji="0" sz="48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9</TotalTime>
  <Words>307</Words>
  <Application>Microsoft Macintosh PowerPoint</Application>
  <PresentationFormat>自定义</PresentationFormat>
  <Paragraphs>175</Paragraphs>
  <Slides>24</Slides>
  <Notes>1</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24</vt:i4>
      </vt:variant>
    </vt:vector>
  </HeadingPairs>
  <TitlesOfParts>
    <vt:vector size="35" baseType="lpstr">
      <vt:lpstr>Arial</vt:lpstr>
      <vt:lpstr>Arial Black</vt:lpstr>
      <vt:lpstr>Calibri</vt:lpstr>
      <vt:lpstr>Calibri Light</vt:lpstr>
      <vt:lpstr>Helvetica</vt:lpstr>
      <vt:lpstr>Helvetica Light</vt:lpstr>
      <vt:lpstr>Helvetica Neue</vt:lpstr>
      <vt:lpstr>Helvetica Neue Light</vt:lpstr>
      <vt:lpstr>Microsoft YaHei</vt:lpstr>
      <vt:lpstr>微软雅黑</vt:lpstr>
      <vt:lpstr>Default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cp:lastModifiedBy>督门提酒</cp:lastModifiedBy>
  <cp:revision>5</cp:revision>
  <dcterms:modified xsi:type="dcterms:W3CDTF">2015-06-14T01:24:40Z</dcterms:modified>
</cp:coreProperties>
</file>