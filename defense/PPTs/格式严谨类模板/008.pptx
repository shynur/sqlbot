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409" r:id="rId2"/>
    <p:sldId id="333" r:id="rId3"/>
    <p:sldId id="297" r:id="rId4"/>
    <p:sldId id="299" r:id="rId5"/>
    <p:sldId id="334" r:id="rId6"/>
    <p:sldId id="335" r:id="rId7"/>
    <p:sldId id="366" r:id="rId8"/>
    <p:sldId id="367" r:id="rId9"/>
    <p:sldId id="267" r:id="rId10"/>
    <p:sldId id="307" r:id="rId11"/>
    <p:sldId id="337" r:id="rId12"/>
    <p:sldId id="338" r:id="rId13"/>
    <p:sldId id="339" r:id="rId14"/>
    <p:sldId id="340" r:id="rId15"/>
    <p:sldId id="360" r:id="rId16"/>
    <p:sldId id="341" r:id="rId17"/>
    <p:sldId id="301" r:id="rId18"/>
    <p:sldId id="343" r:id="rId19"/>
    <p:sldId id="344" r:id="rId20"/>
    <p:sldId id="358" r:id="rId21"/>
    <p:sldId id="345" r:id="rId22"/>
    <p:sldId id="359" r:id="rId23"/>
    <p:sldId id="346" r:id="rId24"/>
    <p:sldId id="347" r:id="rId25"/>
    <p:sldId id="348" r:id="rId26"/>
    <p:sldId id="316" r:id="rId27"/>
    <p:sldId id="350" r:id="rId28"/>
    <p:sldId id="351" r:id="rId29"/>
    <p:sldId id="352" r:id="rId30"/>
    <p:sldId id="353" r:id="rId31"/>
    <p:sldId id="354" r:id="rId32"/>
    <p:sldId id="356" r:id="rId33"/>
    <p:sldId id="357" r:id="rId34"/>
    <p:sldId id="355" r:id="rId35"/>
    <p:sldId id="362" r:id="rId36"/>
    <p:sldId id="318" r:id="rId37"/>
    <p:sldId id="363" r:id="rId38"/>
    <p:sldId id="364" r:id="rId39"/>
    <p:sldId id="365" r:id="rId40"/>
    <p:sldId id="295" r:id="rId4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455"/>
    <a:srgbClr val="FBFBFB"/>
    <a:srgbClr val="5B5E77"/>
    <a:srgbClr val="4C4F64"/>
    <a:srgbClr val="C00000"/>
    <a:srgbClr val="A6A6A6"/>
    <a:srgbClr val="E20000"/>
    <a:srgbClr val="14B28B"/>
    <a:srgbClr val="0D0D0D"/>
    <a:srgbClr val="18D2A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4068" autoAdjust="0"/>
    <p:restoredTop sz="94660"/>
  </p:normalViewPr>
  <p:slideViewPr>
    <p:cSldViewPr showGuides="1">
      <p:cViewPr>
        <p:scale>
          <a:sx n="59" d="100"/>
          <a:sy n="59" d="100"/>
        </p:scale>
        <p:origin x="-3114" y="-1518"/>
      </p:cViewPr>
      <p:guideLst>
        <p:guide orient="horz" pos="1710"/>
        <p:guide pos="2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FEB9A-23AB-4D00-A72E-AD507B0F1653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533" y="685800"/>
            <a:ext cx="609493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6CF1A-E888-4A07-B96A-456D0CF694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099"/>
            <a:ext cx="7772400" cy="110271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160"/>
            <a:ext cx="6400800" cy="13146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754"/>
            <a:ext cx="7772400" cy="102173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416"/>
            <a:ext cx="7772400" cy="112533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80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1"/>
            <a:ext cx="4038600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361"/>
            <a:ext cx="4038600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36"/>
            <a:ext cx="4040188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442"/>
            <a:ext cx="4040188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536"/>
            <a:ext cx="4041775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442"/>
            <a:ext cx="4041775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823"/>
            <a:ext cx="3008313" cy="87169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49" y="204824"/>
            <a:ext cx="5111750" cy="43906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514"/>
            <a:ext cx="3008313" cy="351891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080"/>
            <a:ext cx="5486400" cy="42512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662"/>
            <a:ext cx="5486400" cy="308664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208"/>
            <a:ext cx="5486400" cy="60375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15"/>
            <a:ext cx="2057400" cy="43894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15"/>
            <a:ext cx="6019800" cy="43894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361"/>
            <a:ext cx="8229600" cy="339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B1069-3899-470A-8AB1-734237277644}" type="datetimeFigureOut">
              <a:rPr lang="zh-CN" altLang="en-US" smtClean="0"/>
              <a:pPr/>
              <a:t>2017/2/27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098"/>
            <a:ext cx="2895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C7957-89EC-4DC7-A1B9-6F0B3159CB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654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任意多边形 3"/>
          <p:cNvSpPr/>
          <p:nvPr/>
        </p:nvSpPr>
        <p:spPr>
          <a:xfrm>
            <a:off x="207169" y="1510163"/>
            <a:ext cx="8589169" cy="1808560"/>
          </a:xfrm>
          <a:custGeom>
            <a:avLst/>
            <a:gdLst>
              <a:gd name="txL" fmla="*/ 0 w 11417523"/>
              <a:gd name="txT" fmla="*/ 0 h 2411413"/>
              <a:gd name="txR" fmla="*/ 11417523 w 11417523"/>
              <a:gd name="txB" fmla="*/ 2411413 h 2411413"/>
            </a:gdLst>
            <a:ahLst/>
            <a:cxnLst>
              <a:cxn ang="0">
                <a:pos x="0" y="0"/>
              </a:cxn>
              <a:cxn ang="0">
                <a:pos x="10763065" y="8775"/>
              </a:cxn>
              <a:cxn ang="0">
                <a:pos x="11417523" y="1219857"/>
              </a:cxn>
              <a:cxn ang="0">
                <a:pos x="10770010" y="2411413"/>
              </a:cxn>
              <a:cxn ang="0">
                <a:pos x="0" y="2411413"/>
              </a:cxn>
              <a:cxn ang="0">
                <a:pos x="657225" y="1209675"/>
              </a:cxn>
              <a:cxn ang="0">
                <a:pos x="0" y="0"/>
              </a:cxn>
            </a:cxnLst>
            <a:rect l="txL" t="txT" r="txR" b="txB"/>
            <a:pathLst>
              <a:path w="11417523" h="2411413">
                <a:moveTo>
                  <a:pt x="0" y="0"/>
                </a:moveTo>
                <a:lnTo>
                  <a:pt x="10763065" y="8775"/>
                </a:lnTo>
                <a:lnTo>
                  <a:pt x="11417523" y="1219857"/>
                </a:lnTo>
                <a:lnTo>
                  <a:pt x="10770010" y="2411413"/>
                </a:lnTo>
                <a:lnTo>
                  <a:pt x="0" y="2411413"/>
                </a:lnTo>
                <a:lnTo>
                  <a:pt x="657225" y="1209675"/>
                </a:lnTo>
                <a:lnTo>
                  <a:pt x="0" y="0"/>
                </a:lnTo>
                <a:close/>
              </a:path>
            </a:pathLst>
          </a:custGeom>
          <a:solidFill>
            <a:srgbClr val="14335D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75" name="任意多边形 4"/>
          <p:cNvSpPr/>
          <p:nvPr/>
        </p:nvSpPr>
        <p:spPr>
          <a:xfrm>
            <a:off x="225029" y="1522069"/>
            <a:ext cx="8554640" cy="1788319"/>
          </a:xfrm>
          <a:custGeom>
            <a:avLst/>
            <a:gdLst>
              <a:gd name="txL" fmla="*/ 0 w 11405821"/>
              <a:gd name="txT" fmla="*/ 0 h 2382838"/>
              <a:gd name="txR" fmla="*/ 11405821 w 11405821"/>
              <a:gd name="txB" fmla="*/ 2382838 h 2382838"/>
            </a:gdLst>
            <a:ahLst/>
            <a:cxnLst>
              <a:cxn ang="0">
                <a:pos x="0" y="0"/>
              </a:cxn>
              <a:cxn ang="0">
                <a:pos x="10753938" y="0"/>
              </a:cxn>
              <a:cxn ang="0">
                <a:pos x="11405821" y="1206319"/>
              </a:cxn>
              <a:cxn ang="0">
                <a:pos x="10766480" y="2382838"/>
              </a:cxn>
              <a:cxn ang="0">
                <a:pos x="0" y="2382838"/>
              </a:cxn>
              <a:cxn ang="0">
                <a:pos x="649288" y="1195388"/>
              </a:cxn>
            </a:cxnLst>
            <a:rect l="txL" t="txT" r="txR" b="txB"/>
            <a:pathLst>
              <a:path w="11405821" h="2382838">
                <a:moveTo>
                  <a:pt x="0" y="0"/>
                </a:moveTo>
                <a:lnTo>
                  <a:pt x="10753938" y="0"/>
                </a:lnTo>
                <a:lnTo>
                  <a:pt x="11405821" y="1206319"/>
                </a:lnTo>
                <a:lnTo>
                  <a:pt x="10766480" y="2382838"/>
                </a:lnTo>
                <a:lnTo>
                  <a:pt x="0" y="2382838"/>
                </a:lnTo>
                <a:lnTo>
                  <a:pt x="649288" y="1195388"/>
                </a:lnTo>
                <a:close/>
              </a:path>
            </a:pathLst>
          </a:custGeom>
          <a:solidFill>
            <a:srgbClr val="414455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76" name="任意多边形 5"/>
          <p:cNvSpPr/>
          <p:nvPr/>
        </p:nvSpPr>
        <p:spPr>
          <a:xfrm>
            <a:off x="260747" y="1542310"/>
            <a:ext cx="8490347" cy="1746647"/>
          </a:xfrm>
          <a:custGeom>
            <a:avLst/>
            <a:gdLst>
              <a:gd name="txL" fmla="*/ 0 w 11320096"/>
              <a:gd name="txT" fmla="*/ 0 h 2328863"/>
              <a:gd name="txR" fmla="*/ 11320096 w 11320096"/>
              <a:gd name="txB" fmla="*/ 2328863 h 2328863"/>
            </a:gdLst>
            <a:ahLst/>
            <a:cxnLst>
              <a:cxn ang="0">
                <a:pos x="0" y="0"/>
              </a:cxn>
              <a:cxn ang="0">
                <a:pos x="10682797" y="0"/>
              </a:cxn>
              <a:cxn ang="0">
                <a:pos x="11320096" y="1179332"/>
              </a:cxn>
              <a:cxn ang="0">
                <a:pos x="10695421" y="2328863"/>
              </a:cxn>
              <a:cxn ang="0">
                <a:pos x="0" y="2328863"/>
              </a:cxn>
              <a:cxn ang="0">
                <a:pos x="628650" y="1168400"/>
              </a:cxn>
            </a:cxnLst>
            <a:rect l="txL" t="txT" r="txR" b="txB"/>
            <a:pathLst>
              <a:path w="11320096" h="2328863">
                <a:moveTo>
                  <a:pt x="0" y="0"/>
                </a:moveTo>
                <a:lnTo>
                  <a:pt x="10682797" y="0"/>
                </a:lnTo>
                <a:lnTo>
                  <a:pt x="11320096" y="1179332"/>
                </a:lnTo>
                <a:lnTo>
                  <a:pt x="10695421" y="2328863"/>
                </a:lnTo>
                <a:lnTo>
                  <a:pt x="0" y="2328863"/>
                </a:lnTo>
                <a:lnTo>
                  <a:pt x="628650" y="1168400"/>
                </a:lnTo>
                <a:close/>
              </a:path>
            </a:pathLst>
          </a:custGeom>
          <a:solidFill>
            <a:srgbClr val="F2EED8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77" name="任意多边形 6"/>
          <p:cNvSpPr/>
          <p:nvPr/>
        </p:nvSpPr>
        <p:spPr>
          <a:xfrm>
            <a:off x="296466" y="1563741"/>
            <a:ext cx="8429625" cy="1704975"/>
          </a:xfrm>
          <a:custGeom>
            <a:avLst/>
            <a:gdLst>
              <a:gd name="txL" fmla="*/ 0 w 11239498"/>
              <a:gd name="txT" fmla="*/ 0 h 2273300"/>
              <a:gd name="txR" fmla="*/ 11239498 w 11239498"/>
              <a:gd name="txB" fmla="*/ 2273300 h 2273300"/>
            </a:gdLst>
            <a:ahLst/>
            <a:cxnLst>
              <a:cxn ang="0">
                <a:pos x="0" y="0"/>
              </a:cxn>
              <a:cxn ang="0">
                <a:pos x="10620214" y="0"/>
              </a:cxn>
              <a:cxn ang="0">
                <a:pos x="11239498" y="1145995"/>
              </a:cxn>
              <a:cxn ang="0">
                <a:pos x="10626901" y="2273300"/>
              </a:cxn>
              <a:cxn ang="0">
                <a:pos x="0" y="2273300"/>
              </a:cxn>
              <a:cxn ang="0">
                <a:pos x="615950" y="1139825"/>
              </a:cxn>
            </a:cxnLst>
            <a:rect l="txL" t="txT" r="txR" b="txB"/>
            <a:pathLst>
              <a:path w="11239498" h="2273300">
                <a:moveTo>
                  <a:pt x="0" y="0"/>
                </a:moveTo>
                <a:lnTo>
                  <a:pt x="10620214" y="0"/>
                </a:lnTo>
                <a:lnTo>
                  <a:pt x="11239498" y="1145995"/>
                </a:lnTo>
                <a:lnTo>
                  <a:pt x="10626901" y="2273300"/>
                </a:lnTo>
                <a:lnTo>
                  <a:pt x="0" y="2273300"/>
                </a:lnTo>
                <a:lnTo>
                  <a:pt x="615950" y="1139825"/>
                </a:lnTo>
                <a:close/>
              </a:path>
            </a:pathLst>
          </a:custGeom>
          <a:solidFill>
            <a:srgbClr val="414455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3082" name="组合 11"/>
          <p:cNvGrpSpPr/>
          <p:nvPr/>
        </p:nvGrpSpPr>
        <p:grpSpPr>
          <a:xfrm>
            <a:off x="1261540" y="1539873"/>
            <a:ext cx="1850754" cy="1753901"/>
            <a:chOff x="14287" y="41275"/>
            <a:chExt cx="1427163" cy="1352550"/>
          </a:xfrm>
        </p:grpSpPr>
        <p:sp>
          <p:nvSpPr>
            <p:cNvPr id="3083" name="Freeform 58"/>
            <p:cNvSpPr/>
            <p:nvPr/>
          </p:nvSpPr>
          <p:spPr>
            <a:xfrm>
              <a:off x="14287" y="41275"/>
              <a:ext cx="1427163" cy="1352550"/>
            </a:xfrm>
            <a:custGeom>
              <a:avLst/>
              <a:gdLst>
                <a:gd name="txL" fmla="*/ 0 w 209"/>
                <a:gd name="txT" fmla="*/ 0 h 197"/>
                <a:gd name="txR" fmla="*/ 209 w 209"/>
                <a:gd name="txB" fmla="*/ 197 h 197"/>
              </a:gdLst>
              <a:ahLst/>
              <a:cxnLst>
                <a:cxn ang="0">
                  <a:pos x="102" y="197"/>
                </a:cxn>
                <a:cxn ang="0">
                  <a:pos x="84" y="196"/>
                </a:cxn>
                <a:cxn ang="0">
                  <a:pos x="21" y="155"/>
                </a:cxn>
                <a:cxn ang="0">
                  <a:pos x="5" y="81"/>
                </a:cxn>
                <a:cxn ang="0">
                  <a:pos x="102" y="0"/>
                </a:cxn>
                <a:cxn ang="0">
                  <a:pos x="120" y="1"/>
                </a:cxn>
                <a:cxn ang="0">
                  <a:pos x="199" y="116"/>
                </a:cxn>
                <a:cxn ang="0">
                  <a:pos x="102" y="197"/>
                </a:cxn>
              </a:cxnLst>
              <a:rect l="txL" t="txT" r="txR" b="txB"/>
              <a:pathLst>
                <a:path w="209" h="197">
                  <a:moveTo>
                    <a:pt x="102" y="197"/>
                  </a:moveTo>
                  <a:cubicBezTo>
                    <a:pt x="96" y="197"/>
                    <a:pt x="90" y="197"/>
                    <a:pt x="84" y="196"/>
                  </a:cubicBezTo>
                  <a:cubicBezTo>
                    <a:pt x="58" y="191"/>
                    <a:pt x="36" y="176"/>
                    <a:pt x="21" y="155"/>
                  </a:cubicBezTo>
                  <a:cubicBezTo>
                    <a:pt x="6" y="133"/>
                    <a:pt x="0" y="107"/>
                    <a:pt x="5" y="81"/>
                  </a:cubicBezTo>
                  <a:cubicBezTo>
                    <a:pt x="14" y="34"/>
                    <a:pt x="54" y="0"/>
                    <a:pt x="102" y="0"/>
                  </a:cubicBezTo>
                  <a:cubicBezTo>
                    <a:pt x="108" y="0"/>
                    <a:pt x="114" y="0"/>
                    <a:pt x="120" y="1"/>
                  </a:cubicBezTo>
                  <a:cubicBezTo>
                    <a:pt x="173" y="11"/>
                    <a:pt x="209" y="63"/>
                    <a:pt x="199" y="116"/>
                  </a:cubicBezTo>
                  <a:cubicBezTo>
                    <a:pt x="191" y="163"/>
                    <a:pt x="150" y="197"/>
                    <a:pt x="102" y="197"/>
                  </a:cubicBezTo>
                  <a:close/>
                </a:path>
              </a:pathLst>
            </a:custGeom>
            <a:solidFill>
              <a:srgbClr val="F2EED8"/>
            </a:solidFill>
            <a:ln w="9525">
              <a:noFill/>
            </a:ln>
          </p:spPr>
          <p:txBody>
            <a:bodyPr vert="horz" wrap="square" anchor="t"/>
            <a:lstStyle/>
            <a:p>
              <a:pPr lvl="0">
                <a:lnSpc>
                  <a:spcPct val="100000"/>
                </a:lnSpc>
              </a:pPr>
              <a:endParaRPr sz="135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085" name="Freeform 60"/>
            <p:cNvSpPr/>
            <p:nvPr/>
          </p:nvSpPr>
          <p:spPr>
            <a:xfrm>
              <a:off x="163512" y="171450"/>
              <a:ext cx="1093788" cy="1092200"/>
            </a:xfrm>
            <a:custGeom>
              <a:avLst/>
              <a:gdLst>
                <a:gd name="txL" fmla="*/ 0 w 160"/>
                <a:gd name="txT" fmla="*/ 0 h 159"/>
                <a:gd name="txR" fmla="*/ 160 w 160"/>
                <a:gd name="txB" fmla="*/ 159 h 159"/>
              </a:gdLst>
              <a:ahLst/>
              <a:cxnLst>
                <a:cxn ang="0">
                  <a:pos x="80" y="0"/>
                </a:cxn>
                <a:cxn ang="0">
                  <a:pos x="0" y="79"/>
                </a:cxn>
                <a:cxn ang="0">
                  <a:pos x="4" y="104"/>
                </a:cxn>
                <a:cxn ang="0">
                  <a:pos x="39" y="92"/>
                </a:cxn>
                <a:cxn ang="0">
                  <a:pos x="39" y="94"/>
                </a:cxn>
                <a:cxn ang="0">
                  <a:pos x="44" y="91"/>
                </a:cxn>
                <a:cxn ang="0">
                  <a:pos x="67" y="61"/>
                </a:cxn>
                <a:cxn ang="0">
                  <a:pos x="85" y="32"/>
                </a:cxn>
                <a:cxn ang="0">
                  <a:pos x="87" y="21"/>
                </a:cxn>
                <a:cxn ang="0">
                  <a:pos x="88" y="14"/>
                </a:cxn>
                <a:cxn ang="0">
                  <a:pos x="98" y="17"/>
                </a:cxn>
                <a:cxn ang="0">
                  <a:pos x="94" y="51"/>
                </a:cxn>
                <a:cxn ang="0">
                  <a:pos x="96" y="61"/>
                </a:cxn>
                <a:cxn ang="0">
                  <a:pos x="104" y="63"/>
                </a:cxn>
                <a:cxn ang="0">
                  <a:pos x="117" y="64"/>
                </a:cxn>
                <a:cxn ang="0">
                  <a:pos x="125" y="71"/>
                </a:cxn>
                <a:cxn ang="0">
                  <a:pos x="125" y="79"/>
                </a:cxn>
                <a:cxn ang="0">
                  <a:pos x="128" y="91"/>
                </a:cxn>
                <a:cxn ang="0">
                  <a:pos x="125" y="98"/>
                </a:cxn>
                <a:cxn ang="0">
                  <a:pos x="126" y="107"/>
                </a:cxn>
                <a:cxn ang="0">
                  <a:pos x="123" y="111"/>
                </a:cxn>
                <a:cxn ang="0">
                  <a:pos x="121" y="115"/>
                </a:cxn>
                <a:cxn ang="0">
                  <a:pos x="104" y="126"/>
                </a:cxn>
                <a:cxn ang="0">
                  <a:pos x="73" y="128"/>
                </a:cxn>
                <a:cxn ang="0">
                  <a:pos x="73" y="128"/>
                </a:cxn>
                <a:cxn ang="0">
                  <a:pos x="72" y="128"/>
                </a:cxn>
                <a:cxn ang="0">
                  <a:pos x="55" y="139"/>
                </a:cxn>
                <a:cxn ang="0">
                  <a:pos x="57" y="146"/>
                </a:cxn>
                <a:cxn ang="0">
                  <a:pos x="45" y="151"/>
                </a:cxn>
                <a:cxn ang="0">
                  <a:pos x="80" y="159"/>
                </a:cxn>
                <a:cxn ang="0">
                  <a:pos x="160" y="79"/>
                </a:cxn>
                <a:cxn ang="0">
                  <a:pos x="80" y="0"/>
                </a:cxn>
              </a:cxnLst>
              <a:rect l="txL" t="txT" r="txR" b="txB"/>
              <a:pathLst>
                <a:path w="160" h="159">
                  <a:moveTo>
                    <a:pt x="80" y="0"/>
                  </a:moveTo>
                  <a:cubicBezTo>
                    <a:pt x="36" y="0"/>
                    <a:pt x="0" y="35"/>
                    <a:pt x="0" y="79"/>
                  </a:cubicBezTo>
                  <a:cubicBezTo>
                    <a:pt x="0" y="88"/>
                    <a:pt x="2" y="96"/>
                    <a:pt x="4" y="104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41" y="93"/>
                    <a:pt x="43" y="92"/>
                    <a:pt x="44" y="91"/>
                  </a:cubicBezTo>
                  <a:cubicBezTo>
                    <a:pt x="57" y="84"/>
                    <a:pt x="61" y="73"/>
                    <a:pt x="67" y="61"/>
                  </a:cubicBezTo>
                  <a:cubicBezTo>
                    <a:pt x="72" y="51"/>
                    <a:pt x="81" y="42"/>
                    <a:pt x="85" y="32"/>
                  </a:cubicBezTo>
                  <a:cubicBezTo>
                    <a:pt x="86" y="28"/>
                    <a:pt x="87" y="25"/>
                    <a:pt x="87" y="21"/>
                  </a:cubicBezTo>
                  <a:cubicBezTo>
                    <a:pt x="87" y="19"/>
                    <a:pt x="86" y="16"/>
                    <a:pt x="88" y="14"/>
                  </a:cubicBezTo>
                  <a:cubicBezTo>
                    <a:pt x="91" y="10"/>
                    <a:pt x="95" y="14"/>
                    <a:pt x="98" y="17"/>
                  </a:cubicBezTo>
                  <a:cubicBezTo>
                    <a:pt x="105" y="28"/>
                    <a:pt x="98" y="40"/>
                    <a:pt x="94" y="51"/>
                  </a:cubicBezTo>
                  <a:cubicBezTo>
                    <a:pt x="92" y="56"/>
                    <a:pt x="89" y="59"/>
                    <a:pt x="96" y="61"/>
                  </a:cubicBezTo>
                  <a:cubicBezTo>
                    <a:pt x="96" y="61"/>
                    <a:pt x="104" y="63"/>
                    <a:pt x="104" y="63"/>
                  </a:cubicBezTo>
                  <a:cubicBezTo>
                    <a:pt x="109" y="64"/>
                    <a:pt x="113" y="62"/>
                    <a:pt x="117" y="64"/>
                  </a:cubicBezTo>
                  <a:cubicBezTo>
                    <a:pt x="120" y="66"/>
                    <a:pt x="124" y="68"/>
                    <a:pt x="125" y="71"/>
                  </a:cubicBezTo>
                  <a:cubicBezTo>
                    <a:pt x="126" y="74"/>
                    <a:pt x="125" y="77"/>
                    <a:pt x="125" y="79"/>
                  </a:cubicBezTo>
                  <a:cubicBezTo>
                    <a:pt x="125" y="84"/>
                    <a:pt x="128" y="86"/>
                    <a:pt x="128" y="91"/>
                  </a:cubicBezTo>
                  <a:cubicBezTo>
                    <a:pt x="127" y="94"/>
                    <a:pt x="125" y="95"/>
                    <a:pt x="125" y="98"/>
                  </a:cubicBezTo>
                  <a:cubicBezTo>
                    <a:pt x="125" y="101"/>
                    <a:pt x="126" y="104"/>
                    <a:pt x="126" y="107"/>
                  </a:cubicBezTo>
                  <a:cubicBezTo>
                    <a:pt x="125" y="109"/>
                    <a:pt x="124" y="110"/>
                    <a:pt x="123" y="111"/>
                  </a:cubicBezTo>
                  <a:cubicBezTo>
                    <a:pt x="121" y="112"/>
                    <a:pt x="121" y="113"/>
                    <a:pt x="121" y="115"/>
                  </a:cubicBezTo>
                  <a:cubicBezTo>
                    <a:pt x="120" y="123"/>
                    <a:pt x="111" y="126"/>
                    <a:pt x="104" y="126"/>
                  </a:cubicBezTo>
                  <a:cubicBezTo>
                    <a:pt x="93" y="127"/>
                    <a:pt x="84" y="127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8"/>
                    <a:pt x="72" y="128"/>
                  </a:cubicBezTo>
                  <a:cubicBezTo>
                    <a:pt x="66" y="131"/>
                    <a:pt x="61" y="135"/>
                    <a:pt x="55" y="139"/>
                  </a:cubicBezTo>
                  <a:cubicBezTo>
                    <a:pt x="57" y="146"/>
                    <a:pt x="57" y="146"/>
                    <a:pt x="57" y="146"/>
                  </a:cubicBezTo>
                  <a:cubicBezTo>
                    <a:pt x="45" y="151"/>
                    <a:pt x="45" y="151"/>
                    <a:pt x="45" y="151"/>
                  </a:cubicBezTo>
                  <a:cubicBezTo>
                    <a:pt x="56" y="156"/>
                    <a:pt x="68" y="159"/>
                    <a:pt x="80" y="159"/>
                  </a:cubicBezTo>
                  <a:cubicBezTo>
                    <a:pt x="124" y="159"/>
                    <a:pt x="160" y="124"/>
                    <a:pt x="160" y="79"/>
                  </a:cubicBezTo>
                  <a:cubicBezTo>
                    <a:pt x="160" y="35"/>
                    <a:pt x="124" y="0"/>
                    <a:pt x="80" y="0"/>
                  </a:cubicBezTo>
                  <a:close/>
                </a:path>
              </a:pathLst>
            </a:custGeom>
            <a:solidFill>
              <a:srgbClr val="F2EED8"/>
            </a:solidFill>
            <a:ln w="9525">
              <a:noFill/>
            </a:ln>
          </p:spPr>
          <p:txBody>
            <a:bodyPr vert="horz" wrap="square" anchor="t"/>
            <a:lstStyle/>
            <a:p>
              <a:pPr lvl="0">
                <a:lnSpc>
                  <a:spcPct val="100000"/>
                </a:lnSpc>
              </a:pPr>
              <a:endParaRPr sz="135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086" name="Freeform 61"/>
            <p:cNvSpPr>
              <a:spLocks noEditPoints="1"/>
            </p:cNvSpPr>
            <p:nvPr/>
          </p:nvSpPr>
          <p:spPr>
            <a:xfrm>
              <a:off x="109537" y="130175"/>
              <a:ext cx="1230313" cy="1174750"/>
            </a:xfrm>
            <a:custGeom>
              <a:avLst/>
              <a:gdLst>
                <a:gd name="txL" fmla="*/ 0 w 180"/>
                <a:gd name="txT" fmla="*/ 0 h 171"/>
                <a:gd name="txR" fmla="*/ 180 w 180"/>
                <a:gd name="txB" fmla="*/ 171 h 171"/>
              </a:gdLst>
              <a:ahLst/>
              <a:cxnLst>
                <a:cxn ang="0">
                  <a:pos x="103" y="2"/>
                </a:cxn>
                <a:cxn ang="0">
                  <a:pos x="88" y="0"/>
                </a:cxn>
                <a:cxn ang="0">
                  <a:pos x="4" y="70"/>
                </a:cxn>
                <a:cxn ang="0">
                  <a:pos x="18" y="134"/>
                </a:cxn>
                <a:cxn ang="0">
                  <a:pos x="73" y="169"/>
                </a:cxn>
                <a:cxn ang="0">
                  <a:pos x="88" y="171"/>
                </a:cxn>
                <a:cxn ang="0">
                  <a:pos x="172" y="101"/>
                </a:cxn>
                <a:cxn ang="0">
                  <a:pos x="103" y="2"/>
                </a:cxn>
                <a:cxn ang="0">
                  <a:pos x="169" y="100"/>
                </a:cxn>
                <a:cxn ang="0">
                  <a:pos x="88" y="167"/>
                </a:cxn>
                <a:cxn ang="0">
                  <a:pos x="73" y="166"/>
                </a:cxn>
                <a:cxn ang="0">
                  <a:pos x="21" y="132"/>
                </a:cxn>
                <a:cxn ang="0">
                  <a:pos x="8" y="71"/>
                </a:cxn>
                <a:cxn ang="0">
                  <a:pos x="88" y="4"/>
                </a:cxn>
                <a:cxn ang="0">
                  <a:pos x="103" y="5"/>
                </a:cxn>
                <a:cxn ang="0">
                  <a:pos x="169" y="100"/>
                </a:cxn>
              </a:cxnLst>
              <a:rect l="txL" t="txT" r="txR" b="txB"/>
              <a:pathLst>
                <a:path w="180" h="171">
                  <a:moveTo>
                    <a:pt x="103" y="2"/>
                  </a:moveTo>
                  <a:cubicBezTo>
                    <a:pt x="98" y="1"/>
                    <a:pt x="93" y="0"/>
                    <a:pt x="88" y="0"/>
                  </a:cubicBezTo>
                  <a:cubicBezTo>
                    <a:pt x="47" y="0"/>
                    <a:pt x="12" y="30"/>
                    <a:pt x="4" y="70"/>
                  </a:cubicBezTo>
                  <a:cubicBezTo>
                    <a:pt x="0" y="92"/>
                    <a:pt x="5" y="115"/>
                    <a:pt x="18" y="134"/>
                  </a:cubicBezTo>
                  <a:cubicBezTo>
                    <a:pt x="31" y="152"/>
                    <a:pt x="50" y="165"/>
                    <a:pt x="73" y="169"/>
                  </a:cubicBezTo>
                  <a:cubicBezTo>
                    <a:pt x="78" y="170"/>
                    <a:pt x="83" y="171"/>
                    <a:pt x="88" y="171"/>
                  </a:cubicBezTo>
                  <a:cubicBezTo>
                    <a:pt x="129" y="171"/>
                    <a:pt x="164" y="141"/>
                    <a:pt x="172" y="101"/>
                  </a:cubicBezTo>
                  <a:cubicBezTo>
                    <a:pt x="180" y="55"/>
                    <a:pt x="150" y="10"/>
                    <a:pt x="103" y="2"/>
                  </a:cubicBezTo>
                  <a:close/>
                  <a:moveTo>
                    <a:pt x="169" y="100"/>
                  </a:moveTo>
                  <a:cubicBezTo>
                    <a:pt x="161" y="139"/>
                    <a:pt x="128" y="167"/>
                    <a:pt x="88" y="167"/>
                  </a:cubicBezTo>
                  <a:cubicBezTo>
                    <a:pt x="83" y="167"/>
                    <a:pt x="78" y="167"/>
                    <a:pt x="73" y="166"/>
                  </a:cubicBezTo>
                  <a:cubicBezTo>
                    <a:pt x="52" y="162"/>
                    <a:pt x="33" y="150"/>
                    <a:pt x="21" y="132"/>
                  </a:cubicBezTo>
                  <a:cubicBezTo>
                    <a:pt x="8" y="114"/>
                    <a:pt x="4" y="92"/>
                    <a:pt x="8" y="71"/>
                  </a:cubicBezTo>
                  <a:cubicBezTo>
                    <a:pt x="15" y="32"/>
                    <a:pt x="49" y="4"/>
                    <a:pt x="88" y="4"/>
                  </a:cubicBezTo>
                  <a:cubicBezTo>
                    <a:pt x="93" y="4"/>
                    <a:pt x="98" y="4"/>
                    <a:pt x="103" y="5"/>
                  </a:cubicBezTo>
                  <a:cubicBezTo>
                    <a:pt x="147" y="13"/>
                    <a:pt x="177" y="56"/>
                    <a:pt x="169" y="100"/>
                  </a:cubicBezTo>
                  <a:close/>
                </a:path>
              </a:pathLst>
            </a:custGeom>
            <a:solidFill>
              <a:srgbClr val="F2EED8"/>
            </a:solidFill>
            <a:ln w="9525">
              <a:noFill/>
            </a:ln>
          </p:spPr>
          <p:txBody>
            <a:bodyPr vert="horz" wrap="square" anchor="t"/>
            <a:lstStyle/>
            <a:p>
              <a:pPr lvl="0">
                <a:lnSpc>
                  <a:spcPct val="100000"/>
                </a:lnSpc>
              </a:pPr>
              <a:endParaRPr sz="135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3087" name="文本框 16"/>
          <p:cNvSpPr/>
          <p:nvPr/>
        </p:nvSpPr>
        <p:spPr>
          <a:xfrm>
            <a:off x="3569970" y="2392680"/>
            <a:ext cx="4500880" cy="678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di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毕业论文答辩模板</a:t>
            </a:r>
            <a:endParaRPr lang="zh-CN" altLang="en-US" sz="3600" b="1" dirty="0">
              <a:solidFill>
                <a:srgbClr val="F2EED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88" name="矩形 8"/>
          <p:cNvSpPr/>
          <p:nvPr/>
        </p:nvSpPr>
        <p:spPr>
          <a:xfrm>
            <a:off x="4404434" y="3462788"/>
            <a:ext cx="1338829" cy="323165"/>
          </a:xfrm>
          <a:prstGeom prst="rect">
            <a:avLst/>
          </a:prstGeom>
          <a:solidFill>
            <a:srgbClr val="414455"/>
          </a:solidFill>
          <a:ln w="9525">
            <a:noFill/>
          </a:ln>
        </p:spPr>
        <p:txBody>
          <a:bodyPr wrap="none">
            <a:spAutoFit/>
          </a:bodyPr>
          <a:lstStyle/>
          <a:p>
            <a:pPr lvl="0" algn="ctr" eaLnBrk="1" hangingPunct="1">
              <a:lnSpc>
                <a:spcPct val="100000"/>
              </a:lnSpc>
            </a:pP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汇报人</a:t>
            </a:r>
            <a:r>
              <a:rPr lang="zh-CN" altLang="en-US" sz="15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：亮亮</a:t>
            </a:r>
            <a:endParaRPr lang="zh-CN" altLang="en-US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89" name="矩形 9"/>
          <p:cNvSpPr/>
          <p:nvPr/>
        </p:nvSpPr>
        <p:spPr>
          <a:xfrm>
            <a:off x="5894167" y="3462788"/>
            <a:ext cx="1531189" cy="323165"/>
          </a:xfrm>
          <a:prstGeom prst="rect">
            <a:avLst/>
          </a:prstGeom>
          <a:solidFill>
            <a:srgbClr val="414455"/>
          </a:solidFill>
          <a:ln w="9525">
            <a:noFill/>
          </a:ln>
        </p:spPr>
        <p:txBody>
          <a:bodyPr wrap="none">
            <a:spAutoFit/>
          </a:bodyPr>
          <a:lstStyle/>
          <a:p>
            <a:pPr lvl="0" algn="ctr" eaLnBrk="1" hangingPunct="1">
              <a:lnSpc>
                <a:spcPct val="100000"/>
              </a:lnSpc>
            </a:pP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时间</a:t>
            </a:r>
            <a:r>
              <a:rPr lang="zh-CN" altLang="en-US" sz="15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：亮亮图文</a:t>
            </a:r>
            <a:endParaRPr lang="en-US" altLang="x-none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8" name="TextBox 7"/>
          <p:cNvSpPr>
            <a:spLocks noChangeArrowheads="1"/>
          </p:cNvSpPr>
          <p:nvPr/>
        </p:nvSpPr>
        <p:spPr bwMode="auto">
          <a:xfrm>
            <a:off x="3665220" y="2125345"/>
            <a:ext cx="4290695" cy="195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di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严禁实用论文答辩动态</a:t>
            </a:r>
            <a:r>
              <a:rPr lang="en-US" altLang="zh-CN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024255" y="1292860"/>
            <a:ext cx="2258695" cy="2037080"/>
            <a:chOff x="3720691" y="2824413"/>
            <a:chExt cx="1341120" cy="1209172"/>
          </a:xfrm>
        </p:grpSpPr>
        <p:sp>
          <p:nvSpPr>
            <p:cNvPr id="49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50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1" name="Freeform 89"/>
          <p:cNvSpPr>
            <a:spLocks noEditPoints="1"/>
          </p:cNvSpPr>
          <p:nvPr/>
        </p:nvSpPr>
        <p:spPr bwMode="auto">
          <a:xfrm>
            <a:off x="1804035" y="1655445"/>
            <a:ext cx="767080" cy="1235710"/>
          </a:xfrm>
          <a:custGeom>
            <a:avLst/>
            <a:gdLst>
              <a:gd name="T0" fmla="*/ 70 w 124"/>
              <a:gd name="T1" fmla="*/ 160 h 200"/>
              <a:gd name="T2" fmla="*/ 70 w 124"/>
              <a:gd name="T3" fmla="*/ 184 h 200"/>
              <a:gd name="T4" fmla="*/ 97 w 124"/>
              <a:gd name="T5" fmla="*/ 184 h 200"/>
              <a:gd name="T6" fmla="*/ 97 w 124"/>
              <a:gd name="T7" fmla="*/ 200 h 200"/>
              <a:gd name="T8" fmla="*/ 25 w 124"/>
              <a:gd name="T9" fmla="*/ 200 h 200"/>
              <a:gd name="T10" fmla="*/ 25 w 124"/>
              <a:gd name="T11" fmla="*/ 184 h 200"/>
              <a:gd name="T12" fmla="*/ 53 w 124"/>
              <a:gd name="T13" fmla="*/ 184 h 200"/>
              <a:gd name="T14" fmla="*/ 53 w 124"/>
              <a:gd name="T15" fmla="*/ 160 h 200"/>
              <a:gd name="T16" fmla="*/ 0 w 124"/>
              <a:gd name="T17" fmla="*/ 98 h 200"/>
              <a:gd name="T18" fmla="*/ 0 w 124"/>
              <a:gd name="T19" fmla="*/ 76 h 200"/>
              <a:gd name="T20" fmla="*/ 17 w 124"/>
              <a:gd name="T21" fmla="*/ 76 h 200"/>
              <a:gd name="T22" fmla="*/ 17 w 124"/>
              <a:gd name="T23" fmla="*/ 98 h 200"/>
              <a:gd name="T24" fmla="*/ 30 w 124"/>
              <a:gd name="T25" fmla="*/ 130 h 200"/>
              <a:gd name="T26" fmla="*/ 62 w 124"/>
              <a:gd name="T27" fmla="*/ 144 h 200"/>
              <a:gd name="T28" fmla="*/ 94 w 124"/>
              <a:gd name="T29" fmla="*/ 130 h 200"/>
              <a:gd name="T30" fmla="*/ 105 w 124"/>
              <a:gd name="T31" fmla="*/ 98 h 200"/>
              <a:gd name="T32" fmla="*/ 105 w 124"/>
              <a:gd name="T33" fmla="*/ 76 h 200"/>
              <a:gd name="T34" fmla="*/ 124 w 124"/>
              <a:gd name="T35" fmla="*/ 76 h 200"/>
              <a:gd name="T36" fmla="*/ 124 w 124"/>
              <a:gd name="T37" fmla="*/ 98 h 200"/>
              <a:gd name="T38" fmla="*/ 70 w 124"/>
              <a:gd name="T39" fmla="*/ 160 h 200"/>
              <a:gd name="T40" fmla="*/ 63 w 124"/>
              <a:gd name="T41" fmla="*/ 132 h 200"/>
              <a:gd name="T42" fmla="*/ 29 w 124"/>
              <a:gd name="T43" fmla="*/ 97 h 200"/>
              <a:gd name="T44" fmla="*/ 29 w 124"/>
              <a:gd name="T45" fmla="*/ 88 h 200"/>
              <a:gd name="T46" fmla="*/ 77 w 124"/>
              <a:gd name="T47" fmla="*/ 88 h 200"/>
              <a:gd name="T48" fmla="*/ 77 w 124"/>
              <a:gd name="T49" fmla="*/ 80 h 200"/>
              <a:gd name="T50" fmla="*/ 29 w 124"/>
              <a:gd name="T51" fmla="*/ 80 h 200"/>
              <a:gd name="T52" fmla="*/ 29 w 124"/>
              <a:gd name="T53" fmla="*/ 64 h 200"/>
              <a:gd name="T54" fmla="*/ 77 w 124"/>
              <a:gd name="T55" fmla="*/ 64 h 200"/>
              <a:gd name="T56" fmla="*/ 77 w 124"/>
              <a:gd name="T57" fmla="*/ 56 h 200"/>
              <a:gd name="T58" fmla="*/ 29 w 124"/>
              <a:gd name="T59" fmla="*/ 56 h 200"/>
              <a:gd name="T60" fmla="*/ 29 w 124"/>
              <a:gd name="T61" fmla="*/ 44 h 200"/>
              <a:gd name="T62" fmla="*/ 77 w 124"/>
              <a:gd name="T63" fmla="*/ 44 h 200"/>
              <a:gd name="T64" fmla="*/ 77 w 124"/>
              <a:gd name="T65" fmla="*/ 36 h 200"/>
              <a:gd name="T66" fmla="*/ 29 w 124"/>
              <a:gd name="T67" fmla="*/ 36 h 200"/>
              <a:gd name="T68" fmla="*/ 63 w 124"/>
              <a:gd name="T69" fmla="*/ 0 h 200"/>
              <a:gd name="T70" fmla="*/ 97 w 124"/>
              <a:gd name="T71" fmla="*/ 36 h 200"/>
              <a:gd name="T72" fmla="*/ 97 w 124"/>
              <a:gd name="T73" fmla="*/ 97 h 200"/>
              <a:gd name="T74" fmla="*/ 63 w 124"/>
              <a:gd name="T75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4" h="200">
                <a:moveTo>
                  <a:pt x="70" y="160"/>
                </a:moveTo>
                <a:cubicBezTo>
                  <a:pt x="70" y="184"/>
                  <a:pt x="70" y="184"/>
                  <a:pt x="70" y="184"/>
                </a:cubicBezTo>
                <a:cubicBezTo>
                  <a:pt x="97" y="184"/>
                  <a:pt x="97" y="184"/>
                  <a:pt x="97" y="184"/>
                </a:cubicBezTo>
                <a:cubicBezTo>
                  <a:pt x="97" y="200"/>
                  <a:pt x="97" y="200"/>
                  <a:pt x="97" y="200"/>
                </a:cubicBezTo>
                <a:cubicBezTo>
                  <a:pt x="25" y="200"/>
                  <a:pt x="25" y="200"/>
                  <a:pt x="25" y="200"/>
                </a:cubicBezTo>
                <a:cubicBezTo>
                  <a:pt x="25" y="184"/>
                  <a:pt x="25" y="184"/>
                  <a:pt x="25" y="184"/>
                </a:cubicBezTo>
                <a:cubicBezTo>
                  <a:pt x="53" y="184"/>
                  <a:pt x="53" y="184"/>
                  <a:pt x="53" y="184"/>
                </a:cubicBezTo>
                <a:cubicBezTo>
                  <a:pt x="53" y="160"/>
                  <a:pt x="53" y="160"/>
                  <a:pt x="53" y="160"/>
                </a:cubicBezTo>
                <a:cubicBezTo>
                  <a:pt x="23" y="156"/>
                  <a:pt x="0" y="130"/>
                  <a:pt x="0" y="98"/>
                </a:cubicBezTo>
                <a:cubicBezTo>
                  <a:pt x="0" y="76"/>
                  <a:pt x="0" y="76"/>
                  <a:pt x="0" y="76"/>
                </a:cubicBezTo>
                <a:cubicBezTo>
                  <a:pt x="17" y="76"/>
                  <a:pt x="17" y="76"/>
                  <a:pt x="17" y="76"/>
                </a:cubicBezTo>
                <a:cubicBezTo>
                  <a:pt x="17" y="98"/>
                  <a:pt x="17" y="98"/>
                  <a:pt x="17" y="98"/>
                </a:cubicBezTo>
                <a:cubicBezTo>
                  <a:pt x="17" y="111"/>
                  <a:pt x="22" y="122"/>
                  <a:pt x="30" y="130"/>
                </a:cubicBezTo>
                <a:cubicBezTo>
                  <a:pt x="38" y="139"/>
                  <a:pt x="49" y="144"/>
                  <a:pt x="62" y="144"/>
                </a:cubicBezTo>
                <a:cubicBezTo>
                  <a:pt x="75" y="144"/>
                  <a:pt x="86" y="139"/>
                  <a:pt x="94" y="130"/>
                </a:cubicBezTo>
                <a:cubicBezTo>
                  <a:pt x="102" y="122"/>
                  <a:pt x="105" y="111"/>
                  <a:pt x="105" y="98"/>
                </a:cubicBezTo>
                <a:cubicBezTo>
                  <a:pt x="105" y="76"/>
                  <a:pt x="105" y="76"/>
                  <a:pt x="105" y="76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98"/>
                  <a:pt x="124" y="98"/>
                  <a:pt x="124" y="98"/>
                </a:cubicBezTo>
                <a:cubicBezTo>
                  <a:pt x="124" y="130"/>
                  <a:pt x="100" y="156"/>
                  <a:pt x="70" y="160"/>
                </a:cubicBezTo>
                <a:close/>
                <a:moveTo>
                  <a:pt x="63" y="132"/>
                </a:moveTo>
                <a:cubicBezTo>
                  <a:pt x="45" y="132"/>
                  <a:pt x="29" y="116"/>
                  <a:pt x="29" y="97"/>
                </a:cubicBezTo>
                <a:cubicBezTo>
                  <a:pt x="29" y="88"/>
                  <a:pt x="29" y="88"/>
                  <a:pt x="29" y="88"/>
                </a:cubicBezTo>
                <a:cubicBezTo>
                  <a:pt x="77" y="88"/>
                  <a:pt x="77" y="88"/>
                  <a:pt x="77" y="88"/>
                </a:cubicBezTo>
                <a:cubicBezTo>
                  <a:pt x="77" y="80"/>
                  <a:pt x="77" y="80"/>
                  <a:pt x="77" y="80"/>
                </a:cubicBezTo>
                <a:cubicBezTo>
                  <a:pt x="29" y="80"/>
                  <a:pt x="29" y="80"/>
                  <a:pt x="29" y="80"/>
                </a:cubicBezTo>
                <a:cubicBezTo>
                  <a:pt x="29" y="64"/>
                  <a:pt x="29" y="64"/>
                  <a:pt x="29" y="64"/>
                </a:cubicBezTo>
                <a:cubicBezTo>
                  <a:pt x="77" y="64"/>
                  <a:pt x="77" y="64"/>
                  <a:pt x="77" y="64"/>
                </a:cubicBezTo>
                <a:cubicBezTo>
                  <a:pt x="77" y="56"/>
                  <a:pt x="77" y="56"/>
                  <a:pt x="77" y="56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44"/>
                  <a:pt x="29" y="44"/>
                  <a:pt x="29" y="44"/>
                </a:cubicBezTo>
                <a:cubicBezTo>
                  <a:pt x="77" y="44"/>
                  <a:pt x="77" y="44"/>
                  <a:pt x="77" y="44"/>
                </a:cubicBezTo>
                <a:cubicBezTo>
                  <a:pt x="77" y="36"/>
                  <a:pt x="77" y="36"/>
                  <a:pt x="77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30" y="17"/>
                  <a:pt x="46" y="0"/>
                  <a:pt x="63" y="0"/>
                </a:cubicBezTo>
                <a:cubicBezTo>
                  <a:pt x="82" y="0"/>
                  <a:pt x="97" y="16"/>
                  <a:pt x="97" y="36"/>
                </a:cubicBezTo>
                <a:cubicBezTo>
                  <a:pt x="97" y="97"/>
                  <a:pt x="97" y="97"/>
                  <a:pt x="97" y="97"/>
                </a:cubicBezTo>
                <a:cubicBezTo>
                  <a:pt x="97" y="116"/>
                  <a:pt x="82" y="132"/>
                  <a:pt x="63" y="132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52" name="Freeform 5"/>
          <p:cNvSpPr/>
          <p:nvPr/>
        </p:nvSpPr>
        <p:spPr bwMode="auto">
          <a:xfrm rot="1855731">
            <a:off x="1263650" y="1468120"/>
            <a:ext cx="1822450" cy="1643380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cxnSp>
        <p:nvCxnSpPr>
          <p:cNvPr id="87" name="直接连接符 86"/>
          <p:cNvCxnSpPr/>
          <p:nvPr/>
        </p:nvCxnSpPr>
        <p:spPr>
          <a:xfrm>
            <a:off x="3636010" y="2392680"/>
            <a:ext cx="4319905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76"/>
          <p:cNvSpPr/>
          <p:nvPr/>
        </p:nvSpPr>
        <p:spPr>
          <a:xfrm>
            <a:off x="5371624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60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60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8" name="Freeform 77"/>
          <p:cNvSpPr/>
          <p:nvPr/>
        </p:nvSpPr>
        <p:spPr>
          <a:xfrm>
            <a:off x="5664518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60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60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9" name="Freeform 78"/>
          <p:cNvSpPr/>
          <p:nvPr/>
        </p:nvSpPr>
        <p:spPr>
          <a:xfrm>
            <a:off x="5957411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60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60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" name="Freeform 79"/>
          <p:cNvSpPr/>
          <p:nvPr/>
        </p:nvSpPr>
        <p:spPr>
          <a:xfrm>
            <a:off x="6250305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60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60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" name="Freeform 80"/>
          <p:cNvSpPr/>
          <p:nvPr/>
        </p:nvSpPr>
        <p:spPr>
          <a:xfrm>
            <a:off x="6543199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60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60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2" name="Freeform 81"/>
          <p:cNvSpPr/>
          <p:nvPr/>
        </p:nvSpPr>
        <p:spPr>
          <a:xfrm>
            <a:off x="3896916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54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54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" name="Freeform 82"/>
          <p:cNvSpPr/>
          <p:nvPr/>
        </p:nvSpPr>
        <p:spPr>
          <a:xfrm>
            <a:off x="4189810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54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54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4" name="Freeform 83"/>
          <p:cNvSpPr/>
          <p:nvPr/>
        </p:nvSpPr>
        <p:spPr>
          <a:xfrm>
            <a:off x="4482704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54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54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5" name="Freeform 84"/>
          <p:cNvSpPr/>
          <p:nvPr/>
        </p:nvSpPr>
        <p:spPr>
          <a:xfrm>
            <a:off x="4768454" y="1784245"/>
            <a:ext cx="207169" cy="198834"/>
          </a:xfrm>
          <a:custGeom>
            <a:avLst/>
            <a:gdLst>
              <a:gd name="txL" fmla="*/ 0 w 174"/>
              <a:gd name="txT" fmla="*/ 0 h 167"/>
              <a:gd name="txR" fmla="*/ 174 w 174"/>
              <a:gd name="txB" fmla="*/ 167 h 167"/>
            </a:gdLst>
            <a:ahLst/>
            <a:cxnLst>
              <a:cxn ang="0">
                <a:pos x="90" y="0"/>
              </a:cxn>
              <a:cxn ang="0">
                <a:pos x="114" y="56"/>
              </a:cxn>
              <a:cxn ang="0">
                <a:pos x="174" y="62"/>
              </a:cxn>
              <a:cxn ang="0">
                <a:pos x="132" y="105"/>
              </a:cxn>
              <a:cxn ang="0">
                <a:pos x="144" y="167"/>
              </a:cxn>
              <a:cxn ang="0">
                <a:pos x="90" y="136"/>
              </a:cxn>
              <a:cxn ang="0">
                <a:pos x="36" y="167"/>
              </a:cxn>
              <a:cxn ang="0">
                <a:pos x="48" y="105"/>
              </a:cxn>
              <a:cxn ang="0">
                <a:pos x="0" y="62"/>
              </a:cxn>
              <a:cxn ang="0">
                <a:pos x="60" y="56"/>
              </a:cxn>
              <a:cxn ang="0">
                <a:pos x="90" y="0"/>
              </a:cxn>
            </a:cxnLst>
            <a:rect l="txL" t="txT" r="txR" b="txB"/>
            <a:pathLst>
              <a:path w="174" h="167">
                <a:moveTo>
                  <a:pt x="90" y="0"/>
                </a:moveTo>
                <a:lnTo>
                  <a:pt x="114" y="56"/>
                </a:lnTo>
                <a:lnTo>
                  <a:pt x="174" y="62"/>
                </a:lnTo>
                <a:lnTo>
                  <a:pt x="132" y="105"/>
                </a:lnTo>
                <a:lnTo>
                  <a:pt x="144" y="167"/>
                </a:lnTo>
                <a:lnTo>
                  <a:pt x="90" y="136"/>
                </a:lnTo>
                <a:lnTo>
                  <a:pt x="36" y="167"/>
                </a:lnTo>
                <a:lnTo>
                  <a:pt x="48" y="105"/>
                </a:lnTo>
                <a:lnTo>
                  <a:pt x="0" y="62"/>
                </a:lnTo>
                <a:lnTo>
                  <a:pt x="60" y="56"/>
                </a:lnTo>
                <a:lnTo>
                  <a:pt x="9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6" name="Freeform 85"/>
          <p:cNvSpPr/>
          <p:nvPr/>
        </p:nvSpPr>
        <p:spPr>
          <a:xfrm>
            <a:off x="5061347" y="1784245"/>
            <a:ext cx="207169" cy="198834"/>
          </a:xfrm>
          <a:custGeom>
            <a:avLst/>
            <a:gdLst>
              <a:gd name="txL" fmla="*/ 0 w 174"/>
              <a:gd name="txT" fmla="*/ 0 h 167"/>
              <a:gd name="txR" fmla="*/ 174 w 174"/>
              <a:gd name="txB" fmla="*/ 167 h 167"/>
            </a:gdLst>
            <a:ahLst/>
            <a:cxnLst>
              <a:cxn ang="0">
                <a:pos x="90" y="0"/>
              </a:cxn>
              <a:cxn ang="0">
                <a:pos x="114" y="56"/>
              </a:cxn>
              <a:cxn ang="0">
                <a:pos x="174" y="62"/>
              </a:cxn>
              <a:cxn ang="0">
                <a:pos x="132" y="105"/>
              </a:cxn>
              <a:cxn ang="0">
                <a:pos x="144" y="167"/>
              </a:cxn>
              <a:cxn ang="0">
                <a:pos x="90" y="136"/>
              </a:cxn>
              <a:cxn ang="0">
                <a:pos x="36" y="167"/>
              </a:cxn>
              <a:cxn ang="0">
                <a:pos x="48" y="105"/>
              </a:cxn>
              <a:cxn ang="0">
                <a:pos x="0" y="62"/>
              </a:cxn>
              <a:cxn ang="0">
                <a:pos x="60" y="56"/>
              </a:cxn>
              <a:cxn ang="0">
                <a:pos x="90" y="0"/>
              </a:cxn>
            </a:cxnLst>
            <a:rect l="txL" t="txT" r="txR" b="txB"/>
            <a:pathLst>
              <a:path w="174" h="167">
                <a:moveTo>
                  <a:pt x="90" y="0"/>
                </a:moveTo>
                <a:lnTo>
                  <a:pt x="114" y="56"/>
                </a:lnTo>
                <a:lnTo>
                  <a:pt x="174" y="62"/>
                </a:lnTo>
                <a:lnTo>
                  <a:pt x="132" y="105"/>
                </a:lnTo>
                <a:lnTo>
                  <a:pt x="144" y="167"/>
                </a:lnTo>
                <a:lnTo>
                  <a:pt x="90" y="136"/>
                </a:lnTo>
                <a:lnTo>
                  <a:pt x="36" y="167"/>
                </a:lnTo>
                <a:lnTo>
                  <a:pt x="48" y="105"/>
                </a:lnTo>
                <a:lnTo>
                  <a:pt x="0" y="62"/>
                </a:lnTo>
                <a:lnTo>
                  <a:pt x="60" y="56"/>
                </a:lnTo>
                <a:lnTo>
                  <a:pt x="9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7" name="Freeform 81"/>
          <p:cNvSpPr/>
          <p:nvPr/>
        </p:nvSpPr>
        <p:spPr>
          <a:xfrm>
            <a:off x="3635931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54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54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3" name="Freeform 80"/>
          <p:cNvSpPr/>
          <p:nvPr/>
        </p:nvSpPr>
        <p:spPr>
          <a:xfrm>
            <a:off x="6867525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60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60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4" name="Freeform 80"/>
          <p:cNvSpPr/>
          <p:nvPr/>
        </p:nvSpPr>
        <p:spPr>
          <a:xfrm>
            <a:off x="7136924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60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60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5" name="Freeform 80"/>
          <p:cNvSpPr/>
          <p:nvPr/>
        </p:nvSpPr>
        <p:spPr>
          <a:xfrm>
            <a:off x="7461250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60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60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6" name="Freeform 80"/>
          <p:cNvSpPr/>
          <p:nvPr/>
        </p:nvSpPr>
        <p:spPr>
          <a:xfrm>
            <a:off x="7755890" y="1784245"/>
            <a:ext cx="200025" cy="198834"/>
          </a:xfrm>
          <a:custGeom>
            <a:avLst/>
            <a:gdLst>
              <a:gd name="txL" fmla="*/ 0 w 168"/>
              <a:gd name="txT" fmla="*/ 0 h 167"/>
              <a:gd name="txR" fmla="*/ 168 w 168"/>
              <a:gd name="txB" fmla="*/ 167 h 167"/>
            </a:gdLst>
            <a:ahLst/>
            <a:cxnLst>
              <a:cxn ang="0">
                <a:pos x="84" y="0"/>
              </a:cxn>
              <a:cxn ang="0">
                <a:pos x="108" y="56"/>
              </a:cxn>
              <a:cxn ang="0">
                <a:pos x="168" y="62"/>
              </a:cxn>
              <a:cxn ang="0">
                <a:pos x="126" y="105"/>
              </a:cxn>
              <a:cxn ang="0">
                <a:pos x="138" y="167"/>
              </a:cxn>
              <a:cxn ang="0">
                <a:pos x="84" y="136"/>
              </a:cxn>
              <a:cxn ang="0">
                <a:pos x="30" y="167"/>
              </a:cxn>
              <a:cxn ang="0">
                <a:pos x="42" y="105"/>
              </a:cxn>
              <a:cxn ang="0">
                <a:pos x="0" y="62"/>
              </a:cxn>
              <a:cxn ang="0">
                <a:pos x="60" y="56"/>
              </a:cxn>
              <a:cxn ang="0">
                <a:pos x="84" y="0"/>
              </a:cxn>
            </a:cxnLst>
            <a:rect l="txL" t="txT" r="txR" b="txB"/>
            <a:pathLst>
              <a:path w="168" h="167">
                <a:moveTo>
                  <a:pt x="84" y="0"/>
                </a:moveTo>
                <a:lnTo>
                  <a:pt x="108" y="56"/>
                </a:lnTo>
                <a:lnTo>
                  <a:pt x="168" y="62"/>
                </a:lnTo>
                <a:lnTo>
                  <a:pt x="126" y="105"/>
                </a:lnTo>
                <a:lnTo>
                  <a:pt x="138" y="167"/>
                </a:lnTo>
                <a:lnTo>
                  <a:pt x="84" y="136"/>
                </a:lnTo>
                <a:lnTo>
                  <a:pt x="30" y="167"/>
                </a:lnTo>
                <a:lnTo>
                  <a:pt x="42" y="105"/>
                </a:lnTo>
                <a:lnTo>
                  <a:pt x="0" y="62"/>
                </a:lnTo>
                <a:lnTo>
                  <a:pt x="60" y="56"/>
                </a:lnTo>
                <a:lnTo>
                  <a:pt x="84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vert="horz" wrap="square" anchor="t"/>
          <a:lstStyle/>
          <a:p>
            <a:pPr lvl="0">
              <a:lnSpc>
                <a:spcPct val="100000"/>
              </a:lnSpc>
            </a:pPr>
            <a:endParaRPr sz="135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51" grpId="0" bldLvl="0" animBg="1"/>
      <p:bldP spid="52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5"/>
          <p:cNvSpPr/>
          <p:nvPr/>
        </p:nvSpPr>
        <p:spPr bwMode="auto">
          <a:xfrm rot="3564117">
            <a:off x="3705581" y="-820187"/>
            <a:ext cx="1701563" cy="1534153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28" name="TextBox 7"/>
          <p:cNvSpPr>
            <a:spLocks noChangeArrowheads="1"/>
          </p:cNvSpPr>
          <p:nvPr/>
        </p:nvSpPr>
        <p:spPr bwMode="auto">
          <a:xfrm>
            <a:off x="4121278" y="60279"/>
            <a:ext cx="882657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00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 录</a:t>
            </a:r>
            <a:endParaRPr lang="zh-CN" altLang="en-US" sz="300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9" name="Freeform 5"/>
          <p:cNvSpPr/>
          <p:nvPr/>
        </p:nvSpPr>
        <p:spPr bwMode="auto">
          <a:xfrm rot="3564117">
            <a:off x="3782655" y="-750695"/>
            <a:ext cx="1547413" cy="139516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12700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80" name="TextBox 79"/>
          <p:cNvSpPr txBox="1"/>
          <p:nvPr/>
        </p:nvSpPr>
        <p:spPr>
          <a:xfrm>
            <a:off x="4140064" y="744747"/>
            <a:ext cx="645160" cy="228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CONTENTS</a:t>
            </a:r>
            <a:endParaRPr lang="zh-CN" altLang="en-US" sz="900" b="1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341347" y="2018160"/>
            <a:ext cx="896234" cy="808057"/>
            <a:chOff x="3720691" y="2824413"/>
            <a:chExt cx="1341120" cy="1209172"/>
          </a:xfrm>
        </p:grpSpPr>
        <p:sp>
          <p:nvSpPr>
            <p:cNvPr id="8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8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84" name="Freeform 5"/>
          <p:cNvSpPr/>
          <p:nvPr/>
        </p:nvSpPr>
        <p:spPr bwMode="auto">
          <a:xfrm rot="1855731">
            <a:off x="1402719" y="2073492"/>
            <a:ext cx="773492" cy="697392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85" name="组合 84"/>
          <p:cNvGrpSpPr/>
          <p:nvPr/>
        </p:nvGrpSpPr>
        <p:grpSpPr>
          <a:xfrm>
            <a:off x="2761619" y="2049670"/>
            <a:ext cx="861221" cy="776489"/>
            <a:chOff x="3720691" y="2824413"/>
            <a:chExt cx="1341120" cy="1209172"/>
          </a:xfrm>
        </p:grpSpPr>
        <p:sp>
          <p:nvSpPr>
            <p:cNvPr id="8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8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88" name="Freeform 5"/>
          <p:cNvSpPr/>
          <p:nvPr/>
        </p:nvSpPr>
        <p:spPr bwMode="auto">
          <a:xfrm rot="1855731">
            <a:off x="2820593" y="2102841"/>
            <a:ext cx="743274" cy="67014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89" name="组合 88"/>
          <p:cNvGrpSpPr/>
          <p:nvPr/>
        </p:nvGrpSpPr>
        <p:grpSpPr>
          <a:xfrm>
            <a:off x="4146473" y="2049670"/>
            <a:ext cx="861221" cy="776489"/>
            <a:chOff x="3720691" y="2824413"/>
            <a:chExt cx="1341120" cy="1209172"/>
          </a:xfrm>
        </p:grpSpPr>
        <p:sp>
          <p:nvSpPr>
            <p:cNvPr id="9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9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92" name="Freeform 5"/>
          <p:cNvSpPr/>
          <p:nvPr/>
        </p:nvSpPr>
        <p:spPr bwMode="auto">
          <a:xfrm rot="1855731">
            <a:off x="4205447" y="2102841"/>
            <a:ext cx="743274" cy="67014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93" name="组合 92"/>
          <p:cNvGrpSpPr/>
          <p:nvPr/>
        </p:nvGrpSpPr>
        <p:grpSpPr>
          <a:xfrm>
            <a:off x="5496272" y="2049670"/>
            <a:ext cx="861221" cy="776489"/>
            <a:chOff x="3720691" y="2824413"/>
            <a:chExt cx="1341120" cy="1209172"/>
          </a:xfrm>
        </p:grpSpPr>
        <p:sp>
          <p:nvSpPr>
            <p:cNvPr id="9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9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96" name="Freeform 5"/>
          <p:cNvSpPr/>
          <p:nvPr/>
        </p:nvSpPr>
        <p:spPr bwMode="auto">
          <a:xfrm rot="1855731">
            <a:off x="5555246" y="2102841"/>
            <a:ext cx="743274" cy="67014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97" name="组合 96"/>
          <p:cNvGrpSpPr/>
          <p:nvPr/>
        </p:nvGrpSpPr>
        <p:grpSpPr>
          <a:xfrm>
            <a:off x="6846070" y="2092412"/>
            <a:ext cx="861221" cy="776489"/>
            <a:chOff x="3720691" y="2824413"/>
            <a:chExt cx="1341120" cy="1209172"/>
          </a:xfrm>
        </p:grpSpPr>
        <p:sp>
          <p:nvSpPr>
            <p:cNvPr id="98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99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00" name="Freeform 5"/>
          <p:cNvSpPr/>
          <p:nvPr/>
        </p:nvSpPr>
        <p:spPr bwMode="auto">
          <a:xfrm rot="1855731">
            <a:off x="6905044" y="2145583"/>
            <a:ext cx="743274" cy="67014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116" name="组合 115"/>
          <p:cNvGrpSpPr/>
          <p:nvPr/>
        </p:nvGrpSpPr>
        <p:grpSpPr>
          <a:xfrm>
            <a:off x="7602782" y="2032281"/>
            <a:ext cx="208734" cy="138347"/>
            <a:chOff x="9482595" y="2565731"/>
            <a:chExt cx="278384" cy="184511"/>
          </a:xfrm>
        </p:grpSpPr>
        <p:sp>
          <p:nvSpPr>
            <p:cNvPr id="117" name="椭圆 116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39" name="Freeform 126"/>
          <p:cNvSpPr>
            <a:spLocks noChangeAspect="1" noEditPoints="1"/>
          </p:cNvSpPr>
          <p:nvPr/>
        </p:nvSpPr>
        <p:spPr bwMode="auto">
          <a:xfrm>
            <a:off x="1639935" y="2256891"/>
            <a:ext cx="293926" cy="36779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261"/>
          <p:cNvSpPr/>
          <p:nvPr/>
        </p:nvSpPr>
        <p:spPr bwMode="auto">
          <a:xfrm>
            <a:off x="2989671" y="2270057"/>
            <a:ext cx="389353" cy="389353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1" name="组合 40"/>
          <p:cNvGrpSpPr>
            <a:grpSpLocks noChangeAspect="1"/>
          </p:cNvGrpSpPr>
          <p:nvPr/>
        </p:nvGrpSpPr>
        <p:grpSpPr>
          <a:xfrm>
            <a:off x="4373991" y="2243555"/>
            <a:ext cx="453151" cy="388719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42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5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6" name="Freeform 9"/>
          <p:cNvSpPr>
            <a:spLocks noEditPoints="1"/>
          </p:cNvSpPr>
          <p:nvPr/>
        </p:nvSpPr>
        <p:spPr bwMode="auto">
          <a:xfrm rot="19469485">
            <a:off x="5739227" y="2253955"/>
            <a:ext cx="375309" cy="399914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Freeform 206"/>
          <p:cNvSpPr>
            <a:spLocks noChangeAspect="1" noEditPoints="1"/>
          </p:cNvSpPr>
          <p:nvPr/>
        </p:nvSpPr>
        <p:spPr bwMode="auto">
          <a:xfrm>
            <a:off x="7155327" y="2285828"/>
            <a:ext cx="321462" cy="388580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277331" y="2991983"/>
            <a:ext cx="944880" cy="781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200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01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500" b="1" kern="1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</a:t>
            </a:r>
            <a:r>
              <a:rPr lang="zh-CN" altLang="en-US" sz="1500" b="1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导读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1050" kern="100" dirty="0" smtClean="0">
                <a:solidFill>
                  <a:srgbClr val="4144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Introduction</a:t>
            </a:r>
            <a:endParaRPr lang="zh-CN" altLang="zh-CN" sz="1050" kern="100" dirty="0">
              <a:solidFill>
                <a:srgbClr val="4144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727844" y="2991983"/>
            <a:ext cx="944880" cy="781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200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02</a:t>
            </a:r>
          </a:p>
          <a:p>
            <a:pPr algn="ctr">
              <a:spcBef>
                <a:spcPts val="500"/>
              </a:spcBef>
              <a:defRPr/>
            </a:pPr>
            <a:r>
              <a:rPr lang="zh-CN" altLang="en-US" sz="1500" b="1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命题背景</a:t>
            </a:r>
          </a:p>
          <a:p>
            <a:pPr algn="ctr">
              <a:defRPr/>
            </a:pPr>
            <a:r>
              <a:rPr lang="en-US" altLang="zh-CN" sz="1050" kern="100" dirty="0" smtClean="0">
                <a:solidFill>
                  <a:srgbClr val="4144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endParaRPr lang="zh-CN" altLang="zh-CN" sz="1050" kern="100" dirty="0">
              <a:solidFill>
                <a:srgbClr val="4144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928943" y="2991983"/>
            <a:ext cx="1315085" cy="781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200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03</a:t>
            </a:r>
          </a:p>
          <a:p>
            <a:pPr algn="ctr">
              <a:spcBef>
                <a:spcPts val="500"/>
              </a:spcBef>
              <a:defRPr/>
            </a:pPr>
            <a:r>
              <a:rPr lang="zh-CN" altLang="en-US" sz="1500" b="1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研究综述</a:t>
            </a:r>
          </a:p>
          <a:p>
            <a:pPr algn="ctr">
              <a:defRPr/>
            </a:pPr>
            <a:r>
              <a:rPr lang="en-US" altLang="zh-CN" sz="1050" kern="100" dirty="0">
                <a:solidFill>
                  <a:srgbClr val="4144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Thesis </a:t>
            </a:r>
            <a:r>
              <a:rPr lang="en-US" altLang="zh-CN" sz="1050" kern="100" dirty="0" smtClean="0">
                <a:solidFill>
                  <a:srgbClr val="4144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Description</a:t>
            </a:r>
            <a:endParaRPr lang="zh-CN" altLang="zh-CN" sz="1050" kern="100" dirty="0">
              <a:solidFill>
                <a:srgbClr val="4144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471275" y="2991983"/>
            <a:ext cx="944880" cy="781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200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04</a:t>
            </a:r>
          </a:p>
          <a:p>
            <a:pPr algn="ctr">
              <a:spcBef>
                <a:spcPts val="500"/>
              </a:spcBef>
              <a:defRPr/>
            </a:pPr>
            <a:r>
              <a:rPr lang="zh-CN" altLang="en-US" sz="1500" b="1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结论验证</a:t>
            </a:r>
            <a:endParaRPr lang="en-US" altLang="zh-CN" sz="1500" b="1" kern="1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zh-CN" sz="1050" kern="100" dirty="0" smtClean="0">
                <a:solidFill>
                  <a:srgbClr val="4144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Verification</a:t>
            </a:r>
            <a:endParaRPr lang="zh-CN" altLang="zh-CN" sz="1050" kern="100" dirty="0">
              <a:solidFill>
                <a:srgbClr val="4144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810782" y="2991983"/>
            <a:ext cx="1020445" cy="781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200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05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500" b="1" kern="10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  <a:endParaRPr lang="en-US" altLang="zh-CN" sz="1500" b="1" kern="1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  <a:defRPr/>
            </a:pPr>
            <a:r>
              <a:rPr lang="en-US" altLang="zh-CN" sz="1050" kern="100" dirty="0" smtClean="0">
                <a:solidFill>
                  <a:srgbClr val="4144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sz="1050" kern="100" dirty="0">
                <a:solidFill>
                  <a:srgbClr val="4144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Summary</a:t>
            </a:r>
            <a:endParaRPr lang="zh-CN" altLang="zh-CN" sz="1050" kern="100" dirty="0">
              <a:solidFill>
                <a:srgbClr val="4144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200"/>
                            </p:stCondLst>
                            <p:childTnLst>
                              <p:par>
                                <p:cTn id="10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bldLvl="0" animBg="1"/>
      <p:bldP spid="28" grpId="0"/>
      <p:bldP spid="79" grpId="0" bldLvl="0" animBg="1"/>
      <p:bldP spid="80" grpId="0"/>
      <p:bldP spid="84" grpId="0" bldLvl="0" animBg="1"/>
      <p:bldP spid="88" grpId="0" bldLvl="0" animBg="1"/>
      <p:bldP spid="92" grpId="0" bldLvl="0" animBg="1"/>
      <p:bldP spid="96" grpId="0" bldLvl="0" animBg="1"/>
      <p:bldP spid="100" grpId="0" bldLvl="0" animBg="1"/>
      <p:bldP spid="39" grpId="0" bldLvl="0" animBg="1"/>
      <p:bldP spid="40" grpId="0" bldLvl="0" animBg="1"/>
      <p:bldP spid="46" grpId="0" bldLvl="0" animBg="1"/>
      <p:bldP spid="47" grpId="0" bldLvl="0" animBg="1"/>
      <p:bldP spid="44" grpId="0"/>
      <p:bldP spid="48" grpId="0"/>
      <p:bldP spid="49" grpId="0"/>
      <p:bldP spid="50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978413"/>
            <a:ext cx="2789599" cy="12152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1" name="圆角矩形 70"/>
          <p:cNvSpPr/>
          <p:nvPr/>
        </p:nvSpPr>
        <p:spPr>
          <a:xfrm>
            <a:off x="4086072" y="1950849"/>
            <a:ext cx="4913267" cy="1215263"/>
          </a:xfrm>
          <a:prstGeom prst="round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C00000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003935" y="1950849"/>
            <a:ext cx="4157379" cy="1215263"/>
          </a:xfrm>
          <a:prstGeom prst="rect">
            <a:avLst/>
          </a:prstGeom>
          <a:solidFill>
            <a:srgbClr val="5B5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1" name="TextBox 80"/>
          <p:cNvSpPr txBox="1"/>
          <p:nvPr/>
        </p:nvSpPr>
        <p:spPr>
          <a:xfrm flipH="1">
            <a:off x="4410024" y="2091923"/>
            <a:ext cx="269960" cy="845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950" b="1" dirty="0" smtClean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</a:t>
            </a:r>
            <a:endParaRPr lang="id-ID" sz="4950" b="1" dirty="0">
              <a:solidFill>
                <a:schemeClr val="bg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12" name="文本框 9"/>
          <p:cNvSpPr txBox="1"/>
          <p:nvPr/>
        </p:nvSpPr>
        <p:spPr>
          <a:xfrm>
            <a:off x="5219903" y="2004841"/>
            <a:ext cx="2051694" cy="39306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2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论文导读</a:t>
            </a:r>
          </a:p>
        </p:txBody>
      </p:sp>
      <p:grpSp>
        <p:nvGrpSpPr>
          <p:cNvPr id="171" name="组合 170"/>
          <p:cNvGrpSpPr/>
          <p:nvPr/>
        </p:nvGrpSpPr>
        <p:grpSpPr>
          <a:xfrm>
            <a:off x="2064628" y="1988867"/>
            <a:ext cx="1384430" cy="1248221"/>
            <a:chOff x="3720691" y="2824413"/>
            <a:chExt cx="1341120" cy="1209172"/>
          </a:xfrm>
        </p:grpSpPr>
        <p:sp>
          <p:nvSpPr>
            <p:cNvPr id="17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7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75" name="Freeform 5"/>
          <p:cNvSpPr/>
          <p:nvPr/>
        </p:nvSpPr>
        <p:spPr bwMode="auto">
          <a:xfrm rot="1855731">
            <a:off x="2159429" y="2074341"/>
            <a:ext cx="1194827" cy="1077274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182" name="组合 181"/>
          <p:cNvGrpSpPr/>
          <p:nvPr/>
        </p:nvGrpSpPr>
        <p:grpSpPr>
          <a:xfrm>
            <a:off x="3350801" y="2079269"/>
            <a:ext cx="208734" cy="138347"/>
            <a:chOff x="9482595" y="2565731"/>
            <a:chExt cx="278384" cy="184511"/>
          </a:xfrm>
        </p:grpSpPr>
        <p:sp>
          <p:nvSpPr>
            <p:cNvPr id="183" name="椭圆 182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84" name="椭圆 183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6" name="Freeform 126"/>
          <p:cNvSpPr>
            <a:spLocks noChangeAspect="1" noEditPoints="1"/>
          </p:cNvSpPr>
          <p:nvPr/>
        </p:nvSpPr>
        <p:spPr bwMode="auto">
          <a:xfrm>
            <a:off x="2591422" y="2358888"/>
            <a:ext cx="396354" cy="49596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276508" y="2436776"/>
            <a:ext cx="1077226" cy="171450"/>
            <a:chOff x="4369395" y="3284984"/>
            <a:chExt cx="1436675" cy="228660"/>
          </a:xfrm>
        </p:grpSpPr>
        <p:sp>
          <p:nvSpPr>
            <p:cNvPr id="18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6356347" y="2436776"/>
            <a:ext cx="1077226" cy="171450"/>
            <a:chOff x="4369395" y="3284984"/>
            <a:chExt cx="1436675" cy="228660"/>
          </a:xfrm>
        </p:grpSpPr>
        <p:sp>
          <p:nvSpPr>
            <p:cNvPr id="23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论文摘要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等腰三角形 25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7436185" y="2436776"/>
            <a:ext cx="1077226" cy="171450"/>
            <a:chOff x="4369395" y="3284984"/>
            <a:chExt cx="1436675" cy="228660"/>
          </a:xfrm>
        </p:grpSpPr>
        <p:sp>
          <p:nvSpPr>
            <p:cNvPr id="54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论点论证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等腰三角形 56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5273895" y="2626627"/>
            <a:ext cx="1077226" cy="171450"/>
            <a:chOff x="4369395" y="3284984"/>
            <a:chExt cx="1436675" cy="228660"/>
          </a:xfrm>
        </p:grpSpPr>
        <p:sp>
          <p:nvSpPr>
            <p:cNvPr id="59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理论基础</a:t>
              </a:r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等腰三角形 61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6353734" y="2626627"/>
            <a:ext cx="1511774" cy="171450"/>
            <a:chOff x="4369395" y="3284984"/>
            <a:chExt cx="2016224" cy="228660"/>
          </a:xfrm>
        </p:grpSpPr>
        <p:sp>
          <p:nvSpPr>
            <p:cNvPr id="64" name="文本框 9"/>
            <p:cNvSpPr txBox="1"/>
            <p:nvPr/>
          </p:nvSpPr>
          <p:spPr>
            <a:xfrm>
              <a:off x="4581935" y="3284984"/>
              <a:ext cx="1803684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主要贡献与创新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6" name="椭圆 65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等腰三角形 66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71" grpId="0" bldLvl="0" animBg="1"/>
      <p:bldP spid="72" grpId="0" bldLvl="0" animBg="1"/>
      <p:bldP spid="81" grpId="0"/>
      <p:bldP spid="112" grpId="0"/>
      <p:bldP spid="175" grpId="0" bldLvl="0" animBg="1"/>
      <p:bldP spid="1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16" name="组合 1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21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2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04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4" name="Freeform 126"/>
          <p:cNvSpPr>
            <a:spLocks noChangeAspect="1" noEditPoints="1"/>
          </p:cNvSpPr>
          <p:nvPr/>
        </p:nvSpPr>
        <p:spPr bwMode="auto">
          <a:xfrm>
            <a:off x="567694" y="263306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1"/>
          <p:cNvSpPr txBox="1"/>
          <p:nvPr/>
        </p:nvSpPr>
        <p:spPr>
          <a:xfrm>
            <a:off x="1114400" y="1209941"/>
            <a:ext cx="7016829" cy="749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46" name="文本框 25"/>
          <p:cNvSpPr txBox="1"/>
          <p:nvPr/>
        </p:nvSpPr>
        <p:spPr>
          <a:xfrm>
            <a:off x="1114400" y="2057183"/>
            <a:ext cx="7016829" cy="1617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CN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</a:t>
            </a:r>
            <a:r>
              <a:rPr lang="zh-CN" altLang="en-US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47" name="文本框 26"/>
          <p:cNvSpPr txBox="1"/>
          <p:nvPr/>
        </p:nvSpPr>
        <p:spPr>
          <a:xfrm>
            <a:off x="1102372" y="3839966"/>
            <a:ext cx="6886041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50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关键字：   输入关键字      输入关键字      输入关键字</a:t>
            </a:r>
            <a:endParaRPr lang="zh-CN" altLang="en-US" sz="1050" dirty="0" smtClean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7980726" y="1138046"/>
            <a:ext cx="208734" cy="138347"/>
            <a:chOff x="9482595" y="2565731"/>
            <a:chExt cx="278384" cy="184511"/>
          </a:xfrm>
        </p:grpSpPr>
        <p:sp>
          <p:nvSpPr>
            <p:cNvPr id="49" name="椭圆 48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0" name="椭圆 49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45" grpId="0"/>
      <p:bldP spid="46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16" name="组合 1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21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论文摘要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2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05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32" name="Rectangle 2"/>
          <p:cNvSpPr/>
          <p:nvPr/>
        </p:nvSpPr>
        <p:spPr>
          <a:xfrm>
            <a:off x="0" y="1305984"/>
            <a:ext cx="8223453" cy="1749135"/>
          </a:xfrm>
          <a:prstGeom prst="rect">
            <a:avLst/>
          </a:prstGeom>
          <a:solidFill>
            <a:schemeClr val="tx1">
              <a:lumMod val="95000"/>
              <a:lumOff val="5000"/>
              <a:alpha val="5098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Rectangle 4"/>
          <p:cNvSpPr txBox="1">
            <a:spLocks noChangeArrowheads="1"/>
          </p:cNvSpPr>
          <p:nvPr/>
        </p:nvSpPr>
        <p:spPr bwMode="auto">
          <a:xfrm>
            <a:off x="2628290" y="857910"/>
            <a:ext cx="3925630" cy="25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62" tIns="34281" rIns="68562" bIns="3428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800" b="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</a:t>
            </a:r>
            <a:r>
              <a:rPr lang="zh-CN" altLang="en-US" sz="1800" b="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此处添加名称</a:t>
            </a:r>
            <a:endParaRPr lang="zh-CN" sz="1800" b="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2"/>
          <p:cNvSpPr/>
          <p:nvPr/>
        </p:nvSpPr>
        <p:spPr>
          <a:xfrm>
            <a:off x="4572000" y="1305984"/>
            <a:ext cx="3661409" cy="1749135"/>
          </a:xfrm>
          <a:prstGeom prst="rect">
            <a:avLst/>
          </a:prstGeom>
          <a:blipFill>
            <a:blip r:embed="rId3" cstate="print">
              <a:extLst>
                <a:ext uri="{BEBA8EAE-BF5A-486C-A8C5-ECC9F3942E4B}">
                  <a14:imgProps xmlns:a14="http://schemas.microsoft.com/office/drawing/2010/main" xmlns="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435934" y="1492361"/>
            <a:ext cx="974090" cy="336550"/>
          </a:xfrm>
          <a:prstGeom prst="rect">
            <a:avLst/>
          </a:prstGeom>
        </p:spPr>
        <p:txBody>
          <a:bodyPr wrap="none" lIns="68555" tIns="34278" rIns="68555" bIns="34278">
            <a:spAutoFit/>
          </a:bodyPr>
          <a:lstStyle/>
          <a:p>
            <a:pPr algn="r"/>
            <a:r>
              <a:rPr lang="zh-CN" altLang="en-US" sz="16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论文要点</a:t>
            </a:r>
            <a:endParaRPr lang="en-US" altLang="zh-CN" sz="16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47"/>
          <p:cNvSpPr>
            <a:spLocks noChangeArrowheads="1"/>
          </p:cNvSpPr>
          <p:nvPr/>
        </p:nvSpPr>
        <p:spPr bwMode="auto">
          <a:xfrm>
            <a:off x="1116515" y="1831692"/>
            <a:ext cx="3268988" cy="1026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您的内容打在这里，或者通过复制您的文本后，在此框中选择粘贴，并选择只保留文字。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说明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37" name="弧形 36"/>
          <p:cNvSpPr/>
          <p:nvPr/>
        </p:nvSpPr>
        <p:spPr>
          <a:xfrm>
            <a:off x="3168209" y="790466"/>
            <a:ext cx="377944" cy="377944"/>
          </a:xfrm>
          <a:prstGeom prst="arc">
            <a:avLst>
              <a:gd name="adj1" fmla="val 18916496"/>
              <a:gd name="adj2" fmla="val 2632855"/>
            </a:avLst>
          </a:prstGeom>
          <a:ln>
            <a:solidFill>
              <a:srgbClr val="41445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38" name="组合 37"/>
          <p:cNvGrpSpPr/>
          <p:nvPr/>
        </p:nvGrpSpPr>
        <p:grpSpPr>
          <a:xfrm>
            <a:off x="1017726" y="3479438"/>
            <a:ext cx="394805" cy="355962"/>
            <a:chOff x="5424755" y="1340768"/>
            <a:chExt cx="670560" cy="604586"/>
          </a:xfrm>
        </p:grpSpPr>
        <p:grpSp>
          <p:nvGrpSpPr>
            <p:cNvPr id="39" name="组合 3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4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4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4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43" name="文本框 9"/>
          <p:cNvSpPr txBox="1"/>
          <p:nvPr/>
        </p:nvSpPr>
        <p:spPr>
          <a:xfrm>
            <a:off x="1494459" y="3490063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1548451" y="3760023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>
            <a:off x="7779502" y="3662230"/>
            <a:ext cx="193989" cy="174903"/>
            <a:chOff x="3720691" y="2824413"/>
            <a:chExt cx="1341120" cy="1209172"/>
          </a:xfrm>
        </p:grpSpPr>
        <p:sp>
          <p:nvSpPr>
            <p:cNvPr id="59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60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1476027" y="3870662"/>
            <a:ext cx="6407261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8196694" y="1168410"/>
            <a:ext cx="208734" cy="138347"/>
            <a:chOff x="9482595" y="2565731"/>
            <a:chExt cx="278384" cy="184511"/>
          </a:xfrm>
        </p:grpSpPr>
        <p:sp>
          <p:nvSpPr>
            <p:cNvPr id="63" name="椭圆 62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4" name="椭圆 63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44" name="Freeform 126"/>
          <p:cNvSpPr>
            <a:spLocks noChangeAspect="1" noEditPoints="1"/>
          </p:cNvSpPr>
          <p:nvPr/>
        </p:nvSpPr>
        <p:spPr bwMode="auto">
          <a:xfrm>
            <a:off x="567694" y="263306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3" grpId="0" bldLvl="0" animBg="1"/>
      <p:bldP spid="34" grpId="0" bldLvl="0" animBg="1"/>
      <p:bldP spid="35" grpId="0"/>
      <p:bldP spid="36" grpId="0"/>
      <p:bldP spid="37" grpId="0" bldLvl="0" animBg="1"/>
      <p:bldP spid="43" grpId="0"/>
      <p:bldP spid="61" grpId="0"/>
      <p:bldP spid="4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16" name="组合 1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21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2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06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4" name="Freeform 126"/>
          <p:cNvSpPr>
            <a:spLocks noChangeAspect="1" noEditPoints="1"/>
          </p:cNvSpPr>
          <p:nvPr/>
        </p:nvSpPr>
        <p:spPr bwMode="auto">
          <a:xfrm>
            <a:off x="567694" y="263306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911840" y="1792534"/>
            <a:ext cx="1364918" cy="1230629"/>
            <a:chOff x="3720691" y="2824413"/>
            <a:chExt cx="1341120" cy="1209172"/>
          </a:xfrm>
        </p:grpSpPr>
        <p:sp>
          <p:nvSpPr>
            <p:cNvPr id="4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rgbClr val="414455"/>
                </a:solidFill>
              </a:endParaRPr>
            </a:p>
          </p:txBody>
        </p:sp>
        <p:sp>
          <p:nvSpPr>
            <p:cNvPr id="4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rgbClr val="414455"/>
                </a:solidFill>
              </a:endParaRPr>
            </a:p>
          </p:txBody>
        </p:sp>
      </p:grpSp>
      <p:sp>
        <p:nvSpPr>
          <p:cNvPr id="48" name="Freeform 5"/>
          <p:cNvSpPr/>
          <p:nvPr/>
        </p:nvSpPr>
        <p:spPr bwMode="auto">
          <a:xfrm rot="1855731">
            <a:off x="4005305" y="1876804"/>
            <a:ext cx="1177988" cy="1062092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rgbClr val="414455"/>
              </a:solidFill>
            </a:endParaRPr>
          </a:p>
        </p:txBody>
      </p:sp>
      <p:sp>
        <p:nvSpPr>
          <p:cNvPr id="49" name="文本框 9"/>
          <p:cNvSpPr txBox="1"/>
          <p:nvPr/>
        </p:nvSpPr>
        <p:spPr>
          <a:xfrm>
            <a:off x="4171968" y="2248249"/>
            <a:ext cx="939951" cy="29527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sz="150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</a:t>
            </a:r>
            <a:endParaRPr lang="en-US" altLang="zh-CN" sz="1500" b="1" dirty="0" smtClean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4895951" y="1716738"/>
            <a:ext cx="502789" cy="453321"/>
            <a:chOff x="5424755" y="1340768"/>
            <a:chExt cx="670560" cy="604586"/>
          </a:xfrm>
        </p:grpSpPr>
        <p:grpSp>
          <p:nvGrpSpPr>
            <p:cNvPr id="51" name="组合 50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55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56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54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52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65" name="矩形 64"/>
          <p:cNvSpPr/>
          <p:nvPr/>
        </p:nvSpPr>
        <p:spPr>
          <a:xfrm>
            <a:off x="5489863" y="1600345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47"/>
          <p:cNvSpPr>
            <a:spLocks noChangeArrowheads="1"/>
          </p:cNvSpPr>
          <p:nvPr/>
        </p:nvSpPr>
        <p:spPr bwMode="auto">
          <a:xfrm>
            <a:off x="5489863" y="1842531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4895951" y="2526617"/>
            <a:ext cx="502789" cy="453321"/>
            <a:chOff x="5424755" y="1340768"/>
            <a:chExt cx="670560" cy="604586"/>
          </a:xfrm>
        </p:grpSpPr>
        <p:grpSp>
          <p:nvGrpSpPr>
            <p:cNvPr id="68" name="组合 67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70" name="组合 6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72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73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71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69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5489863" y="2410224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47"/>
          <p:cNvSpPr>
            <a:spLocks noChangeArrowheads="1"/>
          </p:cNvSpPr>
          <p:nvPr/>
        </p:nvSpPr>
        <p:spPr bwMode="auto">
          <a:xfrm>
            <a:off x="5489863" y="2652410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3745259" y="1708329"/>
            <a:ext cx="502789" cy="453321"/>
            <a:chOff x="5424755" y="1340768"/>
            <a:chExt cx="670560" cy="604586"/>
          </a:xfrm>
        </p:grpSpPr>
        <p:grpSp>
          <p:nvGrpSpPr>
            <p:cNvPr id="77" name="组合 7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8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8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8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7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83" name="矩形 82"/>
          <p:cNvSpPr/>
          <p:nvPr/>
        </p:nvSpPr>
        <p:spPr>
          <a:xfrm>
            <a:off x="1764419" y="160313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47"/>
          <p:cNvSpPr>
            <a:spLocks noChangeArrowheads="1"/>
          </p:cNvSpPr>
          <p:nvPr/>
        </p:nvSpPr>
        <p:spPr bwMode="auto">
          <a:xfrm>
            <a:off x="1764419" y="1845317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85" name="组合 84"/>
          <p:cNvGrpSpPr/>
          <p:nvPr/>
        </p:nvGrpSpPr>
        <p:grpSpPr>
          <a:xfrm>
            <a:off x="3745259" y="2515422"/>
            <a:ext cx="502789" cy="453321"/>
            <a:chOff x="5424755" y="1340768"/>
            <a:chExt cx="670560" cy="604586"/>
          </a:xfrm>
        </p:grpSpPr>
        <p:grpSp>
          <p:nvGrpSpPr>
            <p:cNvPr id="86" name="组合 85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88" name="组合 87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90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91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8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87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92" name="矩形 91"/>
          <p:cNvSpPr/>
          <p:nvPr/>
        </p:nvSpPr>
        <p:spPr>
          <a:xfrm>
            <a:off x="1764419" y="2410224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47"/>
          <p:cNvSpPr>
            <a:spLocks noChangeArrowheads="1"/>
          </p:cNvSpPr>
          <p:nvPr/>
        </p:nvSpPr>
        <p:spPr bwMode="auto">
          <a:xfrm>
            <a:off x="1764419" y="2652410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94" name="组合 93"/>
          <p:cNvGrpSpPr/>
          <p:nvPr/>
        </p:nvGrpSpPr>
        <p:grpSpPr>
          <a:xfrm>
            <a:off x="1017726" y="3689441"/>
            <a:ext cx="394805" cy="355962"/>
            <a:chOff x="5424755" y="1340768"/>
            <a:chExt cx="670560" cy="604586"/>
          </a:xfrm>
        </p:grpSpPr>
        <p:grpSp>
          <p:nvGrpSpPr>
            <p:cNvPr id="95" name="组合 94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7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98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96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99" name="文本框 9"/>
          <p:cNvSpPr txBox="1"/>
          <p:nvPr/>
        </p:nvSpPr>
        <p:spPr>
          <a:xfrm>
            <a:off x="1494459" y="370006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100" name="直接连接符 99"/>
          <p:cNvCxnSpPr/>
          <p:nvPr/>
        </p:nvCxnSpPr>
        <p:spPr>
          <a:xfrm>
            <a:off x="1548451" y="3970026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组合 100"/>
          <p:cNvGrpSpPr/>
          <p:nvPr/>
        </p:nvGrpSpPr>
        <p:grpSpPr>
          <a:xfrm>
            <a:off x="7779502" y="3872233"/>
            <a:ext cx="193989" cy="174903"/>
            <a:chOff x="3720691" y="2824413"/>
            <a:chExt cx="1341120" cy="1209172"/>
          </a:xfrm>
        </p:grpSpPr>
        <p:sp>
          <p:nvSpPr>
            <p:cNvPr id="10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0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1476027" y="4080665"/>
            <a:ext cx="640726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6245750" y="1515990"/>
            <a:ext cx="208734" cy="138347"/>
            <a:chOff x="9482595" y="2565731"/>
            <a:chExt cx="278384" cy="184511"/>
          </a:xfrm>
        </p:grpSpPr>
        <p:sp>
          <p:nvSpPr>
            <p:cNvPr id="106" name="椭圆 105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5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000"/>
                            </p:stCondLst>
                            <p:childTnLst>
                              <p:par>
                                <p:cTn id="10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500"/>
                            </p:stCondLst>
                            <p:childTnLst>
                              <p:par>
                                <p:cTn id="1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48" grpId="0" bldLvl="0" animBg="1"/>
      <p:bldP spid="49" grpId="0"/>
      <p:bldP spid="65" grpId="0"/>
      <p:bldP spid="66" grpId="0"/>
      <p:bldP spid="74" grpId="0"/>
      <p:bldP spid="75" grpId="0"/>
      <p:bldP spid="83" grpId="0"/>
      <p:bldP spid="84" grpId="0"/>
      <p:bldP spid="92" grpId="0"/>
      <p:bldP spid="93" grpId="0"/>
      <p:bldP spid="99" grpId="0"/>
      <p:bldP spid="10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16" name="组合 1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21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2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07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4" name="Freeform 126"/>
          <p:cNvSpPr>
            <a:spLocks noChangeAspect="1" noEditPoints="1"/>
          </p:cNvSpPr>
          <p:nvPr/>
        </p:nvSpPr>
        <p:spPr bwMode="auto">
          <a:xfrm>
            <a:off x="567694" y="263306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3789117" y="1438369"/>
            <a:ext cx="1565766" cy="1411716"/>
            <a:chOff x="5424755" y="1340768"/>
            <a:chExt cx="670560" cy="604586"/>
          </a:xfrm>
        </p:grpSpPr>
        <p:grpSp>
          <p:nvGrpSpPr>
            <p:cNvPr id="109" name="组合 10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13" name="矩形 112"/>
          <p:cNvSpPr/>
          <p:nvPr/>
        </p:nvSpPr>
        <p:spPr>
          <a:xfrm>
            <a:off x="4079138" y="1705089"/>
            <a:ext cx="1194757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4" name="矩形 47"/>
          <p:cNvSpPr>
            <a:spLocks noChangeArrowheads="1"/>
          </p:cNvSpPr>
          <p:nvPr/>
        </p:nvSpPr>
        <p:spPr bwMode="auto">
          <a:xfrm>
            <a:off x="4078623" y="1947275"/>
            <a:ext cx="1087288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，在此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录入。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115" name="肘形连接符 114"/>
          <p:cNvCxnSpPr/>
          <p:nvPr/>
        </p:nvCxnSpPr>
        <p:spPr>
          <a:xfrm>
            <a:off x="3168209" y="1705089"/>
            <a:ext cx="701895" cy="439134"/>
          </a:xfrm>
          <a:prstGeom prst="bentConnector3">
            <a:avLst/>
          </a:prstGeom>
          <a:ln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2736274" y="1471335"/>
            <a:ext cx="502789" cy="453321"/>
            <a:chOff x="5424755" y="1340768"/>
            <a:chExt cx="670560" cy="604586"/>
          </a:xfrm>
        </p:grpSpPr>
        <p:grpSp>
          <p:nvGrpSpPr>
            <p:cNvPr id="117" name="组合 11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19" name="组合 11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2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2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2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1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3" name="矩形 122"/>
          <p:cNvSpPr/>
          <p:nvPr/>
        </p:nvSpPr>
        <p:spPr>
          <a:xfrm>
            <a:off x="1577689" y="1898938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矩形 47"/>
          <p:cNvSpPr>
            <a:spLocks noChangeArrowheads="1"/>
          </p:cNvSpPr>
          <p:nvPr/>
        </p:nvSpPr>
        <p:spPr bwMode="auto">
          <a:xfrm>
            <a:off x="1577689" y="2141123"/>
            <a:ext cx="213044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cxnSp>
        <p:nvCxnSpPr>
          <p:cNvPr id="125" name="肘形连接符 124"/>
          <p:cNvCxnSpPr/>
          <p:nvPr/>
        </p:nvCxnSpPr>
        <p:spPr>
          <a:xfrm>
            <a:off x="5273895" y="2104920"/>
            <a:ext cx="701895" cy="439134"/>
          </a:xfrm>
          <a:prstGeom prst="bentConnector3">
            <a:avLst/>
          </a:prstGeom>
          <a:ln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/>
          <p:cNvGrpSpPr/>
          <p:nvPr/>
        </p:nvGrpSpPr>
        <p:grpSpPr>
          <a:xfrm>
            <a:off x="5958928" y="2328087"/>
            <a:ext cx="502789" cy="453321"/>
            <a:chOff x="5424755" y="1340768"/>
            <a:chExt cx="670560" cy="604586"/>
          </a:xfrm>
        </p:grpSpPr>
        <p:grpSp>
          <p:nvGrpSpPr>
            <p:cNvPr id="127" name="组合 12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29" name="组合 12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3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3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3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2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33" name="矩形 132"/>
          <p:cNvSpPr/>
          <p:nvPr/>
        </p:nvSpPr>
        <p:spPr>
          <a:xfrm>
            <a:off x="5813814" y="1572200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47"/>
          <p:cNvSpPr>
            <a:spLocks noChangeArrowheads="1"/>
          </p:cNvSpPr>
          <p:nvPr/>
        </p:nvSpPr>
        <p:spPr bwMode="auto">
          <a:xfrm>
            <a:off x="5813814" y="1814385"/>
            <a:ext cx="213044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135" name="组合 134"/>
          <p:cNvGrpSpPr/>
          <p:nvPr/>
        </p:nvGrpSpPr>
        <p:grpSpPr>
          <a:xfrm>
            <a:off x="1006366" y="3328087"/>
            <a:ext cx="394805" cy="355962"/>
            <a:chOff x="5424755" y="1340768"/>
            <a:chExt cx="670560" cy="604586"/>
          </a:xfrm>
        </p:grpSpPr>
        <p:grpSp>
          <p:nvGrpSpPr>
            <p:cNvPr id="136" name="组合 13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3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3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3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40" name="文本框 9"/>
          <p:cNvSpPr txBox="1"/>
          <p:nvPr/>
        </p:nvSpPr>
        <p:spPr>
          <a:xfrm>
            <a:off x="1494459" y="3338713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141" name="直接连接符 140"/>
          <p:cNvCxnSpPr/>
          <p:nvPr/>
        </p:nvCxnSpPr>
        <p:spPr>
          <a:xfrm>
            <a:off x="1548451" y="3608673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/>
          <p:cNvGrpSpPr/>
          <p:nvPr/>
        </p:nvGrpSpPr>
        <p:grpSpPr>
          <a:xfrm>
            <a:off x="7779502" y="3510880"/>
            <a:ext cx="193989" cy="174903"/>
            <a:chOff x="3720691" y="2824413"/>
            <a:chExt cx="1341120" cy="1209172"/>
          </a:xfrm>
        </p:grpSpPr>
        <p:sp>
          <p:nvSpPr>
            <p:cNvPr id="143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44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45" name="TextBox 144"/>
          <p:cNvSpPr txBox="1"/>
          <p:nvPr/>
        </p:nvSpPr>
        <p:spPr>
          <a:xfrm>
            <a:off x="1476027" y="3719311"/>
            <a:ext cx="640726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4679984" y="1192038"/>
            <a:ext cx="208734" cy="138347"/>
            <a:chOff x="9482595" y="2565731"/>
            <a:chExt cx="278384" cy="184511"/>
          </a:xfrm>
        </p:grpSpPr>
        <p:sp>
          <p:nvSpPr>
            <p:cNvPr id="147" name="椭圆 146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  <p:sp>
          <p:nvSpPr>
            <p:cNvPr id="148" name="椭圆 147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0"/>
                            </p:stCondLst>
                            <p:childTnLst>
                              <p:par>
                                <p:cTn id="8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0"/>
                            </p:stCondLst>
                            <p:childTnLst>
                              <p:par>
                                <p:cTn id="8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113" grpId="0"/>
      <p:bldP spid="114" grpId="0"/>
      <p:bldP spid="123" grpId="0"/>
      <p:bldP spid="124" grpId="0"/>
      <p:bldP spid="133" grpId="0"/>
      <p:bldP spid="134" grpId="0"/>
      <p:bldP spid="140" grpId="0"/>
      <p:bldP spid="1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16" name="组合 1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21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主要贡献与创新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2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08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4" name="Freeform 126"/>
          <p:cNvSpPr>
            <a:spLocks noChangeAspect="1" noEditPoints="1"/>
          </p:cNvSpPr>
          <p:nvPr/>
        </p:nvSpPr>
        <p:spPr bwMode="auto">
          <a:xfrm>
            <a:off x="567694" y="263306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6"/>
          <p:cNvSpPr/>
          <p:nvPr/>
        </p:nvSpPr>
        <p:spPr bwMode="auto">
          <a:xfrm flipH="1">
            <a:off x="4243560" y="4352369"/>
            <a:ext cx="670226" cy="144190"/>
          </a:xfrm>
          <a:custGeom>
            <a:avLst/>
            <a:gdLst>
              <a:gd name="T0" fmla="*/ 20 w 23"/>
              <a:gd name="T1" fmla="*/ 0 h 5"/>
              <a:gd name="T2" fmla="*/ 3 w 23"/>
              <a:gd name="T3" fmla="*/ 0 h 5"/>
              <a:gd name="T4" fmla="*/ 0 w 23"/>
              <a:gd name="T5" fmla="*/ 2 h 5"/>
              <a:gd name="T6" fmla="*/ 3 w 23"/>
              <a:gd name="T7" fmla="*/ 5 h 5"/>
              <a:gd name="T8" fmla="*/ 20 w 23"/>
              <a:gd name="T9" fmla="*/ 5 h 5"/>
              <a:gd name="T10" fmla="*/ 23 w 23"/>
              <a:gd name="T11" fmla="*/ 2 h 5"/>
              <a:gd name="T12" fmla="*/ 20 w 23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" h="5">
                <a:moveTo>
                  <a:pt x="20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2" y="5"/>
                  <a:pt x="23" y="4"/>
                  <a:pt x="23" y="2"/>
                </a:cubicBezTo>
                <a:cubicBezTo>
                  <a:pt x="23" y="1"/>
                  <a:pt x="22" y="0"/>
                  <a:pt x="20" y="0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010"/>
          </a:p>
        </p:txBody>
      </p:sp>
      <p:sp>
        <p:nvSpPr>
          <p:cNvPr id="20" name="Freeform 24"/>
          <p:cNvSpPr/>
          <p:nvPr/>
        </p:nvSpPr>
        <p:spPr>
          <a:xfrm flipH="1">
            <a:off x="4067890" y="4024510"/>
            <a:ext cx="1021563" cy="297804"/>
          </a:xfrm>
          <a:custGeom>
            <a:avLst/>
            <a:gdLst>
              <a:gd name="connsiteX0" fmla="*/ 0 w 2645228"/>
              <a:gd name="connsiteY0" fmla="*/ 0 h 496975"/>
              <a:gd name="connsiteX1" fmla="*/ 2645228 w 2645228"/>
              <a:gd name="connsiteY1" fmla="*/ 0 h 496975"/>
              <a:gd name="connsiteX2" fmla="*/ 2645228 w 2645228"/>
              <a:gd name="connsiteY2" fmla="*/ 56095 h 496975"/>
              <a:gd name="connsiteX3" fmla="*/ 2204348 w 2645228"/>
              <a:gd name="connsiteY3" fmla="*/ 496975 h 496975"/>
              <a:gd name="connsiteX4" fmla="*/ 440880 w 2645228"/>
              <a:gd name="connsiteY4" fmla="*/ 496975 h 496975"/>
              <a:gd name="connsiteX5" fmla="*/ 0 w 2645228"/>
              <a:gd name="connsiteY5" fmla="*/ 56095 h 496975"/>
              <a:gd name="connsiteX6" fmla="*/ 0 w 2645228"/>
              <a:gd name="connsiteY6" fmla="*/ 0 h 496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5228" h="496975">
                <a:moveTo>
                  <a:pt x="0" y="0"/>
                </a:moveTo>
                <a:lnTo>
                  <a:pt x="2645228" y="0"/>
                </a:lnTo>
                <a:lnTo>
                  <a:pt x="2645228" y="56095"/>
                </a:lnTo>
                <a:cubicBezTo>
                  <a:pt x="2645228" y="299586"/>
                  <a:pt x="2447839" y="496975"/>
                  <a:pt x="2204348" y="496975"/>
                </a:cubicBezTo>
                <a:lnTo>
                  <a:pt x="440880" y="496975"/>
                </a:lnTo>
                <a:cubicBezTo>
                  <a:pt x="197389" y="496975"/>
                  <a:pt x="0" y="299586"/>
                  <a:pt x="0" y="56095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27" name="Freeform 25"/>
          <p:cNvSpPr/>
          <p:nvPr/>
        </p:nvSpPr>
        <p:spPr>
          <a:xfrm flipH="1">
            <a:off x="4350820" y="4526613"/>
            <a:ext cx="455706" cy="97281"/>
          </a:xfrm>
          <a:custGeom>
            <a:avLst/>
            <a:gdLst>
              <a:gd name="connsiteX0" fmla="*/ 0 w 694404"/>
              <a:gd name="connsiteY0" fmla="*/ 0 h 288475"/>
              <a:gd name="connsiteX1" fmla="*/ 694404 w 694404"/>
              <a:gd name="connsiteY1" fmla="*/ 0 h 288475"/>
              <a:gd name="connsiteX2" fmla="*/ 693800 w 694404"/>
              <a:gd name="connsiteY2" fmla="*/ 5989 h 288475"/>
              <a:gd name="connsiteX3" fmla="*/ 347202 w 694404"/>
              <a:gd name="connsiteY3" fmla="*/ 288475 h 288475"/>
              <a:gd name="connsiteX4" fmla="*/ 604 w 694404"/>
              <a:gd name="connsiteY4" fmla="*/ 5989 h 288475"/>
              <a:gd name="connsiteX5" fmla="*/ 0 w 694404"/>
              <a:gd name="connsiteY5" fmla="*/ 0 h 28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4404" h="288475">
                <a:moveTo>
                  <a:pt x="0" y="0"/>
                </a:moveTo>
                <a:lnTo>
                  <a:pt x="694404" y="0"/>
                </a:lnTo>
                <a:lnTo>
                  <a:pt x="693800" y="5989"/>
                </a:lnTo>
                <a:cubicBezTo>
                  <a:pt x="660811" y="167204"/>
                  <a:pt x="518169" y="288475"/>
                  <a:pt x="347202" y="288475"/>
                </a:cubicBezTo>
                <a:cubicBezTo>
                  <a:pt x="176235" y="288475"/>
                  <a:pt x="33593" y="167204"/>
                  <a:pt x="604" y="5989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8" name="Freeform 5"/>
          <p:cNvSpPr/>
          <p:nvPr/>
        </p:nvSpPr>
        <p:spPr bwMode="auto">
          <a:xfrm>
            <a:off x="4496694" y="3449098"/>
            <a:ext cx="133315" cy="393995"/>
          </a:xfrm>
          <a:custGeom>
            <a:avLst/>
            <a:gdLst>
              <a:gd name="T0" fmla="*/ 77 w 112"/>
              <a:gd name="T1" fmla="*/ 270 h 331"/>
              <a:gd name="T2" fmla="*/ 44 w 112"/>
              <a:gd name="T3" fmla="*/ 331 h 331"/>
              <a:gd name="T4" fmla="*/ 15 w 112"/>
              <a:gd name="T5" fmla="*/ 328 h 331"/>
              <a:gd name="T6" fmla="*/ 0 w 112"/>
              <a:gd name="T7" fmla="*/ 261 h 331"/>
              <a:gd name="T8" fmla="*/ 35 w 112"/>
              <a:gd name="T9" fmla="*/ 0 h 331"/>
              <a:gd name="T10" fmla="*/ 112 w 112"/>
              <a:gd name="T11" fmla="*/ 11 h 331"/>
              <a:gd name="T12" fmla="*/ 77 w 112"/>
              <a:gd name="T13" fmla="*/ 27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2" h="331">
                <a:moveTo>
                  <a:pt x="77" y="270"/>
                </a:moveTo>
                <a:lnTo>
                  <a:pt x="44" y="331"/>
                </a:lnTo>
                <a:lnTo>
                  <a:pt x="15" y="328"/>
                </a:lnTo>
                <a:lnTo>
                  <a:pt x="0" y="261"/>
                </a:lnTo>
                <a:lnTo>
                  <a:pt x="35" y="0"/>
                </a:lnTo>
                <a:lnTo>
                  <a:pt x="112" y="11"/>
                </a:lnTo>
                <a:lnTo>
                  <a:pt x="77" y="27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29" name="Freeform 6"/>
          <p:cNvSpPr/>
          <p:nvPr/>
        </p:nvSpPr>
        <p:spPr bwMode="auto">
          <a:xfrm>
            <a:off x="4534784" y="3378869"/>
            <a:ext cx="104748" cy="121412"/>
          </a:xfrm>
          <a:custGeom>
            <a:avLst/>
            <a:gdLst>
              <a:gd name="T0" fmla="*/ 58 w 64"/>
              <a:gd name="T1" fmla="*/ 48 h 74"/>
              <a:gd name="T2" fmla="*/ 27 w 64"/>
              <a:gd name="T3" fmla="*/ 72 h 74"/>
              <a:gd name="T4" fmla="*/ 26 w 64"/>
              <a:gd name="T5" fmla="*/ 72 h 74"/>
              <a:gd name="T6" fmla="*/ 2 w 64"/>
              <a:gd name="T7" fmla="*/ 41 h 74"/>
              <a:gd name="T8" fmla="*/ 6 w 64"/>
              <a:gd name="T9" fmla="*/ 15 h 74"/>
              <a:gd name="T10" fmla="*/ 35 w 64"/>
              <a:gd name="T11" fmla="*/ 7 h 74"/>
              <a:gd name="T12" fmla="*/ 36 w 64"/>
              <a:gd name="T13" fmla="*/ 7 h 74"/>
              <a:gd name="T14" fmla="*/ 62 w 64"/>
              <a:gd name="T15" fmla="*/ 22 h 74"/>
              <a:gd name="T16" fmla="*/ 58 w 64"/>
              <a:gd name="T17" fmla="*/ 48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74">
                <a:moveTo>
                  <a:pt x="58" y="48"/>
                </a:moveTo>
                <a:cubicBezTo>
                  <a:pt x="56" y="63"/>
                  <a:pt x="42" y="74"/>
                  <a:pt x="27" y="72"/>
                </a:cubicBezTo>
                <a:cubicBezTo>
                  <a:pt x="26" y="72"/>
                  <a:pt x="26" y="72"/>
                  <a:pt x="26" y="72"/>
                </a:cubicBezTo>
                <a:cubicBezTo>
                  <a:pt x="11" y="70"/>
                  <a:pt x="0" y="56"/>
                  <a:pt x="2" y="41"/>
                </a:cubicBezTo>
                <a:cubicBezTo>
                  <a:pt x="6" y="15"/>
                  <a:pt x="6" y="15"/>
                  <a:pt x="6" y="15"/>
                </a:cubicBezTo>
                <a:cubicBezTo>
                  <a:pt x="8" y="0"/>
                  <a:pt x="20" y="5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51" y="9"/>
                  <a:pt x="64" y="7"/>
                  <a:pt x="62" y="22"/>
                </a:cubicBezTo>
                <a:lnTo>
                  <a:pt x="58" y="48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30" name="Freeform 7"/>
          <p:cNvSpPr/>
          <p:nvPr/>
        </p:nvSpPr>
        <p:spPr bwMode="auto">
          <a:xfrm>
            <a:off x="4522881" y="3422911"/>
            <a:ext cx="114270" cy="110700"/>
          </a:xfrm>
          <a:custGeom>
            <a:avLst/>
            <a:gdLst>
              <a:gd name="T0" fmla="*/ 85 w 96"/>
              <a:gd name="T1" fmla="*/ 93 h 93"/>
              <a:gd name="T2" fmla="*/ 0 w 96"/>
              <a:gd name="T3" fmla="*/ 81 h 93"/>
              <a:gd name="T4" fmla="*/ 11 w 96"/>
              <a:gd name="T5" fmla="*/ 0 h 93"/>
              <a:gd name="T6" fmla="*/ 96 w 96"/>
              <a:gd name="T7" fmla="*/ 12 h 93"/>
              <a:gd name="T8" fmla="*/ 85 w 96"/>
              <a:gd name="T9" fmla="*/ 93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3">
                <a:moveTo>
                  <a:pt x="85" y="93"/>
                </a:moveTo>
                <a:lnTo>
                  <a:pt x="0" y="81"/>
                </a:lnTo>
                <a:lnTo>
                  <a:pt x="11" y="0"/>
                </a:lnTo>
                <a:lnTo>
                  <a:pt x="96" y="12"/>
                </a:lnTo>
                <a:lnTo>
                  <a:pt x="85" y="93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31" name="Freeform 8"/>
          <p:cNvSpPr/>
          <p:nvPr/>
        </p:nvSpPr>
        <p:spPr bwMode="auto">
          <a:xfrm>
            <a:off x="4514549" y="3828808"/>
            <a:ext cx="34520" cy="57135"/>
          </a:xfrm>
          <a:custGeom>
            <a:avLst/>
            <a:gdLst>
              <a:gd name="T0" fmla="*/ 0 w 21"/>
              <a:gd name="T1" fmla="*/ 5 h 35"/>
              <a:gd name="T2" fmla="*/ 5 w 21"/>
              <a:gd name="T3" fmla="*/ 26 h 35"/>
              <a:gd name="T4" fmla="*/ 21 w 21"/>
              <a:gd name="T5" fmla="*/ 9 h 35"/>
              <a:gd name="T6" fmla="*/ 0 w 21"/>
              <a:gd name="T7" fmla="*/ 5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" h="35">
                <a:moveTo>
                  <a:pt x="0" y="5"/>
                </a:moveTo>
                <a:cubicBezTo>
                  <a:pt x="0" y="5"/>
                  <a:pt x="3" y="22"/>
                  <a:pt x="5" y="26"/>
                </a:cubicBezTo>
                <a:cubicBezTo>
                  <a:pt x="6" y="31"/>
                  <a:pt x="9" y="35"/>
                  <a:pt x="21" y="9"/>
                </a:cubicBezTo>
                <a:cubicBezTo>
                  <a:pt x="21" y="9"/>
                  <a:pt x="13" y="0"/>
                  <a:pt x="0" y="5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32" name="Freeform 9"/>
          <p:cNvSpPr/>
          <p:nvPr/>
        </p:nvSpPr>
        <p:spPr bwMode="auto">
          <a:xfrm>
            <a:off x="4634770" y="3447908"/>
            <a:ext cx="132125" cy="393995"/>
          </a:xfrm>
          <a:custGeom>
            <a:avLst/>
            <a:gdLst>
              <a:gd name="T0" fmla="*/ 75 w 111"/>
              <a:gd name="T1" fmla="*/ 269 h 331"/>
              <a:gd name="T2" fmla="*/ 44 w 111"/>
              <a:gd name="T3" fmla="*/ 331 h 331"/>
              <a:gd name="T4" fmla="*/ 15 w 111"/>
              <a:gd name="T5" fmla="*/ 326 h 331"/>
              <a:gd name="T6" fmla="*/ 0 w 111"/>
              <a:gd name="T7" fmla="*/ 259 h 331"/>
              <a:gd name="T8" fmla="*/ 34 w 111"/>
              <a:gd name="T9" fmla="*/ 0 h 331"/>
              <a:gd name="T10" fmla="*/ 111 w 111"/>
              <a:gd name="T11" fmla="*/ 9 h 331"/>
              <a:gd name="T12" fmla="*/ 75 w 111"/>
              <a:gd name="T13" fmla="*/ 269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1" h="331">
                <a:moveTo>
                  <a:pt x="75" y="269"/>
                </a:moveTo>
                <a:lnTo>
                  <a:pt x="44" y="331"/>
                </a:lnTo>
                <a:lnTo>
                  <a:pt x="15" y="326"/>
                </a:lnTo>
                <a:lnTo>
                  <a:pt x="0" y="259"/>
                </a:lnTo>
                <a:lnTo>
                  <a:pt x="34" y="0"/>
                </a:lnTo>
                <a:lnTo>
                  <a:pt x="111" y="9"/>
                </a:lnTo>
                <a:lnTo>
                  <a:pt x="75" y="269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33" name="Freeform 10"/>
          <p:cNvSpPr/>
          <p:nvPr/>
        </p:nvSpPr>
        <p:spPr bwMode="auto">
          <a:xfrm>
            <a:off x="4671670" y="3375299"/>
            <a:ext cx="104748" cy="121412"/>
          </a:xfrm>
          <a:custGeom>
            <a:avLst/>
            <a:gdLst>
              <a:gd name="T0" fmla="*/ 58 w 64"/>
              <a:gd name="T1" fmla="*/ 48 h 74"/>
              <a:gd name="T2" fmla="*/ 27 w 64"/>
              <a:gd name="T3" fmla="*/ 72 h 74"/>
              <a:gd name="T4" fmla="*/ 26 w 64"/>
              <a:gd name="T5" fmla="*/ 72 h 74"/>
              <a:gd name="T6" fmla="*/ 2 w 64"/>
              <a:gd name="T7" fmla="*/ 41 h 74"/>
              <a:gd name="T8" fmla="*/ 6 w 64"/>
              <a:gd name="T9" fmla="*/ 15 h 74"/>
              <a:gd name="T10" fmla="*/ 35 w 64"/>
              <a:gd name="T11" fmla="*/ 7 h 74"/>
              <a:gd name="T12" fmla="*/ 36 w 64"/>
              <a:gd name="T13" fmla="*/ 7 h 74"/>
              <a:gd name="T14" fmla="*/ 61 w 64"/>
              <a:gd name="T15" fmla="*/ 23 h 74"/>
              <a:gd name="T16" fmla="*/ 58 w 64"/>
              <a:gd name="T17" fmla="*/ 48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74">
                <a:moveTo>
                  <a:pt x="58" y="48"/>
                </a:moveTo>
                <a:cubicBezTo>
                  <a:pt x="56" y="64"/>
                  <a:pt x="42" y="74"/>
                  <a:pt x="27" y="72"/>
                </a:cubicBezTo>
                <a:cubicBezTo>
                  <a:pt x="26" y="72"/>
                  <a:pt x="26" y="72"/>
                  <a:pt x="26" y="72"/>
                </a:cubicBezTo>
                <a:cubicBezTo>
                  <a:pt x="11" y="70"/>
                  <a:pt x="0" y="56"/>
                  <a:pt x="2" y="41"/>
                </a:cubicBezTo>
                <a:cubicBezTo>
                  <a:pt x="6" y="15"/>
                  <a:pt x="6" y="15"/>
                  <a:pt x="6" y="15"/>
                </a:cubicBezTo>
                <a:cubicBezTo>
                  <a:pt x="8" y="0"/>
                  <a:pt x="20" y="5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51" y="9"/>
                  <a:pt x="64" y="7"/>
                  <a:pt x="61" y="23"/>
                </a:cubicBezTo>
                <a:lnTo>
                  <a:pt x="58" y="48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34" name="Freeform 11"/>
          <p:cNvSpPr/>
          <p:nvPr/>
        </p:nvSpPr>
        <p:spPr bwMode="auto">
          <a:xfrm>
            <a:off x="4660957" y="3421721"/>
            <a:ext cx="114270" cy="109509"/>
          </a:xfrm>
          <a:custGeom>
            <a:avLst/>
            <a:gdLst>
              <a:gd name="T0" fmla="*/ 85 w 96"/>
              <a:gd name="T1" fmla="*/ 92 h 92"/>
              <a:gd name="T2" fmla="*/ 0 w 96"/>
              <a:gd name="T3" fmla="*/ 81 h 92"/>
              <a:gd name="T4" fmla="*/ 11 w 96"/>
              <a:gd name="T5" fmla="*/ 0 h 92"/>
              <a:gd name="T6" fmla="*/ 96 w 96"/>
              <a:gd name="T7" fmla="*/ 11 h 92"/>
              <a:gd name="T8" fmla="*/ 85 w 96"/>
              <a:gd name="T9" fmla="*/ 9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2">
                <a:moveTo>
                  <a:pt x="85" y="92"/>
                </a:moveTo>
                <a:lnTo>
                  <a:pt x="0" y="81"/>
                </a:lnTo>
                <a:lnTo>
                  <a:pt x="11" y="0"/>
                </a:lnTo>
                <a:lnTo>
                  <a:pt x="96" y="11"/>
                </a:lnTo>
                <a:lnTo>
                  <a:pt x="85" y="92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35" name="Freeform 12"/>
          <p:cNvSpPr/>
          <p:nvPr/>
        </p:nvSpPr>
        <p:spPr bwMode="auto">
          <a:xfrm>
            <a:off x="4652625" y="3825238"/>
            <a:ext cx="34520" cy="57135"/>
          </a:xfrm>
          <a:custGeom>
            <a:avLst/>
            <a:gdLst>
              <a:gd name="T0" fmla="*/ 0 w 21"/>
              <a:gd name="T1" fmla="*/ 6 h 35"/>
              <a:gd name="T2" fmla="*/ 5 w 21"/>
              <a:gd name="T3" fmla="*/ 27 h 35"/>
              <a:gd name="T4" fmla="*/ 21 w 21"/>
              <a:gd name="T5" fmla="*/ 10 h 35"/>
              <a:gd name="T6" fmla="*/ 0 w 21"/>
              <a:gd name="T7" fmla="*/ 6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" h="35">
                <a:moveTo>
                  <a:pt x="0" y="6"/>
                </a:moveTo>
                <a:cubicBezTo>
                  <a:pt x="0" y="6"/>
                  <a:pt x="3" y="22"/>
                  <a:pt x="5" y="27"/>
                </a:cubicBezTo>
                <a:cubicBezTo>
                  <a:pt x="6" y="31"/>
                  <a:pt x="9" y="35"/>
                  <a:pt x="21" y="10"/>
                </a:cubicBezTo>
                <a:cubicBezTo>
                  <a:pt x="21" y="10"/>
                  <a:pt x="13" y="0"/>
                  <a:pt x="0" y="6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36" name="Freeform 13"/>
          <p:cNvSpPr/>
          <p:nvPr/>
        </p:nvSpPr>
        <p:spPr bwMode="auto">
          <a:xfrm>
            <a:off x="4754992" y="3450288"/>
            <a:ext cx="30948" cy="199973"/>
          </a:xfrm>
          <a:custGeom>
            <a:avLst/>
            <a:gdLst>
              <a:gd name="T0" fmla="*/ 4 w 19"/>
              <a:gd name="T1" fmla="*/ 0 h 122"/>
              <a:gd name="T2" fmla="*/ 19 w 19"/>
              <a:gd name="T3" fmla="*/ 16 h 122"/>
              <a:gd name="T4" fmla="*/ 7 w 19"/>
              <a:gd name="T5" fmla="*/ 115 h 122"/>
              <a:gd name="T6" fmla="*/ 0 w 19"/>
              <a:gd name="T7" fmla="*/ 121 h 122"/>
              <a:gd name="T8" fmla="*/ 10 w 19"/>
              <a:gd name="T9" fmla="*/ 43 h 122"/>
              <a:gd name="T10" fmla="*/ 5 w 19"/>
              <a:gd name="T11" fmla="*/ 34 h 122"/>
              <a:gd name="T12" fmla="*/ 4 w 19"/>
              <a:gd name="T13" fmla="*/ 0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122">
                <a:moveTo>
                  <a:pt x="4" y="0"/>
                </a:moveTo>
                <a:cubicBezTo>
                  <a:pt x="4" y="0"/>
                  <a:pt x="18" y="10"/>
                  <a:pt x="19" y="16"/>
                </a:cubicBezTo>
                <a:cubicBezTo>
                  <a:pt x="19" y="21"/>
                  <a:pt x="7" y="115"/>
                  <a:pt x="7" y="115"/>
                </a:cubicBezTo>
                <a:cubicBezTo>
                  <a:pt x="7" y="115"/>
                  <a:pt x="8" y="122"/>
                  <a:pt x="0" y="121"/>
                </a:cubicBezTo>
                <a:cubicBezTo>
                  <a:pt x="10" y="43"/>
                  <a:pt x="10" y="43"/>
                  <a:pt x="10" y="43"/>
                </a:cubicBezTo>
                <a:cubicBezTo>
                  <a:pt x="5" y="34"/>
                  <a:pt x="5" y="34"/>
                  <a:pt x="5" y="34"/>
                </a:cubicBezTo>
                <a:cubicBezTo>
                  <a:pt x="4" y="0"/>
                  <a:pt x="4" y="0"/>
                  <a:pt x="4" y="0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grpSp>
        <p:nvGrpSpPr>
          <p:cNvPr id="37" name="Group 123"/>
          <p:cNvGrpSpPr/>
          <p:nvPr/>
        </p:nvGrpSpPr>
        <p:grpSpPr>
          <a:xfrm>
            <a:off x="3828927" y="3388392"/>
            <a:ext cx="613013" cy="465414"/>
            <a:chOff x="7170738" y="4168775"/>
            <a:chExt cx="817563" cy="620713"/>
          </a:xfrm>
          <a:solidFill>
            <a:srgbClr val="0D0D0D">
              <a:alpha val="21176"/>
            </a:srgbClr>
          </a:solidFill>
        </p:grpSpPr>
        <p:sp>
          <p:nvSpPr>
            <p:cNvPr id="38" name="Freeform 14"/>
            <p:cNvSpPr/>
            <p:nvPr/>
          </p:nvSpPr>
          <p:spPr bwMode="auto">
            <a:xfrm>
              <a:off x="7170738" y="4168775"/>
              <a:ext cx="785813" cy="354013"/>
            </a:xfrm>
            <a:custGeom>
              <a:avLst/>
              <a:gdLst>
                <a:gd name="T0" fmla="*/ 246 w 495"/>
                <a:gd name="T1" fmla="*/ 223 h 223"/>
                <a:gd name="T2" fmla="*/ 0 w 495"/>
                <a:gd name="T3" fmla="*/ 111 h 223"/>
                <a:gd name="T4" fmla="*/ 252 w 495"/>
                <a:gd name="T5" fmla="*/ 0 h 223"/>
                <a:gd name="T6" fmla="*/ 495 w 495"/>
                <a:gd name="T7" fmla="*/ 109 h 223"/>
                <a:gd name="T8" fmla="*/ 246 w 495"/>
                <a:gd name="T9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5" h="223">
                  <a:moveTo>
                    <a:pt x="246" y="223"/>
                  </a:moveTo>
                  <a:lnTo>
                    <a:pt x="0" y="111"/>
                  </a:lnTo>
                  <a:lnTo>
                    <a:pt x="252" y="0"/>
                  </a:lnTo>
                  <a:lnTo>
                    <a:pt x="495" y="109"/>
                  </a:lnTo>
                  <a:lnTo>
                    <a:pt x="246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39" name="Rectangle 15"/>
            <p:cNvSpPr>
              <a:spLocks noChangeArrowheads="1"/>
            </p:cNvSpPr>
            <p:nvPr/>
          </p:nvSpPr>
          <p:spPr bwMode="auto">
            <a:xfrm>
              <a:off x="7924800" y="4335463"/>
              <a:ext cx="23813" cy="2571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40" name="Oval 16"/>
            <p:cNvSpPr>
              <a:spLocks noChangeArrowheads="1"/>
            </p:cNvSpPr>
            <p:nvPr/>
          </p:nvSpPr>
          <p:spPr bwMode="auto">
            <a:xfrm>
              <a:off x="7897813" y="4564063"/>
              <a:ext cx="76200" cy="777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41" name="Freeform 17"/>
            <p:cNvSpPr/>
            <p:nvPr/>
          </p:nvSpPr>
          <p:spPr bwMode="auto">
            <a:xfrm>
              <a:off x="7888288" y="4605338"/>
              <a:ext cx="55563" cy="171450"/>
            </a:xfrm>
            <a:custGeom>
              <a:avLst/>
              <a:gdLst>
                <a:gd name="T0" fmla="*/ 14 w 26"/>
                <a:gd name="T1" fmla="*/ 4 h 79"/>
                <a:gd name="T2" fmla="*/ 6 w 26"/>
                <a:gd name="T3" fmla="*/ 79 h 79"/>
                <a:gd name="T4" fmla="*/ 26 w 26"/>
                <a:gd name="T5" fmla="*/ 79 h 79"/>
                <a:gd name="T6" fmla="*/ 26 w 26"/>
                <a:gd name="T7" fmla="*/ 0 h 79"/>
                <a:gd name="T8" fmla="*/ 14 w 26"/>
                <a:gd name="T9" fmla="*/ 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79">
                  <a:moveTo>
                    <a:pt x="14" y="4"/>
                  </a:moveTo>
                  <a:cubicBezTo>
                    <a:pt x="14" y="4"/>
                    <a:pt x="0" y="34"/>
                    <a:pt x="6" y="79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14" y="7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42" name="Freeform 18"/>
            <p:cNvSpPr/>
            <p:nvPr/>
          </p:nvSpPr>
          <p:spPr bwMode="auto">
            <a:xfrm>
              <a:off x="7932738" y="4605338"/>
              <a:ext cx="55563" cy="171450"/>
            </a:xfrm>
            <a:custGeom>
              <a:avLst/>
              <a:gdLst>
                <a:gd name="T0" fmla="*/ 11 w 25"/>
                <a:gd name="T1" fmla="*/ 4 h 79"/>
                <a:gd name="T2" fmla="*/ 20 w 25"/>
                <a:gd name="T3" fmla="*/ 79 h 79"/>
                <a:gd name="T4" fmla="*/ 0 w 25"/>
                <a:gd name="T5" fmla="*/ 79 h 79"/>
                <a:gd name="T6" fmla="*/ 0 w 25"/>
                <a:gd name="T7" fmla="*/ 0 h 79"/>
                <a:gd name="T8" fmla="*/ 11 w 25"/>
                <a:gd name="T9" fmla="*/ 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9">
                  <a:moveTo>
                    <a:pt x="11" y="4"/>
                  </a:moveTo>
                  <a:cubicBezTo>
                    <a:pt x="11" y="4"/>
                    <a:pt x="25" y="34"/>
                    <a:pt x="2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1" y="7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43" name="Freeform 19"/>
            <p:cNvSpPr/>
            <p:nvPr/>
          </p:nvSpPr>
          <p:spPr bwMode="auto">
            <a:xfrm>
              <a:off x="7327900" y="4449763"/>
              <a:ext cx="455613" cy="339725"/>
            </a:xfrm>
            <a:custGeom>
              <a:avLst/>
              <a:gdLst>
                <a:gd name="T0" fmla="*/ 209 w 209"/>
                <a:gd name="T1" fmla="*/ 0 h 156"/>
                <a:gd name="T2" fmla="*/ 104 w 209"/>
                <a:gd name="T3" fmla="*/ 49 h 156"/>
                <a:gd name="T4" fmla="*/ 0 w 209"/>
                <a:gd name="T5" fmla="*/ 0 h 156"/>
                <a:gd name="T6" fmla="*/ 0 w 209"/>
                <a:gd name="T7" fmla="*/ 120 h 156"/>
                <a:gd name="T8" fmla="*/ 102 w 209"/>
                <a:gd name="T9" fmla="*/ 156 h 156"/>
                <a:gd name="T10" fmla="*/ 102 w 209"/>
                <a:gd name="T11" fmla="*/ 156 h 156"/>
                <a:gd name="T12" fmla="*/ 104 w 209"/>
                <a:gd name="T13" fmla="*/ 156 h 156"/>
                <a:gd name="T14" fmla="*/ 107 w 209"/>
                <a:gd name="T15" fmla="*/ 156 h 156"/>
                <a:gd name="T16" fmla="*/ 107 w 209"/>
                <a:gd name="T17" fmla="*/ 156 h 156"/>
                <a:gd name="T18" fmla="*/ 209 w 209"/>
                <a:gd name="T19" fmla="*/ 120 h 156"/>
                <a:gd name="T20" fmla="*/ 209 w 209"/>
                <a:gd name="T2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9" h="156">
                  <a:moveTo>
                    <a:pt x="209" y="0"/>
                  </a:moveTo>
                  <a:cubicBezTo>
                    <a:pt x="209" y="1"/>
                    <a:pt x="121" y="41"/>
                    <a:pt x="104" y="49"/>
                  </a:cubicBezTo>
                  <a:cubicBezTo>
                    <a:pt x="87" y="41"/>
                    <a:pt x="0" y="1"/>
                    <a:pt x="0" y="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28" y="150"/>
                    <a:pt x="84" y="155"/>
                    <a:pt x="102" y="156"/>
                  </a:cubicBezTo>
                  <a:cubicBezTo>
                    <a:pt x="102" y="156"/>
                    <a:pt x="102" y="156"/>
                    <a:pt x="102" y="156"/>
                  </a:cubicBezTo>
                  <a:cubicBezTo>
                    <a:pt x="102" y="156"/>
                    <a:pt x="103" y="156"/>
                    <a:pt x="104" y="156"/>
                  </a:cubicBezTo>
                  <a:cubicBezTo>
                    <a:pt x="106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25" y="155"/>
                    <a:pt x="181" y="150"/>
                    <a:pt x="209" y="120"/>
                  </a:cubicBezTo>
                  <a:lnTo>
                    <a:pt x="20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</p:grpSp>
      <p:sp>
        <p:nvSpPr>
          <p:cNvPr id="45" name="Freeform 20"/>
          <p:cNvSpPr>
            <a:spLocks noEditPoints="1"/>
          </p:cNvSpPr>
          <p:nvPr/>
        </p:nvSpPr>
        <p:spPr bwMode="auto">
          <a:xfrm>
            <a:off x="3330185" y="1769563"/>
            <a:ext cx="358285" cy="377330"/>
          </a:xfrm>
          <a:custGeom>
            <a:avLst/>
            <a:gdLst>
              <a:gd name="T0" fmla="*/ 168 w 219"/>
              <a:gd name="T1" fmla="*/ 224 h 231"/>
              <a:gd name="T2" fmla="*/ 197 w 219"/>
              <a:gd name="T3" fmla="*/ 212 h 231"/>
              <a:gd name="T4" fmla="*/ 168 w 219"/>
              <a:gd name="T5" fmla="*/ 132 h 231"/>
              <a:gd name="T6" fmla="*/ 168 w 219"/>
              <a:gd name="T7" fmla="*/ 150 h 231"/>
              <a:gd name="T8" fmla="*/ 192 w 219"/>
              <a:gd name="T9" fmla="*/ 190 h 231"/>
              <a:gd name="T10" fmla="*/ 168 w 219"/>
              <a:gd name="T11" fmla="*/ 209 h 231"/>
              <a:gd name="T12" fmla="*/ 168 w 219"/>
              <a:gd name="T13" fmla="*/ 224 h 231"/>
              <a:gd name="T14" fmla="*/ 168 w 219"/>
              <a:gd name="T15" fmla="*/ 203 h 231"/>
              <a:gd name="T16" fmla="*/ 168 w 219"/>
              <a:gd name="T17" fmla="*/ 157 h 231"/>
              <a:gd name="T18" fmla="*/ 181 w 219"/>
              <a:gd name="T19" fmla="*/ 187 h 231"/>
              <a:gd name="T20" fmla="*/ 168 w 219"/>
              <a:gd name="T21" fmla="*/ 203 h 231"/>
              <a:gd name="T22" fmla="*/ 146 w 219"/>
              <a:gd name="T23" fmla="*/ 112 h 231"/>
              <a:gd name="T24" fmla="*/ 141 w 219"/>
              <a:gd name="T25" fmla="*/ 98 h 231"/>
              <a:gd name="T26" fmla="*/ 141 w 219"/>
              <a:gd name="T27" fmla="*/ 44 h 231"/>
              <a:gd name="T28" fmla="*/ 146 w 219"/>
              <a:gd name="T29" fmla="*/ 37 h 231"/>
              <a:gd name="T30" fmla="*/ 148 w 219"/>
              <a:gd name="T31" fmla="*/ 37 h 231"/>
              <a:gd name="T32" fmla="*/ 148 w 219"/>
              <a:gd name="T33" fmla="*/ 14 h 231"/>
              <a:gd name="T34" fmla="*/ 146 w 219"/>
              <a:gd name="T35" fmla="*/ 14 h 231"/>
              <a:gd name="T36" fmla="*/ 146 w 219"/>
              <a:gd name="T37" fmla="*/ 13 h 231"/>
              <a:gd name="T38" fmla="*/ 114 w 219"/>
              <a:gd name="T39" fmla="*/ 0 h 231"/>
              <a:gd name="T40" fmla="*/ 81 w 219"/>
              <a:gd name="T41" fmla="*/ 13 h 231"/>
              <a:gd name="T42" fmla="*/ 81 w 219"/>
              <a:gd name="T43" fmla="*/ 14 h 231"/>
              <a:gd name="T44" fmla="*/ 80 w 219"/>
              <a:gd name="T45" fmla="*/ 14 h 231"/>
              <a:gd name="T46" fmla="*/ 80 w 219"/>
              <a:gd name="T47" fmla="*/ 37 h 231"/>
              <a:gd name="T48" fmla="*/ 81 w 219"/>
              <a:gd name="T49" fmla="*/ 37 h 231"/>
              <a:gd name="T50" fmla="*/ 90 w 219"/>
              <a:gd name="T51" fmla="*/ 45 h 231"/>
              <a:gd name="T52" fmla="*/ 90 w 219"/>
              <a:gd name="T53" fmla="*/ 98 h 231"/>
              <a:gd name="T54" fmla="*/ 83 w 219"/>
              <a:gd name="T55" fmla="*/ 112 h 231"/>
              <a:gd name="T56" fmla="*/ 31 w 219"/>
              <a:gd name="T57" fmla="*/ 212 h 231"/>
              <a:gd name="T58" fmla="*/ 114 w 219"/>
              <a:gd name="T59" fmla="*/ 230 h 231"/>
              <a:gd name="T60" fmla="*/ 168 w 219"/>
              <a:gd name="T61" fmla="*/ 224 h 231"/>
              <a:gd name="T62" fmla="*/ 168 w 219"/>
              <a:gd name="T63" fmla="*/ 209 h 231"/>
              <a:gd name="T64" fmla="*/ 144 w 219"/>
              <a:gd name="T65" fmla="*/ 212 h 231"/>
              <a:gd name="T66" fmla="*/ 144 w 219"/>
              <a:gd name="T67" fmla="*/ 212 h 231"/>
              <a:gd name="T68" fmla="*/ 168 w 219"/>
              <a:gd name="T69" fmla="*/ 203 h 231"/>
              <a:gd name="T70" fmla="*/ 168 w 219"/>
              <a:gd name="T71" fmla="*/ 157 h 231"/>
              <a:gd name="T72" fmla="*/ 149 w 219"/>
              <a:gd name="T73" fmla="*/ 134 h 231"/>
              <a:gd name="T74" fmla="*/ 168 w 219"/>
              <a:gd name="T75" fmla="*/ 150 h 231"/>
              <a:gd name="T76" fmla="*/ 168 w 219"/>
              <a:gd name="T77" fmla="*/ 132 h 231"/>
              <a:gd name="T78" fmla="*/ 146 w 219"/>
              <a:gd name="T79" fmla="*/ 112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19" h="231">
                <a:moveTo>
                  <a:pt x="168" y="224"/>
                </a:moveTo>
                <a:cubicBezTo>
                  <a:pt x="179" y="221"/>
                  <a:pt x="189" y="217"/>
                  <a:pt x="197" y="212"/>
                </a:cubicBezTo>
                <a:cubicBezTo>
                  <a:pt x="219" y="196"/>
                  <a:pt x="191" y="157"/>
                  <a:pt x="168" y="132"/>
                </a:cubicBezTo>
                <a:cubicBezTo>
                  <a:pt x="168" y="150"/>
                  <a:pt x="168" y="150"/>
                  <a:pt x="168" y="150"/>
                </a:cubicBezTo>
                <a:cubicBezTo>
                  <a:pt x="180" y="162"/>
                  <a:pt x="193" y="177"/>
                  <a:pt x="192" y="190"/>
                </a:cubicBezTo>
                <a:cubicBezTo>
                  <a:pt x="192" y="201"/>
                  <a:pt x="180" y="207"/>
                  <a:pt x="168" y="209"/>
                </a:cubicBezTo>
                <a:cubicBezTo>
                  <a:pt x="168" y="224"/>
                  <a:pt x="168" y="224"/>
                  <a:pt x="168" y="224"/>
                </a:cubicBezTo>
                <a:close/>
                <a:moveTo>
                  <a:pt x="168" y="203"/>
                </a:moveTo>
                <a:cubicBezTo>
                  <a:pt x="168" y="157"/>
                  <a:pt x="168" y="157"/>
                  <a:pt x="168" y="157"/>
                </a:cubicBezTo>
                <a:cubicBezTo>
                  <a:pt x="175" y="167"/>
                  <a:pt x="182" y="179"/>
                  <a:pt x="181" y="187"/>
                </a:cubicBezTo>
                <a:cubicBezTo>
                  <a:pt x="180" y="194"/>
                  <a:pt x="175" y="199"/>
                  <a:pt x="168" y="203"/>
                </a:cubicBezTo>
                <a:close/>
                <a:moveTo>
                  <a:pt x="146" y="112"/>
                </a:moveTo>
                <a:cubicBezTo>
                  <a:pt x="146" y="112"/>
                  <a:pt x="141" y="109"/>
                  <a:pt x="141" y="98"/>
                </a:cubicBezTo>
                <a:cubicBezTo>
                  <a:pt x="141" y="90"/>
                  <a:pt x="141" y="56"/>
                  <a:pt x="141" y="44"/>
                </a:cubicBezTo>
                <a:cubicBezTo>
                  <a:pt x="144" y="43"/>
                  <a:pt x="146" y="40"/>
                  <a:pt x="146" y="37"/>
                </a:cubicBezTo>
                <a:cubicBezTo>
                  <a:pt x="148" y="37"/>
                  <a:pt x="148" y="37"/>
                  <a:pt x="148" y="37"/>
                </a:cubicBezTo>
                <a:cubicBezTo>
                  <a:pt x="148" y="14"/>
                  <a:pt x="148" y="14"/>
                  <a:pt x="148" y="14"/>
                </a:cubicBezTo>
                <a:cubicBezTo>
                  <a:pt x="146" y="14"/>
                  <a:pt x="146" y="14"/>
                  <a:pt x="146" y="14"/>
                </a:cubicBezTo>
                <a:cubicBezTo>
                  <a:pt x="146" y="14"/>
                  <a:pt x="146" y="13"/>
                  <a:pt x="146" y="13"/>
                </a:cubicBezTo>
                <a:cubicBezTo>
                  <a:pt x="146" y="6"/>
                  <a:pt x="132" y="0"/>
                  <a:pt x="114" y="0"/>
                </a:cubicBezTo>
                <a:cubicBezTo>
                  <a:pt x="95" y="0"/>
                  <a:pt x="81" y="6"/>
                  <a:pt x="81" y="13"/>
                </a:cubicBezTo>
                <a:cubicBezTo>
                  <a:pt x="81" y="13"/>
                  <a:pt x="81" y="14"/>
                  <a:pt x="81" y="14"/>
                </a:cubicBezTo>
                <a:cubicBezTo>
                  <a:pt x="80" y="14"/>
                  <a:pt x="80" y="14"/>
                  <a:pt x="80" y="14"/>
                </a:cubicBezTo>
                <a:cubicBezTo>
                  <a:pt x="80" y="37"/>
                  <a:pt x="80" y="37"/>
                  <a:pt x="80" y="37"/>
                </a:cubicBezTo>
                <a:cubicBezTo>
                  <a:pt x="81" y="37"/>
                  <a:pt x="81" y="37"/>
                  <a:pt x="81" y="37"/>
                </a:cubicBezTo>
                <a:cubicBezTo>
                  <a:pt x="81" y="40"/>
                  <a:pt x="84" y="43"/>
                  <a:pt x="90" y="45"/>
                </a:cubicBezTo>
                <a:cubicBezTo>
                  <a:pt x="90" y="56"/>
                  <a:pt x="90" y="90"/>
                  <a:pt x="90" y="98"/>
                </a:cubicBezTo>
                <a:cubicBezTo>
                  <a:pt x="90" y="109"/>
                  <a:pt x="83" y="112"/>
                  <a:pt x="83" y="112"/>
                </a:cubicBezTo>
                <a:cubicBezTo>
                  <a:pt x="71" y="119"/>
                  <a:pt x="0" y="190"/>
                  <a:pt x="31" y="212"/>
                </a:cubicBezTo>
                <a:cubicBezTo>
                  <a:pt x="58" y="231"/>
                  <a:pt x="105" y="230"/>
                  <a:pt x="114" y="230"/>
                </a:cubicBezTo>
                <a:cubicBezTo>
                  <a:pt x="121" y="230"/>
                  <a:pt x="145" y="230"/>
                  <a:pt x="168" y="224"/>
                </a:cubicBezTo>
                <a:cubicBezTo>
                  <a:pt x="168" y="209"/>
                  <a:pt x="168" y="209"/>
                  <a:pt x="168" y="209"/>
                </a:cubicBezTo>
                <a:cubicBezTo>
                  <a:pt x="156" y="212"/>
                  <a:pt x="144" y="212"/>
                  <a:pt x="144" y="212"/>
                </a:cubicBezTo>
                <a:cubicBezTo>
                  <a:pt x="144" y="212"/>
                  <a:pt x="144" y="212"/>
                  <a:pt x="144" y="212"/>
                </a:cubicBezTo>
                <a:cubicBezTo>
                  <a:pt x="144" y="212"/>
                  <a:pt x="158" y="210"/>
                  <a:pt x="168" y="203"/>
                </a:cubicBezTo>
                <a:cubicBezTo>
                  <a:pt x="168" y="157"/>
                  <a:pt x="168" y="157"/>
                  <a:pt x="168" y="157"/>
                </a:cubicBezTo>
                <a:cubicBezTo>
                  <a:pt x="159" y="144"/>
                  <a:pt x="149" y="134"/>
                  <a:pt x="149" y="134"/>
                </a:cubicBezTo>
                <a:cubicBezTo>
                  <a:pt x="149" y="134"/>
                  <a:pt x="158" y="141"/>
                  <a:pt x="168" y="150"/>
                </a:cubicBezTo>
                <a:cubicBezTo>
                  <a:pt x="168" y="132"/>
                  <a:pt x="168" y="132"/>
                  <a:pt x="168" y="132"/>
                </a:cubicBezTo>
                <a:cubicBezTo>
                  <a:pt x="159" y="122"/>
                  <a:pt x="150" y="114"/>
                  <a:pt x="146" y="112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46" name="Oval 21"/>
          <p:cNvSpPr>
            <a:spLocks noChangeArrowheads="1"/>
          </p:cNvSpPr>
          <p:nvPr/>
        </p:nvSpPr>
        <p:spPr bwMode="auto">
          <a:xfrm>
            <a:off x="5616781" y="1681480"/>
            <a:ext cx="105938" cy="105938"/>
          </a:xfrm>
          <a:prstGeom prst="ellipse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47" name="Freeform 22"/>
          <p:cNvSpPr/>
          <p:nvPr/>
        </p:nvSpPr>
        <p:spPr bwMode="auto">
          <a:xfrm>
            <a:off x="5654871" y="1760041"/>
            <a:ext cx="166644" cy="347572"/>
          </a:xfrm>
          <a:custGeom>
            <a:avLst/>
            <a:gdLst>
              <a:gd name="T0" fmla="*/ 0 w 102"/>
              <a:gd name="T1" fmla="*/ 6 h 213"/>
              <a:gd name="T2" fmla="*/ 68 w 102"/>
              <a:gd name="T3" fmla="*/ 184 h 213"/>
              <a:gd name="T4" fmla="*/ 99 w 102"/>
              <a:gd name="T5" fmla="*/ 213 h 213"/>
              <a:gd name="T6" fmla="*/ 23 w 102"/>
              <a:gd name="T7" fmla="*/ 0 h 213"/>
              <a:gd name="T8" fmla="*/ 0 w 102"/>
              <a:gd name="T9" fmla="*/ 6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2" h="213">
                <a:moveTo>
                  <a:pt x="0" y="6"/>
                </a:moveTo>
                <a:cubicBezTo>
                  <a:pt x="0" y="7"/>
                  <a:pt x="68" y="184"/>
                  <a:pt x="68" y="184"/>
                </a:cubicBezTo>
                <a:cubicBezTo>
                  <a:pt x="68" y="184"/>
                  <a:pt x="96" y="213"/>
                  <a:pt x="99" y="213"/>
                </a:cubicBezTo>
                <a:cubicBezTo>
                  <a:pt x="102" y="213"/>
                  <a:pt x="23" y="0"/>
                  <a:pt x="23" y="0"/>
                </a:cubicBezTo>
                <a:lnTo>
                  <a:pt x="0" y="6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48" name="Freeform 23"/>
          <p:cNvSpPr/>
          <p:nvPr/>
        </p:nvSpPr>
        <p:spPr bwMode="auto">
          <a:xfrm>
            <a:off x="5508462" y="1760041"/>
            <a:ext cx="178547" cy="342811"/>
          </a:xfrm>
          <a:custGeom>
            <a:avLst/>
            <a:gdLst>
              <a:gd name="T0" fmla="*/ 149 w 150"/>
              <a:gd name="T1" fmla="*/ 14 h 288"/>
              <a:gd name="T2" fmla="*/ 40 w 150"/>
              <a:gd name="T3" fmla="*/ 248 h 288"/>
              <a:gd name="T4" fmla="*/ 0 w 150"/>
              <a:gd name="T5" fmla="*/ 288 h 288"/>
              <a:gd name="T6" fmla="*/ 11 w 150"/>
              <a:gd name="T7" fmla="*/ 233 h 288"/>
              <a:gd name="T8" fmla="*/ 117 w 150"/>
              <a:gd name="T9" fmla="*/ 0 h 288"/>
              <a:gd name="T10" fmla="*/ 150 w 150"/>
              <a:gd name="T11" fmla="*/ 11 h 288"/>
              <a:gd name="T12" fmla="*/ 149 w 150"/>
              <a:gd name="T13" fmla="*/ 1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" h="288">
                <a:moveTo>
                  <a:pt x="149" y="14"/>
                </a:moveTo>
                <a:lnTo>
                  <a:pt x="40" y="248"/>
                </a:lnTo>
                <a:lnTo>
                  <a:pt x="0" y="288"/>
                </a:lnTo>
                <a:lnTo>
                  <a:pt x="11" y="233"/>
                </a:lnTo>
                <a:lnTo>
                  <a:pt x="117" y="0"/>
                </a:lnTo>
                <a:lnTo>
                  <a:pt x="150" y="11"/>
                </a:lnTo>
                <a:lnTo>
                  <a:pt x="149" y="14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49" name="Freeform 24"/>
          <p:cNvSpPr/>
          <p:nvPr/>
        </p:nvSpPr>
        <p:spPr bwMode="auto">
          <a:xfrm>
            <a:off x="5664393" y="1643390"/>
            <a:ext cx="19045" cy="59516"/>
          </a:xfrm>
          <a:custGeom>
            <a:avLst/>
            <a:gdLst>
              <a:gd name="T0" fmla="*/ 12 w 12"/>
              <a:gd name="T1" fmla="*/ 30 h 36"/>
              <a:gd name="T2" fmla="*/ 6 w 12"/>
              <a:gd name="T3" fmla="*/ 36 h 36"/>
              <a:gd name="T4" fmla="*/ 0 w 12"/>
              <a:gd name="T5" fmla="*/ 30 h 36"/>
              <a:gd name="T6" fmla="*/ 0 w 12"/>
              <a:gd name="T7" fmla="*/ 6 h 36"/>
              <a:gd name="T8" fmla="*/ 6 w 12"/>
              <a:gd name="T9" fmla="*/ 0 h 36"/>
              <a:gd name="T10" fmla="*/ 12 w 12"/>
              <a:gd name="T11" fmla="*/ 6 h 36"/>
              <a:gd name="T12" fmla="*/ 12 w 12"/>
              <a:gd name="T13" fmla="*/ 3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36">
                <a:moveTo>
                  <a:pt x="12" y="30"/>
                </a:moveTo>
                <a:cubicBezTo>
                  <a:pt x="12" y="33"/>
                  <a:pt x="10" y="36"/>
                  <a:pt x="6" y="36"/>
                </a:cubicBezTo>
                <a:cubicBezTo>
                  <a:pt x="3" y="36"/>
                  <a:pt x="0" y="33"/>
                  <a:pt x="0" y="30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10" y="0"/>
                  <a:pt x="12" y="3"/>
                  <a:pt x="12" y="6"/>
                </a:cubicBezTo>
                <a:lnTo>
                  <a:pt x="12" y="3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50" name="Freeform 25"/>
          <p:cNvSpPr>
            <a:spLocks noEditPoints="1"/>
          </p:cNvSpPr>
          <p:nvPr/>
        </p:nvSpPr>
        <p:spPr bwMode="auto">
          <a:xfrm>
            <a:off x="4812128" y="1387473"/>
            <a:ext cx="169025" cy="457081"/>
          </a:xfrm>
          <a:custGeom>
            <a:avLst/>
            <a:gdLst>
              <a:gd name="T0" fmla="*/ 51 w 103"/>
              <a:gd name="T1" fmla="*/ 280 h 280"/>
              <a:gd name="T2" fmla="*/ 103 w 103"/>
              <a:gd name="T3" fmla="*/ 140 h 280"/>
              <a:gd name="T4" fmla="*/ 51 w 103"/>
              <a:gd name="T5" fmla="*/ 0 h 280"/>
              <a:gd name="T6" fmla="*/ 51 w 103"/>
              <a:gd name="T7" fmla="*/ 22 h 280"/>
              <a:gd name="T8" fmla="*/ 94 w 103"/>
              <a:gd name="T9" fmla="*/ 140 h 280"/>
              <a:gd name="T10" fmla="*/ 51 w 103"/>
              <a:gd name="T11" fmla="*/ 257 h 280"/>
              <a:gd name="T12" fmla="*/ 51 w 103"/>
              <a:gd name="T13" fmla="*/ 280 h 280"/>
              <a:gd name="T14" fmla="*/ 51 w 103"/>
              <a:gd name="T15" fmla="*/ 0 h 280"/>
              <a:gd name="T16" fmla="*/ 0 w 103"/>
              <a:gd name="T17" fmla="*/ 140 h 280"/>
              <a:gd name="T18" fmla="*/ 51 w 103"/>
              <a:gd name="T19" fmla="*/ 280 h 280"/>
              <a:gd name="T20" fmla="*/ 51 w 103"/>
              <a:gd name="T21" fmla="*/ 280 h 280"/>
              <a:gd name="T22" fmla="*/ 51 w 103"/>
              <a:gd name="T23" fmla="*/ 257 h 280"/>
              <a:gd name="T24" fmla="*/ 51 w 103"/>
              <a:gd name="T25" fmla="*/ 257 h 280"/>
              <a:gd name="T26" fmla="*/ 51 w 103"/>
              <a:gd name="T27" fmla="*/ 257 h 280"/>
              <a:gd name="T28" fmla="*/ 8 w 103"/>
              <a:gd name="T29" fmla="*/ 140 h 280"/>
              <a:gd name="T30" fmla="*/ 51 w 103"/>
              <a:gd name="T31" fmla="*/ 22 h 280"/>
              <a:gd name="T32" fmla="*/ 51 w 103"/>
              <a:gd name="T33" fmla="*/ 22 h 280"/>
              <a:gd name="T34" fmla="*/ 51 w 103"/>
              <a:gd name="T35" fmla="*/ 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03" h="280">
                <a:moveTo>
                  <a:pt x="51" y="280"/>
                </a:moveTo>
                <a:cubicBezTo>
                  <a:pt x="80" y="280"/>
                  <a:pt x="103" y="217"/>
                  <a:pt x="103" y="140"/>
                </a:cubicBezTo>
                <a:cubicBezTo>
                  <a:pt x="103" y="62"/>
                  <a:pt x="80" y="0"/>
                  <a:pt x="51" y="0"/>
                </a:cubicBezTo>
                <a:cubicBezTo>
                  <a:pt x="51" y="22"/>
                  <a:pt x="51" y="22"/>
                  <a:pt x="51" y="22"/>
                </a:cubicBezTo>
                <a:cubicBezTo>
                  <a:pt x="75" y="22"/>
                  <a:pt x="94" y="75"/>
                  <a:pt x="94" y="140"/>
                </a:cubicBezTo>
                <a:cubicBezTo>
                  <a:pt x="94" y="204"/>
                  <a:pt x="75" y="257"/>
                  <a:pt x="51" y="257"/>
                </a:cubicBezTo>
                <a:lnTo>
                  <a:pt x="51" y="280"/>
                </a:lnTo>
                <a:close/>
                <a:moveTo>
                  <a:pt x="51" y="0"/>
                </a:moveTo>
                <a:cubicBezTo>
                  <a:pt x="23" y="0"/>
                  <a:pt x="0" y="62"/>
                  <a:pt x="0" y="140"/>
                </a:cubicBezTo>
                <a:cubicBezTo>
                  <a:pt x="0" y="217"/>
                  <a:pt x="23" y="280"/>
                  <a:pt x="51" y="280"/>
                </a:cubicBezTo>
                <a:cubicBezTo>
                  <a:pt x="51" y="280"/>
                  <a:pt x="51" y="280"/>
                  <a:pt x="51" y="280"/>
                </a:cubicBezTo>
                <a:cubicBezTo>
                  <a:pt x="51" y="257"/>
                  <a:pt x="51" y="257"/>
                  <a:pt x="51" y="257"/>
                </a:cubicBezTo>
                <a:cubicBezTo>
                  <a:pt x="51" y="257"/>
                  <a:pt x="51" y="257"/>
                  <a:pt x="51" y="257"/>
                </a:cubicBezTo>
                <a:cubicBezTo>
                  <a:pt x="51" y="257"/>
                  <a:pt x="51" y="257"/>
                  <a:pt x="51" y="257"/>
                </a:cubicBezTo>
                <a:cubicBezTo>
                  <a:pt x="27" y="257"/>
                  <a:pt x="8" y="204"/>
                  <a:pt x="8" y="140"/>
                </a:cubicBezTo>
                <a:cubicBezTo>
                  <a:pt x="8" y="75"/>
                  <a:pt x="27" y="22"/>
                  <a:pt x="51" y="22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0"/>
                  <a:pt x="51" y="0"/>
                  <a:pt x="51" y="0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51" name="Freeform 26"/>
          <p:cNvSpPr>
            <a:spLocks noEditPoints="1"/>
          </p:cNvSpPr>
          <p:nvPr/>
        </p:nvSpPr>
        <p:spPr bwMode="auto">
          <a:xfrm>
            <a:off x="4666909" y="1531500"/>
            <a:ext cx="458272" cy="167835"/>
          </a:xfrm>
          <a:custGeom>
            <a:avLst/>
            <a:gdLst>
              <a:gd name="T0" fmla="*/ 280 w 280"/>
              <a:gd name="T1" fmla="*/ 52 h 103"/>
              <a:gd name="T2" fmla="*/ 140 w 280"/>
              <a:gd name="T3" fmla="*/ 0 h 103"/>
              <a:gd name="T4" fmla="*/ 140 w 280"/>
              <a:gd name="T5" fmla="*/ 8 h 103"/>
              <a:gd name="T6" fmla="*/ 257 w 280"/>
              <a:gd name="T7" fmla="*/ 52 h 103"/>
              <a:gd name="T8" fmla="*/ 140 w 280"/>
              <a:gd name="T9" fmla="*/ 95 h 103"/>
              <a:gd name="T10" fmla="*/ 140 w 280"/>
              <a:gd name="T11" fmla="*/ 103 h 103"/>
              <a:gd name="T12" fmla="*/ 280 w 280"/>
              <a:gd name="T13" fmla="*/ 52 h 103"/>
              <a:gd name="T14" fmla="*/ 140 w 280"/>
              <a:gd name="T15" fmla="*/ 0 h 103"/>
              <a:gd name="T16" fmla="*/ 140 w 280"/>
              <a:gd name="T17" fmla="*/ 0 h 103"/>
              <a:gd name="T18" fmla="*/ 0 w 280"/>
              <a:gd name="T19" fmla="*/ 52 h 103"/>
              <a:gd name="T20" fmla="*/ 140 w 280"/>
              <a:gd name="T21" fmla="*/ 103 h 103"/>
              <a:gd name="T22" fmla="*/ 140 w 280"/>
              <a:gd name="T23" fmla="*/ 103 h 103"/>
              <a:gd name="T24" fmla="*/ 140 w 280"/>
              <a:gd name="T25" fmla="*/ 95 h 103"/>
              <a:gd name="T26" fmla="*/ 140 w 280"/>
              <a:gd name="T27" fmla="*/ 95 h 103"/>
              <a:gd name="T28" fmla="*/ 23 w 280"/>
              <a:gd name="T29" fmla="*/ 52 h 103"/>
              <a:gd name="T30" fmla="*/ 23 w 280"/>
              <a:gd name="T31" fmla="*/ 52 h 103"/>
              <a:gd name="T32" fmla="*/ 140 w 280"/>
              <a:gd name="T33" fmla="*/ 8 h 103"/>
              <a:gd name="T34" fmla="*/ 140 w 280"/>
              <a:gd name="T35" fmla="*/ 8 h 103"/>
              <a:gd name="T36" fmla="*/ 140 w 280"/>
              <a:gd name="T37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80" h="103">
                <a:moveTo>
                  <a:pt x="280" y="52"/>
                </a:moveTo>
                <a:cubicBezTo>
                  <a:pt x="280" y="23"/>
                  <a:pt x="217" y="0"/>
                  <a:pt x="140" y="0"/>
                </a:cubicBezTo>
                <a:cubicBezTo>
                  <a:pt x="140" y="8"/>
                  <a:pt x="140" y="8"/>
                  <a:pt x="140" y="8"/>
                </a:cubicBezTo>
                <a:cubicBezTo>
                  <a:pt x="205" y="8"/>
                  <a:pt x="257" y="28"/>
                  <a:pt x="257" y="52"/>
                </a:cubicBezTo>
                <a:cubicBezTo>
                  <a:pt x="257" y="75"/>
                  <a:pt x="205" y="95"/>
                  <a:pt x="140" y="95"/>
                </a:cubicBezTo>
                <a:cubicBezTo>
                  <a:pt x="140" y="103"/>
                  <a:pt x="140" y="103"/>
                  <a:pt x="140" y="103"/>
                </a:cubicBezTo>
                <a:cubicBezTo>
                  <a:pt x="217" y="103"/>
                  <a:pt x="280" y="80"/>
                  <a:pt x="280" y="52"/>
                </a:cubicBezTo>
                <a:close/>
                <a:moveTo>
                  <a:pt x="140" y="0"/>
                </a:moveTo>
                <a:cubicBezTo>
                  <a:pt x="140" y="0"/>
                  <a:pt x="140" y="0"/>
                  <a:pt x="140" y="0"/>
                </a:cubicBezTo>
                <a:cubicBezTo>
                  <a:pt x="63" y="0"/>
                  <a:pt x="0" y="23"/>
                  <a:pt x="0" y="52"/>
                </a:cubicBezTo>
                <a:cubicBezTo>
                  <a:pt x="0" y="80"/>
                  <a:pt x="63" y="103"/>
                  <a:pt x="140" y="103"/>
                </a:cubicBezTo>
                <a:cubicBezTo>
                  <a:pt x="140" y="103"/>
                  <a:pt x="140" y="103"/>
                  <a:pt x="140" y="103"/>
                </a:cubicBezTo>
                <a:cubicBezTo>
                  <a:pt x="140" y="95"/>
                  <a:pt x="140" y="95"/>
                  <a:pt x="140" y="95"/>
                </a:cubicBezTo>
                <a:cubicBezTo>
                  <a:pt x="140" y="95"/>
                  <a:pt x="140" y="95"/>
                  <a:pt x="140" y="95"/>
                </a:cubicBezTo>
                <a:cubicBezTo>
                  <a:pt x="75" y="95"/>
                  <a:pt x="23" y="75"/>
                  <a:pt x="23" y="52"/>
                </a:cubicBezTo>
                <a:cubicBezTo>
                  <a:pt x="23" y="52"/>
                  <a:pt x="23" y="52"/>
                  <a:pt x="23" y="52"/>
                </a:cubicBezTo>
                <a:cubicBezTo>
                  <a:pt x="23" y="28"/>
                  <a:pt x="75" y="8"/>
                  <a:pt x="140" y="8"/>
                </a:cubicBezTo>
                <a:cubicBezTo>
                  <a:pt x="140" y="8"/>
                  <a:pt x="140" y="8"/>
                  <a:pt x="140" y="8"/>
                </a:cubicBezTo>
                <a:lnTo>
                  <a:pt x="140" y="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52" name="Freeform 27"/>
          <p:cNvSpPr>
            <a:spLocks noEditPoints="1"/>
          </p:cNvSpPr>
          <p:nvPr/>
        </p:nvSpPr>
        <p:spPr bwMode="auto">
          <a:xfrm>
            <a:off x="4701428" y="1427943"/>
            <a:ext cx="389233" cy="373759"/>
          </a:xfrm>
          <a:custGeom>
            <a:avLst/>
            <a:gdLst>
              <a:gd name="T0" fmla="*/ 218 w 238"/>
              <a:gd name="T1" fmla="*/ 16 h 229"/>
              <a:gd name="T2" fmla="*/ 119 w 238"/>
              <a:gd name="T3" fmla="*/ 46 h 229"/>
              <a:gd name="T4" fmla="*/ 119 w 238"/>
              <a:gd name="T5" fmla="*/ 57 h 229"/>
              <a:gd name="T6" fmla="*/ 202 w 238"/>
              <a:gd name="T7" fmla="*/ 32 h 229"/>
              <a:gd name="T8" fmla="*/ 150 w 238"/>
              <a:gd name="T9" fmla="*/ 145 h 229"/>
              <a:gd name="T10" fmla="*/ 119 w 238"/>
              <a:gd name="T11" fmla="*/ 172 h 229"/>
              <a:gd name="T12" fmla="*/ 119 w 238"/>
              <a:gd name="T13" fmla="*/ 183 h 229"/>
              <a:gd name="T14" fmla="*/ 156 w 238"/>
              <a:gd name="T15" fmla="*/ 151 h 229"/>
              <a:gd name="T16" fmla="*/ 218 w 238"/>
              <a:gd name="T17" fmla="*/ 16 h 229"/>
              <a:gd name="T18" fmla="*/ 119 w 238"/>
              <a:gd name="T19" fmla="*/ 46 h 229"/>
              <a:gd name="T20" fmla="*/ 83 w 238"/>
              <a:gd name="T21" fmla="*/ 78 h 229"/>
              <a:gd name="T22" fmla="*/ 20 w 238"/>
              <a:gd name="T23" fmla="*/ 214 h 229"/>
              <a:gd name="T24" fmla="*/ 119 w 238"/>
              <a:gd name="T25" fmla="*/ 183 h 229"/>
              <a:gd name="T26" fmla="*/ 119 w 238"/>
              <a:gd name="T27" fmla="*/ 172 h 229"/>
              <a:gd name="T28" fmla="*/ 36 w 238"/>
              <a:gd name="T29" fmla="*/ 197 h 229"/>
              <a:gd name="T30" fmla="*/ 36 w 238"/>
              <a:gd name="T31" fmla="*/ 197 h 229"/>
              <a:gd name="T32" fmla="*/ 89 w 238"/>
              <a:gd name="T33" fmla="*/ 84 h 229"/>
              <a:gd name="T34" fmla="*/ 119 w 238"/>
              <a:gd name="T35" fmla="*/ 57 h 229"/>
              <a:gd name="T36" fmla="*/ 119 w 238"/>
              <a:gd name="T37" fmla="*/ 46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8" h="229">
                <a:moveTo>
                  <a:pt x="218" y="16"/>
                </a:moveTo>
                <a:cubicBezTo>
                  <a:pt x="202" y="0"/>
                  <a:pt x="162" y="13"/>
                  <a:pt x="119" y="46"/>
                </a:cubicBezTo>
                <a:cubicBezTo>
                  <a:pt x="119" y="57"/>
                  <a:pt x="119" y="57"/>
                  <a:pt x="119" y="57"/>
                </a:cubicBezTo>
                <a:cubicBezTo>
                  <a:pt x="155" y="30"/>
                  <a:pt x="189" y="19"/>
                  <a:pt x="202" y="32"/>
                </a:cubicBezTo>
                <a:cubicBezTo>
                  <a:pt x="219" y="49"/>
                  <a:pt x="195" y="99"/>
                  <a:pt x="150" y="145"/>
                </a:cubicBezTo>
                <a:cubicBezTo>
                  <a:pt x="140" y="155"/>
                  <a:pt x="129" y="164"/>
                  <a:pt x="119" y="172"/>
                </a:cubicBezTo>
                <a:cubicBezTo>
                  <a:pt x="119" y="183"/>
                  <a:pt x="119" y="183"/>
                  <a:pt x="119" y="183"/>
                </a:cubicBezTo>
                <a:cubicBezTo>
                  <a:pt x="131" y="174"/>
                  <a:pt x="144" y="163"/>
                  <a:pt x="156" y="151"/>
                </a:cubicBezTo>
                <a:cubicBezTo>
                  <a:pt x="210" y="96"/>
                  <a:pt x="238" y="36"/>
                  <a:pt x="218" y="16"/>
                </a:cubicBezTo>
                <a:close/>
                <a:moveTo>
                  <a:pt x="119" y="46"/>
                </a:moveTo>
                <a:cubicBezTo>
                  <a:pt x="107" y="55"/>
                  <a:pt x="95" y="66"/>
                  <a:pt x="83" y="78"/>
                </a:cubicBezTo>
                <a:cubicBezTo>
                  <a:pt x="28" y="133"/>
                  <a:pt x="0" y="193"/>
                  <a:pt x="20" y="214"/>
                </a:cubicBezTo>
                <a:cubicBezTo>
                  <a:pt x="36" y="229"/>
                  <a:pt x="76" y="216"/>
                  <a:pt x="119" y="183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83" y="199"/>
                  <a:pt x="49" y="211"/>
                  <a:pt x="36" y="197"/>
                </a:cubicBezTo>
                <a:cubicBezTo>
                  <a:pt x="36" y="197"/>
                  <a:pt x="36" y="197"/>
                  <a:pt x="36" y="197"/>
                </a:cubicBezTo>
                <a:cubicBezTo>
                  <a:pt x="19" y="181"/>
                  <a:pt x="43" y="130"/>
                  <a:pt x="89" y="84"/>
                </a:cubicBezTo>
                <a:cubicBezTo>
                  <a:pt x="99" y="74"/>
                  <a:pt x="109" y="65"/>
                  <a:pt x="119" y="57"/>
                </a:cubicBezTo>
                <a:lnTo>
                  <a:pt x="119" y="46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53" name="Freeform 28"/>
          <p:cNvSpPr>
            <a:spLocks noEditPoints="1"/>
          </p:cNvSpPr>
          <p:nvPr/>
        </p:nvSpPr>
        <p:spPr bwMode="auto">
          <a:xfrm>
            <a:off x="4701428" y="1427943"/>
            <a:ext cx="389233" cy="373759"/>
          </a:xfrm>
          <a:custGeom>
            <a:avLst/>
            <a:gdLst>
              <a:gd name="T0" fmla="*/ 218 w 238"/>
              <a:gd name="T1" fmla="*/ 214 h 229"/>
              <a:gd name="T2" fmla="*/ 156 w 238"/>
              <a:gd name="T3" fmla="*/ 78 h 229"/>
              <a:gd name="T4" fmla="*/ 119 w 238"/>
              <a:gd name="T5" fmla="*/ 46 h 229"/>
              <a:gd name="T6" fmla="*/ 119 w 238"/>
              <a:gd name="T7" fmla="*/ 57 h 229"/>
              <a:gd name="T8" fmla="*/ 150 w 238"/>
              <a:gd name="T9" fmla="*/ 84 h 229"/>
              <a:gd name="T10" fmla="*/ 202 w 238"/>
              <a:gd name="T11" fmla="*/ 197 h 229"/>
              <a:gd name="T12" fmla="*/ 119 w 238"/>
              <a:gd name="T13" fmla="*/ 172 h 229"/>
              <a:gd name="T14" fmla="*/ 119 w 238"/>
              <a:gd name="T15" fmla="*/ 183 h 229"/>
              <a:gd name="T16" fmla="*/ 218 w 238"/>
              <a:gd name="T17" fmla="*/ 214 h 229"/>
              <a:gd name="T18" fmla="*/ 119 w 238"/>
              <a:gd name="T19" fmla="*/ 46 h 229"/>
              <a:gd name="T20" fmla="*/ 20 w 238"/>
              <a:gd name="T21" fmla="*/ 16 h 229"/>
              <a:gd name="T22" fmla="*/ 83 w 238"/>
              <a:gd name="T23" fmla="*/ 151 h 229"/>
              <a:gd name="T24" fmla="*/ 119 w 238"/>
              <a:gd name="T25" fmla="*/ 183 h 229"/>
              <a:gd name="T26" fmla="*/ 119 w 238"/>
              <a:gd name="T27" fmla="*/ 172 h 229"/>
              <a:gd name="T28" fmla="*/ 89 w 238"/>
              <a:gd name="T29" fmla="*/ 145 h 229"/>
              <a:gd name="T30" fmla="*/ 36 w 238"/>
              <a:gd name="T31" fmla="*/ 32 h 229"/>
              <a:gd name="T32" fmla="*/ 36 w 238"/>
              <a:gd name="T33" fmla="*/ 32 h 229"/>
              <a:gd name="T34" fmla="*/ 119 w 238"/>
              <a:gd name="T35" fmla="*/ 57 h 229"/>
              <a:gd name="T36" fmla="*/ 119 w 238"/>
              <a:gd name="T37" fmla="*/ 46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8" h="229">
                <a:moveTo>
                  <a:pt x="218" y="214"/>
                </a:moveTo>
                <a:cubicBezTo>
                  <a:pt x="238" y="193"/>
                  <a:pt x="210" y="133"/>
                  <a:pt x="156" y="78"/>
                </a:cubicBezTo>
                <a:cubicBezTo>
                  <a:pt x="144" y="66"/>
                  <a:pt x="131" y="55"/>
                  <a:pt x="119" y="46"/>
                </a:cubicBezTo>
                <a:cubicBezTo>
                  <a:pt x="119" y="57"/>
                  <a:pt x="119" y="57"/>
                  <a:pt x="119" y="57"/>
                </a:cubicBezTo>
                <a:cubicBezTo>
                  <a:pt x="129" y="65"/>
                  <a:pt x="140" y="74"/>
                  <a:pt x="150" y="84"/>
                </a:cubicBezTo>
                <a:cubicBezTo>
                  <a:pt x="195" y="130"/>
                  <a:pt x="219" y="181"/>
                  <a:pt x="202" y="197"/>
                </a:cubicBezTo>
                <a:cubicBezTo>
                  <a:pt x="189" y="211"/>
                  <a:pt x="155" y="199"/>
                  <a:pt x="119" y="172"/>
                </a:cubicBezTo>
                <a:cubicBezTo>
                  <a:pt x="119" y="183"/>
                  <a:pt x="119" y="183"/>
                  <a:pt x="119" y="183"/>
                </a:cubicBezTo>
                <a:cubicBezTo>
                  <a:pt x="162" y="216"/>
                  <a:pt x="202" y="229"/>
                  <a:pt x="218" y="214"/>
                </a:cubicBezTo>
                <a:close/>
                <a:moveTo>
                  <a:pt x="119" y="46"/>
                </a:moveTo>
                <a:cubicBezTo>
                  <a:pt x="76" y="13"/>
                  <a:pt x="36" y="0"/>
                  <a:pt x="20" y="16"/>
                </a:cubicBezTo>
                <a:cubicBezTo>
                  <a:pt x="0" y="36"/>
                  <a:pt x="28" y="96"/>
                  <a:pt x="83" y="151"/>
                </a:cubicBezTo>
                <a:cubicBezTo>
                  <a:pt x="95" y="163"/>
                  <a:pt x="107" y="174"/>
                  <a:pt x="119" y="183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09" y="164"/>
                  <a:pt x="99" y="155"/>
                  <a:pt x="89" y="145"/>
                </a:cubicBezTo>
                <a:cubicBezTo>
                  <a:pt x="43" y="99"/>
                  <a:pt x="19" y="49"/>
                  <a:pt x="36" y="32"/>
                </a:cubicBezTo>
                <a:cubicBezTo>
                  <a:pt x="36" y="32"/>
                  <a:pt x="36" y="32"/>
                  <a:pt x="36" y="32"/>
                </a:cubicBezTo>
                <a:cubicBezTo>
                  <a:pt x="49" y="19"/>
                  <a:pt x="83" y="30"/>
                  <a:pt x="119" y="57"/>
                </a:cubicBezTo>
                <a:lnTo>
                  <a:pt x="119" y="46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54" name="Oval 29"/>
          <p:cNvSpPr>
            <a:spLocks noChangeArrowheads="1"/>
          </p:cNvSpPr>
          <p:nvPr/>
        </p:nvSpPr>
        <p:spPr bwMode="auto">
          <a:xfrm>
            <a:off x="4862121" y="1580304"/>
            <a:ext cx="70229" cy="70229"/>
          </a:xfrm>
          <a:prstGeom prst="ellipse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55" name="Freeform 30"/>
          <p:cNvSpPr>
            <a:spLocks noEditPoints="1"/>
          </p:cNvSpPr>
          <p:nvPr/>
        </p:nvSpPr>
        <p:spPr bwMode="auto">
          <a:xfrm>
            <a:off x="5401333" y="1257728"/>
            <a:ext cx="192831" cy="365427"/>
          </a:xfrm>
          <a:custGeom>
            <a:avLst/>
            <a:gdLst>
              <a:gd name="T0" fmla="*/ 67 w 162"/>
              <a:gd name="T1" fmla="*/ 307 h 307"/>
              <a:gd name="T2" fmla="*/ 162 w 162"/>
              <a:gd name="T3" fmla="*/ 307 h 307"/>
              <a:gd name="T4" fmla="*/ 67 w 162"/>
              <a:gd name="T5" fmla="*/ 127 h 307"/>
              <a:gd name="T6" fmla="*/ 67 w 162"/>
              <a:gd name="T7" fmla="*/ 193 h 307"/>
              <a:gd name="T8" fmla="*/ 110 w 162"/>
              <a:gd name="T9" fmla="*/ 267 h 307"/>
              <a:gd name="T10" fmla="*/ 67 w 162"/>
              <a:gd name="T11" fmla="*/ 267 h 307"/>
              <a:gd name="T12" fmla="*/ 67 w 162"/>
              <a:gd name="T13" fmla="*/ 307 h 307"/>
              <a:gd name="T14" fmla="*/ 0 w 162"/>
              <a:gd name="T15" fmla="*/ 0 h 307"/>
              <a:gd name="T16" fmla="*/ 0 w 162"/>
              <a:gd name="T17" fmla="*/ 307 h 307"/>
              <a:gd name="T18" fmla="*/ 67 w 162"/>
              <a:gd name="T19" fmla="*/ 307 h 307"/>
              <a:gd name="T20" fmla="*/ 67 w 162"/>
              <a:gd name="T21" fmla="*/ 267 h 307"/>
              <a:gd name="T22" fmla="*/ 24 w 162"/>
              <a:gd name="T23" fmla="*/ 267 h 307"/>
              <a:gd name="T24" fmla="*/ 24 w 162"/>
              <a:gd name="T25" fmla="*/ 120 h 307"/>
              <a:gd name="T26" fmla="*/ 24 w 162"/>
              <a:gd name="T27" fmla="*/ 120 h 307"/>
              <a:gd name="T28" fmla="*/ 67 w 162"/>
              <a:gd name="T29" fmla="*/ 193 h 307"/>
              <a:gd name="T30" fmla="*/ 67 w 162"/>
              <a:gd name="T31" fmla="*/ 127 h 307"/>
              <a:gd name="T32" fmla="*/ 0 w 162"/>
              <a:gd name="T33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62" h="307">
                <a:moveTo>
                  <a:pt x="67" y="307"/>
                </a:moveTo>
                <a:lnTo>
                  <a:pt x="162" y="307"/>
                </a:lnTo>
                <a:lnTo>
                  <a:pt x="67" y="127"/>
                </a:lnTo>
                <a:lnTo>
                  <a:pt x="67" y="193"/>
                </a:lnTo>
                <a:lnTo>
                  <a:pt x="110" y="267"/>
                </a:lnTo>
                <a:lnTo>
                  <a:pt x="67" y="267"/>
                </a:lnTo>
                <a:lnTo>
                  <a:pt x="67" y="307"/>
                </a:lnTo>
                <a:close/>
                <a:moveTo>
                  <a:pt x="0" y="0"/>
                </a:moveTo>
                <a:lnTo>
                  <a:pt x="0" y="307"/>
                </a:lnTo>
                <a:lnTo>
                  <a:pt x="67" y="307"/>
                </a:lnTo>
                <a:lnTo>
                  <a:pt x="67" y="267"/>
                </a:lnTo>
                <a:lnTo>
                  <a:pt x="24" y="267"/>
                </a:lnTo>
                <a:lnTo>
                  <a:pt x="24" y="120"/>
                </a:lnTo>
                <a:lnTo>
                  <a:pt x="24" y="120"/>
                </a:lnTo>
                <a:lnTo>
                  <a:pt x="67" y="193"/>
                </a:lnTo>
                <a:lnTo>
                  <a:pt x="67" y="127"/>
                </a:lnTo>
                <a:lnTo>
                  <a:pt x="0" y="0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56" name="Rectangle 31"/>
          <p:cNvSpPr>
            <a:spLocks noChangeArrowheads="1"/>
          </p:cNvSpPr>
          <p:nvPr/>
        </p:nvSpPr>
        <p:spPr bwMode="auto">
          <a:xfrm>
            <a:off x="5304918" y="1256538"/>
            <a:ext cx="48803" cy="355905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57" name="Freeform 32"/>
          <p:cNvSpPr>
            <a:spLocks noEditPoints="1"/>
          </p:cNvSpPr>
          <p:nvPr/>
        </p:nvSpPr>
        <p:spPr bwMode="auto">
          <a:xfrm>
            <a:off x="3724180" y="3049152"/>
            <a:ext cx="421372" cy="308292"/>
          </a:xfrm>
          <a:custGeom>
            <a:avLst/>
            <a:gdLst>
              <a:gd name="T0" fmla="*/ 213 w 258"/>
              <a:gd name="T1" fmla="*/ 31 h 189"/>
              <a:gd name="T2" fmla="*/ 204 w 258"/>
              <a:gd name="T3" fmla="*/ 69 h 189"/>
              <a:gd name="T4" fmla="*/ 228 w 258"/>
              <a:gd name="T5" fmla="*/ 109 h 189"/>
              <a:gd name="T6" fmla="*/ 204 w 258"/>
              <a:gd name="T7" fmla="*/ 146 h 189"/>
              <a:gd name="T8" fmla="*/ 204 w 258"/>
              <a:gd name="T9" fmla="*/ 27 h 189"/>
              <a:gd name="T10" fmla="*/ 91 w 258"/>
              <a:gd name="T11" fmla="*/ 14 h 189"/>
              <a:gd name="T12" fmla="*/ 97 w 258"/>
              <a:gd name="T13" fmla="*/ 15 h 189"/>
              <a:gd name="T14" fmla="*/ 91 w 258"/>
              <a:gd name="T15" fmla="*/ 42 h 189"/>
              <a:gd name="T16" fmla="*/ 91 w 258"/>
              <a:gd name="T17" fmla="*/ 162 h 189"/>
              <a:gd name="T18" fmla="*/ 166 w 258"/>
              <a:gd name="T19" fmla="*/ 145 h 189"/>
              <a:gd name="T20" fmla="*/ 204 w 258"/>
              <a:gd name="T21" fmla="*/ 125 h 189"/>
              <a:gd name="T22" fmla="*/ 191 w 258"/>
              <a:gd name="T23" fmla="*/ 122 h 189"/>
              <a:gd name="T24" fmla="*/ 204 w 258"/>
              <a:gd name="T25" fmla="*/ 69 h 189"/>
              <a:gd name="T26" fmla="*/ 91 w 258"/>
              <a:gd name="T27" fmla="*/ 6 h 189"/>
              <a:gd name="T28" fmla="*/ 78 w 258"/>
              <a:gd name="T29" fmla="*/ 24 h 189"/>
              <a:gd name="T30" fmla="*/ 91 w 258"/>
              <a:gd name="T31" fmla="*/ 14 h 189"/>
              <a:gd name="T32" fmla="*/ 78 w 258"/>
              <a:gd name="T33" fmla="*/ 188 h 189"/>
              <a:gd name="T34" fmla="*/ 91 w 258"/>
              <a:gd name="T35" fmla="*/ 162 h 189"/>
              <a:gd name="T36" fmla="*/ 78 w 258"/>
              <a:gd name="T37" fmla="*/ 176 h 189"/>
              <a:gd name="T38" fmla="*/ 91 w 258"/>
              <a:gd name="T39" fmla="*/ 42 h 189"/>
              <a:gd name="T40" fmla="*/ 80 w 258"/>
              <a:gd name="T41" fmla="*/ 134 h 189"/>
              <a:gd name="T42" fmla="*/ 78 w 258"/>
              <a:gd name="T43" fmla="*/ 64 h 189"/>
              <a:gd name="T44" fmla="*/ 78 w 258"/>
              <a:gd name="T45" fmla="*/ 33 h 189"/>
              <a:gd name="T46" fmla="*/ 91 w 258"/>
              <a:gd name="T47" fmla="*/ 42 h 189"/>
              <a:gd name="T48" fmla="*/ 60 w 258"/>
              <a:gd name="T49" fmla="*/ 18 h 189"/>
              <a:gd name="T50" fmla="*/ 68 w 258"/>
              <a:gd name="T51" fmla="*/ 42 h 189"/>
              <a:gd name="T52" fmla="*/ 78 w 258"/>
              <a:gd name="T53" fmla="*/ 33 h 189"/>
              <a:gd name="T54" fmla="*/ 78 w 258"/>
              <a:gd name="T55" fmla="*/ 9 h 189"/>
              <a:gd name="T56" fmla="*/ 78 w 258"/>
              <a:gd name="T57" fmla="*/ 188 h 189"/>
              <a:gd name="T58" fmla="*/ 60 w 258"/>
              <a:gd name="T59" fmla="*/ 176 h 189"/>
              <a:gd name="T60" fmla="*/ 78 w 258"/>
              <a:gd name="T61" fmla="*/ 64 h 189"/>
              <a:gd name="T62" fmla="*/ 60 w 258"/>
              <a:gd name="T63" fmla="*/ 134 h 189"/>
              <a:gd name="T64" fmla="*/ 70 w 258"/>
              <a:gd name="T65" fmla="*/ 116 h 189"/>
              <a:gd name="T66" fmla="*/ 60 w 258"/>
              <a:gd name="T67" fmla="*/ 87 h 189"/>
              <a:gd name="T68" fmla="*/ 76 w 258"/>
              <a:gd name="T69" fmla="*/ 68 h 189"/>
              <a:gd name="T70" fmla="*/ 60 w 258"/>
              <a:gd name="T71" fmla="*/ 18 h 189"/>
              <a:gd name="T72" fmla="*/ 60 w 258"/>
              <a:gd name="T73" fmla="*/ 187 h 189"/>
              <a:gd name="T74" fmla="*/ 59 w 258"/>
              <a:gd name="T75" fmla="*/ 175 h 189"/>
              <a:gd name="T76" fmla="*/ 49 w 258"/>
              <a:gd name="T77" fmla="*/ 144 h 189"/>
              <a:gd name="T78" fmla="*/ 60 w 258"/>
              <a:gd name="T79" fmla="*/ 125 h 189"/>
              <a:gd name="T80" fmla="*/ 41 w 258"/>
              <a:gd name="T81" fmla="*/ 125 h 189"/>
              <a:gd name="T82" fmla="*/ 60 w 258"/>
              <a:gd name="T83" fmla="*/ 87 h 189"/>
              <a:gd name="T84" fmla="*/ 51 w 258"/>
              <a:gd name="T85" fmla="*/ 76 h 189"/>
              <a:gd name="T86" fmla="*/ 43 w 258"/>
              <a:gd name="T87" fmla="*/ 51 h 189"/>
              <a:gd name="T88" fmla="*/ 60 w 258"/>
              <a:gd name="T89" fmla="*/ 18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58" h="189">
                <a:moveTo>
                  <a:pt x="253" y="104"/>
                </a:moveTo>
                <a:cubicBezTo>
                  <a:pt x="258" y="60"/>
                  <a:pt x="213" y="31"/>
                  <a:pt x="213" y="31"/>
                </a:cubicBezTo>
                <a:cubicBezTo>
                  <a:pt x="210" y="30"/>
                  <a:pt x="207" y="28"/>
                  <a:pt x="204" y="27"/>
                </a:cubicBezTo>
                <a:cubicBezTo>
                  <a:pt x="204" y="69"/>
                  <a:pt x="204" y="69"/>
                  <a:pt x="204" y="69"/>
                </a:cubicBezTo>
                <a:cubicBezTo>
                  <a:pt x="208" y="69"/>
                  <a:pt x="212" y="70"/>
                  <a:pt x="216" y="72"/>
                </a:cubicBezTo>
                <a:cubicBezTo>
                  <a:pt x="230" y="79"/>
                  <a:pt x="235" y="95"/>
                  <a:pt x="228" y="109"/>
                </a:cubicBezTo>
                <a:cubicBezTo>
                  <a:pt x="224" y="119"/>
                  <a:pt x="214" y="125"/>
                  <a:pt x="204" y="125"/>
                </a:cubicBezTo>
                <a:cubicBezTo>
                  <a:pt x="204" y="146"/>
                  <a:pt x="204" y="146"/>
                  <a:pt x="204" y="146"/>
                </a:cubicBezTo>
                <a:cubicBezTo>
                  <a:pt x="230" y="144"/>
                  <a:pt x="249" y="134"/>
                  <a:pt x="253" y="104"/>
                </a:cubicBezTo>
                <a:close/>
                <a:moveTo>
                  <a:pt x="204" y="27"/>
                </a:moveTo>
                <a:cubicBezTo>
                  <a:pt x="156" y="5"/>
                  <a:pt x="119" y="0"/>
                  <a:pt x="91" y="6"/>
                </a:cubicBezTo>
                <a:cubicBezTo>
                  <a:pt x="91" y="14"/>
                  <a:pt x="91" y="14"/>
                  <a:pt x="91" y="14"/>
                </a:cubicBezTo>
                <a:cubicBezTo>
                  <a:pt x="93" y="14"/>
                  <a:pt x="95" y="14"/>
                  <a:pt x="97" y="15"/>
                </a:cubicBezTo>
                <a:cubicBezTo>
                  <a:pt x="97" y="15"/>
                  <a:pt x="97" y="15"/>
                  <a:pt x="97" y="15"/>
                </a:cubicBezTo>
                <a:cubicBezTo>
                  <a:pt x="104" y="19"/>
                  <a:pt x="107" y="27"/>
                  <a:pt x="103" y="34"/>
                </a:cubicBezTo>
                <a:cubicBezTo>
                  <a:pt x="101" y="39"/>
                  <a:pt x="96" y="42"/>
                  <a:pt x="91" y="42"/>
                </a:cubicBezTo>
                <a:cubicBezTo>
                  <a:pt x="91" y="146"/>
                  <a:pt x="91" y="146"/>
                  <a:pt x="91" y="146"/>
                </a:cubicBezTo>
                <a:cubicBezTo>
                  <a:pt x="93" y="151"/>
                  <a:pt x="93" y="157"/>
                  <a:pt x="91" y="162"/>
                </a:cubicBezTo>
                <a:cubicBezTo>
                  <a:pt x="91" y="185"/>
                  <a:pt x="91" y="185"/>
                  <a:pt x="91" y="185"/>
                </a:cubicBezTo>
                <a:cubicBezTo>
                  <a:pt x="117" y="174"/>
                  <a:pt x="138" y="143"/>
                  <a:pt x="166" y="145"/>
                </a:cubicBezTo>
                <a:cubicBezTo>
                  <a:pt x="179" y="147"/>
                  <a:pt x="192" y="147"/>
                  <a:pt x="204" y="146"/>
                </a:cubicBezTo>
                <a:cubicBezTo>
                  <a:pt x="204" y="125"/>
                  <a:pt x="204" y="125"/>
                  <a:pt x="204" y="125"/>
                </a:cubicBezTo>
                <a:cubicBezTo>
                  <a:pt x="199" y="125"/>
                  <a:pt x="195" y="124"/>
                  <a:pt x="191" y="122"/>
                </a:cubicBezTo>
                <a:cubicBezTo>
                  <a:pt x="191" y="122"/>
                  <a:pt x="191" y="122"/>
                  <a:pt x="191" y="122"/>
                </a:cubicBezTo>
                <a:cubicBezTo>
                  <a:pt x="177" y="115"/>
                  <a:pt x="172" y="98"/>
                  <a:pt x="179" y="84"/>
                </a:cubicBezTo>
                <a:cubicBezTo>
                  <a:pt x="184" y="74"/>
                  <a:pt x="193" y="69"/>
                  <a:pt x="204" y="69"/>
                </a:cubicBezTo>
                <a:lnTo>
                  <a:pt x="204" y="27"/>
                </a:lnTo>
                <a:close/>
                <a:moveTo>
                  <a:pt x="91" y="6"/>
                </a:moveTo>
                <a:cubicBezTo>
                  <a:pt x="86" y="6"/>
                  <a:pt x="82" y="8"/>
                  <a:pt x="78" y="9"/>
                </a:cubicBezTo>
                <a:cubicBezTo>
                  <a:pt x="78" y="24"/>
                  <a:pt x="78" y="24"/>
                  <a:pt x="78" y="24"/>
                </a:cubicBezTo>
                <a:cubicBezTo>
                  <a:pt x="78" y="23"/>
                  <a:pt x="78" y="22"/>
                  <a:pt x="78" y="22"/>
                </a:cubicBezTo>
                <a:cubicBezTo>
                  <a:pt x="81" y="17"/>
                  <a:pt x="86" y="14"/>
                  <a:pt x="91" y="14"/>
                </a:cubicBezTo>
                <a:cubicBezTo>
                  <a:pt x="91" y="6"/>
                  <a:pt x="91" y="6"/>
                  <a:pt x="91" y="6"/>
                </a:cubicBezTo>
                <a:close/>
                <a:moveTo>
                  <a:pt x="78" y="188"/>
                </a:moveTo>
                <a:cubicBezTo>
                  <a:pt x="82" y="188"/>
                  <a:pt x="87" y="187"/>
                  <a:pt x="91" y="185"/>
                </a:cubicBezTo>
                <a:cubicBezTo>
                  <a:pt x="91" y="162"/>
                  <a:pt x="91" y="162"/>
                  <a:pt x="91" y="162"/>
                </a:cubicBezTo>
                <a:cubicBezTo>
                  <a:pt x="90" y="163"/>
                  <a:pt x="90" y="164"/>
                  <a:pt x="90" y="165"/>
                </a:cubicBezTo>
                <a:cubicBezTo>
                  <a:pt x="87" y="170"/>
                  <a:pt x="83" y="174"/>
                  <a:pt x="78" y="176"/>
                </a:cubicBezTo>
                <a:cubicBezTo>
                  <a:pt x="78" y="188"/>
                  <a:pt x="78" y="188"/>
                  <a:pt x="78" y="188"/>
                </a:cubicBezTo>
                <a:close/>
                <a:moveTo>
                  <a:pt x="91" y="42"/>
                </a:moveTo>
                <a:cubicBezTo>
                  <a:pt x="91" y="146"/>
                  <a:pt x="91" y="146"/>
                  <a:pt x="91" y="146"/>
                </a:cubicBezTo>
                <a:cubicBezTo>
                  <a:pt x="89" y="141"/>
                  <a:pt x="85" y="136"/>
                  <a:pt x="80" y="134"/>
                </a:cubicBezTo>
                <a:cubicBezTo>
                  <a:pt x="79" y="133"/>
                  <a:pt x="78" y="133"/>
                  <a:pt x="78" y="133"/>
                </a:cubicBezTo>
                <a:cubicBezTo>
                  <a:pt x="78" y="64"/>
                  <a:pt x="78" y="64"/>
                  <a:pt x="78" y="64"/>
                </a:cubicBezTo>
                <a:cubicBezTo>
                  <a:pt x="79" y="61"/>
                  <a:pt x="79" y="57"/>
                  <a:pt x="78" y="54"/>
                </a:cubicBezTo>
                <a:cubicBezTo>
                  <a:pt x="78" y="33"/>
                  <a:pt x="78" y="33"/>
                  <a:pt x="78" y="33"/>
                </a:cubicBezTo>
                <a:cubicBezTo>
                  <a:pt x="79" y="36"/>
                  <a:pt x="81" y="39"/>
                  <a:pt x="84" y="41"/>
                </a:cubicBezTo>
                <a:cubicBezTo>
                  <a:pt x="86" y="42"/>
                  <a:pt x="89" y="42"/>
                  <a:pt x="91" y="42"/>
                </a:cubicBezTo>
                <a:close/>
                <a:moveTo>
                  <a:pt x="78" y="9"/>
                </a:moveTo>
                <a:cubicBezTo>
                  <a:pt x="71" y="11"/>
                  <a:pt x="65" y="14"/>
                  <a:pt x="60" y="18"/>
                </a:cubicBezTo>
                <a:cubicBezTo>
                  <a:pt x="60" y="40"/>
                  <a:pt x="60" y="40"/>
                  <a:pt x="60" y="40"/>
                </a:cubicBezTo>
                <a:cubicBezTo>
                  <a:pt x="62" y="40"/>
                  <a:pt x="65" y="41"/>
                  <a:pt x="68" y="42"/>
                </a:cubicBezTo>
                <a:cubicBezTo>
                  <a:pt x="73" y="45"/>
                  <a:pt x="76" y="49"/>
                  <a:pt x="78" y="54"/>
                </a:cubicBezTo>
                <a:cubicBezTo>
                  <a:pt x="78" y="33"/>
                  <a:pt x="78" y="33"/>
                  <a:pt x="78" y="33"/>
                </a:cubicBezTo>
                <a:cubicBezTo>
                  <a:pt x="77" y="30"/>
                  <a:pt x="77" y="27"/>
                  <a:pt x="78" y="24"/>
                </a:cubicBezTo>
                <a:cubicBezTo>
                  <a:pt x="78" y="9"/>
                  <a:pt x="78" y="9"/>
                  <a:pt x="78" y="9"/>
                </a:cubicBezTo>
                <a:close/>
                <a:moveTo>
                  <a:pt x="60" y="187"/>
                </a:moveTo>
                <a:cubicBezTo>
                  <a:pt x="66" y="188"/>
                  <a:pt x="72" y="189"/>
                  <a:pt x="78" y="188"/>
                </a:cubicBezTo>
                <a:cubicBezTo>
                  <a:pt x="78" y="176"/>
                  <a:pt x="78" y="176"/>
                  <a:pt x="78" y="176"/>
                </a:cubicBezTo>
                <a:cubicBezTo>
                  <a:pt x="72" y="178"/>
                  <a:pt x="65" y="178"/>
                  <a:pt x="60" y="176"/>
                </a:cubicBezTo>
                <a:cubicBezTo>
                  <a:pt x="60" y="187"/>
                  <a:pt x="60" y="187"/>
                  <a:pt x="60" y="187"/>
                </a:cubicBezTo>
                <a:close/>
                <a:moveTo>
                  <a:pt x="78" y="64"/>
                </a:moveTo>
                <a:cubicBezTo>
                  <a:pt x="78" y="133"/>
                  <a:pt x="78" y="133"/>
                  <a:pt x="78" y="133"/>
                </a:cubicBezTo>
                <a:cubicBezTo>
                  <a:pt x="72" y="131"/>
                  <a:pt x="65" y="131"/>
                  <a:pt x="60" y="134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64" y="123"/>
                  <a:pt x="67" y="120"/>
                  <a:pt x="70" y="116"/>
                </a:cubicBezTo>
                <a:cubicBezTo>
                  <a:pt x="75" y="105"/>
                  <a:pt x="71" y="92"/>
                  <a:pt x="60" y="87"/>
                </a:cubicBezTo>
                <a:cubicBezTo>
                  <a:pt x="60" y="87"/>
                  <a:pt x="60" y="87"/>
                  <a:pt x="60" y="87"/>
                </a:cubicBezTo>
                <a:cubicBezTo>
                  <a:pt x="60" y="78"/>
                  <a:pt x="60" y="78"/>
                  <a:pt x="60" y="78"/>
                </a:cubicBezTo>
                <a:cubicBezTo>
                  <a:pt x="66" y="78"/>
                  <a:pt x="73" y="74"/>
                  <a:pt x="76" y="68"/>
                </a:cubicBezTo>
                <a:cubicBezTo>
                  <a:pt x="77" y="66"/>
                  <a:pt x="77" y="65"/>
                  <a:pt x="78" y="64"/>
                </a:cubicBezTo>
                <a:close/>
                <a:moveTo>
                  <a:pt x="60" y="18"/>
                </a:moveTo>
                <a:cubicBezTo>
                  <a:pt x="0" y="56"/>
                  <a:pt x="10" y="159"/>
                  <a:pt x="46" y="180"/>
                </a:cubicBezTo>
                <a:cubicBezTo>
                  <a:pt x="51" y="183"/>
                  <a:pt x="55" y="185"/>
                  <a:pt x="60" y="187"/>
                </a:cubicBezTo>
                <a:cubicBezTo>
                  <a:pt x="60" y="176"/>
                  <a:pt x="60" y="176"/>
                  <a:pt x="60" y="176"/>
                </a:cubicBezTo>
                <a:cubicBezTo>
                  <a:pt x="59" y="175"/>
                  <a:pt x="59" y="175"/>
                  <a:pt x="59" y="175"/>
                </a:cubicBezTo>
                <a:cubicBezTo>
                  <a:pt x="59" y="175"/>
                  <a:pt x="59" y="175"/>
                  <a:pt x="59" y="175"/>
                </a:cubicBezTo>
                <a:cubicBezTo>
                  <a:pt x="48" y="170"/>
                  <a:pt x="43" y="156"/>
                  <a:pt x="49" y="144"/>
                </a:cubicBezTo>
                <a:cubicBezTo>
                  <a:pt x="51" y="139"/>
                  <a:pt x="55" y="136"/>
                  <a:pt x="60" y="134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54" y="128"/>
                  <a:pt x="47" y="128"/>
                  <a:pt x="41" y="125"/>
                </a:cubicBezTo>
                <a:cubicBezTo>
                  <a:pt x="41" y="125"/>
                  <a:pt x="41" y="125"/>
                  <a:pt x="41" y="125"/>
                </a:cubicBezTo>
                <a:cubicBezTo>
                  <a:pt x="31" y="120"/>
                  <a:pt x="26" y="107"/>
                  <a:pt x="32" y="97"/>
                </a:cubicBezTo>
                <a:cubicBezTo>
                  <a:pt x="37" y="86"/>
                  <a:pt x="49" y="82"/>
                  <a:pt x="60" y="87"/>
                </a:cubicBezTo>
                <a:cubicBezTo>
                  <a:pt x="60" y="78"/>
                  <a:pt x="60" y="78"/>
                  <a:pt x="60" y="78"/>
                </a:cubicBezTo>
                <a:cubicBezTo>
                  <a:pt x="57" y="78"/>
                  <a:pt x="54" y="77"/>
                  <a:pt x="51" y="76"/>
                </a:cubicBezTo>
                <a:cubicBezTo>
                  <a:pt x="42" y="71"/>
                  <a:pt x="38" y="60"/>
                  <a:pt x="43" y="51"/>
                </a:cubicBezTo>
                <a:cubicBezTo>
                  <a:pt x="43" y="51"/>
                  <a:pt x="43" y="51"/>
                  <a:pt x="43" y="51"/>
                </a:cubicBezTo>
                <a:cubicBezTo>
                  <a:pt x="46" y="44"/>
                  <a:pt x="53" y="40"/>
                  <a:pt x="60" y="40"/>
                </a:cubicBezTo>
                <a:lnTo>
                  <a:pt x="60" y="18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grpSp>
        <p:nvGrpSpPr>
          <p:cNvPr id="58" name="Group 127"/>
          <p:cNvGrpSpPr/>
          <p:nvPr/>
        </p:nvGrpSpPr>
        <p:grpSpPr>
          <a:xfrm>
            <a:off x="4908543" y="3357444"/>
            <a:ext cx="380902" cy="490410"/>
            <a:chOff x="8610600" y="4127500"/>
            <a:chExt cx="508001" cy="654050"/>
          </a:xfrm>
          <a:solidFill>
            <a:srgbClr val="0D0D0D">
              <a:alpha val="21176"/>
            </a:srgbClr>
          </a:solidFill>
        </p:grpSpPr>
        <p:sp>
          <p:nvSpPr>
            <p:cNvPr id="59" name="Freeform 33"/>
            <p:cNvSpPr/>
            <p:nvPr/>
          </p:nvSpPr>
          <p:spPr bwMode="auto">
            <a:xfrm>
              <a:off x="8618538" y="4127500"/>
              <a:ext cx="500063" cy="503238"/>
            </a:xfrm>
            <a:custGeom>
              <a:avLst/>
              <a:gdLst>
                <a:gd name="T0" fmla="*/ 169 w 230"/>
                <a:gd name="T1" fmla="*/ 12 h 231"/>
                <a:gd name="T2" fmla="*/ 215 w 230"/>
                <a:gd name="T3" fmla="*/ 103 h 231"/>
                <a:gd name="T4" fmla="*/ 102 w 230"/>
                <a:gd name="T5" fmla="*/ 216 h 231"/>
                <a:gd name="T6" fmla="*/ 12 w 230"/>
                <a:gd name="T7" fmla="*/ 171 h 231"/>
                <a:gd name="T8" fmla="*/ 0 w 230"/>
                <a:gd name="T9" fmla="*/ 181 h 231"/>
                <a:gd name="T10" fmla="*/ 102 w 230"/>
                <a:gd name="T11" fmla="*/ 231 h 231"/>
                <a:gd name="T12" fmla="*/ 230 w 230"/>
                <a:gd name="T13" fmla="*/ 103 h 231"/>
                <a:gd name="T14" fmla="*/ 178 w 230"/>
                <a:gd name="T15" fmla="*/ 0 h 231"/>
                <a:gd name="T16" fmla="*/ 169 w 230"/>
                <a:gd name="T17" fmla="*/ 1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0" h="231">
                  <a:moveTo>
                    <a:pt x="169" y="12"/>
                  </a:moveTo>
                  <a:cubicBezTo>
                    <a:pt x="197" y="32"/>
                    <a:pt x="215" y="65"/>
                    <a:pt x="215" y="103"/>
                  </a:cubicBezTo>
                  <a:cubicBezTo>
                    <a:pt x="215" y="165"/>
                    <a:pt x="165" y="216"/>
                    <a:pt x="102" y="216"/>
                  </a:cubicBezTo>
                  <a:cubicBezTo>
                    <a:pt x="65" y="216"/>
                    <a:pt x="33" y="198"/>
                    <a:pt x="12" y="17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24" y="211"/>
                    <a:pt x="61" y="231"/>
                    <a:pt x="102" y="231"/>
                  </a:cubicBezTo>
                  <a:cubicBezTo>
                    <a:pt x="173" y="231"/>
                    <a:pt x="230" y="174"/>
                    <a:pt x="230" y="103"/>
                  </a:cubicBezTo>
                  <a:cubicBezTo>
                    <a:pt x="230" y="61"/>
                    <a:pt x="210" y="23"/>
                    <a:pt x="178" y="0"/>
                  </a:cubicBezTo>
                  <a:lnTo>
                    <a:pt x="16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60" name="Freeform 34"/>
            <p:cNvSpPr>
              <a:spLocks noEditPoints="1"/>
            </p:cNvSpPr>
            <p:nvPr/>
          </p:nvSpPr>
          <p:spPr bwMode="auto">
            <a:xfrm>
              <a:off x="8621713" y="4137025"/>
              <a:ext cx="442913" cy="441325"/>
            </a:xfrm>
            <a:custGeom>
              <a:avLst/>
              <a:gdLst>
                <a:gd name="T0" fmla="*/ 102 w 203"/>
                <a:gd name="T1" fmla="*/ 203 h 203"/>
                <a:gd name="T2" fmla="*/ 203 w 203"/>
                <a:gd name="T3" fmla="*/ 101 h 203"/>
                <a:gd name="T4" fmla="*/ 102 w 203"/>
                <a:gd name="T5" fmla="*/ 0 h 203"/>
                <a:gd name="T6" fmla="*/ 102 w 203"/>
                <a:gd name="T7" fmla="*/ 5 h 203"/>
                <a:gd name="T8" fmla="*/ 198 w 203"/>
                <a:gd name="T9" fmla="*/ 101 h 203"/>
                <a:gd name="T10" fmla="*/ 102 w 203"/>
                <a:gd name="T11" fmla="*/ 198 h 203"/>
                <a:gd name="T12" fmla="*/ 102 w 203"/>
                <a:gd name="T13" fmla="*/ 203 h 203"/>
                <a:gd name="T14" fmla="*/ 102 w 203"/>
                <a:gd name="T15" fmla="*/ 0 h 203"/>
                <a:gd name="T16" fmla="*/ 0 w 203"/>
                <a:gd name="T17" fmla="*/ 101 h 203"/>
                <a:gd name="T18" fmla="*/ 102 w 203"/>
                <a:gd name="T19" fmla="*/ 203 h 203"/>
                <a:gd name="T20" fmla="*/ 102 w 203"/>
                <a:gd name="T21" fmla="*/ 203 h 203"/>
                <a:gd name="T22" fmla="*/ 102 w 203"/>
                <a:gd name="T23" fmla="*/ 198 h 203"/>
                <a:gd name="T24" fmla="*/ 102 w 203"/>
                <a:gd name="T25" fmla="*/ 198 h 203"/>
                <a:gd name="T26" fmla="*/ 102 w 203"/>
                <a:gd name="T27" fmla="*/ 198 h 203"/>
                <a:gd name="T28" fmla="*/ 5 w 203"/>
                <a:gd name="T29" fmla="*/ 101 h 203"/>
                <a:gd name="T30" fmla="*/ 102 w 203"/>
                <a:gd name="T31" fmla="*/ 5 h 203"/>
                <a:gd name="T32" fmla="*/ 102 w 203"/>
                <a:gd name="T33" fmla="*/ 5 h 203"/>
                <a:gd name="T34" fmla="*/ 102 w 203"/>
                <a:gd name="T3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3" h="203">
                  <a:moveTo>
                    <a:pt x="102" y="203"/>
                  </a:moveTo>
                  <a:cubicBezTo>
                    <a:pt x="158" y="203"/>
                    <a:pt x="203" y="157"/>
                    <a:pt x="203" y="101"/>
                  </a:cubicBezTo>
                  <a:cubicBezTo>
                    <a:pt x="203" y="45"/>
                    <a:pt x="158" y="0"/>
                    <a:pt x="102" y="0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55" y="5"/>
                    <a:pt x="198" y="48"/>
                    <a:pt x="198" y="101"/>
                  </a:cubicBezTo>
                  <a:cubicBezTo>
                    <a:pt x="198" y="155"/>
                    <a:pt x="155" y="198"/>
                    <a:pt x="102" y="198"/>
                  </a:cubicBezTo>
                  <a:lnTo>
                    <a:pt x="102" y="203"/>
                  </a:ln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48" y="198"/>
                    <a:pt x="5" y="155"/>
                    <a:pt x="5" y="101"/>
                  </a:cubicBezTo>
                  <a:cubicBezTo>
                    <a:pt x="5" y="48"/>
                    <a:pt x="48" y="5"/>
                    <a:pt x="102" y="5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0"/>
                    <a:pt x="102" y="0"/>
                    <a:pt x="10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61" name="Freeform 35"/>
            <p:cNvSpPr/>
            <p:nvPr/>
          </p:nvSpPr>
          <p:spPr bwMode="auto">
            <a:xfrm>
              <a:off x="8610600" y="4144963"/>
              <a:ext cx="496888" cy="433388"/>
            </a:xfrm>
            <a:custGeom>
              <a:avLst/>
              <a:gdLst>
                <a:gd name="T0" fmla="*/ 65 w 228"/>
                <a:gd name="T1" fmla="*/ 15 h 199"/>
                <a:gd name="T2" fmla="*/ 61 w 228"/>
                <a:gd name="T3" fmla="*/ 23 h 199"/>
                <a:gd name="T4" fmla="*/ 57 w 228"/>
                <a:gd name="T5" fmla="*/ 29 h 199"/>
                <a:gd name="T6" fmla="*/ 54 w 228"/>
                <a:gd name="T7" fmla="*/ 26 h 199"/>
                <a:gd name="T8" fmla="*/ 52 w 228"/>
                <a:gd name="T9" fmla="*/ 32 h 199"/>
                <a:gd name="T10" fmla="*/ 42 w 228"/>
                <a:gd name="T11" fmla="*/ 34 h 199"/>
                <a:gd name="T12" fmla="*/ 36 w 228"/>
                <a:gd name="T13" fmla="*/ 41 h 199"/>
                <a:gd name="T14" fmla="*/ 27 w 228"/>
                <a:gd name="T15" fmla="*/ 53 h 199"/>
                <a:gd name="T16" fmla="*/ 21 w 228"/>
                <a:gd name="T17" fmla="*/ 61 h 199"/>
                <a:gd name="T18" fmla="*/ 27 w 228"/>
                <a:gd name="T19" fmla="*/ 67 h 199"/>
                <a:gd name="T20" fmla="*/ 27 w 228"/>
                <a:gd name="T21" fmla="*/ 70 h 199"/>
                <a:gd name="T22" fmla="*/ 22 w 228"/>
                <a:gd name="T23" fmla="*/ 65 h 199"/>
                <a:gd name="T24" fmla="*/ 18 w 228"/>
                <a:gd name="T25" fmla="*/ 60 h 199"/>
                <a:gd name="T26" fmla="*/ 16 w 228"/>
                <a:gd name="T27" fmla="*/ 69 h 199"/>
                <a:gd name="T28" fmla="*/ 17 w 228"/>
                <a:gd name="T29" fmla="*/ 83 h 199"/>
                <a:gd name="T30" fmla="*/ 24 w 228"/>
                <a:gd name="T31" fmla="*/ 80 h 199"/>
                <a:gd name="T32" fmla="*/ 32 w 228"/>
                <a:gd name="T33" fmla="*/ 88 h 199"/>
                <a:gd name="T34" fmla="*/ 41 w 228"/>
                <a:gd name="T35" fmla="*/ 98 h 199"/>
                <a:gd name="T36" fmla="*/ 50 w 228"/>
                <a:gd name="T37" fmla="*/ 105 h 199"/>
                <a:gd name="T38" fmla="*/ 61 w 228"/>
                <a:gd name="T39" fmla="*/ 117 h 199"/>
                <a:gd name="T40" fmla="*/ 58 w 228"/>
                <a:gd name="T41" fmla="*/ 134 h 199"/>
                <a:gd name="T42" fmla="*/ 49 w 228"/>
                <a:gd name="T43" fmla="*/ 155 h 199"/>
                <a:gd name="T44" fmla="*/ 52 w 228"/>
                <a:gd name="T45" fmla="*/ 170 h 199"/>
                <a:gd name="T46" fmla="*/ 46 w 228"/>
                <a:gd name="T47" fmla="*/ 171 h 199"/>
                <a:gd name="T48" fmla="*/ 32 w 228"/>
                <a:gd name="T49" fmla="*/ 148 h 199"/>
                <a:gd name="T50" fmla="*/ 16 w 228"/>
                <a:gd name="T51" fmla="*/ 113 h 199"/>
                <a:gd name="T52" fmla="*/ 11 w 228"/>
                <a:gd name="T53" fmla="*/ 87 h 199"/>
                <a:gd name="T54" fmla="*/ 73 w 228"/>
                <a:gd name="T55" fmla="*/ 183 h 199"/>
                <a:gd name="T56" fmla="*/ 89 w 228"/>
                <a:gd name="T57" fmla="*/ 181 h 199"/>
                <a:gd name="T58" fmla="*/ 110 w 228"/>
                <a:gd name="T59" fmla="*/ 178 h 199"/>
                <a:gd name="T60" fmla="*/ 108 w 228"/>
                <a:gd name="T61" fmla="*/ 187 h 199"/>
                <a:gd name="T62" fmla="*/ 121 w 228"/>
                <a:gd name="T63" fmla="*/ 186 h 199"/>
                <a:gd name="T64" fmla="*/ 139 w 228"/>
                <a:gd name="T65" fmla="*/ 184 h 199"/>
                <a:gd name="T66" fmla="*/ 137 w 228"/>
                <a:gd name="T67" fmla="*/ 3 h 199"/>
                <a:gd name="T68" fmla="*/ 197 w 228"/>
                <a:gd name="T69" fmla="*/ 64 h 199"/>
                <a:gd name="T70" fmla="*/ 189 w 228"/>
                <a:gd name="T71" fmla="*/ 58 h 199"/>
                <a:gd name="T72" fmla="*/ 181 w 228"/>
                <a:gd name="T73" fmla="*/ 74 h 199"/>
                <a:gd name="T74" fmla="*/ 170 w 228"/>
                <a:gd name="T75" fmla="*/ 59 h 199"/>
                <a:gd name="T76" fmla="*/ 174 w 228"/>
                <a:gd name="T77" fmla="*/ 75 h 199"/>
                <a:gd name="T78" fmla="*/ 186 w 228"/>
                <a:gd name="T79" fmla="*/ 79 h 199"/>
                <a:gd name="T80" fmla="*/ 181 w 228"/>
                <a:gd name="T81" fmla="*/ 100 h 199"/>
                <a:gd name="T82" fmla="*/ 175 w 228"/>
                <a:gd name="T83" fmla="*/ 122 h 199"/>
                <a:gd name="T84" fmla="*/ 168 w 228"/>
                <a:gd name="T85" fmla="*/ 137 h 199"/>
                <a:gd name="T86" fmla="*/ 147 w 228"/>
                <a:gd name="T87" fmla="*/ 154 h 199"/>
                <a:gd name="T88" fmla="*/ 141 w 228"/>
                <a:gd name="T89" fmla="*/ 139 h 199"/>
                <a:gd name="T90" fmla="*/ 142 w 228"/>
                <a:gd name="T91" fmla="*/ 121 h 199"/>
                <a:gd name="T92" fmla="*/ 135 w 228"/>
                <a:gd name="T93" fmla="*/ 101 h 199"/>
                <a:gd name="T94" fmla="*/ 125 w 228"/>
                <a:gd name="T95" fmla="*/ 89 h 199"/>
                <a:gd name="T96" fmla="*/ 99 w 228"/>
                <a:gd name="T97" fmla="*/ 90 h 199"/>
                <a:gd name="T98" fmla="*/ 89 w 228"/>
                <a:gd name="T99" fmla="*/ 76 h 199"/>
                <a:gd name="T100" fmla="*/ 100 w 228"/>
                <a:gd name="T101" fmla="*/ 49 h 199"/>
                <a:gd name="T102" fmla="*/ 119 w 228"/>
                <a:gd name="T103" fmla="*/ 41 h 199"/>
                <a:gd name="T104" fmla="*/ 130 w 228"/>
                <a:gd name="T105" fmla="*/ 46 h 199"/>
                <a:gd name="T106" fmla="*/ 146 w 228"/>
                <a:gd name="T107" fmla="*/ 46 h 199"/>
                <a:gd name="T108" fmla="*/ 162 w 228"/>
                <a:gd name="T109" fmla="*/ 44 h 199"/>
                <a:gd name="T110" fmla="*/ 147 w 228"/>
                <a:gd name="T111" fmla="*/ 37 h 199"/>
                <a:gd name="T112" fmla="*/ 146 w 228"/>
                <a:gd name="T113" fmla="*/ 32 h 199"/>
                <a:gd name="T114" fmla="*/ 127 w 228"/>
                <a:gd name="T115" fmla="*/ 32 h 199"/>
                <a:gd name="T116" fmla="*/ 111 w 228"/>
                <a:gd name="T117" fmla="*/ 37 h 199"/>
                <a:gd name="T118" fmla="*/ 107 w 228"/>
                <a:gd name="T119" fmla="*/ 21 h 199"/>
                <a:gd name="T120" fmla="*/ 96 w 228"/>
                <a:gd name="T121" fmla="*/ 11 h 199"/>
                <a:gd name="T122" fmla="*/ 109 w 228"/>
                <a:gd name="T123" fmla="*/ 3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8" h="199">
                  <a:moveTo>
                    <a:pt x="92" y="0"/>
                  </a:moveTo>
                  <a:cubicBezTo>
                    <a:pt x="92" y="0"/>
                    <a:pt x="58" y="5"/>
                    <a:pt x="35" y="31"/>
                  </a:cubicBezTo>
                  <a:cubicBezTo>
                    <a:pt x="35" y="31"/>
                    <a:pt x="53" y="13"/>
                    <a:pt x="64" y="13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6" y="15"/>
                    <a:pt x="65" y="15"/>
                  </a:cubicBezTo>
                  <a:cubicBezTo>
                    <a:pt x="65" y="16"/>
                    <a:pt x="64" y="17"/>
                    <a:pt x="64" y="18"/>
                  </a:cubicBezTo>
                  <a:cubicBezTo>
                    <a:pt x="64" y="18"/>
                    <a:pt x="64" y="20"/>
                    <a:pt x="64" y="20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3" y="21"/>
                    <a:pt x="62" y="21"/>
                    <a:pt x="62" y="22"/>
                  </a:cubicBezTo>
                  <a:cubicBezTo>
                    <a:pt x="62" y="22"/>
                    <a:pt x="61" y="22"/>
                    <a:pt x="61" y="23"/>
                  </a:cubicBezTo>
                  <a:cubicBezTo>
                    <a:pt x="61" y="24"/>
                    <a:pt x="61" y="25"/>
                    <a:pt x="61" y="25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58" y="29"/>
                    <a:pt x="57" y="29"/>
                  </a:cubicBezTo>
                  <a:cubicBezTo>
                    <a:pt x="56" y="29"/>
                    <a:pt x="56" y="27"/>
                    <a:pt x="56" y="27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7" y="25"/>
                    <a:pt x="57" y="24"/>
                    <a:pt x="56" y="24"/>
                  </a:cubicBezTo>
                  <a:cubicBezTo>
                    <a:pt x="55" y="24"/>
                    <a:pt x="54" y="26"/>
                    <a:pt x="54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2" y="27"/>
                    <a:pt x="51" y="29"/>
                    <a:pt x="51" y="29"/>
                  </a:cubicBezTo>
                  <a:cubicBezTo>
                    <a:pt x="52" y="29"/>
                    <a:pt x="53" y="29"/>
                    <a:pt x="53" y="29"/>
                  </a:cubicBezTo>
                  <a:cubicBezTo>
                    <a:pt x="53" y="29"/>
                    <a:pt x="53" y="30"/>
                    <a:pt x="53" y="31"/>
                  </a:cubicBezTo>
                  <a:cubicBezTo>
                    <a:pt x="53" y="31"/>
                    <a:pt x="52" y="32"/>
                    <a:pt x="52" y="32"/>
                  </a:cubicBezTo>
                  <a:cubicBezTo>
                    <a:pt x="52" y="32"/>
                    <a:pt x="52" y="33"/>
                    <a:pt x="51" y="33"/>
                  </a:cubicBezTo>
                  <a:cubicBezTo>
                    <a:pt x="50" y="32"/>
                    <a:pt x="49" y="32"/>
                    <a:pt x="48" y="32"/>
                  </a:cubicBezTo>
                  <a:cubicBezTo>
                    <a:pt x="47" y="32"/>
                    <a:pt x="46" y="31"/>
                    <a:pt x="46" y="32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3"/>
                    <a:pt x="42" y="34"/>
                    <a:pt x="42" y="34"/>
                  </a:cubicBezTo>
                  <a:cubicBezTo>
                    <a:pt x="42" y="34"/>
                    <a:pt x="41" y="35"/>
                    <a:pt x="41" y="35"/>
                  </a:cubicBezTo>
                  <a:cubicBezTo>
                    <a:pt x="41" y="35"/>
                    <a:pt x="41" y="37"/>
                    <a:pt x="41" y="37"/>
                  </a:cubicBezTo>
                  <a:cubicBezTo>
                    <a:pt x="41" y="37"/>
                    <a:pt x="40" y="38"/>
                    <a:pt x="38" y="38"/>
                  </a:cubicBezTo>
                  <a:cubicBezTo>
                    <a:pt x="37" y="39"/>
                    <a:pt x="36" y="39"/>
                    <a:pt x="36" y="39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4" y="42"/>
                    <a:pt x="34" y="43"/>
                  </a:cubicBezTo>
                  <a:cubicBezTo>
                    <a:pt x="33" y="44"/>
                    <a:pt x="30" y="46"/>
                    <a:pt x="30" y="46"/>
                  </a:cubicBezTo>
                  <a:cubicBezTo>
                    <a:pt x="30" y="46"/>
                    <a:pt x="29" y="47"/>
                    <a:pt x="28" y="48"/>
                  </a:cubicBezTo>
                  <a:cubicBezTo>
                    <a:pt x="28" y="49"/>
                    <a:pt x="28" y="50"/>
                    <a:pt x="28" y="51"/>
                  </a:cubicBezTo>
                  <a:cubicBezTo>
                    <a:pt x="28" y="51"/>
                    <a:pt x="27" y="52"/>
                    <a:pt x="27" y="53"/>
                  </a:cubicBezTo>
                  <a:cubicBezTo>
                    <a:pt x="27" y="54"/>
                    <a:pt x="26" y="55"/>
                    <a:pt x="26" y="56"/>
                  </a:cubicBezTo>
                  <a:cubicBezTo>
                    <a:pt x="25" y="56"/>
                    <a:pt x="25" y="57"/>
                    <a:pt x="24" y="57"/>
                  </a:cubicBezTo>
                  <a:cubicBezTo>
                    <a:pt x="24" y="57"/>
                    <a:pt x="22" y="58"/>
                    <a:pt x="21" y="58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0"/>
                    <a:pt x="21" y="61"/>
                    <a:pt x="21" y="61"/>
                  </a:cubicBezTo>
                  <a:cubicBezTo>
                    <a:pt x="22" y="61"/>
                    <a:pt x="23" y="62"/>
                    <a:pt x="23" y="62"/>
                  </a:cubicBezTo>
                  <a:cubicBezTo>
                    <a:pt x="23" y="62"/>
                    <a:pt x="23" y="63"/>
                    <a:pt x="23" y="64"/>
                  </a:cubicBezTo>
                  <a:cubicBezTo>
                    <a:pt x="23" y="64"/>
                    <a:pt x="22" y="66"/>
                    <a:pt x="23" y="66"/>
                  </a:cubicBezTo>
                  <a:cubicBezTo>
                    <a:pt x="24" y="66"/>
                    <a:pt x="25" y="66"/>
                    <a:pt x="25" y="66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29" y="68"/>
                    <a:pt x="29" y="69"/>
                    <a:pt x="29" y="70"/>
                  </a:cubicBezTo>
                  <a:cubicBezTo>
                    <a:pt x="28" y="70"/>
                    <a:pt x="28" y="71"/>
                    <a:pt x="28" y="71"/>
                  </a:cubicBezTo>
                  <a:cubicBezTo>
                    <a:pt x="27" y="71"/>
                    <a:pt x="27" y="71"/>
                    <a:pt x="27" y="70"/>
                  </a:cubicBezTo>
                  <a:cubicBezTo>
                    <a:pt x="27" y="69"/>
                    <a:pt x="27" y="69"/>
                    <a:pt x="26" y="68"/>
                  </a:cubicBezTo>
                  <a:cubicBezTo>
                    <a:pt x="25" y="68"/>
                    <a:pt x="24" y="69"/>
                    <a:pt x="24" y="69"/>
                  </a:cubicBezTo>
                  <a:cubicBezTo>
                    <a:pt x="24" y="69"/>
                    <a:pt x="23" y="69"/>
                    <a:pt x="23" y="68"/>
                  </a:cubicBezTo>
                  <a:cubicBezTo>
                    <a:pt x="22" y="67"/>
                    <a:pt x="22" y="68"/>
                    <a:pt x="22" y="67"/>
                  </a:cubicBezTo>
                  <a:cubicBezTo>
                    <a:pt x="22" y="66"/>
                    <a:pt x="23" y="66"/>
                    <a:pt x="22" y="65"/>
                  </a:cubicBezTo>
                  <a:cubicBezTo>
                    <a:pt x="22" y="65"/>
                    <a:pt x="21" y="64"/>
                    <a:pt x="21" y="64"/>
                  </a:cubicBezTo>
                  <a:cubicBezTo>
                    <a:pt x="20" y="64"/>
                    <a:pt x="21" y="65"/>
                    <a:pt x="20" y="64"/>
                  </a:cubicBezTo>
                  <a:cubicBezTo>
                    <a:pt x="20" y="63"/>
                    <a:pt x="19" y="63"/>
                    <a:pt x="19" y="63"/>
                  </a:cubicBezTo>
                  <a:cubicBezTo>
                    <a:pt x="19" y="63"/>
                    <a:pt x="18" y="63"/>
                    <a:pt x="18" y="62"/>
                  </a:cubicBezTo>
                  <a:cubicBezTo>
                    <a:pt x="18" y="62"/>
                    <a:pt x="18" y="61"/>
                    <a:pt x="18" y="60"/>
                  </a:cubicBezTo>
                  <a:cubicBezTo>
                    <a:pt x="18" y="60"/>
                    <a:pt x="19" y="59"/>
                    <a:pt x="19" y="58"/>
                  </a:cubicBezTo>
                  <a:cubicBezTo>
                    <a:pt x="19" y="58"/>
                    <a:pt x="19" y="55"/>
                    <a:pt x="19" y="55"/>
                  </a:cubicBezTo>
                  <a:cubicBezTo>
                    <a:pt x="19" y="55"/>
                    <a:pt x="16" y="61"/>
                    <a:pt x="15" y="66"/>
                  </a:cubicBezTo>
                  <a:cubicBezTo>
                    <a:pt x="15" y="66"/>
                    <a:pt x="16" y="65"/>
                    <a:pt x="16" y="66"/>
                  </a:cubicBezTo>
                  <a:cubicBezTo>
                    <a:pt x="16" y="67"/>
                    <a:pt x="17" y="68"/>
                    <a:pt x="16" y="69"/>
                  </a:cubicBezTo>
                  <a:cubicBezTo>
                    <a:pt x="16" y="69"/>
                    <a:pt x="16" y="69"/>
                    <a:pt x="16" y="72"/>
                  </a:cubicBezTo>
                  <a:cubicBezTo>
                    <a:pt x="16" y="74"/>
                    <a:pt x="17" y="75"/>
                    <a:pt x="17" y="76"/>
                  </a:cubicBezTo>
                  <a:cubicBezTo>
                    <a:pt x="16" y="76"/>
                    <a:pt x="16" y="77"/>
                    <a:pt x="16" y="78"/>
                  </a:cubicBezTo>
                  <a:cubicBezTo>
                    <a:pt x="16" y="79"/>
                    <a:pt x="16" y="82"/>
                    <a:pt x="17" y="82"/>
                  </a:cubicBezTo>
                  <a:cubicBezTo>
                    <a:pt x="17" y="82"/>
                    <a:pt x="17" y="83"/>
                    <a:pt x="17" y="83"/>
                  </a:cubicBezTo>
                  <a:cubicBezTo>
                    <a:pt x="18" y="84"/>
                    <a:pt x="17" y="85"/>
                    <a:pt x="18" y="84"/>
                  </a:cubicBezTo>
                  <a:cubicBezTo>
                    <a:pt x="19" y="82"/>
                    <a:pt x="20" y="81"/>
                    <a:pt x="20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0" y="80"/>
                    <a:pt x="20" y="79"/>
                    <a:pt x="22" y="79"/>
                  </a:cubicBezTo>
                  <a:cubicBezTo>
                    <a:pt x="23" y="79"/>
                    <a:pt x="24" y="79"/>
                    <a:pt x="24" y="80"/>
                  </a:cubicBezTo>
                  <a:cubicBezTo>
                    <a:pt x="25" y="80"/>
                    <a:pt x="23" y="82"/>
                    <a:pt x="24" y="82"/>
                  </a:cubicBezTo>
                  <a:cubicBezTo>
                    <a:pt x="25" y="82"/>
                    <a:pt x="27" y="81"/>
                    <a:pt x="28" y="81"/>
                  </a:cubicBezTo>
                  <a:cubicBezTo>
                    <a:pt x="29" y="81"/>
                    <a:pt x="29" y="82"/>
                    <a:pt x="30" y="83"/>
                  </a:cubicBezTo>
                  <a:cubicBezTo>
                    <a:pt x="30" y="84"/>
                    <a:pt x="30" y="85"/>
                    <a:pt x="31" y="86"/>
                  </a:cubicBezTo>
                  <a:cubicBezTo>
                    <a:pt x="32" y="86"/>
                    <a:pt x="31" y="87"/>
                    <a:pt x="32" y="88"/>
                  </a:cubicBezTo>
                  <a:cubicBezTo>
                    <a:pt x="32" y="89"/>
                    <a:pt x="34" y="90"/>
                    <a:pt x="35" y="90"/>
                  </a:cubicBezTo>
                  <a:cubicBezTo>
                    <a:pt x="35" y="90"/>
                    <a:pt x="37" y="90"/>
                    <a:pt x="38" y="90"/>
                  </a:cubicBezTo>
                  <a:cubicBezTo>
                    <a:pt x="39" y="91"/>
                    <a:pt x="38" y="92"/>
                    <a:pt x="39" y="92"/>
                  </a:cubicBezTo>
                  <a:cubicBezTo>
                    <a:pt x="40" y="92"/>
                    <a:pt x="41" y="95"/>
                    <a:pt x="41" y="95"/>
                  </a:cubicBezTo>
                  <a:cubicBezTo>
                    <a:pt x="41" y="95"/>
                    <a:pt x="41" y="97"/>
                    <a:pt x="41" y="98"/>
                  </a:cubicBezTo>
                  <a:cubicBezTo>
                    <a:pt x="41" y="98"/>
                    <a:pt x="41" y="99"/>
                    <a:pt x="42" y="100"/>
                  </a:cubicBezTo>
                  <a:cubicBezTo>
                    <a:pt x="42" y="100"/>
                    <a:pt x="44" y="100"/>
                    <a:pt x="44" y="100"/>
                  </a:cubicBezTo>
                  <a:cubicBezTo>
                    <a:pt x="44" y="100"/>
                    <a:pt x="43" y="102"/>
                    <a:pt x="45" y="102"/>
                  </a:cubicBezTo>
                  <a:cubicBezTo>
                    <a:pt x="47" y="103"/>
                    <a:pt x="48" y="103"/>
                    <a:pt x="49" y="104"/>
                  </a:cubicBezTo>
                  <a:cubicBezTo>
                    <a:pt x="49" y="104"/>
                    <a:pt x="48" y="105"/>
                    <a:pt x="50" y="105"/>
                  </a:cubicBezTo>
                  <a:cubicBezTo>
                    <a:pt x="52" y="105"/>
                    <a:pt x="54" y="105"/>
                    <a:pt x="55" y="106"/>
                  </a:cubicBezTo>
                  <a:cubicBezTo>
                    <a:pt x="56" y="106"/>
                    <a:pt x="55" y="107"/>
                    <a:pt x="57" y="109"/>
                  </a:cubicBezTo>
                  <a:cubicBezTo>
                    <a:pt x="60" y="110"/>
                    <a:pt x="60" y="111"/>
                    <a:pt x="61" y="111"/>
                  </a:cubicBezTo>
                  <a:cubicBezTo>
                    <a:pt x="62" y="111"/>
                    <a:pt x="63" y="111"/>
                    <a:pt x="63" y="113"/>
                  </a:cubicBezTo>
                  <a:cubicBezTo>
                    <a:pt x="62" y="115"/>
                    <a:pt x="62" y="116"/>
                    <a:pt x="61" y="117"/>
                  </a:cubicBezTo>
                  <a:cubicBezTo>
                    <a:pt x="60" y="118"/>
                    <a:pt x="59" y="120"/>
                    <a:pt x="58" y="121"/>
                  </a:cubicBezTo>
                  <a:cubicBezTo>
                    <a:pt x="58" y="122"/>
                    <a:pt x="57" y="123"/>
                    <a:pt x="58" y="124"/>
                  </a:cubicBezTo>
                  <a:cubicBezTo>
                    <a:pt x="58" y="126"/>
                    <a:pt x="59" y="127"/>
                    <a:pt x="59" y="128"/>
                  </a:cubicBezTo>
                  <a:cubicBezTo>
                    <a:pt x="59" y="129"/>
                    <a:pt x="59" y="131"/>
                    <a:pt x="59" y="132"/>
                  </a:cubicBezTo>
                  <a:cubicBezTo>
                    <a:pt x="58" y="133"/>
                    <a:pt x="58" y="134"/>
                    <a:pt x="58" y="134"/>
                  </a:cubicBezTo>
                  <a:cubicBezTo>
                    <a:pt x="58" y="134"/>
                    <a:pt x="59" y="136"/>
                    <a:pt x="58" y="137"/>
                  </a:cubicBezTo>
                  <a:cubicBezTo>
                    <a:pt x="57" y="138"/>
                    <a:pt x="55" y="140"/>
                    <a:pt x="54" y="140"/>
                  </a:cubicBezTo>
                  <a:cubicBezTo>
                    <a:pt x="53" y="140"/>
                    <a:pt x="51" y="142"/>
                    <a:pt x="51" y="142"/>
                  </a:cubicBezTo>
                  <a:cubicBezTo>
                    <a:pt x="51" y="142"/>
                    <a:pt x="51" y="146"/>
                    <a:pt x="51" y="147"/>
                  </a:cubicBezTo>
                  <a:cubicBezTo>
                    <a:pt x="51" y="147"/>
                    <a:pt x="47" y="154"/>
                    <a:pt x="49" y="155"/>
                  </a:cubicBezTo>
                  <a:cubicBezTo>
                    <a:pt x="50" y="156"/>
                    <a:pt x="50" y="158"/>
                    <a:pt x="50" y="159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48" y="161"/>
                    <a:pt x="46" y="161"/>
                    <a:pt x="47" y="163"/>
                  </a:cubicBezTo>
                  <a:cubicBezTo>
                    <a:pt x="49" y="165"/>
                    <a:pt x="50" y="165"/>
                    <a:pt x="50" y="167"/>
                  </a:cubicBezTo>
                  <a:cubicBezTo>
                    <a:pt x="51" y="168"/>
                    <a:pt x="51" y="168"/>
                    <a:pt x="52" y="170"/>
                  </a:cubicBezTo>
                  <a:cubicBezTo>
                    <a:pt x="53" y="171"/>
                    <a:pt x="53" y="172"/>
                    <a:pt x="54" y="173"/>
                  </a:cubicBezTo>
                  <a:cubicBezTo>
                    <a:pt x="55" y="174"/>
                    <a:pt x="56" y="175"/>
                    <a:pt x="56" y="176"/>
                  </a:cubicBezTo>
                  <a:cubicBezTo>
                    <a:pt x="56" y="177"/>
                    <a:pt x="59" y="179"/>
                    <a:pt x="56" y="177"/>
                  </a:cubicBezTo>
                  <a:cubicBezTo>
                    <a:pt x="53" y="175"/>
                    <a:pt x="56" y="177"/>
                    <a:pt x="52" y="174"/>
                  </a:cubicBezTo>
                  <a:cubicBezTo>
                    <a:pt x="49" y="171"/>
                    <a:pt x="48" y="173"/>
                    <a:pt x="46" y="171"/>
                  </a:cubicBezTo>
                  <a:cubicBezTo>
                    <a:pt x="45" y="169"/>
                    <a:pt x="47" y="175"/>
                    <a:pt x="44" y="168"/>
                  </a:cubicBezTo>
                  <a:cubicBezTo>
                    <a:pt x="41" y="160"/>
                    <a:pt x="40" y="161"/>
                    <a:pt x="39" y="159"/>
                  </a:cubicBezTo>
                  <a:cubicBezTo>
                    <a:pt x="39" y="157"/>
                    <a:pt x="39" y="159"/>
                    <a:pt x="37" y="155"/>
                  </a:cubicBezTo>
                  <a:cubicBezTo>
                    <a:pt x="35" y="151"/>
                    <a:pt x="37" y="154"/>
                    <a:pt x="35" y="151"/>
                  </a:cubicBezTo>
                  <a:cubicBezTo>
                    <a:pt x="33" y="149"/>
                    <a:pt x="33" y="152"/>
                    <a:pt x="32" y="148"/>
                  </a:cubicBezTo>
                  <a:cubicBezTo>
                    <a:pt x="31" y="143"/>
                    <a:pt x="31" y="146"/>
                    <a:pt x="30" y="141"/>
                  </a:cubicBezTo>
                  <a:cubicBezTo>
                    <a:pt x="28" y="136"/>
                    <a:pt x="31" y="136"/>
                    <a:pt x="28" y="133"/>
                  </a:cubicBezTo>
                  <a:cubicBezTo>
                    <a:pt x="25" y="131"/>
                    <a:pt x="25" y="132"/>
                    <a:pt x="24" y="131"/>
                  </a:cubicBezTo>
                  <a:cubicBezTo>
                    <a:pt x="23" y="129"/>
                    <a:pt x="25" y="130"/>
                    <a:pt x="22" y="126"/>
                  </a:cubicBezTo>
                  <a:cubicBezTo>
                    <a:pt x="20" y="122"/>
                    <a:pt x="16" y="120"/>
                    <a:pt x="16" y="113"/>
                  </a:cubicBezTo>
                  <a:cubicBezTo>
                    <a:pt x="16" y="105"/>
                    <a:pt x="16" y="104"/>
                    <a:pt x="16" y="104"/>
                  </a:cubicBezTo>
                  <a:cubicBezTo>
                    <a:pt x="16" y="104"/>
                    <a:pt x="13" y="101"/>
                    <a:pt x="14" y="97"/>
                  </a:cubicBezTo>
                  <a:cubicBezTo>
                    <a:pt x="15" y="92"/>
                    <a:pt x="16" y="94"/>
                    <a:pt x="15" y="92"/>
                  </a:cubicBezTo>
                  <a:cubicBezTo>
                    <a:pt x="15" y="91"/>
                    <a:pt x="14" y="91"/>
                    <a:pt x="13" y="89"/>
                  </a:cubicBezTo>
                  <a:cubicBezTo>
                    <a:pt x="12" y="88"/>
                    <a:pt x="12" y="88"/>
                    <a:pt x="11" y="87"/>
                  </a:cubicBezTo>
                  <a:cubicBezTo>
                    <a:pt x="11" y="86"/>
                    <a:pt x="11" y="83"/>
                    <a:pt x="11" y="83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10" y="84"/>
                    <a:pt x="0" y="182"/>
                    <a:pt x="97" y="197"/>
                  </a:cubicBezTo>
                  <a:cubicBezTo>
                    <a:pt x="97" y="197"/>
                    <a:pt x="75" y="192"/>
                    <a:pt x="73" y="187"/>
                  </a:cubicBezTo>
                  <a:cubicBezTo>
                    <a:pt x="73" y="187"/>
                    <a:pt x="72" y="183"/>
                    <a:pt x="73" y="183"/>
                  </a:cubicBezTo>
                  <a:cubicBezTo>
                    <a:pt x="74" y="183"/>
                    <a:pt x="76" y="184"/>
                    <a:pt x="77" y="183"/>
                  </a:cubicBezTo>
                  <a:cubicBezTo>
                    <a:pt x="79" y="181"/>
                    <a:pt x="80" y="180"/>
                    <a:pt x="80" y="180"/>
                  </a:cubicBezTo>
                  <a:cubicBezTo>
                    <a:pt x="80" y="182"/>
                    <a:pt x="80" y="182"/>
                    <a:pt x="80" y="182"/>
                  </a:cubicBezTo>
                  <a:cubicBezTo>
                    <a:pt x="80" y="182"/>
                    <a:pt x="79" y="182"/>
                    <a:pt x="83" y="181"/>
                  </a:cubicBezTo>
                  <a:cubicBezTo>
                    <a:pt x="88" y="181"/>
                    <a:pt x="88" y="181"/>
                    <a:pt x="89" y="181"/>
                  </a:cubicBezTo>
                  <a:cubicBezTo>
                    <a:pt x="91" y="180"/>
                    <a:pt x="93" y="176"/>
                    <a:pt x="94" y="178"/>
                  </a:cubicBezTo>
                  <a:cubicBezTo>
                    <a:pt x="95" y="181"/>
                    <a:pt x="93" y="180"/>
                    <a:pt x="95" y="181"/>
                  </a:cubicBezTo>
                  <a:cubicBezTo>
                    <a:pt x="97" y="181"/>
                    <a:pt x="101" y="180"/>
                    <a:pt x="101" y="180"/>
                  </a:cubicBezTo>
                  <a:cubicBezTo>
                    <a:pt x="101" y="180"/>
                    <a:pt x="108" y="181"/>
                    <a:pt x="108" y="180"/>
                  </a:cubicBezTo>
                  <a:cubicBezTo>
                    <a:pt x="109" y="179"/>
                    <a:pt x="109" y="178"/>
                    <a:pt x="110" y="178"/>
                  </a:cubicBezTo>
                  <a:cubicBezTo>
                    <a:pt x="111" y="178"/>
                    <a:pt x="112" y="180"/>
                    <a:pt x="112" y="180"/>
                  </a:cubicBezTo>
                  <a:cubicBezTo>
                    <a:pt x="108" y="182"/>
                    <a:pt x="108" y="182"/>
                    <a:pt x="108" y="182"/>
                  </a:cubicBezTo>
                  <a:cubicBezTo>
                    <a:pt x="105" y="185"/>
                    <a:pt x="105" y="185"/>
                    <a:pt x="105" y="185"/>
                  </a:cubicBezTo>
                  <a:cubicBezTo>
                    <a:pt x="105" y="185"/>
                    <a:pt x="103" y="185"/>
                    <a:pt x="105" y="186"/>
                  </a:cubicBezTo>
                  <a:cubicBezTo>
                    <a:pt x="106" y="187"/>
                    <a:pt x="107" y="187"/>
                    <a:pt x="108" y="187"/>
                  </a:cubicBezTo>
                  <a:cubicBezTo>
                    <a:pt x="110" y="187"/>
                    <a:pt x="114" y="190"/>
                    <a:pt x="115" y="188"/>
                  </a:cubicBezTo>
                  <a:cubicBezTo>
                    <a:pt x="116" y="186"/>
                    <a:pt x="116" y="186"/>
                    <a:pt x="117" y="185"/>
                  </a:cubicBezTo>
                  <a:cubicBezTo>
                    <a:pt x="117" y="184"/>
                    <a:pt x="117" y="182"/>
                    <a:pt x="119" y="182"/>
                  </a:cubicBezTo>
                  <a:cubicBezTo>
                    <a:pt x="120" y="182"/>
                    <a:pt x="122" y="183"/>
                    <a:pt x="122" y="183"/>
                  </a:cubicBezTo>
                  <a:cubicBezTo>
                    <a:pt x="121" y="186"/>
                    <a:pt x="121" y="186"/>
                    <a:pt x="121" y="186"/>
                  </a:cubicBezTo>
                  <a:cubicBezTo>
                    <a:pt x="121" y="186"/>
                    <a:pt x="123" y="186"/>
                    <a:pt x="125" y="186"/>
                  </a:cubicBezTo>
                  <a:cubicBezTo>
                    <a:pt x="126" y="186"/>
                    <a:pt x="126" y="188"/>
                    <a:pt x="128" y="186"/>
                  </a:cubicBezTo>
                  <a:cubicBezTo>
                    <a:pt x="129" y="184"/>
                    <a:pt x="129" y="184"/>
                    <a:pt x="131" y="184"/>
                  </a:cubicBezTo>
                  <a:cubicBezTo>
                    <a:pt x="133" y="184"/>
                    <a:pt x="135" y="183"/>
                    <a:pt x="136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39" y="184"/>
                    <a:pt x="143" y="186"/>
                    <a:pt x="143" y="186"/>
                  </a:cubicBezTo>
                  <a:cubicBezTo>
                    <a:pt x="144" y="185"/>
                    <a:pt x="148" y="186"/>
                    <a:pt x="148" y="186"/>
                  </a:cubicBezTo>
                  <a:cubicBezTo>
                    <a:pt x="148" y="186"/>
                    <a:pt x="137" y="196"/>
                    <a:pt x="113" y="197"/>
                  </a:cubicBezTo>
                  <a:cubicBezTo>
                    <a:pt x="113" y="197"/>
                    <a:pt x="167" y="199"/>
                    <a:pt x="197" y="146"/>
                  </a:cubicBezTo>
                  <a:cubicBezTo>
                    <a:pt x="228" y="94"/>
                    <a:pt x="206" y="26"/>
                    <a:pt x="137" y="3"/>
                  </a:cubicBezTo>
                  <a:cubicBezTo>
                    <a:pt x="137" y="3"/>
                    <a:pt x="189" y="22"/>
                    <a:pt x="203" y="71"/>
                  </a:cubicBezTo>
                  <a:cubicBezTo>
                    <a:pt x="202" y="72"/>
                    <a:pt x="202" y="72"/>
                    <a:pt x="202" y="72"/>
                  </a:cubicBezTo>
                  <a:cubicBezTo>
                    <a:pt x="201" y="71"/>
                    <a:pt x="201" y="72"/>
                    <a:pt x="200" y="69"/>
                  </a:cubicBezTo>
                  <a:cubicBezTo>
                    <a:pt x="199" y="67"/>
                    <a:pt x="199" y="68"/>
                    <a:pt x="199" y="66"/>
                  </a:cubicBezTo>
                  <a:cubicBezTo>
                    <a:pt x="198" y="64"/>
                    <a:pt x="198" y="65"/>
                    <a:pt x="197" y="64"/>
                  </a:cubicBezTo>
                  <a:cubicBezTo>
                    <a:pt x="195" y="62"/>
                    <a:pt x="195" y="62"/>
                    <a:pt x="194" y="61"/>
                  </a:cubicBezTo>
                  <a:cubicBezTo>
                    <a:pt x="193" y="61"/>
                    <a:pt x="192" y="58"/>
                    <a:pt x="192" y="57"/>
                  </a:cubicBezTo>
                  <a:cubicBezTo>
                    <a:pt x="191" y="56"/>
                    <a:pt x="189" y="55"/>
                    <a:pt x="188" y="55"/>
                  </a:cubicBezTo>
                  <a:cubicBezTo>
                    <a:pt x="187" y="55"/>
                    <a:pt x="188" y="54"/>
                    <a:pt x="187" y="55"/>
                  </a:cubicBezTo>
                  <a:cubicBezTo>
                    <a:pt x="187" y="56"/>
                    <a:pt x="189" y="58"/>
                    <a:pt x="189" y="58"/>
                  </a:cubicBezTo>
                  <a:cubicBezTo>
                    <a:pt x="189" y="62"/>
                    <a:pt x="189" y="62"/>
                    <a:pt x="189" y="62"/>
                  </a:cubicBezTo>
                  <a:cubicBezTo>
                    <a:pt x="189" y="62"/>
                    <a:pt x="190" y="65"/>
                    <a:pt x="190" y="66"/>
                  </a:cubicBezTo>
                  <a:cubicBezTo>
                    <a:pt x="190" y="67"/>
                    <a:pt x="189" y="70"/>
                    <a:pt x="189" y="70"/>
                  </a:cubicBezTo>
                  <a:cubicBezTo>
                    <a:pt x="189" y="70"/>
                    <a:pt x="188" y="72"/>
                    <a:pt x="187" y="73"/>
                  </a:cubicBezTo>
                  <a:cubicBezTo>
                    <a:pt x="186" y="73"/>
                    <a:pt x="181" y="74"/>
                    <a:pt x="181" y="74"/>
                  </a:cubicBezTo>
                  <a:cubicBezTo>
                    <a:pt x="181" y="74"/>
                    <a:pt x="179" y="72"/>
                    <a:pt x="179" y="71"/>
                  </a:cubicBezTo>
                  <a:cubicBezTo>
                    <a:pt x="178" y="69"/>
                    <a:pt x="175" y="69"/>
                    <a:pt x="174" y="68"/>
                  </a:cubicBezTo>
                  <a:cubicBezTo>
                    <a:pt x="174" y="67"/>
                    <a:pt x="175" y="66"/>
                    <a:pt x="173" y="64"/>
                  </a:cubicBezTo>
                  <a:cubicBezTo>
                    <a:pt x="172" y="62"/>
                    <a:pt x="173" y="63"/>
                    <a:pt x="172" y="61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70" y="59"/>
                    <a:pt x="166" y="58"/>
                    <a:pt x="167" y="60"/>
                  </a:cubicBezTo>
                  <a:cubicBezTo>
                    <a:pt x="168" y="63"/>
                    <a:pt x="167" y="65"/>
                    <a:pt x="168" y="65"/>
                  </a:cubicBezTo>
                  <a:cubicBezTo>
                    <a:pt x="169" y="66"/>
                    <a:pt x="170" y="65"/>
                    <a:pt x="171" y="67"/>
                  </a:cubicBezTo>
                  <a:cubicBezTo>
                    <a:pt x="172" y="69"/>
                    <a:pt x="172" y="70"/>
                    <a:pt x="172" y="71"/>
                  </a:cubicBezTo>
                  <a:cubicBezTo>
                    <a:pt x="173" y="71"/>
                    <a:pt x="173" y="74"/>
                    <a:pt x="174" y="75"/>
                  </a:cubicBezTo>
                  <a:cubicBezTo>
                    <a:pt x="175" y="75"/>
                    <a:pt x="178" y="75"/>
                    <a:pt x="178" y="76"/>
                  </a:cubicBezTo>
                  <a:cubicBezTo>
                    <a:pt x="177" y="77"/>
                    <a:pt x="176" y="78"/>
                    <a:pt x="178" y="79"/>
                  </a:cubicBezTo>
                  <a:cubicBezTo>
                    <a:pt x="179" y="79"/>
                    <a:pt x="179" y="80"/>
                    <a:pt x="180" y="80"/>
                  </a:cubicBezTo>
                  <a:cubicBezTo>
                    <a:pt x="181" y="80"/>
                    <a:pt x="181" y="80"/>
                    <a:pt x="182" y="79"/>
                  </a:cubicBezTo>
                  <a:cubicBezTo>
                    <a:pt x="184" y="79"/>
                    <a:pt x="186" y="79"/>
                    <a:pt x="186" y="79"/>
                  </a:cubicBezTo>
                  <a:cubicBezTo>
                    <a:pt x="186" y="79"/>
                    <a:pt x="188" y="80"/>
                    <a:pt x="188" y="81"/>
                  </a:cubicBezTo>
                  <a:cubicBezTo>
                    <a:pt x="188" y="82"/>
                    <a:pt x="187" y="86"/>
                    <a:pt x="187" y="86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85" y="90"/>
                    <a:pt x="185" y="97"/>
                    <a:pt x="184" y="97"/>
                  </a:cubicBezTo>
                  <a:cubicBezTo>
                    <a:pt x="183" y="97"/>
                    <a:pt x="182" y="100"/>
                    <a:pt x="181" y="100"/>
                  </a:cubicBezTo>
                  <a:cubicBezTo>
                    <a:pt x="180" y="101"/>
                    <a:pt x="180" y="105"/>
                    <a:pt x="180" y="105"/>
                  </a:cubicBezTo>
                  <a:cubicBezTo>
                    <a:pt x="178" y="108"/>
                    <a:pt x="178" y="108"/>
                    <a:pt x="178" y="108"/>
                  </a:cubicBezTo>
                  <a:cubicBezTo>
                    <a:pt x="178" y="108"/>
                    <a:pt x="178" y="111"/>
                    <a:pt x="178" y="112"/>
                  </a:cubicBezTo>
                  <a:cubicBezTo>
                    <a:pt x="178" y="113"/>
                    <a:pt x="179" y="117"/>
                    <a:pt x="178" y="119"/>
                  </a:cubicBezTo>
                  <a:cubicBezTo>
                    <a:pt x="178" y="121"/>
                    <a:pt x="175" y="122"/>
                    <a:pt x="175" y="122"/>
                  </a:cubicBezTo>
                  <a:cubicBezTo>
                    <a:pt x="175" y="122"/>
                    <a:pt x="179" y="126"/>
                    <a:pt x="177" y="126"/>
                  </a:cubicBezTo>
                  <a:cubicBezTo>
                    <a:pt x="175" y="127"/>
                    <a:pt x="173" y="129"/>
                    <a:pt x="173" y="130"/>
                  </a:cubicBezTo>
                  <a:cubicBezTo>
                    <a:pt x="172" y="131"/>
                    <a:pt x="172" y="132"/>
                    <a:pt x="171" y="132"/>
                  </a:cubicBezTo>
                  <a:cubicBezTo>
                    <a:pt x="170" y="133"/>
                    <a:pt x="168" y="133"/>
                    <a:pt x="168" y="134"/>
                  </a:cubicBezTo>
                  <a:cubicBezTo>
                    <a:pt x="168" y="134"/>
                    <a:pt x="168" y="137"/>
                    <a:pt x="168" y="137"/>
                  </a:cubicBezTo>
                  <a:cubicBezTo>
                    <a:pt x="164" y="142"/>
                    <a:pt x="164" y="142"/>
                    <a:pt x="164" y="142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9"/>
                    <a:pt x="159" y="149"/>
                  </a:cubicBezTo>
                  <a:cubicBezTo>
                    <a:pt x="158" y="149"/>
                    <a:pt x="153" y="151"/>
                    <a:pt x="152" y="152"/>
                  </a:cubicBezTo>
                  <a:cubicBezTo>
                    <a:pt x="152" y="152"/>
                    <a:pt x="148" y="154"/>
                    <a:pt x="147" y="154"/>
                  </a:cubicBezTo>
                  <a:cubicBezTo>
                    <a:pt x="146" y="154"/>
                    <a:pt x="148" y="157"/>
                    <a:pt x="146" y="154"/>
                  </a:cubicBezTo>
                  <a:cubicBezTo>
                    <a:pt x="144" y="151"/>
                    <a:pt x="145" y="153"/>
                    <a:pt x="144" y="149"/>
                  </a:cubicBezTo>
                  <a:cubicBezTo>
                    <a:pt x="142" y="145"/>
                    <a:pt x="142" y="148"/>
                    <a:pt x="142" y="145"/>
                  </a:cubicBezTo>
                  <a:cubicBezTo>
                    <a:pt x="142" y="143"/>
                    <a:pt x="142" y="145"/>
                    <a:pt x="142" y="143"/>
                  </a:cubicBezTo>
                  <a:cubicBezTo>
                    <a:pt x="142" y="140"/>
                    <a:pt x="143" y="142"/>
                    <a:pt x="141" y="139"/>
                  </a:cubicBezTo>
                  <a:cubicBezTo>
                    <a:pt x="140" y="136"/>
                    <a:pt x="140" y="137"/>
                    <a:pt x="138" y="135"/>
                  </a:cubicBezTo>
                  <a:cubicBezTo>
                    <a:pt x="136" y="133"/>
                    <a:pt x="135" y="135"/>
                    <a:pt x="136" y="132"/>
                  </a:cubicBezTo>
                  <a:cubicBezTo>
                    <a:pt x="137" y="129"/>
                    <a:pt x="137" y="132"/>
                    <a:pt x="137" y="129"/>
                  </a:cubicBezTo>
                  <a:cubicBezTo>
                    <a:pt x="138" y="126"/>
                    <a:pt x="137" y="125"/>
                    <a:pt x="139" y="124"/>
                  </a:cubicBezTo>
                  <a:cubicBezTo>
                    <a:pt x="141" y="123"/>
                    <a:pt x="142" y="122"/>
                    <a:pt x="142" y="121"/>
                  </a:cubicBezTo>
                  <a:cubicBezTo>
                    <a:pt x="142" y="119"/>
                    <a:pt x="142" y="118"/>
                    <a:pt x="142" y="117"/>
                  </a:cubicBezTo>
                  <a:cubicBezTo>
                    <a:pt x="141" y="116"/>
                    <a:pt x="139" y="114"/>
                    <a:pt x="139" y="113"/>
                  </a:cubicBezTo>
                  <a:cubicBezTo>
                    <a:pt x="139" y="112"/>
                    <a:pt x="139" y="113"/>
                    <a:pt x="137" y="111"/>
                  </a:cubicBezTo>
                  <a:cubicBezTo>
                    <a:pt x="136" y="109"/>
                    <a:pt x="135" y="108"/>
                    <a:pt x="135" y="108"/>
                  </a:cubicBezTo>
                  <a:cubicBezTo>
                    <a:pt x="135" y="108"/>
                    <a:pt x="135" y="103"/>
                    <a:pt x="135" y="101"/>
                  </a:cubicBezTo>
                  <a:cubicBezTo>
                    <a:pt x="135" y="99"/>
                    <a:pt x="134" y="102"/>
                    <a:pt x="135" y="99"/>
                  </a:cubicBezTo>
                  <a:cubicBezTo>
                    <a:pt x="135" y="96"/>
                    <a:pt x="135" y="94"/>
                    <a:pt x="135" y="94"/>
                  </a:cubicBezTo>
                  <a:cubicBezTo>
                    <a:pt x="135" y="94"/>
                    <a:pt x="132" y="92"/>
                    <a:pt x="131" y="92"/>
                  </a:cubicBezTo>
                  <a:cubicBezTo>
                    <a:pt x="129" y="92"/>
                    <a:pt x="129" y="94"/>
                    <a:pt x="127" y="93"/>
                  </a:cubicBezTo>
                  <a:cubicBezTo>
                    <a:pt x="125" y="91"/>
                    <a:pt x="126" y="90"/>
                    <a:pt x="125" y="89"/>
                  </a:cubicBezTo>
                  <a:cubicBezTo>
                    <a:pt x="124" y="89"/>
                    <a:pt x="123" y="89"/>
                    <a:pt x="122" y="90"/>
                  </a:cubicBezTo>
                  <a:cubicBezTo>
                    <a:pt x="121" y="91"/>
                    <a:pt x="118" y="91"/>
                    <a:pt x="116" y="91"/>
                  </a:cubicBezTo>
                  <a:cubicBezTo>
                    <a:pt x="114" y="92"/>
                    <a:pt x="113" y="92"/>
                    <a:pt x="110" y="92"/>
                  </a:cubicBezTo>
                  <a:cubicBezTo>
                    <a:pt x="108" y="92"/>
                    <a:pt x="104" y="93"/>
                    <a:pt x="102" y="92"/>
                  </a:cubicBezTo>
                  <a:cubicBezTo>
                    <a:pt x="100" y="91"/>
                    <a:pt x="100" y="92"/>
                    <a:pt x="99" y="90"/>
                  </a:cubicBezTo>
                  <a:cubicBezTo>
                    <a:pt x="98" y="88"/>
                    <a:pt x="99" y="88"/>
                    <a:pt x="97" y="87"/>
                  </a:cubicBezTo>
                  <a:cubicBezTo>
                    <a:pt x="95" y="86"/>
                    <a:pt x="94" y="87"/>
                    <a:pt x="94" y="85"/>
                  </a:cubicBezTo>
                  <a:cubicBezTo>
                    <a:pt x="94" y="82"/>
                    <a:pt x="95" y="83"/>
                    <a:pt x="93" y="81"/>
                  </a:cubicBezTo>
                  <a:cubicBezTo>
                    <a:pt x="92" y="79"/>
                    <a:pt x="94" y="82"/>
                    <a:pt x="92" y="79"/>
                  </a:cubicBezTo>
                  <a:cubicBezTo>
                    <a:pt x="89" y="76"/>
                    <a:pt x="88" y="79"/>
                    <a:pt x="89" y="76"/>
                  </a:cubicBezTo>
                  <a:cubicBezTo>
                    <a:pt x="90" y="74"/>
                    <a:pt x="91" y="75"/>
                    <a:pt x="91" y="73"/>
                  </a:cubicBezTo>
                  <a:cubicBezTo>
                    <a:pt x="91" y="70"/>
                    <a:pt x="95" y="74"/>
                    <a:pt x="92" y="68"/>
                  </a:cubicBezTo>
                  <a:cubicBezTo>
                    <a:pt x="90" y="63"/>
                    <a:pt x="89" y="64"/>
                    <a:pt x="92" y="60"/>
                  </a:cubicBezTo>
                  <a:cubicBezTo>
                    <a:pt x="94" y="55"/>
                    <a:pt x="97" y="54"/>
                    <a:pt x="98" y="53"/>
                  </a:cubicBezTo>
                  <a:cubicBezTo>
                    <a:pt x="98" y="52"/>
                    <a:pt x="99" y="50"/>
                    <a:pt x="100" y="49"/>
                  </a:cubicBezTo>
                  <a:cubicBezTo>
                    <a:pt x="101" y="48"/>
                    <a:pt x="100" y="48"/>
                    <a:pt x="102" y="48"/>
                  </a:cubicBezTo>
                  <a:cubicBezTo>
                    <a:pt x="104" y="48"/>
                    <a:pt x="107" y="47"/>
                    <a:pt x="108" y="46"/>
                  </a:cubicBezTo>
                  <a:cubicBezTo>
                    <a:pt x="109" y="45"/>
                    <a:pt x="111" y="42"/>
                    <a:pt x="112" y="42"/>
                  </a:cubicBezTo>
                  <a:cubicBezTo>
                    <a:pt x="113" y="42"/>
                    <a:pt x="113" y="42"/>
                    <a:pt x="115" y="42"/>
                  </a:cubicBezTo>
                  <a:cubicBezTo>
                    <a:pt x="117" y="41"/>
                    <a:pt x="117" y="41"/>
                    <a:pt x="119" y="41"/>
                  </a:cubicBezTo>
                  <a:cubicBezTo>
                    <a:pt x="120" y="41"/>
                    <a:pt x="117" y="42"/>
                    <a:pt x="121" y="41"/>
                  </a:cubicBezTo>
                  <a:cubicBezTo>
                    <a:pt x="125" y="40"/>
                    <a:pt x="124" y="40"/>
                    <a:pt x="125" y="40"/>
                  </a:cubicBezTo>
                  <a:cubicBezTo>
                    <a:pt x="126" y="40"/>
                    <a:pt x="126" y="41"/>
                    <a:pt x="127" y="41"/>
                  </a:cubicBezTo>
                  <a:cubicBezTo>
                    <a:pt x="129" y="41"/>
                    <a:pt x="129" y="38"/>
                    <a:pt x="129" y="41"/>
                  </a:cubicBezTo>
                  <a:cubicBezTo>
                    <a:pt x="129" y="45"/>
                    <a:pt x="128" y="46"/>
                    <a:pt x="130" y="46"/>
                  </a:cubicBezTo>
                  <a:cubicBezTo>
                    <a:pt x="133" y="47"/>
                    <a:pt x="130" y="47"/>
                    <a:pt x="133" y="47"/>
                  </a:cubicBezTo>
                  <a:cubicBezTo>
                    <a:pt x="136" y="47"/>
                    <a:pt x="135" y="47"/>
                    <a:pt x="137" y="48"/>
                  </a:cubicBezTo>
                  <a:cubicBezTo>
                    <a:pt x="138" y="48"/>
                    <a:pt x="139" y="49"/>
                    <a:pt x="141" y="49"/>
                  </a:cubicBezTo>
                  <a:cubicBezTo>
                    <a:pt x="143" y="49"/>
                    <a:pt x="140" y="52"/>
                    <a:pt x="143" y="49"/>
                  </a:cubicBezTo>
                  <a:cubicBezTo>
                    <a:pt x="146" y="46"/>
                    <a:pt x="141" y="46"/>
                    <a:pt x="146" y="46"/>
                  </a:cubicBezTo>
                  <a:cubicBezTo>
                    <a:pt x="151" y="47"/>
                    <a:pt x="152" y="48"/>
                    <a:pt x="153" y="48"/>
                  </a:cubicBezTo>
                  <a:cubicBezTo>
                    <a:pt x="154" y="47"/>
                    <a:pt x="154" y="48"/>
                    <a:pt x="156" y="47"/>
                  </a:cubicBezTo>
                  <a:cubicBezTo>
                    <a:pt x="159" y="46"/>
                    <a:pt x="159" y="46"/>
                    <a:pt x="160" y="46"/>
                  </a:cubicBezTo>
                  <a:cubicBezTo>
                    <a:pt x="161" y="47"/>
                    <a:pt x="161" y="49"/>
                    <a:pt x="162" y="47"/>
                  </a:cubicBezTo>
                  <a:cubicBezTo>
                    <a:pt x="163" y="45"/>
                    <a:pt x="165" y="45"/>
                    <a:pt x="162" y="44"/>
                  </a:cubicBezTo>
                  <a:cubicBezTo>
                    <a:pt x="159" y="42"/>
                    <a:pt x="158" y="44"/>
                    <a:pt x="158" y="42"/>
                  </a:cubicBezTo>
                  <a:cubicBezTo>
                    <a:pt x="157" y="40"/>
                    <a:pt x="160" y="41"/>
                    <a:pt x="157" y="40"/>
                  </a:cubicBezTo>
                  <a:cubicBezTo>
                    <a:pt x="154" y="40"/>
                    <a:pt x="155" y="40"/>
                    <a:pt x="153" y="39"/>
                  </a:cubicBezTo>
                  <a:cubicBezTo>
                    <a:pt x="151" y="38"/>
                    <a:pt x="149" y="41"/>
                    <a:pt x="148" y="39"/>
                  </a:cubicBezTo>
                  <a:cubicBezTo>
                    <a:pt x="147" y="37"/>
                    <a:pt x="143" y="41"/>
                    <a:pt x="147" y="37"/>
                  </a:cubicBezTo>
                  <a:cubicBezTo>
                    <a:pt x="151" y="34"/>
                    <a:pt x="149" y="32"/>
                    <a:pt x="152" y="33"/>
                  </a:cubicBezTo>
                  <a:cubicBezTo>
                    <a:pt x="155" y="34"/>
                    <a:pt x="154" y="36"/>
                    <a:pt x="155" y="35"/>
                  </a:cubicBezTo>
                  <a:cubicBezTo>
                    <a:pt x="157" y="33"/>
                    <a:pt x="160" y="32"/>
                    <a:pt x="157" y="30"/>
                  </a:cubicBezTo>
                  <a:cubicBezTo>
                    <a:pt x="154" y="28"/>
                    <a:pt x="156" y="29"/>
                    <a:pt x="153" y="28"/>
                  </a:cubicBezTo>
                  <a:cubicBezTo>
                    <a:pt x="150" y="26"/>
                    <a:pt x="147" y="33"/>
                    <a:pt x="146" y="32"/>
                  </a:cubicBezTo>
                  <a:cubicBezTo>
                    <a:pt x="145" y="31"/>
                    <a:pt x="144" y="30"/>
                    <a:pt x="143" y="31"/>
                  </a:cubicBezTo>
                  <a:cubicBezTo>
                    <a:pt x="142" y="31"/>
                    <a:pt x="142" y="34"/>
                    <a:pt x="142" y="36"/>
                  </a:cubicBezTo>
                  <a:cubicBezTo>
                    <a:pt x="142" y="38"/>
                    <a:pt x="143" y="38"/>
                    <a:pt x="140" y="37"/>
                  </a:cubicBezTo>
                  <a:cubicBezTo>
                    <a:pt x="137" y="35"/>
                    <a:pt x="144" y="36"/>
                    <a:pt x="137" y="33"/>
                  </a:cubicBezTo>
                  <a:cubicBezTo>
                    <a:pt x="130" y="31"/>
                    <a:pt x="128" y="31"/>
                    <a:pt x="127" y="32"/>
                  </a:cubicBezTo>
                  <a:cubicBezTo>
                    <a:pt x="126" y="33"/>
                    <a:pt x="125" y="33"/>
                    <a:pt x="124" y="34"/>
                  </a:cubicBezTo>
                  <a:cubicBezTo>
                    <a:pt x="123" y="35"/>
                    <a:pt x="126" y="36"/>
                    <a:pt x="123" y="35"/>
                  </a:cubicBezTo>
                  <a:cubicBezTo>
                    <a:pt x="120" y="33"/>
                    <a:pt x="118" y="35"/>
                    <a:pt x="118" y="35"/>
                  </a:cubicBezTo>
                  <a:cubicBezTo>
                    <a:pt x="118" y="35"/>
                    <a:pt x="117" y="35"/>
                    <a:pt x="116" y="36"/>
                  </a:cubicBezTo>
                  <a:cubicBezTo>
                    <a:pt x="114" y="37"/>
                    <a:pt x="112" y="38"/>
                    <a:pt x="111" y="37"/>
                  </a:cubicBezTo>
                  <a:cubicBezTo>
                    <a:pt x="109" y="37"/>
                    <a:pt x="106" y="38"/>
                    <a:pt x="109" y="34"/>
                  </a:cubicBezTo>
                  <a:cubicBezTo>
                    <a:pt x="111" y="31"/>
                    <a:pt x="109" y="33"/>
                    <a:pt x="113" y="31"/>
                  </a:cubicBezTo>
                  <a:cubicBezTo>
                    <a:pt x="117" y="30"/>
                    <a:pt x="123" y="29"/>
                    <a:pt x="118" y="28"/>
                  </a:cubicBezTo>
                  <a:cubicBezTo>
                    <a:pt x="113" y="27"/>
                    <a:pt x="121" y="27"/>
                    <a:pt x="114" y="24"/>
                  </a:cubicBezTo>
                  <a:cubicBezTo>
                    <a:pt x="107" y="21"/>
                    <a:pt x="107" y="25"/>
                    <a:pt x="107" y="21"/>
                  </a:cubicBezTo>
                  <a:cubicBezTo>
                    <a:pt x="108" y="16"/>
                    <a:pt x="107" y="16"/>
                    <a:pt x="106" y="16"/>
                  </a:cubicBezTo>
                  <a:cubicBezTo>
                    <a:pt x="104" y="16"/>
                    <a:pt x="100" y="17"/>
                    <a:pt x="98" y="18"/>
                  </a:cubicBezTo>
                  <a:cubicBezTo>
                    <a:pt x="97" y="18"/>
                    <a:pt x="99" y="19"/>
                    <a:pt x="96" y="17"/>
                  </a:cubicBezTo>
                  <a:cubicBezTo>
                    <a:pt x="92" y="15"/>
                    <a:pt x="91" y="18"/>
                    <a:pt x="92" y="15"/>
                  </a:cubicBezTo>
                  <a:cubicBezTo>
                    <a:pt x="94" y="13"/>
                    <a:pt x="94" y="12"/>
                    <a:pt x="96" y="11"/>
                  </a:cubicBezTo>
                  <a:cubicBezTo>
                    <a:pt x="98" y="9"/>
                    <a:pt x="97" y="3"/>
                    <a:pt x="102" y="5"/>
                  </a:cubicBezTo>
                  <a:cubicBezTo>
                    <a:pt x="106" y="8"/>
                    <a:pt x="105" y="7"/>
                    <a:pt x="108" y="7"/>
                  </a:cubicBezTo>
                  <a:cubicBezTo>
                    <a:pt x="112" y="7"/>
                    <a:pt x="114" y="7"/>
                    <a:pt x="114" y="6"/>
                  </a:cubicBezTo>
                  <a:cubicBezTo>
                    <a:pt x="114" y="5"/>
                    <a:pt x="109" y="3"/>
                    <a:pt x="109" y="3"/>
                  </a:cubicBezTo>
                  <a:cubicBezTo>
                    <a:pt x="109" y="3"/>
                    <a:pt x="108" y="4"/>
                    <a:pt x="109" y="3"/>
                  </a:cubicBezTo>
                  <a:cubicBezTo>
                    <a:pt x="109" y="2"/>
                    <a:pt x="110" y="1"/>
                    <a:pt x="110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96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62" name="Freeform 36"/>
            <p:cNvSpPr/>
            <p:nvPr/>
          </p:nvSpPr>
          <p:spPr bwMode="auto">
            <a:xfrm>
              <a:off x="8729663" y="4613275"/>
              <a:ext cx="141288" cy="168275"/>
            </a:xfrm>
            <a:custGeom>
              <a:avLst/>
              <a:gdLst>
                <a:gd name="T0" fmla="*/ 45 w 65"/>
                <a:gd name="T1" fmla="*/ 5 h 77"/>
                <a:gd name="T2" fmla="*/ 45 w 65"/>
                <a:gd name="T3" fmla="*/ 28 h 77"/>
                <a:gd name="T4" fmla="*/ 25 w 65"/>
                <a:gd name="T5" fmla="*/ 45 h 77"/>
                <a:gd name="T6" fmla="*/ 1 w 65"/>
                <a:gd name="T7" fmla="*/ 64 h 77"/>
                <a:gd name="T8" fmla="*/ 65 w 65"/>
                <a:gd name="T9" fmla="*/ 77 h 77"/>
                <a:gd name="T10" fmla="*/ 65 w 65"/>
                <a:gd name="T11" fmla="*/ 0 h 77"/>
                <a:gd name="T12" fmla="*/ 45 w 65"/>
                <a:gd name="T13" fmla="*/ 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7">
                  <a:moveTo>
                    <a:pt x="45" y="5"/>
                  </a:moveTo>
                  <a:cubicBezTo>
                    <a:pt x="45" y="28"/>
                    <a:pt x="45" y="28"/>
                    <a:pt x="45" y="28"/>
                  </a:cubicBezTo>
                  <a:cubicBezTo>
                    <a:pt x="45" y="28"/>
                    <a:pt x="39" y="40"/>
                    <a:pt x="25" y="45"/>
                  </a:cubicBezTo>
                  <a:cubicBezTo>
                    <a:pt x="12" y="49"/>
                    <a:pt x="0" y="56"/>
                    <a:pt x="1" y="64"/>
                  </a:cubicBezTo>
                  <a:cubicBezTo>
                    <a:pt x="2" y="71"/>
                    <a:pt x="18" y="77"/>
                    <a:pt x="65" y="77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4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63" name="Freeform 37"/>
            <p:cNvSpPr/>
            <p:nvPr/>
          </p:nvSpPr>
          <p:spPr bwMode="auto">
            <a:xfrm>
              <a:off x="8855075" y="4613275"/>
              <a:ext cx="134938" cy="168275"/>
            </a:xfrm>
            <a:custGeom>
              <a:avLst/>
              <a:gdLst>
                <a:gd name="T0" fmla="*/ 14 w 62"/>
                <a:gd name="T1" fmla="*/ 5 h 77"/>
                <a:gd name="T2" fmla="*/ 14 w 62"/>
                <a:gd name="T3" fmla="*/ 28 h 77"/>
                <a:gd name="T4" fmla="*/ 32 w 62"/>
                <a:gd name="T5" fmla="*/ 45 h 77"/>
                <a:gd name="T6" fmla="*/ 61 w 62"/>
                <a:gd name="T7" fmla="*/ 64 h 77"/>
                <a:gd name="T8" fmla="*/ 0 w 62"/>
                <a:gd name="T9" fmla="*/ 77 h 77"/>
                <a:gd name="T10" fmla="*/ 0 w 62"/>
                <a:gd name="T11" fmla="*/ 0 h 77"/>
                <a:gd name="T12" fmla="*/ 14 w 62"/>
                <a:gd name="T13" fmla="*/ 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77">
                  <a:moveTo>
                    <a:pt x="14" y="5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14" y="28"/>
                    <a:pt x="19" y="40"/>
                    <a:pt x="32" y="45"/>
                  </a:cubicBezTo>
                  <a:cubicBezTo>
                    <a:pt x="46" y="49"/>
                    <a:pt x="62" y="56"/>
                    <a:pt x="61" y="64"/>
                  </a:cubicBezTo>
                  <a:cubicBezTo>
                    <a:pt x="60" y="71"/>
                    <a:pt x="34" y="77"/>
                    <a:pt x="0" y="7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64" name="Freeform 38"/>
            <p:cNvSpPr/>
            <p:nvPr/>
          </p:nvSpPr>
          <p:spPr bwMode="auto">
            <a:xfrm>
              <a:off x="8618538" y="4127500"/>
              <a:ext cx="500063" cy="503238"/>
            </a:xfrm>
            <a:custGeom>
              <a:avLst/>
              <a:gdLst>
                <a:gd name="T0" fmla="*/ 169 w 230"/>
                <a:gd name="T1" fmla="*/ 12 h 231"/>
                <a:gd name="T2" fmla="*/ 215 w 230"/>
                <a:gd name="T3" fmla="*/ 103 h 231"/>
                <a:gd name="T4" fmla="*/ 102 w 230"/>
                <a:gd name="T5" fmla="*/ 216 h 231"/>
                <a:gd name="T6" fmla="*/ 12 w 230"/>
                <a:gd name="T7" fmla="*/ 171 h 231"/>
                <a:gd name="T8" fmla="*/ 0 w 230"/>
                <a:gd name="T9" fmla="*/ 181 h 231"/>
                <a:gd name="T10" fmla="*/ 102 w 230"/>
                <a:gd name="T11" fmla="*/ 231 h 231"/>
                <a:gd name="T12" fmla="*/ 230 w 230"/>
                <a:gd name="T13" fmla="*/ 103 h 231"/>
                <a:gd name="T14" fmla="*/ 178 w 230"/>
                <a:gd name="T15" fmla="*/ 0 h 231"/>
                <a:gd name="T16" fmla="*/ 169 w 230"/>
                <a:gd name="T17" fmla="*/ 1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0" h="231">
                  <a:moveTo>
                    <a:pt x="169" y="12"/>
                  </a:moveTo>
                  <a:cubicBezTo>
                    <a:pt x="197" y="32"/>
                    <a:pt x="215" y="65"/>
                    <a:pt x="215" y="103"/>
                  </a:cubicBezTo>
                  <a:cubicBezTo>
                    <a:pt x="215" y="165"/>
                    <a:pt x="165" y="216"/>
                    <a:pt x="102" y="216"/>
                  </a:cubicBezTo>
                  <a:cubicBezTo>
                    <a:pt x="65" y="216"/>
                    <a:pt x="33" y="198"/>
                    <a:pt x="12" y="17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24" y="211"/>
                    <a:pt x="61" y="231"/>
                    <a:pt x="102" y="231"/>
                  </a:cubicBezTo>
                  <a:cubicBezTo>
                    <a:pt x="173" y="231"/>
                    <a:pt x="230" y="174"/>
                    <a:pt x="230" y="103"/>
                  </a:cubicBezTo>
                  <a:cubicBezTo>
                    <a:pt x="230" y="61"/>
                    <a:pt x="210" y="23"/>
                    <a:pt x="178" y="0"/>
                  </a:cubicBezTo>
                  <a:lnTo>
                    <a:pt x="16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65" name="Freeform 39"/>
            <p:cNvSpPr>
              <a:spLocks noEditPoints="1"/>
            </p:cNvSpPr>
            <p:nvPr/>
          </p:nvSpPr>
          <p:spPr bwMode="auto">
            <a:xfrm>
              <a:off x="8621713" y="4137025"/>
              <a:ext cx="442913" cy="441325"/>
            </a:xfrm>
            <a:custGeom>
              <a:avLst/>
              <a:gdLst>
                <a:gd name="T0" fmla="*/ 102 w 203"/>
                <a:gd name="T1" fmla="*/ 203 h 203"/>
                <a:gd name="T2" fmla="*/ 203 w 203"/>
                <a:gd name="T3" fmla="*/ 101 h 203"/>
                <a:gd name="T4" fmla="*/ 102 w 203"/>
                <a:gd name="T5" fmla="*/ 0 h 203"/>
                <a:gd name="T6" fmla="*/ 102 w 203"/>
                <a:gd name="T7" fmla="*/ 5 h 203"/>
                <a:gd name="T8" fmla="*/ 198 w 203"/>
                <a:gd name="T9" fmla="*/ 101 h 203"/>
                <a:gd name="T10" fmla="*/ 102 w 203"/>
                <a:gd name="T11" fmla="*/ 198 h 203"/>
                <a:gd name="T12" fmla="*/ 102 w 203"/>
                <a:gd name="T13" fmla="*/ 203 h 203"/>
                <a:gd name="T14" fmla="*/ 102 w 203"/>
                <a:gd name="T15" fmla="*/ 0 h 203"/>
                <a:gd name="T16" fmla="*/ 0 w 203"/>
                <a:gd name="T17" fmla="*/ 101 h 203"/>
                <a:gd name="T18" fmla="*/ 102 w 203"/>
                <a:gd name="T19" fmla="*/ 203 h 203"/>
                <a:gd name="T20" fmla="*/ 102 w 203"/>
                <a:gd name="T21" fmla="*/ 203 h 203"/>
                <a:gd name="T22" fmla="*/ 102 w 203"/>
                <a:gd name="T23" fmla="*/ 198 h 203"/>
                <a:gd name="T24" fmla="*/ 102 w 203"/>
                <a:gd name="T25" fmla="*/ 198 h 203"/>
                <a:gd name="T26" fmla="*/ 102 w 203"/>
                <a:gd name="T27" fmla="*/ 198 h 203"/>
                <a:gd name="T28" fmla="*/ 5 w 203"/>
                <a:gd name="T29" fmla="*/ 101 h 203"/>
                <a:gd name="T30" fmla="*/ 102 w 203"/>
                <a:gd name="T31" fmla="*/ 5 h 203"/>
                <a:gd name="T32" fmla="*/ 102 w 203"/>
                <a:gd name="T33" fmla="*/ 5 h 203"/>
                <a:gd name="T34" fmla="*/ 102 w 203"/>
                <a:gd name="T3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3" h="203">
                  <a:moveTo>
                    <a:pt x="102" y="203"/>
                  </a:moveTo>
                  <a:cubicBezTo>
                    <a:pt x="158" y="203"/>
                    <a:pt x="203" y="157"/>
                    <a:pt x="203" y="101"/>
                  </a:cubicBezTo>
                  <a:cubicBezTo>
                    <a:pt x="203" y="45"/>
                    <a:pt x="158" y="0"/>
                    <a:pt x="102" y="0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55" y="5"/>
                    <a:pt x="198" y="48"/>
                    <a:pt x="198" y="101"/>
                  </a:cubicBezTo>
                  <a:cubicBezTo>
                    <a:pt x="198" y="155"/>
                    <a:pt x="155" y="198"/>
                    <a:pt x="102" y="198"/>
                  </a:cubicBezTo>
                  <a:lnTo>
                    <a:pt x="102" y="203"/>
                  </a:ln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48" y="198"/>
                    <a:pt x="5" y="155"/>
                    <a:pt x="5" y="101"/>
                  </a:cubicBezTo>
                  <a:cubicBezTo>
                    <a:pt x="5" y="48"/>
                    <a:pt x="48" y="5"/>
                    <a:pt x="102" y="5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0"/>
                    <a:pt x="102" y="0"/>
                    <a:pt x="10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66" name="Freeform 40"/>
            <p:cNvSpPr/>
            <p:nvPr/>
          </p:nvSpPr>
          <p:spPr bwMode="auto">
            <a:xfrm>
              <a:off x="8610600" y="4144963"/>
              <a:ext cx="496888" cy="433388"/>
            </a:xfrm>
            <a:custGeom>
              <a:avLst/>
              <a:gdLst>
                <a:gd name="T0" fmla="*/ 65 w 228"/>
                <a:gd name="T1" fmla="*/ 15 h 199"/>
                <a:gd name="T2" fmla="*/ 61 w 228"/>
                <a:gd name="T3" fmla="*/ 23 h 199"/>
                <a:gd name="T4" fmla="*/ 57 w 228"/>
                <a:gd name="T5" fmla="*/ 29 h 199"/>
                <a:gd name="T6" fmla="*/ 54 w 228"/>
                <a:gd name="T7" fmla="*/ 26 h 199"/>
                <a:gd name="T8" fmla="*/ 52 w 228"/>
                <a:gd name="T9" fmla="*/ 32 h 199"/>
                <a:gd name="T10" fmla="*/ 42 w 228"/>
                <a:gd name="T11" fmla="*/ 34 h 199"/>
                <a:gd name="T12" fmla="*/ 36 w 228"/>
                <a:gd name="T13" fmla="*/ 41 h 199"/>
                <a:gd name="T14" fmla="*/ 27 w 228"/>
                <a:gd name="T15" fmla="*/ 53 h 199"/>
                <a:gd name="T16" fmla="*/ 21 w 228"/>
                <a:gd name="T17" fmla="*/ 61 h 199"/>
                <a:gd name="T18" fmla="*/ 27 w 228"/>
                <a:gd name="T19" fmla="*/ 67 h 199"/>
                <a:gd name="T20" fmla="*/ 27 w 228"/>
                <a:gd name="T21" fmla="*/ 70 h 199"/>
                <a:gd name="T22" fmla="*/ 22 w 228"/>
                <a:gd name="T23" fmla="*/ 65 h 199"/>
                <a:gd name="T24" fmla="*/ 18 w 228"/>
                <a:gd name="T25" fmla="*/ 60 h 199"/>
                <a:gd name="T26" fmla="*/ 16 w 228"/>
                <a:gd name="T27" fmla="*/ 69 h 199"/>
                <a:gd name="T28" fmla="*/ 17 w 228"/>
                <a:gd name="T29" fmla="*/ 83 h 199"/>
                <a:gd name="T30" fmla="*/ 24 w 228"/>
                <a:gd name="T31" fmla="*/ 80 h 199"/>
                <a:gd name="T32" fmla="*/ 32 w 228"/>
                <a:gd name="T33" fmla="*/ 88 h 199"/>
                <a:gd name="T34" fmla="*/ 41 w 228"/>
                <a:gd name="T35" fmla="*/ 98 h 199"/>
                <a:gd name="T36" fmla="*/ 50 w 228"/>
                <a:gd name="T37" fmla="*/ 105 h 199"/>
                <a:gd name="T38" fmla="*/ 61 w 228"/>
                <a:gd name="T39" fmla="*/ 117 h 199"/>
                <a:gd name="T40" fmla="*/ 58 w 228"/>
                <a:gd name="T41" fmla="*/ 134 h 199"/>
                <a:gd name="T42" fmla="*/ 49 w 228"/>
                <a:gd name="T43" fmla="*/ 155 h 199"/>
                <a:gd name="T44" fmla="*/ 52 w 228"/>
                <a:gd name="T45" fmla="*/ 170 h 199"/>
                <a:gd name="T46" fmla="*/ 46 w 228"/>
                <a:gd name="T47" fmla="*/ 171 h 199"/>
                <a:gd name="T48" fmla="*/ 32 w 228"/>
                <a:gd name="T49" fmla="*/ 148 h 199"/>
                <a:gd name="T50" fmla="*/ 16 w 228"/>
                <a:gd name="T51" fmla="*/ 113 h 199"/>
                <a:gd name="T52" fmla="*/ 11 w 228"/>
                <a:gd name="T53" fmla="*/ 87 h 199"/>
                <a:gd name="T54" fmla="*/ 73 w 228"/>
                <a:gd name="T55" fmla="*/ 183 h 199"/>
                <a:gd name="T56" fmla="*/ 89 w 228"/>
                <a:gd name="T57" fmla="*/ 181 h 199"/>
                <a:gd name="T58" fmla="*/ 110 w 228"/>
                <a:gd name="T59" fmla="*/ 178 h 199"/>
                <a:gd name="T60" fmla="*/ 108 w 228"/>
                <a:gd name="T61" fmla="*/ 187 h 199"/>
                <a:gd name="T62" fmla="*/ 121 w 228"/>
                <a:gd name="T63" fmla="*/ 186 h 199"/>
                <a:gd name="T64" fmla="*/ 139 w 228"/>
                <a:gd name="T65" fmla="*/ 184 h 199"/>
                <a:gd name="T66" fmla="*/ 137 w 228"/>
                <a:gd name="T67" fmla="*/ 3 h 199"/>
                <a:gd name="T68" fmla="*/ 197 w 228"/>
                <a:gd name="T69" fmla="*/ 64 h 199"/>
                <a:gd name="T70" fmla="*/ 189 w 228"/>
                <a:gd name="T71" fmla="*/ 58 h 199"/>
                <a:gd name="T72" fmla="*/ 181 w 228"/>
                <a:gd name="T73" fmla="*/ 74 h 199"/>
                <a:gd name="T74" fmla="*/ 170 w 228"/>
                <a:gd name="T75" fmla="*/ 59 h 199"/>
                <a:gd name="T76" fmla="*/ 174 w 228"/>
                <a:gd name="T77" fmla="*/ 75 h 199"/>
                <a:gd name="T78" fmla="*/ 186 w 228"/>
                <a:gd name="T79" fmla="*/ 79 h 199"/>
                <a:gd name="T80" fmla="*/ 181 w 228"/>
                <a:gd name="T81" fmla="*/ 100 h 199"/>
                <a:gd name="T82" fmla="*/ 175 w 228"/>
                <a:gd name="T83" fmla="*/ 122 h 199"/>
                <a:gd name="T84" fmla="*/ 168 w 228"/>
                <a:gd name="T85" fmla="*/ 137 h 199"/>
                <a:gd name="T86" fmla="*/ 147 w 228"/>
                <a:gd name="T87" fmla="*/ 154 h 199"/>
                <a:gd name="T88" fmla="*/ 141 w 228"/>
                <a:gd name="T89" fmla="*/ 139 h 199"/>
                <a:gd name="T90" fmla="*/ 142 w 228"/>
                <a:gd name="T91" fmla="*/ 121 h 199"/>
                <a:gd name="T92" fmla="*/ 135 w 228"/>
                <a:gd name="T93" fmla="*/ 101 h 199"/>
                <a:gd name="T94" fmla="*/ 125 w 228"/>
                <a:gd name="T95" fmla="*/ 89 h 199"/>
                <a:gd name="T96" fmla="*/ 99 w 228"/>
                <a:gd name="T97" fmla="*/ 90 h 199"/>
                <a:gd name="T98" fmla="*/ 89 w 228"/>
                <a:gd name="T99" fmla="*/ 76 h 199"/>
                <a:gd name="T100" fmla="*/ 100 w 228"/>
                <a:gd name="T101" fmla="*/ 49 h 199"/>
                <a:gd name="T102" fmla="*/ 119 w 228"/>
                <a:gd name="T103" fmla="*/ 41 h 199"/>
                <a:gd name="T104" fmla="*/ 130 w 228"/>
                <a:gd name="T105" fmla="*/ 46 h 199"/>
                <a:gd name="T106" fmla="*/ 146 w 228"/>
                <a:gd name="T107" fmla="*/ 46 h 199"/>
                <a:gd name="T108" fmla="*/ 162 w 228"/>
                <a:gd name="T109" fmla="*/ 44 h 199"/>
                <a:gd name="T110" fmla="*/ 147 w 228"/>
                <a:gd name="T111" fmla="*/ 37 h 199"/>
                <a:gd name="T112" fmla="*/ 146 w 228"/>
                <a:gd name="T113" fmla="*/ 32 h 199"/>
                <a:gd name="T114" fmla="*/ 127 w 228"/>
                <a:gd name="T115" fmla="*/ 32 h 199"/>
                <a:gd name="T116" fmla="*/ 111 w 228"/>
                <a:gd name="T117" fmla="*/ 37 h 199"/>
                <a:gd name="T118" fmla="*/ 107 w 228"/>
                <a:gd name="T119" fmla="*/ 21 h 199"/>
                <a:gd name="T120" fmla="*/ 96 w 228"/>
                <a:gd name="T121" fmla="*/ 11 h 199"/>
                <a:gd name="T122" fmla="*/ 109 w 228"/>
                <a:gd name="T123" fmla="*/ 3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8" h="199">
                  <a:moveTo>
                    <a:pt x="92" y="0"/>
                  </a:moveTo>
                  <a:cubicBezTo>
                    <a:pt x="92" y="0"/>
                    <a:pt x="58" y="5"/>
                    <a:pt x="35" y="31"/>
                  </a:cubicBezTo>
                  <a:cubicBezTo>
                    <a:pt x="35" y="31"/>
                    <a:pt x="53" y="13"/>
                    <a:pt x="64" y="13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6" y="15"/>
                    <a:pt x="65" y="15"/>
                  </a:cubicBezTo>
                  <a:cubicBezTo>
                    <a:pt x="65" y="16"/>
                    <a:pt x="64" y="17"/>
                    <a:pt x="64" y="18"/>
                  </a:cubicBezTo>
                  <a:cubicBezTo>
                    <a:pt x="64" y="18"/>
                    <a:pt x="64" y="20"/>
                    <a:pt x="64" y="20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3" y="21"/>
                    <a:pt x="62" y="21"/>
                    <a:pt x="62" y="22"/>
                  </a:cubicBezTo>
                  <a:cubicBezTo>
                    <a:pt x="62" y="22"/>
                    <a:pt x="61" y="22"/>
                    <a:pt x="61" y="23"/>
                  </a:cubicBezTo>
                  <a:cubicBezTo>
                    <a:pt x="61" y="24"/>
                    <a:pt x="61" y="25"/>
                    <a:pt x="61" y="25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58" y="29"/>
                    <a:pt x="57" y="29"/>
                  </a:cubicBezTo>
                  <a:cubicBezTo>
                    <a:pt x="56" y="29"/>
                    <a:pt x="56" y="27"/>
                    <a:pt x="56" y="27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7" y="25"/>
                    <a:pt x="57" y="24"/>
                    <a:pt x="56" y="24"/>
                  </a:cubicBezTo>
                  <a:cubicBezTo>
                    <a:pt x="55" y="24"/>
                    <a:pt x="54" y="26"/>
                    <a:pt x="54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2" y="27"/>
                    <a:pt x="51" y="29"/>
                    <a:pt x="51" y="29"/>
                  </a:cubicBezTo>
                  <a:cubicBezTo>
                    <a:pt x="52" y="29"/>
                    <a:pt x="53" y="29"/>
                    <a:pt x="53" y="29"/>
                  </a:cubicBezTo>
                  <a:cubicBezTo>
                    <a:pt x="53" y="29"/>
                    <a:pt x="53" y="30"/>
                    <a:pt x="53" y="31"/>
                  </a:cubicBezTo>
                  <a:cubicBezTo>
                    <a:pt x="53" y="31"/>
                    <a:pt x="52" y="32"/>
                    <a:pt x="52" y="32"/>
                  </a:cubicBezTo>
                  <a:cubicBezTo>
                    <a:pt x="52" y="32"/>
                    <a:pt x="52" y="33"/>
                    <a:pt x="51" y="33"/>
                  </a:cubicBezTo>
                  <a:cubicBezTo>
                    <a:pt x="50" y="32"/>
                    <a:pt x="49" y="32"/>
                    <a:pt x="48" y="32"/>
                  </a:cubicBezTo>
                  <a:cubicBezTo>
                    <a:pt x="47" y="32"/>
                    <a:pt x="46" y="31"/>
                    <a:pt x="46" y="32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3"/>
                    <a:pt x="42" y="34"/>
                    <a:pt x="42" y="34"/>
                  </a:cubicBezTo>
                  <a:cubicBezTo>
                    <a:pt x="42" y="34"/>
                    <a:pt x="41" y="35"/>
                    <a:pt x="41" y="35"/>
                  </a:cubicBezTo>
                  <a:cubicBezTo>
                    <a:pt x="41" y="35"/>
                    <a:pt x="41" y="37"/>
                    <a:pt x="41" y="37"/>
                  </a:cubicBezTo>
                  <a:cubicBezTo>
                    <a:pt x="41" y="37"/>
                    <a:pt x="40" y="38"/>
                    <a:pt x="38" y="38"/>
                  </a:cubicBezTo>
                  <a:cubicBezTo>
                    <a:pt x="37" y="39"/>
                    <a:pt x="36" y="39"/>
                    <a:pt x="36" y="39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4" y="42"/>
                    <a:pt x="34" y="43"/>
                  </a:cubicBezTo>
                  <a:cubicBezTo>
                    <a:pt x="33" y="44"/>
                    <a:pt x="30" y="46"/>
                    <a:pt x="30" y="46"/>
                  </a:cubicBezTo>
                  <a:cubicBezTo>
                    <a:pt x="30" y="46"/>
                    <a:pt x="29" y="47"/>
                    <a:pt x="28" y="48"/>
                  </a:cubicBezTo>
                  <a:cubicBezTo>
                    <a:pt x="28" y="49"/>
                    <a:pt x="28" y="50"/>
                    <a:pt x="28" y="51"/>
                  </a:cubicBezTo>
                  <a:cubicBezTo>
                    <a:pt x="28" y="51"/>
                    <a:pt x="27" y="52"/>
                    <a:pt x="27" y="53"/>
                  </a:cubicBezTo>
                  <a:cubicBezTo>
                    <a:pt x="27" y="54"/>
                    <a:pt x="26" y="55"/>
                    <a:pt x="26" y="56"/>
                  </a:cubicBezTo>
                  <a:cubicBezTo>
                    <a:pt x="25" y="56"/>
                    <a:pt x="25" y="57"/>
                    <a:pt x="24" y="57"/>
                  </a:cubicBezTo>
                  <a:cubicBezTo>
                    <a:pt x="24" y="57"/>
                    <a:pt x="22" y="58"/>
                    <a:pt x="21" y="58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0"/>
                    <a:pt x="21" y="61"/>
                    <a:pt x="21" y="61"/>
                  </a:cubicBezTo>
                  <a:cubicBezTo>
                    <a:pt x="22" y="61"/>
                    <a:pt x="23" y="62"/>
                    <a:pt x="23" y="62"/>
                  </a:cubicBezTo>
                  <a:cubicBezTo>
                    <a:pt x="23" y="62"/>
                    <a:pt x="23" y="63"/>
                    <a:pt x="23" y="64"/>
                  </a:cubicBezTo>
                  <a:cubicBezTo>
                    <a:pt x="23" y="64"/>
                    <a:pt x="22" y="66"/>
                    <a:pt x="23" y="66"/>
                  </a:cubicBezTo>
                  <a:cubicBezTo>
                    <a:pt x="24" y="66"/>
                    <a:pt x="25" y="66"/>
                    <a:pt x="25" y="66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29" y="68"/>
                    <a:pt x="29" y="69"/>
                    <a:pt x="29" y="70"/>
                  </a:cubicBezTo>
                  <a:cubicBezTo>
                    <a:pt x="28" y="70"/>
                    <a:pt x="28" y="71"/>
                    <a:pt x="28" y="71"/>
                  </a:cubicBezTo>
                  <a:cubicBezTo>
                    <a:pt x="27" y="71"/>
                    <a:pt x="27" y="71"/>
                    <a:pt x="27" y="70"/>
                  </a:cubicBezTo>
                  <a:cubicBezTo>
                    <a:pt x="27" y="69"/>
                    <a:pt x="27" y="69"/>
                    <a:pt x="26" y="68"/>
                  </a:cubicBezTo>
                  <a:cubicBezTo>
                    <a:pt x="25" y="68"/>
                    <a:pt x="24" y="69"/>
                    <a:pt x="24" y="69"/>
                  </a:cubicBezTo>
                  <a:cubicBezTo>
                    <a:pt x="24" y="69"/>
                    <a:pt x="23" y="69"/>
                    <a:pt x="23" y="68"/>
                  </a:cubicBezTo>
                  <a:cubicBezTo>
                    <a:pt x="22" y="67"/>
                    <a:pt x="22" y="68"/>
                    <a:pt x="22" y="67"/>
                  </a:cubicBezTo>
                  <a:cubicBezTo>
                    <a:pt x="22" y="66"/>
                    <a:pt x="23" y="66"/>
                    <a:pt x="22" y="65"/>
                  </a:cubicBezTo>
                  <a:cubicBezTo>
                    <a:pt x="22" y="65"/>
                    <a:pt x="21" y="64"/>
                    <a:pt x="21" y="64"/>
                  </a:cubicBezTo>
                  <a:cubicBezTo>
                    <a:pt x="20" y="64"/>
                    <a:pt x="21" y="65"/>
                    <a:pt x="20" y="64"/>
                  </a:cubicBezTo>
                  <a:cubicBezTo>
                    <a:pt x="20" y="63"/>
                    <a:pt x="19" y="63"/>
                    <a:pt x="19" y="63"/>
                  </a:cubicBezTo>
                  <a:cubicBezTo>
                    <a:pt x="19" y="63"/>
                    <a:pt x="18" y="63"/>
                    <a:pt x="18" y="62"/>
                  </a:cubicBezTo>
                  <a:cubicBezTo>
                    <a:pt x="18" y="62"/>
                    <a:pt x="18" y="61"/>
                    <a:pt x="18" y="60"/>
                  </a:cubicBezTo>
                  <a:cubicBezTo>
                    <a:pt x="18" y="60"/>
                    <a:pt x="19" y="59"/>
                    <a:pt x="19" y="58"/>
                  </a:cubicBezTo>
                  <a:cubicBezTo>
                    <a:pt x="19" y="58"/>
                    <a:pt x="19" y="55"/>
                    <a:pt x="19" y="55"/>
                  </a:cubicBezTo>
                  <a:cubicBezTo>
                    <a:pt x="19" y="55"/>
                    <a:pt x="16" y="61"/>
                    <a:pt x="15" y="66"/>
                  </a:cubicBezTo>
                  <a:cubicBezTo>
                    <a:pt x="15" y="66"/>
                    <a:pt x="16" y="65"/>
                    <a:pt x="16" y="66"/>
                  </a:cubicBezTo>
                  <a:cubicBezTo>
                    <a:pt x="16" y="67"/>
                    <a:pt x="17" y="68"/>
                    <a:pt x="16" y="69"/>
                  </a:cubicBezTo>
                  <a:cubicBezTo>
                    <a:pt x="16" y="69"/>
                    <a:pt x="16" y="69"/>
                    <a:pt x="16" y="72"/>
                  </a:cubicBezTo>
                  <a:cubicBezTo>
                    <a:pt x="16" y="74"/>
                    <a:pt x="17" y="75"/>
                    <a:pt x="17" y="76"/>
                  </a:cubicBezTo>
                  <a:cubicBezTo>
                    <a:pt x="16" y="76"/>
                    <a:pt x="16" y="77"/>
                    <a:pt x="16" y="78"/>
                  </a:cubicBezTo>
                  <a:cubicBezTo>
                    <a:pt x="16" y="79"/>
                    <a:pt x="16" y="82"/>
                    <a:pt x="17" y="82"/>
                  </a:cubicBezTo>
                  <a:cubicBezTo>
                    <a:pt x="17" y="82"/>
                    <a:pt x="17" y="83"/>
                    <a:pt x="17" y="83"/>
                  </a:cubicBezTo>
                  <a:cubicBezTo>
                    <a:pt x="18" y="84"/>
                    <a:pt x="17" y="85"/>
                    <a:pt x="18" y="84"/>
                  </a:cubicBezTo>
                  <a:cubicBezTo>
                    <a:pt x="19" y="82"/>
                    <a:pt x="20" y="81"/>
                    <a:pt x="20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0" y="80"/>
                    <a:pt x="20" y="79"/>
                    <a:pt x="22" y="79"/>
                  </a:cubicBezTo>
                  <a:cubicBezTo>
                    <a:pt x="23" y="79"/>
                    <a:pt x="24" y="79"/>
                    <a:pt x="24" y="80"/>
                  </a:cubicBezTo>
                  <a:cubicBezTo>
                    <a:pt x="25" y="80"/>
                    <a:pt x="23" y="82"/>
                    <a:pt x="24" y="82"/>
                  </a:cubicBezTo>
                  <a:cubicBezTo>
                    <a:pt x="25" y="82"/>
                    <a:pt x="27" y="81"/>
                    <a:pt x="28" y="81"/>
                  </a:cubicBezTo>
                  <a:cubicBezTo>
                    <a:pt x="29" y="81"/>
                    <a:pt x="29" y="82"/>
                    <a:pt x="30" y="83"/>
                  </a:cubicBezTo>
                  <a:cubicBezTo>
                    <a:pt x="30" y="84"/>
                    <a:pt x="30" y="85"/>
                    <a:pt x="31" y="86"/>
                  </a:cubicBezTo>
                  <a:cubicBezTo>
                    <a:pt x="32" y="86"/>
                    <a:pt x="31" y="87"/>
                    <a:pt x="32" y="88"/>
                  </a:cubicBezTo>
                  <a:cubicBezTo>
                    <a:pt x="32" y="89"/>
                    <a:pt x="34" y="90"/>
                    <a:pt x="35" y="90"/>
                  </a:cubicBezTo>
                  <a:cubicBezTo>
                    <a:pt x="35" y="90"/>
                    <a:pt x="37" y="90"/>
                    <a:pt x="38" y="90"/>
                  </a:cubicBezTo>
                  <a:cubicBezTo>
                    <a:pt x="39" y="91"/>
                    <a:pt x="38" y="92"/>
                    <a:pt x="39" y="92"/>
                  </a:cubicBezTo>
                  <a:cubicBezTo>
                    <a:pt x="40" y="92"/>
                    <a:pt x="41" y="95"/>
                    <a:pt x="41" y="95"/>
                  </a:cubicBezTo>
                  <a:cubicBezTo>
                    <a:pt x="41" y="95"/>
                    <a:pt x="41" y="97"/>
                    <a:pt x="41" y="98"/>
                  </a:cubicBezTo>
                  <a:cubicBezTo>
                    <a:pt x="41" y="98"/>
                    <a:pt x="41" y="99"/>
                    <a:pt x="42" y="100"/>
                  </a:cubicBezTo>
                  <a:cubicBezTo>
                    <a:pt x="42" y="100"/>
                    <a:pt x="44" y="100"/>
                    <a:pt x="44" y="100"/>
                  </a:cubicBezTo>
                  <a:cubicBezTo>
                    <a:pt x="44" y="100"/>
                    <a:pt x="43" y="102"/>
                    <a:pt x="45" y="102"/>
                  </a:cubicBezTo>
                  <a:cubicBezTo>
                    <a:pt x="47" y="103"/>
                    <a:pt x="48" y="103"/>
                    <a:pt x="49" y="104"/>
                  </a:cubicBezTo>
                  <a:cubicBezTo>
                    <a:pt x="49" y="104"/>
                    <a:pt x="48" y="105"/>
                    <a:pt x="50" y="105"/>
                  </a:cubicBezTo>
                  <a:cubicBezTo>
                    <a:pt x="52" y="105"/>
                    <a:pt x="54" y="105"/>
                    <a:pt x="55" y="106"/>
                  </a:cubicBezTo>
                  <a:cubicBezTo>
                    <a:pt x="56" y="106"/>
                    <a:pt x="55" y="107"/>
                    <a:pt x="57" y="109"/>
                  </a:cubicBezTo>
                  <a:cubicBezTo>
                    <a:pt x="60" y="110"/>
                    <a:pt x="60" y="111"/>
                    <a:pt x="61" y="111"/>
                  </a:cubicBezTo>
                  <a:cubicBezTo>
                    <a:pt x="62" y="111"/>
                    <a:pt x="63" y="111"/>
                    <a:pt x="63" y="113"/>
                  </a:cubicBezTo>
                  <a:cubicBezTo>
                    <a:pt x="62" y="115"/>
                    <a:pt x="62" y="116"/>
                    <a:pt x="61" y="117"/>
                  </a:cubicBezTo>
                  <a:cubicBezTo>
                    <a:pt x="60" y="118"/>
                    <a:pt x="59" y="120"/>
                    <a:pt x="58" y="121"/>
                  </a:cubicBezTo>
                  <a:cubicBezTo>
                    <a:pt x="58" y="122"/>
                    <a:pt x="57" y="123"/>
                    <a:pt x="58" y="124"/>
                  </a:cubicBezTo>
                  <a:cubicBezTo>
                    <a:pt x="58" y="126"/>
                    <a:pt x="59" y="127"/>
                    <a:pt x="59" y="128"/>
                  </a:cubicBezTo>
                  <a:cubicBezTo>
                    <a:pt x="59" y="129"/>
                    <a:pt x="59" y="131"/>
                    <a:pt x="59" y="132"/>
                  </a:cubicBezTo>
                  <a:cubicBezTo>
                    <a:pt x="58" y="133"/>
                    <a:pt x="58" y="134"/>
                    <a:pt x="58" y="134"/>
                  </a:cubicBezTo>
                  <a:cubicBezTo>
                    <a:pt x="58" y="134"/>
                    <a:pt x="59" y="136"/>
                    <a:pt x="58" y="137"/>
                  </a:cubicBezTo>
                  <a:cubicBezTo>
                    <a:pt x="57" y="138"/>
                    <a:pt x="55" y="140"/>
                    <a:pt x="54" y="140"/>
                  </a:cubicBezTo>
                  <a:cubicBezTo>
                    <a:pt x="53" y="140"/>
                    <a:pt x="51" y="142"/>
                    <a:pt x="51" y="142"/>
                  </a:cubicBezTo>
                  <a:cubicBezTo>
                    <a:pt x="51" y="142"/>
                    <a:pt x="51" y="146"/>
                    <a:pt x="51" y="147"/>
                  </a:cubicBezTo>
                  <a:cubicBezTo>
                    <a:pt x="51" y="147"/>
                    <a:pt x="47" y="154"/>
                    <a:pt x="49" y="155"/>
                  </a:cubicBezTo>
                  <a:cubicBezTo>
                    <a:pt x="50" y="156"/>
                    <a:pt x="50" y="158"/>
                    <a:pt x="50" y="159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48" y="161"/>
                    <a:pt x="46" y="161"/>
                    <a:pt x="47" y="163"/>
                  </a:cubicBezTo>
                  <a:cubicBezTo>
                    <a:pt x="49" y="165"/>
                    <a:pt x="50" y="165"/>
                    <a:pt x="50" y="167"/>
                  </a:cubicBezTo>
                  <a:cubicBezTo>
                    <a:pt x="51" y="168"/>
                    <a:pt x="51" y="168"/>
                    <a:pt x="52" y="170"/>
                  </a:cubicBezTo>
                  <a:cubicBezTo>
                    <a:pt x="53" y="171"/>
                    <a:pt x="53" y="172"/>
                    <a:pt x="54" y="173"/>
                  </a:cubicBezTo>
                  <a:cubicBezTo>
                    <a:pt x="55" y="174"/>
                    <a:pt x="56" y="175"/>
                    <a:pt x="56" y="176"/>
                  </a:cubicBezTo>
                  <a:cubicBezTo>
                    <a:pt x="56" y="177"/>
                    <a:pt x="59" y="179"/>
                    <a:pt x="56" y="177"/>
                  </a:cubicBezTo>
                  <a:cubicBezTo>
                    <a:pt x="53" y="175"/>
                    <a:pt x="56" y="177"/>
                    <a:pt x="52" y="174"/>
                  </a:cubicBezTo>
                  <a:cubicBezTo>
                    <a:pt x="49" y="171"/>
                    <a:pt x="48" y="173"/>
                    <a:pt x="46" y="171"/>
                  </a:cubicBezTo>
                  <a:cubicBezTo>
                    <a:pt x="45" y="169"/>
                    <a:pt x="47" y="175"/>
                    <a:pt x="44" y="168"/>
                  </a:cubicBezTo>
                  <a:cubicBezTo>
                    <a:pt x="41" y="160"/>
                    <a:pt x="40" y="161"/>
                    <a:pt x="39" y="159"/>
                  </a:cubicBezTo>
                  <a:cubicBezTo>
                    <a:pt x="39" y="157"/>
                    <a:pt x="39" y="159"/>
                    <a:pt x="37" y="155"/>
                  </a:cubicBezTo>
                  <a:cubicBezTo>
                    <a:pt x="35" y="151"/>
                    <a:pt x="37" y="154"/>
                    <a:pt x="35" y="151"/>
                  </a:cubicBezTo>
                  <a:cubicBezTo>
                    <a:pt x="33" y="149"/>
                    <a:pt x="33" y="152"/>
                    <a:pt x="32" y="148"/>
                  </a:cubicBezTo>
                  <a:cubicBezTo>
                    <a:pt x="31" y="143"/>
                    <a:pt x="31" y="146"/>
                    <a:pt x="30" y="141"/>
                  </a:cubicBezTo>
                  <a:cubicBezTo>
                    <a:pt x="28" y="136"/>
                    <a:pt x="31" y="136"/>
                    <a:pt x="28" y="133"/>
                  </a:cubicBezTo>
                  <a:cubicBezTo>
                    <a:pt x="25" y="131"/>
                    <a:pt x="25" y="132"/>
                    <a:pt x="24" y="131"/>
                  </a:cubicBezTo>
                  <a:cubicBezTo>
                    <a:pt x="23" y="129"/>
                    <a:pt x="25" y="130"/>
                    <a:pt x="22" y="126"/>
                  </a:cubicBezTo>
                  <a:cubicBezTo>
                    <a:pt x="20" y="122"/>
                    <a:pt x="16" y="120"/>
                    <a:pt x="16" y="113"/>
                  </a:cubicBezTo>
                  <a:cubicBezTo>
                    <a:pt x="16" y="105"/>
                    <a:pt x="16" y="104"/>
                    <a:pt x="16" y="104"/>
                  </a:cubicBezTo>
                  <a:cubicBezTo>
                    <a:pt x="16" y="104"/>
                    <a:pt x="13" y="101"/>
                    <a:pt x="14" y="97"/>
                  </a:cubicBezTo>
                  <a:cubicBezTo>
                    <a:pt x="15" y="92"/>
                    <a:pt x="16" y="94"/>
                    <a:pt x="15" y="92"/>
                  </a:cubicBezTo>
                  <a:cubicBezTo>
                    <a:pt x="15" y="91"/>
                    <a:pt x="14" y="91"/>
                    <a:pt x="13" y="89"/>
                  </a:cubicBezTo>
                  <a:cubicBezTo>
                    <a:pt x="12" y="88"/>
                    <a:pt x="12" y="88"/>
                    <a:pt x="11" y="87"/>
                  </a:cubicBezTo>
                  <a:cubicBezTo>
                    <a:pt x="11" y="86"/>
                    <a:pt x="11" y="83"/>
                    <a:pt x="11" y="83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10" y="84"/>
                    <a:pt x="0" y="182"/>
                    <a:pt x="97" y="197"/>
                  </a:cubicBezTo>
                  <a:cubicBezTo>
                    <a:pt x="97" y="197"/>
                    <a:pt x="75" y="192"/>
                    <a:pt x="73" y="187"/>
                  </a:cubicBezTo>
                  <a:cubicBezTo>
                    <a:pt x="73" y="187"/>
                    <a:pt x="72" y="183"/>
                    <a:pt x="73" y="183"/>
                  </a:cubicBezTo>
                  <a:cubicBezTo>
                    <a:pt x="74" y="183"/>
                    <a:pt x="76" y="184"/>
                    <a:pt x="77" y="183"/>
                  </a:cubicBezTo>
                  <a:cubicBezTo>
                    <a:pt x="79" y="181"/>
                    <a:pt x="80" y="180"/>
                    <a:pt x="80" y="180"/>
                  </a:cubicBezTo>
                  <a:cubicBezTo>
                    <a:pt x="80" y="182"/>
                    <a:pt x="80" y="182"/>
                    <a:pt x="80" y="182"/>
                  </a:cubicBezTo>
                  <a:cubicBezTo>
                    <a:pt x="80" y="182"/>
                    <a:pt x="79" y="182"/>
                    <a:pt x="83" y="181"/>
                  </a:cubicBezTo>
                  <a:cubicBezTo>
                    <a:pt x="88" y="181"/>
                    <a:pt x="88" y="181"/>
                    <a:pt x="89" y="181"/>
                  </a:cubicBezTo>
                  <a:cubicBezTo>
                    <a:pt x="91" y="180"/>
                    <a:pt x="93" y="176"/>
                    <a:pt x="94" y="178"/>
                  </a:cubicBezTo>
                  <a:cubicBezTo>
                    <a:pt x="95" y="181"/>
                    <a:pt x="93" y="180"/>
                    <a:pt x="95" y="181"/>
                  </a:cubicBezTo>
                  <a:cubicBezTo>
                    <a:pt x="97" y="181"/>
                    <a:pt x="101" y="180"/>
                    <a:pt x="101" y="180"/>
                  </a:cubicBezTo>
                  <a:cubicBezTo>
                    <a:pt x="101" y="180"/>
                    <a:pt x="108" y="181"/>
                    <a:pt x="108" y="180"/>
                  </a:cubicBezTo>
                  <a:cubicBezTo>
                    <a:pt x="109" y="179"/>
                    <a:pt x="109" y="178"/>
                    <a:pt x="110" y="178"/>
                  </a:cubicBezTo>
                  <a:cubicBezTo>
                    <a:pt x="111" y="178"/>
                    <a:pt x="112" y="180"/>
                    <a:pt x="112" y="180"/>
                  </a:cubicBezTo>
                  <a:cubicBezTo>
                    <a:pt x="108" y="182"/>
                    <a:pt x="108" y="182"/>
                    <a:pt x="108" y="182"/>
                  </a:cubicBezTo>
                  <a:cubicBezTo>
                    <a:pt x="105" y="185"/>
                    <a:pt x="105" y="185"/>
                    <a:pt x="105" y="185"/>
                  </a:cubicBezTo>
                  <a:cubicBezTo>
                    <a:pt x="105" y="185"/>
                    <a:pt x="103" y="185"/>
                    <a:pt x="105" y="186"/>
                  </a:cubicBezTo>
                  <a:cubicBezTo>
                    <a:pt x="106" y="187"/>
                    <a:pt x="107" y="187"/>
                    <a:pt x="108" y="187"/>
                  </a:cubicBezTo>
                  <a:cubicBezTo>
                    <a:pt x="110" y="187"/>
                    <a:pt x="114" y="190"/>
                    <a:pt x="115" y="188"/>
                  </a:cubicBezTo>
                  <a:cubicBezTo>
                    <a:pt x="116" y="186"/>
                    <a:pt x="116" y="186"/>
                    <a:pt x="117" y="185"/>
                  </a:cubicBezTo>
                  <a:cubicBezTo>
                    <a:pt x="117" y="184"/>
                    <a:pt x="117" y="182"/>
                    <a:pt x="119" y="182"/>
                  </a:cubicBezTo>
                  <a:cubicBezTo>
                    <a:pt x="120" y="182"/>
                    <a:pt x="122" y="183"/>
                    <a:pt x="122" y="183"/>
                  </a:cubicBezTo>
                  <a:cubicBezTo>
                    <a:pt x="121" y="186"/>
                    <a:pt x="121" y="186"/>
                    <a:pt x="121" y="186"/>
                  </a:cubicBezTo>
                  <a:cubicBezTo>
                    <a:pt x="121" y="186"/>
                    <a:pt x="123" y="186"/>
                    <a:pt x="125" y="186"/>
                  </a:cubicBezTo>
                  <a:cubicBezTo>
                    <a:pt x="126" y="186"/>
                    <a:pt x="126" y="188"/>
                    <a:pt x="128" y="186"/>
                  </a:cubicBezTo>
                  <a:cubicBezTo>
                    <a:pt x="129" y="184"/>
                    <a:pt x="129" y="184"/>
                    <a:pt x="131" y="184"/>
                  </a:cubicBezTo>
                  <a:cubicBezTo>
                    <a:pt x="133" y="184"/>
                    <a:pt x="135" y="183"/>
                    <a:pt x="136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39" y="184"/>
                    <a:pt x="143" y="186"/>
                    <a:pt x="143" y="186"/>
                  </a:cubicBezTo>
                  <a:cubicBezTo>
                    <a:pt x="144" y="185"/>
                    <a:pt x="148" y="186"/>
                    <a:pt x="148" y="186"/>
                  </a:cubicBezTo>
                  <a:cubicBezTo>
                    <a:pt x="148" y="186"/>
                    <a:pt x="137" y="196"/>
                    <a:pt x="113" y="197"/>
                  </a:cubicBezTo>
                  <a:cubicBezTo>
                    <a:pt x="113" y="197"/>
                    <a:pt x="167" y="199"/>
                    <a:pt x="197" y="146"/>
                  </a:cubicBezTo>
                  <a:cubicBezTo>
                    <a:pt x="228" y="94"/>
                    <a:pt x="206" y="26"/>
                    <a:pt x="137" y="3"/>
                  </a:cubicBezTo>
                  <a:cubicBezTo>
                    <a:pt x="137" y="3"/>
                    <a:pt x="189" y="22"/>
                    <a:pt x="203" y="71"/>
                  </a:cubicBezTo>
                  <a:cubicBezTo>
                    <a:pt x="202" y="72"/>
                    <a:pt x="202" y="72"/>
                    <a:pt x="202" y="72"/>
                  </a:cubicBezTo>
                  <a:cubicBezTo>
                    <a:pt x="201" y="71"/>
                    <a:pt x="201" y="72"/>
                    <a:pt x="200" y="69"/>
                  </a:cubicBezTo>
                  <a:cubicBezTo>
                    <a:pt x="199" y="67"/>
                    <a:pt x="199" y="68"/>
                    <a:pt x="199" y="66"/>
                  </a:cubicBezTo>
                  <a:cubicBezTo>
                    <a:pt x="198" y="64"/>
                    <a:pt x="198" y="65"/>
                    <a:pt x="197" y="64"/>
                  </a:cubicBezTo>
                  <a:cubicBezTo>
                    <a:pt x="195" y="62"/>
                    <a:pt x="195" y="62"/>
                    <a:pt x="194" y="61"/>
                  </a:cubicBezTo>
                  <a:cubicBezTo>
                    <a:pt x="193" y="61"/>
                    <a:pt x="192" y="58"/>
                    <a:pt x="192" y="57"/>
                  </a:cubicBezTo>
                  <a:cubicBezTo>
                    <a:pt x="191" y="56"/>
                    <a:pt x="189" y="55"/>
                    <a:pt x="188" y="55"/>
                  </a:cubicBezTo>
                  <a:cubicBezTo>
                    <a:pt x="187" y="55"/>
                    <a:pt x="188" y="54"/>
                    <a:pt x="187" y="55"/>
                  </a:cubicBezTo>
                  <a:cubicBezTo>
                    <a:pt x="187" y="56"/>
                    <a:pt x="189" y="58"/>
                    <a:pt x="189" y="58"/>
                  </a:cubicBezTo>
                  <a:cubicBezTo>
                    <a:pt x="189" y="62"/>
                    <a:pt x="189" y="62"/>
                    <a:pt x="189" y="62"/>
                  </a:cubicBezTo>
                  <a:cubicBezTo>
                    <a:pt x="189" y="62"/>
                    <a:pt x="190" y="65"/>
                    <a:pt x="190" y="66"/>
                  </a:cubicBezTo>
                  <a:cubicBezTo>
                    <a:pt x="190" y="67"/>
                    <a:pt x="189" y="70"/>
                    <a:pt x="189" y="70"/>
                  </a:cubicBezTo>
                  <a:cubicBezTo>
                    <a:pt x="189" y="70"/>
                    <a:pt x="188" y="72"/>
                    <a:pt x="187" y="73"/>
                  </a:cubicBezTo>
                  <a:cubicBezTo>
                    <a:pt x="186" y="73"/>
                    <a:pt x="181" y="74"/>
                    <a:pt x="181" y="74"/>
                  </a:cubicBezTo>
                  <a:cubicBezTo>
                    <a:pt x="181" y="74"/>
                    <a:pt x="179" y="72"/>
                    <a:pt x="179" y="71"/>
                  </a:cubicBezTo>
                  <a:cubicBezTo>
                    <a:pt x="178" y="69"/>
                    <a:pt x="175" y="69"/>
                    <a:pt x="174" y="68"/>
                  </a:cubicBezTo>
                  <a:cubicBezTo>
                    <a:pt x="174" y="67"/>
                    <a:pt x="175" y="66"/>
                    <a:pt x="173" y="64"/>
                  </a:cubicBezTo>
                  <a:cubicBezTo>
                    <a:pt x="172" y="62"/>
                    <a:pt x="173" y="63"/>
                    <a:pt x="172" y="61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70" y="59"/>
                    <a:pt x="166" y="58"/>
                    <a:pt x="167" y="60"/>
                  </a:cubicBezTo>
                  <a:cubicBezTo>
                    <a:pt x="168" y="63"/>
                    <a:pt x="167" y="65"/>
                    <a:pt x="168" y="65"/>
                  </a:cubicBezTo>
                  <a:cubicBezTo>
                    <a:pt x="169" y="66"/>
                    <a:pt x="170" y="65"/>
                    <a:pt x="171" y="67"/>
                  </a:cubicBezTo>
                  <a:cubicBezTo>
                    <a:pt x="172" y="69"/>
                    <a:pt x="172" y="70"/>
                    <a:pt x="172" y="71"/>
                  </a:cubicBezTo>
                  <a:cubicBezTo>
                    <a:pt x="173" y="71"/>
                    <a:pt x="173" y="74"/>
                    <a:pt x="174" y="75"/>
                  </a:cubicBezTo>
                  <a:cubicBezTo>
                    <a:pt x="175" y="75"/>
                    <a:pt x="178" y="75"/>
                    <a:pt x="178" y="76"/>
                  </a:cubicBezTo>
                  <a:cubicBezTo>
                    <a:pt x="177" y="77"/>
                    <a:pt x="176" y="78"/>
                    <a:pt x="178" y="79"/>
                  </a:cubicBezTo>
                  <a:cubicBezTo>
                    <a:pt x="179" y="79"/>
                    <a:pt x="179" y="80"/>
                    <a:pt x="180" y="80"/>
                  </a:cubicBezTo>
                  <a:cubicBezTo>
                    <a:pt x="181" y="80"/>
                    <a:pt x="181" y="80"/>
                    <a:pt x="182" y="79"/>
                  </a:cubicBezTo>
                  <a:cubicBezTo>
                    <a:pt x="184" y="79"/>
                    <a:pt x="186" y="79"/>
                    <a:pt x="186" y="79"/>
                  </a:cubicBezTo>
                  <a:cubicBezTo>
                    <a:pt x="186" y="79"/>
                    <a:pt x="188" y="80"/>
                    <a:pt x="188" y="81"/>
                  </a:cubicBezTo>
                  <a:cubicBezTo>
                    <a:pt x="188" y="82"/>
                    <a:pt x="187" y="86"/>
                    <a:pt x="187" y="86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85" y="90"/>
                    <a:pt x="185" y="97"/>
                    <a:pt x="184" y="97"/>
                  </a:cubicBezTo>
                  <a:cubicBezTo>
                    <a:pt x="183" y="97"/>
                    <a:pt x="182" y="100"/>
                    <a:pt x="181" y="100"/>
                  </a:cubicBezTo>
                  <a:cubicBezTo>
                    <a:pt x="180" y="101"/>
                    <a:pt x="180" y="105"/>
                    <a:pt x="180" y="105"/>
                  </a:cubicBezTo>
                  <a:cubicBezTo>
                    <a:pt x="178" y="108"/>
                    <a:pt x="178" y="108"/>
                    <a:pt x="178" y="108"/>
                  </a:cubicBezTo>
                  <a:cubicBezTo>
                    <a:pt x="178" y="108"/>
                    <a:pt x="178" y="111"/>
                    <a:pt x="178" y="112"/>
                  </a:cubicBezTo>
                  <a:cubicBezTo>
                    <a:pt x="178" y="113"/>
                    <a:pt x="179" y="117"/>
                    <a:pt x="178" y="119"/>
                  </a:cubicBezTo>
                  <a:cubicBezTo>
                    <a:pt x="178" y="121"/>
                    <a:pt x="175" y="122"/>
                    <a:pt x="175" y="122"/>
                  </a:cubicBezTo>
                  <a:cubicBezTo>
                    <a:pt x="175" y="122"/>
                    <a:pt x="179" y="126"/>
                    <a:pt x="177" y="126"/>
                  </a:cubicBezTo>
                  <a:cubicBezTo>
                    <a:pt x="175" y="127"/>
                    <a:pt x="173" y="129"/>
                    <a:pt x="173" y="130"/>
                  </a:cubicBezTo>
                  <a:cubicBezTo>
                    <a:pt x="172" y="131"/>
                    <a:pt x="172" y="132"/>
                    <a:pt x="171" y="132"/>
                  </a:cubicBezTo>
                  <a:cubicBezTo>
                    <a:pt x="170" y="133"/>
                    <a:pt x="168" y="133"/>
                    <a:pt x="168" y="134"/>
                  </a:cubicBezTo>
                  <a:cubicBezTo>
                    <a:pt x="168" y="134"/>
                    <a:pt x="168" y="137"/>
                    <a:pt x="168" y="137"/>
                  </a:cubicBezTo>
                  <a:cubicBezTo>
                    <a:pt x="164" y="142"/>
                    <a:pt x="164" y="142"/>
                    <a:pt x="164" y="142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9"/>
                    <a:pt x="159" y="149"/>
                  </a:cubicBezTo>
                  <a:cubicBezTo>
                    <a:pt x="158" y="149"/>
                    <a:pt x="153" y="151"/>
                    <a:pt x="152" y="152"/>
                  </a:cubicBezTo>
                  <a:cubicBezTo>
                    <a:pt x="152" y="152"/>
                    <a:pt x="148" y="154"/>
                    <a:pt x="147" y="154"/>
                  </a:cubicBezTo>
                  <a:cubicBezTo>
                    <a:pt x="146" y="154"/>
                    <a:pt x="148" y="157"/>
                    <a:pt x="146" y="154"/>
                  </a:cubicBezTo>
                  <a:cubicBezTo>
                    <a:pt x="144" y="151"/>
                    <a:pt x="145" y="153"/>
                    <a:pt x="144" y="149"/>
                  </a:cubicBezTo>
                  <a:cubicBezTo>
                    <a:pt x="142" y="145"/>
                    <a:pt x="142" y="148"/>
                    <a:pt x="142" y="145"/>
                  </a:cubicBezTo>
                  <a:cubicBezTo>
                    <a:pt x="142" y="143"/>
                    <a:pt x="142" y="145"/>
                    <a:pt x="142" y="143"/>
                  </a:cubicBezTo>
                  <a:cubicBezTo>
                    <a:pt x="142" y="140"/>
                    <a:pt x="143" y="142"/>
                    <a:pt x="141" y="139"/>
                  </a:cubicBezTo>
                  <a:cubicBezTo>
                    <a:pt x="140" y="136"/>
                    <a:pt x="140" y="137"/>
                    <a:pt x="138" y="135"/>
                  </a:cubicBezTo>
                  <a:cubicBezTo>
                    <a:pt x="136" y="133"/>
                    <a:pt x="135" y="135"/>
                    <a:pt x="136" y="132"/>
                  </a:cubicBezTo>
                  <a:cubicBezTo>
                    <a:pt x="137" y="129"/>
                    <a:pt x="137" y="132"/>
                    <a:pt x="137" y="129"/>
                  </a:cubicBezTo>
                  <a:cubicBezTo>
                    <a:pt x="138" y="126"/>
                    <a:pt x="137" y="125"/>
                    <a:pt x="139" y="124"/>
                  </a:cubicBezTo>
                  <a:cubicBezTo>
                    <a:pt x="141" y="123"/>
                    <a:pt x="142" y="122"/>
                    <a:pt x="142" y="121"/>
                  </a:cubicBezTo>
                  <a:cubicBezTo>
                    <a:pt x="142" y="119"/>
                    <a:pt x="142" y="118"/>
                    <a:pt x="142" y="117"/>
                  </a:cubicBezTo>
                  <a:cubicBezTo>
                    <a:pt x="141" y="116"/>
                    <a:pt x="139" y="114"/>
                    <a:pt x="139" y="113"/>
                  </a:cubicBezTo>
                  <a:cubicBezTo>
                    <a:pt x="139" y="112"/>
                    <a:pt x="139" y="113"/>
                    <a:pt x="137" y="111"/>
                  </a:cubicBezTo>
                  <a:cubicBezTo>
                    <a:pt x="136" y="109"/>
                    <a:pt x="135" y="108"/>
                    <a:pt x="135" y="108"/>
                  </a:cubicBezTo>
                  <a:cubicBezTo>
                    <a:pt x="135" y="108"/>
                    <a:pt x="135" y="103"/>
                    <a:pt x="135" y="101"/>
                  </a:cubicBezTo>
                  <a:cubicBezTo>
                    <a:pt x="135" y="99"/>
                    <a:pt x="134" y="102"/>
                    <a:pt x="135" y="99"/>
                  </a:cubicBezTo>
                  <a:cubicBezTo>
                    <a:pt x="135" y="96"/>
                    <a:pt x="135" y="94"/>
                    <a:pt x="135" y="94"/>
                  </a:cubicBezTo>
                  <a:cubicBezTo>
                    <a:pt x="135" y="94"/>
                    <a:pt x="132" y="92"/>
                    <a:pt x="131" y="92"/>
                  </a:cubicBezTo>
                  <a:cubicBezTo>
                    <a:pt x="129" y="92"/>
                    <a:pt x="129" y="94"/>
                    <a:pt x="127" y="93"/>
                  </a:cubicBezTo>
                  <a:cubicBezTo>
                    <a:pt x="125" y="91"/>
                    <a:pt x="126" y="90"/>
                    <a:pt x="125" y="89"/>
                  </a:cubicBezTo>
                  <a:cubicBezTo>
                    <a:pt x="124" y="89"/>
                    <a:pt x="123" y="89"/>
                    <a:pt x="122" y="90"/>
                  </a:cubicBezTo>
                  <a:cubicBezTo>
                    <a:pt x="121" y="91"/>
                    <a:pt x="118" y="91"/>
                    <a:pt x="116" y="91"/>
                  </a:cubicBezTo>
                  <a:cubicBezTo>
                    <a:pt x="114" y="92"/>
                    <a:pt x="113" y="92"/>
                    <a:pt x="110" y="92"/>
                  </a:cubicBezTo>
                  <a:cubicBezTo>
                    <a:pt x="108" y="92"/>
                    <a:pt x="104" y="93"/>
                    <a:pt x="102" y="92"/>
                  </a:cubicBezTo>
                  <a:cubicBezTo>
                    <a:pt x="100" y="91"/>
                    <a:pt x="100" y="92"/>
                    <a:pt x="99" y="90"/>
                  </a:cubicBezTo>
                  <a:cubicBezTo>
                    <a:pt x="98" y="88"/>
                    <a:pt x="99" y="88"/>
                    <a:pt x="97" y="87"/>
                  </a:cubicBezTo>
                  <a:cubicBezTo>
                    <a:pt x="95" y="86"/>
                    <a:pt x="94" y="87"/>
                    <a:pt x="94" y="85"/>
                  </a:cubicBezTo>
                  <a:cubicBezTo>
                    <a:pt x="94" y="82"/>
                    <a:pt x="95" y="83"/>
                    <a:pt x="93" y="81"/>
                  </a:cubicBezTo>
                  <a:cubicBezTo>
                    <a:pt x="92" y="79"/>
                    <a:pt x="94" y="82"/>
                    <a:pt x="92" y="79"/>
                  </a:cubicBezTo>
                  <a:cubicBezTo>
                    <a:pt x="89" y="76"/>
                    <a:pt x="88" y="79"/>
                    <a:pt x="89" y="76"/>
                  </a:cubicBezTo>
                  <a:cubicBezTo>
                    <a:pt x="90" y="74"/>
                    <a:pt x="91" y="75"/>
                    <a:pt x="91" y="73"/>
                  </a:cubicBezTo>
                  <a:cubicBezTo>
                    <a:pt x="91" y="70"/>
                    <a:pt x="95" y="74"/>
                    <a:pt x="92" y="68"/>
                  </a:cubicBezTo>
                  <a:cubicBezTo>
                    <a:pt x="90" y="63"/>
                    <a:pt x="89" y="64"/>
                    <a:pt x="92" y="60"/>
                  </a:cubicBezTo>
                  <a:cubicBezTo>
                    <a:pt x="94" y="55"/>
                    <a:pt x="97" y="54"/>
                    <a:pt x="98" y="53"/>
                  </a:cubicBezTo>
                  <a:cubicBezTo>
                    <a:pt x="98" y="52"/>
                    <a:pt x="99" y="50"/>
                    <a:pt x="100" y="49"/>
                  </a:cubicBezTo>
                  <a:cubicBezTo>
                    <a:pt x="101" y="48"/>
                    <a:pt x="100" y="48"/>
                    <a:pt x="102" y="48"/>
                  </a:cubicBezTo>
                  <a:cubicBezTo>
                    <a:pt x="104" y="48"/>
                    <a:pt x="107" y="47"/>
                    <a:pt x="108" y="46"/>
                  </a:cubicBezTo>
                  <a:cubicBezTo>
                    <a:pt x="109" y="45"/>
                    <a:pt x="111" y="42"/>
                    <a:pt x="112" y="42"/>
                  </a:cubicBezTo>
                  <a:cubicBezTo>
                    <a:pt x="113" y="42"/>
                    <a:pt x="113" y="42"/>
                    <a:pt x="115" y="42"/>
                  </a:cubicBezTo>
                  <a:cubicBezTo>
                    <a:pt x="117" y="41"/>
                    <a:pt x="117" y="41"/>
                    <a:pt x="119" y="41"/>
                  </a:cubicBezTo>
                  <a:cubicBezTo>
                    <a:pt x="120" y="41"/>
                    <a:pt x="117" y="42"/>
                    <a:pt x="121" y="41"/>
                  </a:cubicBezTo>
                  <a:cubicBezTo>
                    <a:pt x="125" y="40"/>
                    <a:pt x="124" y="40"/>
                    <a:pt x="125" y="40"/>
                  </a:cubicBezTo>
                  <a:cubicBezTo>
                    <a:pt x="126" y="40"/>
                    <a:pt x="126" y="41"/>
                    <a:pt x="127" y="41"/>
                  </a:cubicBezTo>
                  <a:cubicBezTo>
                    <a:pt x="129" y="41"/>
                    <a:pt x="129" y="38"/>
                    <a:pt x="129" y="41"/>
                  </a:cubicBezTo>
                  <a:cubicBezTo>
                    <a:pt x="129" y="45"/>
                    <a:pt x="128" y="46"/>
                    <a:pt x="130" y="46"/>
                  </a:cubicBezTo>
                  <a:cubicBezTo>
                    <a:pt x="133" y="47"/>
                    <a:pt x="130" y="47"/>
                    <a:pt x="133" y="47"/>
                  </a:cubicBezTo>
                  <a:cubicBezTo>
                    <a:pt x="136" y="47"/>
                    <a:pt x="135" y="47"/>
                    <a:pt x="137" y="48"/>
                  </a:cubicBezTo>
                  <a:cubicBezTo>
                    <a:pt x="138" y="48"/>
                    <a:pt x="139" y="49"/>
                    <a:pt x="141" y="49"/>
                  </a:cubicBezTo>
                  <a:cubicBezTo>
                    <a:pt x="143" y="49"/>
                    <a:pt x="140" y="52"/>
                    <a:pt x="143" y="49"/>
                  </a:cubicBezTo>
                  <a:cubicBezTo>
                    <a:pt x="146" y="46"/>
                    <a:pt x="141" y="46"/>
                    <a:pt x="146" y="46"/>
                  </a:cubicBezTo>
                  <a:cubicBezTo>
                    <a:pt x="151" y="47"/>
                    <a:pt x="152" y="48"/>
                    <a:pt x="153" y="48"/>
                  </a:cubicBezTo>
                  <a:cubicBezTo>
                    <a:pt x="154" y="47"/>
                    <a:pt x="154" y="48"/>
                    <a:pt x="156" y="47"/>
                  </a:cubicBezTo>
                  <a:cubicBezTo>
                    <a:pt x="159" y="46"/>
                    <a:pt x="159" y="46"/>
                    <a:pt x="160" y="46"/>
                  </a:cubicBezTo>
                  <a:cubicBezTo>
                    <a:pt x="161" y="47"/>
                    <a:pt x="161" y="49"/>
                    <a:pt x="162" y="47"/>
                  </a:cubicBezTo>
                  <a:cubicBezTo>
                    <a:pt x="163" y="45"/>
                    <a:pt x="165" y="45"/>
                    <a:pt x="162" y="44"/>
                  </a:cubicBezTo>
                  <a:cubicBezTo>
                    <a:pt x="159" y="42"/>
                    <a:pt x="158" y="44"/>
                    <a:pt x="158" y="42"/>
                  </a:cubicBezTo>
                  <a:cubicBezTo>
                    <a:pt x="157" y="40"/>
                    <a:pt x="160" y="41"/>
                    <a:pt x="157" y="40"/>
                  </a:cubicBezTo>
                  <a:cubicBezTo>
                    <a:pt x="154" y="40"/>
                    <a:pt x="155" y="40"/>
                    <a:pt x="153" y="39"/>
                  </a:cubicBezTo>
                  <a:cubicBezTo>
                    <a:pt x="151" y="38"/>
                    <a:pt x="149" y="41"/>
                    <a:pt x="148" y="39"/>
                  </a:cubicBezTo>
                  <a:cubicBezTo>
                    <a:pt x="147" y="37"/>
                    <a:pt x="143" y="41"/>
                    <a:pt x="147" y="37"/>
                  </a:cubicBezTo>
                  <a:cubicBezTo>
                    <a:pt x="151" y="34"/>
                    <a:pt x="149" y="32"/>
                    <a:pt x="152" y="33"/>
                  </a:cubicBezTo>
                  <a:cubicBezTo>
                    <a:pt x="155" y="34"/>
                    <a:pt x="154" y="36"/>
                    <a:pt x="155" y="35"/>
                  </a:cubicBezTo>
                  <a:cubicBezTo>
                    <a:pt x="157" y="33"/>
                    <a:pt x="160" y="32"/>
                    <a:pt x="157" y="30"/>
                  </a:cubicBezTo>
                  <a:cubicBezTo>
                    <a:pt x="154" y="28"/>
                    <a:pt x="156" y="29"/>
                    <a:pt x="153" y="28"/>
                  </a:cubicBezTo>
                  <a:cubicBezTo>
                    <a:pt x="150" y="26"/>
                    <a:pt x="147" y="33"/>
                    <a:pt x="146" y="32"/>
                  </a:cubicBezTo>
                  <a:cubicBezTo>
                    <a:pt x="145" y="31"/>
                    <a:pt x="144" y="30"/>
                    <a:pt x="143" y="31"/>
                  </a:cubicBezTo>
                  <a:cubicBezTo>
                    <a:pt x="142" y="31"/>
                    <a:pt x="142" y="34"/>
                    <a:pt x="142" y="36"/>
                  </a:cubicBezTo>
                  <a:cubicBezTo>
                    <a:pt x="142" y="38"/>
                    <a:pt x="143" y="38"/>
                    <a:pt x="140" y="37"/>
                  </a:cubicBezTo>
                  <a:cubicBezTo>
                    <a:pt x="137" y="35"/>
                    <a:pt x="144" y="36"/>
                    <a:pt x="137" y="33"/>
                  </a:cubicBezTo>
                  <a:cubicBezTo>
                    <a:pt x="130" y="31"/>
                    <a:pt x="128" y="31"/>
                    <a:pt x="127" y="32"/>
                  </a:cubicBezTo>
                  <a:cubicBezTo>
                    <a:pt x="126" y="33"/>
                    <a:pt x="125" y="33"/>
                    <a:pt x="124" y="34"/>
                  </a:cubicBezTo>
                  <a:cubicBezTo>
                    <a:pt x="123" y="35"/>
                    <a:pt x="126" y="36"/>
                    <a:pt x="123" y="35"/>
                  </a:cubicBezTo>
                  <a:cubicBezTo>
                    <a:pt x="120" y="33"/>
                    <a:pt x="118" y="35"/>
                    <a:pt x="118" y="35"/>
                  </a:cubicBezTo>
                  <a:cubicBezTo>
                    <a:pt x="118" y="35"/>
                    <a:pt x="117" y="35"/>
                    <a:pt x="116" y="36"/>
                  </a:cubicBezTo>
                  <a:cubicBezTo>
                    <a:pt x="114" y="37"/>
                    <a:pt x="112" y="38"/>
                    <a:pt x="111" y="37"/>
                  </a:cubicBezTo>
                  <a:cubicBezTo>
                    <a:pt x="109" y="37"/>
                    <a:pt x="106" y="38"/>
                    <a:pt x="109" y="34"/>
                  </a:cubicBezTo>
                  <a:cubicBezTo>
                    <a:pt x="111" y="31"/>
                    <a:pt x="109" y="33"/>
                    <a:pt x="113" y="31"/>
                  </a:cubicBezTo>
                  <a:cubicBezTo>
                    <a:pt x="117" y="30"/>
                    <a:pt x="123" y="29"/>
                    <a:pt x="118" y="28"/>
                  </a:cubicBezTo>
                  <a:cubicBezTo>
                    <a:pt x="113" y="27"/>
                    <a:pt x="121" y="27"/>
                    <a:pt x="114" y="24"/>
                  </a:cubicBezTo>
                  <a:cubicBezTo>
                    <a:pt x="107" y="21"/>
                    <a:pt x="107" y="25"/>
                    <a:pt x="107" y="21"/>
                  </a:cubicBezTo>
                  <a:cubicBezTo>
                    <a:pt x="108" y="16"/>
                    <a:pt x="107" y="16"/>
                    <a:pt x="106" y="16"/>
                  </a:cubicBezTo>
                  <a:cubicBezTo>
                    <a:pt x="104" y="16"/>
                    <a:pt x="100" y="17"/>
                    <a:pt x="98" y="18"/>
                  </a:cubicBezTo>
                  <a:cubicBezTo>
                    <a:pt x="97" y="18"/>
                    <a:pt x="99" y="19"/>
                    <a:pt x="96" y="17"/>
                  </a:cubicBezTo>
                  <a:cubicBezTo>
                    <a:pt x="92" y="15"/>
                    <a:pt x="91" y="18"/>
                    <a:pt x="92" y="15"/>
                  </a:cubicBezTo>
                  <a:cubicBezTo>
                    <a:pt x="94" y="13"/>
                    <a:pt x="94" y="12"/>
                    <a:pt x="96" y="11"/>
                  </a:cubicBezTo>
                  <a:cubicBezTo>
                    <a:pt x="98" y="9"/>
                    <a:pt x="97" y="3"/>
                    <a:pt x="102" y="5"/>
                  </a:cubicBezTo>
                  <a:cubicBezTo>
                    <a:pt x="106" y="8"/>
                    <a:pt x="105" y="7"/>
                    <a:pt x="108" y="7"/>
                  </a:cubicBezTo>
                  <a:cubicBezTo>
                    <a:pt x="112" y="7"/>
                    <a:pt x="114" y="7"/>
                    <a:pt x="114" y="6"/>
                  </a:cubicBezTo>
                  <a:cubicBezTo>
                    <a:pt x="114" y="5"/>
                    <a:pt x="109" y="3"/>
                    <a:pt x="109" y="3"/>
                  </a:cubicBezTo>
                  <a:cubicBezTo>
                    <a:pt x="109" y="3"/>
                    <a:pt x="108" y="4"/>
                    <a:pt x="109" y="3"/>
                  </a:cubicBezTo>
                  <a:cubicBezTo>
                    <a:pt x="109" y="2"/>
                    <a:pt x="110" y="1"/>
                    <a:pt x="110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96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</p:grpSp>
      <p:sp>
        <p:nvSpPr>
          <p:cNvPr id="67" name="Freeform 41"/>
          <p:cNvSpPr>
            <a:spLocks noEditPoints="1"/>
          </p:cNvSpPr>
          <p:nvPr/>
        </p:nvSpPr>
        <p:spPr bwMode="auto">
          <a:xfrm>
            <a:off x="5223977" y="2862273"/>
            <a:ext cx="321385" cy="292817"/>
          </a:xfrm>
          <a:custGeom>
            <a:avLst/>
            <a:gdLst>
              <a:gd name="T0" fmla="*/ 116 w 196"/>
              <a:gd name="T1" fmla="*/ 2 h 179"/>
              <a:gd name="T2" fmla="*/ 98 w 196"/>
              <a:gd name="T3" fmla="*/ 0 h 179"/>
              <a:gd name="T4" fmla="*/ 98 w 196"/>
              <a:gd name="T5" fmla="*/ 17 h 179"/>
              <a:gd name="T6" fmla="*/ 113 w 196"/>
              <a:gd name="T7" fmla="*/ 18 h 179"/>
              <a:gd name="T8" fmla="*/ 169 w 196"/>
              <a:gd name="T9" fmla="*/ 105 h 179"/>
              <a:gd name="T10" fmla="*/ 98 w 196"/>
              <a:gd name="T11" fmla="*/ 163 h 179"/>
              <a:gd name="T12" fmla="*/ 98 w 196"/>
              <a:gd name="T13" fmla="*/ 179 h 179"/>
              <a:gd name="T14" fmla="*/ 185 w 196"/>
              <a:gd name="T15" fmla="*/ 108 h 179"/>
              <a:gd name="T16" fmla="*/ 116 w 196"/>
              <a:gd name="T17" fmla="*/ 2 h 179"/>
              <a:gd name="T18" fmla="*/ 98 w 196"/>
              <a:gd name="T19" fmla="*/ 0 h 179"/>
              <a:gd name="T20" fmla="*/ 10 w 196"/>
              <a:gd name="T21" fmla="*/ 71 h 179"/>
              <a:gd name="T22" fmla="*/ 79 w 196"/>
              <a:gd name="T23" fmla="*/ 177 h 179"/>
              <a:gd name="T24" fmla="*/ 98 w 196"/>
              <a:gd name="T25" fmla="*/ 179 h 179"/>
              <a:gd name="T26" fmla="*/ 98 w 196"/>
              <a:gd name="T27" fmla="*/ 163 h 179"/>
              <a:gd name="T28" fmla="*/ 83 w 196"/>
              <a:gd name="T29" fmla="*/ 161 h 179"/>
              <a:gd name="T30" fmla="*/ 83 w 196"/>
              <a:gd name="T31" fmla="*/ 161 h 179"/>
              <a:gd name="T32" fmla="*/ 26 w 196"/>
              <a:gd name="T33" fmla="*/ 75 h 179"/>
              <a:gd name="T34" fmla="*/ 98 w 196"/>
              <a:gd name="T35" fmla="*/ 17 h 179"/>
              <a:gd name="T36" fmla="*/ 98 w 196"/>
              <a:gd name="T37" fmla="*/ 0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6" h="179">
                <a:moveTo>
                  <a:pt x="116" y="2"/>
                </a:moveTo>
                <a:cubicBezTo>
                  <a:pt x="110" y="1"/>
                  <a:pt x="104" y="0"/>
                  <a:pt x="98" y="0"/>
                </a:cubicBezTo>
                <a:cubicBezTo>
                  <a:pt x="98" y="17"/>
                  <a:pt x="98" y="17"/>
                  <a:pt x="98" y="17"/>
                </a:cubicBezTo>
                <a:cubicBezTo>
                  <a:pt x="103" y="17"/>
                  <a:pt x="108" y="17"/>
                  <a:pt x="113" y="18"/>
                </a:cubicBezTo>
                <a:cubicBezTo>
                  <a:pt x="152" y="27"/>
                  <a:pt x="177" y="65"/>
                  <a:pt x="169" y="105"/>
                </a:cubicBezTo>
                <a:cubicBezTo>
                  <a:pt x="162" y="139"/>
                  <a:pt x="131" y="163"/>
                  <a:pt x="98" y="163"/>
                </a:cubicBezTo>
                <a:cubicBezTo>
                  <a:pt x="98" y="179"/>
                  <a:pt x="98" y="179"/>
                  <a:pt x="98" y="179"/>
                </a:cubicBezTo>
                <a:cubicBezTo>
                  <a:pt x="139" y="179"/>
                  <a:pt x="177" y="150"/>
                  <a:pt x="185" y="108"/>
                </a:cubicBezTo>
                <a:cubicBezTo>
                  <a:pt x="196" y="60"/>
                  <a:pt x="165" y="12"/>
                  <a:pt x="116" y="2"/>
                </a:cubicBezTo>
                <a:close/>
                <a:moveTo>
                  <a:pt x="98" y="0"/>
                </a:moveTo>
                <a:cubicBezTo>
                  <a:pt x="56" y="0"/>
                  <a:pt x="19" y="29"/>
                  <a:pt x="10" y="71"/>
                </a:cubicBezTo>
                <a:cubicBezTo>
                  <a:pt x="0" y="120"/>
                  <a:pt x="31" y="167"/>
                  <a:pt x="79" y="177"/>
                </a:cubicBezTo>
                <a:cubicBezTo>
                  <a:pt x="85" y="179"/>
                  <a:pt x="92" y="179"/>
                  <a:pt x="98" y="179"/>
                </a:cubicBezTo>
                <a:cubicBezTo>
                  <a:pt x="98" y="163"/>
                  <a:pt x="98" y="163"/>
                  <a:pt x="98" y="163"/>
                </a:cubicBezTo>
                <a:cubicBezTo>
                  <a:pt x="93" y="163"/>
                  <a:pt x="88" y="162"/>
                  <a:pt x="83" y="161"/>
                </a:cubicBezTo>
                <a:cubicBezTo>
                  <a:pt x="83" y="161"/>
                  <a:pt x="83" y="161"/>
                  <a:pt x="83" y="161"/>
                </a:cubicBezTo>
                <a:cubicBezTo>
                  <a:pt x="43" y="153"/>
                  <a:pt x="18" y="114"/>
                  <a:pt x="26" y="75"/>
                </a:cubicBezTo>
                <a:cubicBezTo>
                  <a:pt x="33" y="40"/>
                  <a:pt x="64" y="17"/>
                  <a:pt x="98" y="17"/>
                </a:cubicBezTo>
                <a:lnTo>
                  <a:pt x="98" y="0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68" name="Freeform 42"/>
          <p:cNvSpPr/>
          <p:nvPr/>
        </p:nvSpPr>
        <p:spPr bwMode="auto">
          <a:xfrm>
            <a:off x="5307299" y="3132475"/>
            <a:ext cx="69038" cy="148790"/>
          </a:xfrm>
          <a:custGeom>
            <a:avLst/>
            <a:gdLst>
              <a:gd name="T0" fmla="*/ 33 w 58"/>
              <a:gd name="T1" fmla="*/ 125 h 125"/>
              <a:gd name="T2" fmla="*/ 0 w 58"/>
              <a:gd name="T3" fmla="*/ 118 h 125"/>
              <a:gd name="T4" fmla="*/ 25 w 58"/>
              <a:gd name="T5" fmla="*/ 0 h 125"/>
              <a:gd name="T6" fmla="*/ 58 w 58"/>
              <a:gd name="T7" fmla="*/ 7 h 125"/>
              <a:gd name="T8" fmla="*/ 33 w 58"/>
              <a:gd name="T9" fmla="*/ 125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" h="125">
                <a:moveTo>
                  <a:pt x="33" y="125"/>
                </a:moveTo>
                <a:lnTo>
                  <a:pt x="0" y="118"/>
                </a:lnTo>
                <a:lnTo>
                  <a:pt x="25" y="0"/>
                </a:lnTo>
                <a:lnTo>
                  <a:pt x="58" y="7"/>
                </a:lnTo>
                <a:lnTo>
                  <a:pt x="33" y="125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69" name="Freeform 43"/>
          <p:cNvSpPr/>
          <p:nvPr/>
        </p:nvSpPr>
        <p:spPr bwMode="auto">
          <a:xfrm>
            <a:off x="5278731" y="3177707"/>
            <a:ext cx="97606" cy="201164"/>
          </a:xfrm>
          <a:custGeom>
            <a:avLst/>
            <a:gdLst>
              <a:gd name="T0" fmla="*/ 40 w 60"/>
              <a:gd name="T1" fmla="*/ 106 h 123"/>
              <a:gd name="T2" fmla="*/ 18 w 60"/>
              <a:gd name="T3" fmla="*/ 121 h 123"/>
              <a:gd name="T4" fmla="*/ 3 w 60"/>
              <a:gd name="T5" fmla="*/ 98 h 123"/>
              <a:gd name="T6" fmla="*/ 20 w 60"/>
              <a:gd name="T7" fmla="*/ 17 h 123"/>
              <a:gd name="T8" fmla="*/ 42 w 60"/>
              <a:gd name="T9" fmla="*/ 2 h 123"/>
              <a:gd name="T10" fmla="*/ 57 w 60"/>
              <a:gd name="T11" fmla="*/ 25 h 123"/>
              <a:gd name="T12" fmla="*/ 40 w 60"/>
              <a:gd name="T13" fmla="*/ 106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0" h="123">
                <a:moveTo>
                  <a:pt x="40" y="106"/>
                </a:moveTo>
                <a:cubicBezTo>
                  <a:pt x="38" y="116"/>
                  <a:pt x="28" y="123"/>
                  <a:pt x="18" y="121"/>
                </a:cubicBezTo>
                <a:cubicBezTo>
                  <a:pt x="7" y="118"/>
                  <a:pt x="0" y="108"/>
                  <a:pt x="3" y="98"/>
                </a:cubicBezTo>
                <a:cubicBezTo>
                  <a:pt x="20" y="17"/>
                  <a:pt x="20" y="17"/>
                  <a:pt x="20" y="17"/>
                </a:cubicBezTo>
                <a:cubicBezTo>
                  <a:pt x="22" y="6"/>
                  <a:pt x="32" y="0"/>
                  <a:pt x="42" y="2"/>
                </a:cubicBezTo>
                <a:cubicBezTo>
                  <a:pt x="53" y="4"/>
                  <a:pt x="60" y="14"/>
                  <a:pt x="57" y="25"/>
                </a:cubicBezTo>
                <a:lnTo>
                  <a:pt x="40" y="106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70" name="Freeform 44"/>
          <p:cNvSpPr/>
          <p:nvPr/>
        </p:nvSpPr>
        <p:spPr bwMode="auto">
          <a:xfrm>
            <a:off x="4387185" y="924440"/>
            <a:ext cx="392804" cy="359475"/>
          </a:xfrm>
          <a:custGeom>
            <a:avLst/>
            <a:gdLst>
              <a:gd name="T0" fmla="*/ 117 w 240"/>
              <a:gd name="T1" fmla="*/ 220 h 220"/>
              <a:gd name="T2" fmla="*/ 0 w 240"/>
              <a:gd name="T3" fmla="*/ 219 h 220"/>
              <a:gd name="T4" fmla="*/ 0 w 240"/>
              <a:gd name="T5" fmla="*/ 44 h 220"/>
              <a:gd name="T6" fmla="*/ 120 w 240"/>
              <a:gd name="T7" fmla="*/ 44 h 220"/>
              <a:gd name="T8" fmla="*/ 240 w 240"/>
              <a:gd name="T9" fmla="*/ 44 h 220"/>
              <a:gd name="T10" fmla="*/ 240 w 240"/>
              <a:gd name="T11" fmla="*/ 219 h 220"/>
              <a:gd name="T12" fmla="*/ 117 w 240"/>
              <a:gd name="T13" fmla="*/ 220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0" h="220">
                <a:moveTo>
                  <a:pt x="117" y="220"/>
                </a:moveTo>
                <a:cubicBezTo>
                  <a:pt x="117" y="220"/>
                  <a:pt x="76" y="179"/>
                  <a:pt x="0" y="219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78" y="0"/>
                  <a:pt x="120" y="44"/>
                </a:cubicBezTo>
                <a:cubicBezTo>
                  <a:pt x="240" y="44"/>
                  <a:pt x="240" y="44"/>
                  <a:pt x="240" y="44"/>
                </a:cubicBezTo>
                <a:cubicBezTo>
                  <a:pt x="240" y="219"/>
                  <a:pt x="240" y="219"/>
                  <a:pt x="240" y="219"/>
                </a:cubicBezTo>
                <a:lnTo>
                  <a:pt x="117" y="22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71" name="Freeform 45"/>
          <p:cNvSpPr>
            <a:spLocks noEditPoints="1"/>
          </p:cNvSpPr>
          <p:nvPr/>
        </p:nvSpPr>
        <p:spPr bwMode="auto">
          <a:xfrm>
            <a:off x="4270534" y="2919408"/>
            <a:ext cx="478507" cy="396375"/>
          </a:xfrm>
          <a:custGeom>
            <a:avLst/>
            <a:gdLst>
              <a:gd name="T0" fmla="*/ 199 w 293"/>
              <a:gd name="T1" fmla="*/ 192 h 242"/>
              <a:gd name="T2" fmla="*/ 219 w 293"/>
              <a:gd name="T3" fmla="*/ 205 h 242"/>
              <a:gd name="T4" fmla="*/ 219 w 293"/>
              <a:gd name="T5" fmla="*/ 214 h 242"/>
              <a:gd name="T6" fmla="*/ 199 w 293"/>
              <a:gd name="T7" fmla="*/ 214 h 242"/>
              <a:gd name="T8" fmla="*/ 219 w 293"/>
              <a:gd name="T9" fmla="*/ 242 h 242"/>
              <a:gd name="T10" fmla="*/ 242 w 293"/>
              <a:gd name="T11" fmla="*/ 216 h 242"/>
              <a:gd name="T12" fmla="*/ 199 w 293"/>
              <a:gd name="T13" fmla="*/ 170 h 242"/>
              <a:gd name="T14" fmla="*/ 293 w 293"/>
              <a:gd name="T15" fmla="*/ 147 h 242"/>
              <a:gd name="T16" fmla="*/ 269 w 293"/>
              <a:gd name="T17" fmla="*/ 0 h 242"/>
              <a:gd name="T18" fmla="*/ 199 w 293"/>
              <a:gd name="T19" fmla="*/ 16 h 242"/>
              <a:gd name="T20" fmla="*/ 275 w 293"/>
              <a:gd name="T21" fmla="*/ 35 h 242"/>
              <a:gd name="T22" fmla="*/ 256 w 293"/>
              <a:gd name="T23" fmla="*/ 154 h 242"/>
              <a:gd name="T24" fmla="*/ 199 w 293"/>
              <a:gd name="T25" fmla="*/ 170 h 242"/>
              <a:gd name="T26" fmla="*/ 175 w 293"/>
              <a:gd name="T27" fmla="*/ 192 h 242"/>
              <a:gd name="T28" fmla="*/ 199 w 293"/>
              <a:gd name="T29" fmla="*/ 170 h 242"/>
              <a:gd name="T30" fmla="*/ 146 w 293"/>
              <a:gd name="T31" fmla="*/ 154 h 242"/>
              <a:gd name="T32" fmla="*/ 199 w 293"/>
              <a:gd name="T33" fmla="*/ 242 h 242"/>
              <a:gd name="T34" fmla="*/ 179 w 293"/>
              <a:gd name="T35" fmla="*/ 214 h 242"/>
              <a:gd name="T36" fmla="*/ 179 w 293"/>
              <a:gd name="T37" fmla="*/ 205 h 242"/>
              <a:gd name="T38" fmla="*/ 199 w 293"/>
              <a:gd name="T39" fmla="*/ 192 h 242"/>
              <a:gd name="T40" fmla="*/ 146 w 293"/>
              <a:gd name="T41" fmla="*/ 0 h 242"/>
              <a:gd name="T42" fmla="*/ 199 w 293"/>
              <a:gd name="T43" fmla="*/ 16 h 242"/>
              <a:gd name="T44" fmla="*/ 146 w 293"/>
              <a:gd name="T45" fmla="*/ 0 h 242"/>
              <a:gd name="T46" fmla="*/ 0 w 293"/>
              <a:gd name="T47" fmla="*/ 24 h 242"/>
              <a:gd name="T48" fmla="*/ 23 w 293"/>
              <a:gd name="T49" fmla="*/ 170 h 242"/>
              <a:gd name="T50" fmla="*/ 117 w 293"/>
              <a:gd name="T51" fmla="*/ 192 h 242"/>
              <a:gd name="T52" fmla="*/ 52 w 293"/>
              <a:gd name="T53" fmla="*/ 216 h 242"/>
              <a:gd name="T54" fmla="*/ 75 w 293"/>
              <a:gd name="T55" fmla="*/ 242 h 242"/>
              <a:gd name="T56" fmla="*/ 146 w 293"/>
              <a:gd name="T57" fmla="*/ 154 h 242"/>
              <a:gd name="T58" fmla="*/ 37 w 293"/>
              <a:gd name="T59" fmla="*/ 154 h 242"/>
              <a:gd name="T60" fmla="*/ 17 w 293"/>
              <a:gd name="T61" fmla="*/ 35 h 242"/>
              <a:gd name="T62" fmla="*/ 146 w 293"/>
              <a:gd name="T63" fmla="*/ 16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93" h="242">
                <a:moveTo>
                  <a:pt x="219" y="192"/>
                </a:moveTo>
                <a:cubicBezTo>
                  <a:pt x="199" y="192"/>
                  <a:pt x="199" y="192"/>
                  <a:pt x="199" y="192"/>
                </a:cubicBezTo>
                <a:cubicBezTo>
                  <a:pt x="199" y="205"/>
                  <a:pt x="199" y="205"/>
                  <a:pt x="199" y="205"/>
                </a:cubicBezTo>
                <a:cubicBezTo>
                  <a:pt x="219" y="205"/>
                  <a:pt x="219" y="205"/>
                  <a:pt x="219" y="205"/>
                </a:cubicBezTo>
                <a:cubicBezTo>
                  <a:pt x="221" y="205"/>
                  <a:pt x="223" y="207"/>
                  <a:pt x="223" y="209"/>
                </a:cubicBezTo>
                <a:cubicBezTo>
                  <a:pt x="223" y="212"/>
                  <a:pt x="221" y="214"/>
                  <a:pt x="219" y="214"/>
                </a:cubicBezTo>
                <a:cubicBezTo>
                  <a:pt x="219" y="214"/>
                  <a:pt x="219" y="214"/>
                  <a:pt x="219" y="214"/>
                </a:cubicBezTo>
                <a:cubicBezTo>
                  <a:pt x="199" y="214"/>
                  <a:pt x="199" y="214"/>
                  <a:pt x="199" y="214"/>
                </a:cubicBezTo>
                <a:cubicBezTo>
                  <a:pt x="199" y="242"/>
                  <a:pt x="199" y="242"/>
                  <a:pt x="199" y="242"/>
                </a:cubicBezTo>
                <a:cubicBezTo>
                  <a:pt x="219" y="242"/>
                  <a:pt x="219" y="242"/>
                  <a:pt x="219" y="242"/>
                </a:cubicBezTo>
                <a:cubicBezTo>
                  <a:pt x="232" y="242"/>
                  <a:pt x="242" y="232"/>
                  <a:pt x="242" y="219"/>
                </a:cubicBezTo>
                <a:cubicBezTo>
                  <a:pt x="242" y="216"/>
                  <a:pt x="242" y="216"/>
                  <a:pt x="242" y="216"/>
                </a:cubicBezTo>
                <a:cubicBezTo>
                  <a:pt x="242" y="203"/>
                  <a:pt x="232" y="192"/>
                  <a:pt x="219" y="192"/>
                </a:cubicBezTo>
                <a:close/>
                <a:moveTo>
                  <a:pt x="199" y="170"/>
                </a:moveTo>
                <a:cubicBezTo>
                  <a:pt x="269" y="170"/>
                  <a:pt x="269" y="170"/>
                  <a:pt x="269" y="170"/>
                </a:cubicBezTo>
                <a:cubicBezTo>
                  <a:pt x="282" y="170"/>
                  <a:pt x="293" y="160"/>
                  <a:pt x="293" y="147"/>
                </a:cubicBezTo>
                <a:cubicBezTo>
                  <a:pt x="293" y="24"/>
                  <a:pt x="293" y="24"/>
                  <a:pt x="293" y="24"/>
                </a:cubicBezTo>
                <a:cubicBezTo>
                  <a:pt x="293" y="11"/>
                  <a:pt x="282" y="0"/>
                  <a:pt x="269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16"/>
                  <a:pt x="199" y="16"/>
                  <a:pt x="199" y="16"/>
                </a:cubicBezTo>
                <a:cubicBezTo>
                  <a:pt x="256" y="16"/>
                  <a:pt x="256" y="16"/>
                  <a:pt x="256" y="16"/>
                </a:cubicBezTo>
                <a:cubicBezTo>
                  <a:pt x="267" y="16"/>
                  <a:pt x="275" y="24"/>
                  <a:pt x="275" y="35"/>
                </a:cubicBezTo>
                <a:cubicBezTo>
                  <a:pt x="275" y="135"/>
                  <a:pt x="275" y="135"/>
                  <a:pt x="275" y="135"/>
                </a:cubicBezTo>
                <a:cubicBezTo>
                  <a:pt x="275" y="146"/>
                  <a:pt x="267" y="154"/>
                  <a:pt x="256" y="154"/>
                </a:cubicBezTo>
                <a:cubicBezTo>
                  <a:pt x="199" y="154"/>
                  <a:pt x="199" y="154"/>
                  <a:pt x="199" y="154"/>
                </a:cubicBezTo>
                <a:lnTo>
                  <a:pt x="199" y="170"/>
                </a:lnTo>
                <a:close/>
                <a:moveTo>
                  <a:pt x="199" y="192"/>
                </a:moveTo>
                <a:cubicBezTo>
                  <a:pt x="175" y="192"/>
                  <a:pt x="175" y="192"/>
                  <a:pt x="175" y="192"/>
                </a:cubicBezTo>
                <a:cubicBezTo>
                  <a:pt x="175" y="170"/>
                  <a:pt x="175" y="170"/>
                  <a:pt x="175" y="170"/>
                </a:cubicBezTo>
                <a:cubicBezTo>
                  <a:pt x="199" y="170"/>
                  <a:pt x="199" y="170"/>
                  <a:pt x="199" y="170"/>
                </a:cubicBezTo>
                <a:cubicBezTo>
                  <a:pt x="199" y="154"/>
                  <a:pt x="199" y="154"/>
                  <a:pt x="199" y="154"/>
                </a:cubicBezTo>
                <a:cubicBezTo>
                  <a:pt x="146" y="154"/>
                  <a:pt x="146" y="154"/>
                  <a:pt x="146" y="154"/>
                </a:cubicBezTo>
                <a:cubicBezTo>
                  <a:pt x="146" y="242"/>
                  <a:pt x="146" y="242"/>
                  <a:pt x="146" y="242"/>
                </a:cubicBezTo>
                <a:cubicBezTo>
                  <a:pt x="199" y="242"/>
                  <a:pt x="199" y="242"/>
                  <a:pt x="199" y="242"/>
                </a:cubicBezTo>
                <a:cubicBezTo>
                  <a:pt x="199" y="214"/>
                  <a:pt x="199" y="214"/>
                  <a:pt x="199" y="214"/>
                </a:cubicBezTo>
                <a:cubicBezTo>
                  <a:pt x="179" y="214"/>
                  <a:pt x="179" y="214"/>
                  <a:pt x="179" y="214"/>
                </a:cubicBezTo>
                <a:cubicBezTo>
                  <a:pt x="177" y="214"/>
                  <a:pt x="175" y="212"/>
                  <a:pt x="175" y="209"/>
                </a:cubicBezTo>
                <a:cubicBezTo>
                  <a:pt x="175" y="207"/>
                  <a:pt x="177" y="205"/>
                  <a:pt x="179" y="205"/>
                </a:cubicBezTo>
                <a:cubicBezTo>
                  <a:pt x="199" y="205"/>
                  <a:pt x="199" y="205"/>
                  <a:pt x="199" y="205"/>
                </a:cubicBezTo>
                <a:cubicBezTo>
                  <a:pt x="199" y="192"/>
                  <a:pt x="199" y="192"/>
                  <a:pt x="199" y="192"/>
                </a:cubicBezTo>
                <a:close/>
                <a:moveTo>
                  <a:pt x="199" y="0"/>
                </a:moveTo>
                <a:cubicBezTo>
                  <a:pt x="146" y="0"/>
                  <a:pt x="146" y="0"/>
                  <a:pt x="146" y="0"/>
                </a:cubicBezTo>
                <a:cubicBezTo>
                  <a:pt x="146" y="16"/>
                  <a:pt x="146" y="16"/>
                  <a:pt x="146" y="16"/>
                </a:cubicBezTo>
                <a:cubicBezTo>
                  <a:pt x="199" y="16"/>
                  <a:pt x="199" y="16"/>
                  <a:pt x="199" y="16"/>
                </a:cubicBezTo>
                <a:lnTo>
                  <a:pt x="199" y="0"/>
                </a:lnTo>
                <a:close/>
                <a:moveTo>
                  <a:pt x="146" y="0"/>
                </a:moveTo>
                <a:cubicBezTo>
                  <a:pt x="23" y="0"/>
                  <a:pt x="23" y="0"/>
                  <a:pt x="23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60"/>
                  <a:pt x="10" y="170"/>
                  <a:pt x="23" y="170"/>
                </a:cubicBezTo>
                <a:cubicBezTo>
                  <a:pt x="117" y="170"/>
                  <a:pt x="117" y="170"/>
                  <a:pt x="117" y="170"/>
                </a:cubicBezTo>
                <a:cubicBezTo>
                  <a:pt x="117" y="192"/>
                  <a:pt x="117" y="192"/>
                  <a:pt x="117" y="192"/>
                </a:cubicBezTo>
                <a:cubicBezTo>
                  <a:pt x="75" y="192"/>
                  <a:pt x="75" y="192"/>
                  <a:pt x="75" y="192"/>
                </a:cubicBezTo>
                <a:cubicBezTo>
                  <a:pt x="62" y="192"/>
                  <a:pt x="52" y="203"/>
                  <a:pt x="52" y="216"/>
                </a:cubicBezTo>
                <a:cubicBezTo>
                  <a:pt x="52" y="219"/>
                  <a:pt x="52" y="219"/>
                  <a:pt x="52" y="219"/>
                </a:cubicBezTo>
                <a:cubicBezTo>
                  <a:pt x="52" y="232"/>
                  <a:pt x="62" y="242"/>
                  <a:pt x="75" y="242"/>
                </a:cubicBezTo>
                <a:cubicBezTo>
                  <a:pt x="146" y="242"/>
                  <a:pt x="146" y="242"/>
                  <a:pt x="146" y="242"/>
                </a:cubicBezTo>
                <a:cubicBezTo>
                  <a:pt x="146" y="154"/>
                  <a:pt x="146" y="154"/>
                  <a:pt x="146" y="154"/>
                </a:cubicBezTo>
                <a:cubicBezTo>
                  <a:pt x="37" y="154"/>
                  <a:pt x="37" y="154"/>
                  <a:pt x="37" y="154"/>
                </a:cubicBezTo>
                <a:cubicBezTo>
                  <a:pt x="37" y="154"/>
                  <a:pt x="37" y="154"/>
                  <a:pt x="37" y="154"/>
                </a:cubicBezTo>
                <a:cubicBezTo>
                  <a:pt x="26" y="154"/>
                  <a:pt x="17" y="146"/>
                  <a:pt x="17" y="135"/>
                </a:cubicBezTo>
                <a:cubicBezTo>
                  <a:pt x="17" y="35"/>
                  <a:pt x="17" y="35"/>
                  <a:pt x="17" y="35"/>
                </a:cubicBezTo>
                <a:cubicBezTo>
                  <a:pt x="17" y="24"/>
                  <a:pt x="26" y="16"/>
                  <a:pt x="37" y="16"/>
                </a:cubicBezTo>
                <a:cubicBezTo>
                  <a:pt x="146" y="16"/>
                  <a:pt x="146" y="16"/>
                  <a:pt x="146" y="16"/>
                </a:cubicBezTo>
                <a:lnTo>
                  <a:pt x="146" y="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72" name="Freeform 46"/>
          <p:cNvSpPr>
            <a:spLocks noEditPoints="1"/>
          </p:cNvSpPr>
          <p:nvPr/>
        </p:nvSpPr>
        <p:spPr bwMode="auto">
          <a:xfrm>
            <a:off x="5116848" y="2130229"/>
            <a:ext cx="614203" cy="716570"/>
          </a:xfrm>
          <a:custGeom>
            <a:avLst/>
            <a:gdLst>
              <a:gd name="T0" fmla="*/ 376 w 376"/>
              <a:gd name="T1" fmla="*/ 43 h 438"/>
              <a:gd name="T2" fmla="*/ 324 w 376"/>
              <a:gd name="T3" fmla="*/ 32 h 438"/>
              <a:gd name="T4" fmla="*/ 334 w 376"/>
              <a:gd name="T5" fmla="*/ 54 h 438"/>
              <a:gd name="T6" fmla="*/ 324 w 376"/>
              <a:gd name="T7" fmla="*/ 59 h 438"/>
              <a:gd name="T8" fmla="*/ 272 w 376"/>
              <a:gd name="T9" fmla="*/ 63 h 438"/>
              <a:gd name="T10" fmla="*/ 304 w 376"/>
              <a:gd name="T11" fmla="*/ 98 h 438"/>
              <a:gd name="T12" fmla="*/ 256 w 376"/>
              <a:gd name="T13" fmla="*/ 81 h 438"/>
              <a:gd name="T14" fmla="*/ 271 w 376"/>
              <a:gd name="T15" fmla="*/ 103 h 438"/>
              <a:gd name="T16" fmla="*/ 241 w 376"/>
              <a:gd name="T17" fmla="*/ 100 h 438"/>
              <a:gd name="T18" fmla="*/ 256 w 376"/>
              <a:gd name="T19" fmla="*/ 122 h 438"/>
              <a:gd name="T20" fmla="*/ 226 w 376"/>
              <a:gd name="T21" fmla="*/ 119 h 438"/>
              <a:gd name="T22" fmla="*/ 240 w 376"/>
              <a:gd name="T23" fmla="*/ 140 h 438"/>
              <a:gd name="T24" fmla="*/ 210 w 376"/>
              <a:gd name="T25" fmla="*/ 138 h 438"/>
              <a:gd name="T26" fmla="*/ 242 w 376"/>
              <a:gd name="T27" fmla="*/ 173 h 438"/>
              <a:gd name="T28" fmla="*/ 195 w 376"/>
              <a:gd name="T29" fmla="*/ 156 h 438"/>
              <a:gd name="T30" fmla="*/ 210 w 376"/>
              <a:gd name="T31" fmla="*/ 178 h 438"/>
              <a:gd name="T32" fmla="*/ 180 w 376"/>
              <a:gd name="T33" fmla="*/ 175 h 438"/>
              <a:gd name="T34" fmla="*/ 194 w 376"/>
              <a:gd name="T35" fmla="*/ 197 h 438"/>
              <a:gd name="T36" fmla="*/ 164 w 376"/>
              <a:gd name="T37" fmla="*/ 194 h 438"/>
              <a:gd name="T38" fmla="*/ 179 w 376"/>
              <a:gd name="T39" fmla="*/ 215 h 438"/>
              <a:gd name="T40" fmla="*/ 149 w 376"/>
              <a:gd name="T41" fmla="*/ 213 h 438"/>
              <a:gd name="T42" fmla="*/ 181 w 376"/>
              <a:gd name="T43" fmla="*/ 248 h 438"/>
              <a:gd name="T44" fmla="*/ 134 w 376"/>
              <a:gd name="T45" fmla="*/ 232 h 438"/>
              <a:gd name="T46" fmla="*/ 148 w 376"/>
              <a:gd name="T47" fmla="*/ 253 h 438"/>
              <a:gd name="T48" fmla="*/ 118 w 376"/>
              <a:gd name="T49" fmla="*/ 250 h 438"/>
              <a:gd name="T50" fmla="*/ 133 w 376"/>
              <a:gd name="T51" fmla="*/ 272 h 438"/>
              <a:gd name="T52" fmla="*/ 103 w 376"/>
              <a:gd name="T53" fmla="*/ 269 h 438"/>
              <a:gd name="T54" fmla="*/ 117 w 376"/>
              <a:gd name="T55" fmla="*/ 290 h 438"/>
              <a:gd name="T56" fmla="*/ 88 w 376"/>
              <a:gd name="T57" fmla="*/ 288 h 438"/>
              <a:gd name="T58" fmla="*/ 119 w 376"/>
              <a:gd name="T59" fmla="*/ 323 h 438"/>
              <a:gd name="T60" fmla="*/ 72 w 376"/>
              <a:gd name="T61" fmla="*/ 307 h 438"/>
              <a:gd name="T62" fmla="*/ 87 w 376"/>
              <a:gd name="T63" fmla="*/ 328 h 438"/>
              <a:gd name="T64" fmla="*/ 57 w 376"/>
              <a:gd name="T65" fmla="*/ 325 h 438"/>
              <a:gd name="T66" fmla="*/ 71 w 376"/>
              <a:gd name="T67" fmla="*/ 347 h 438"/>
              <a:gd name="T68" fmla="*/ 42 w 376"/>
              <a:gd name="T69" fmla="*/ 344 h 438"/>
              <a:gd name="T70" fmla="*/ 56 w 376"/>
              <a:gd name="T71" fmla="*/ 366 h 438"/>
              <a:gd name="T72" fmla="*/ 26 w 376"/>
              <a:gd name="T73" fmla="*/ 363 h 438"/>
              <a:gd name="T74" fmla="*/ 58 w 376"/>
              <a:gd name="T75" fmla="*/ 398 h 438"/>
              <a:gd name="T76" fmla="*/ 0 w 376"/>
              <a:gd name="T77" fmla="*/ 395 h 438"/>
              <a:gd name="T78" fmla="*/ 324 w 376"/>
              <a:gd name="T79" fmla="*/ 106 h 438"/>
              <a:gd name="T80" fmla="*/ 316 w 376"/>
              <a:gd name="T81" fmla="*/ 56 h 438"/>
              <a:gd name="T82" fmla="*/ 324 w 376"/>
              <a:gd name="T83" fmla="*/ 32 h 438"/>
              <a:gd name="T84" fmla="*/ 323 w 376"/>
              <a:gd name="T85" fmla="*/ 0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76" h="438">
                <a:moveTo>
                  <a:pt x="324" y="106"/>
                </a:moveTo>
                <a:cubicBezTo>
                  <a:pt x="376" y="43"/>
                  <a:pt x="376" y="43"/>
                  <a:pt x="376" y="43"/>
                </a:cubicBezTo>
                <a:cubicBezTo>
                  <a:pt x="324" y="1"/>
                  <a:pt x="324" y="1"/>
                  <a:pt x="324" y="1"/>
                </a:cubicBezTo>
                <a:cubicBezTo>
                  <a:pt x="324" y="32"/>
                  <a:pt x="324" y="32"/>
                  <a:pt x="324" y="32"/>
                </a:cubicBezTo>
                <a:cubicBezTo>
                  <a:pt x="327" y="32"/>
                  <a:pt x="330" y="33"/>
                  <a:pt x="332" y="35"/>
                </a:cubicBezTo>
                <a:cubicBezTo>
                  <a:pt x="338" y="40"/>
                  <a:pt x="339" y="49"/>
                  <a:pt x="334" y="54"/>
                </a:cubicBezTo>
                <a:cubicBezTo>
                  <a:pt x="334" y="54"/>
                  <a:pt x="334" y="54"/>
                  <a:pt x="334" y="54"/>
                </a:cubicBezTo>
                <a:cubicBezTo>
                  <a:pt x="332" y="57"/>
                  <a:pt x="328" y="59"/>
                  <a:pt x="324" y="59"/>
                </a:cubicBezTo>
                <a:lnTo>
                  <a:pt x="324" y="106"/>
                </a:lnTo>
                <a:close/>
                <a:moveTo>
                  <a:pt x="272" y="63"/>
                </a:moveTo>
                <a:cubicBezTo>
                  <a:pt x="308" y="92"/>
                  <a:pt x="308" y="92"/>
                  <a:pt x="308" y="92"/>
                </a:cubicBezTo>
                <a:cubicBezTo>
                  <a:pt x="304" y="98"/>
                  <a:pt x="304" y="98"/>
                  <a:pt x="304" y="98"/>
                </a:cubicBezTo>
                <a:cubicBezTo>
                  <a:pt x="267" y="68"/>
                  <a:pt x="267" y="68"/>
                  <a:pt x="267" y="68"/>
                </a:cubicBezTo>
                <a:cubicBezTo>
                  <a:pt x="256" y="81"/>
                  <a:pt x="256" y="81"/>
                  <a:pt x="256" y="81"/>
                </a:cubicBezTo>
                <a:cubicBezTo>
                  <a:pt x="276" y="97"/>
                  <a:pt x="276" y="97"/>
                  <a:pt x="276" y="97"/>
                </a:cubicBezTo>
                <a:cubicBezTo>
                  <a:pt x="271" y="103"/>
                  <a:pt x="271" y="103"/>
                  <a:pt x="271" y="103"/>
                </a:cubicBezTo>
                <a:cubicBezTo>
                  <a:pt x="252" y="87"/>
                  <a:pt x="252" y="87"/>
                  <a:pt x="252" y="87"/>
                </a:cubicBezTo>
                <a:cubicBezTo>
                  <a:pt x="241" y="100"/>
                  <a:pt x="241" y="100"/>
                  <a:pt x="241" y="100"/>
                </a:cubicBezTo>
                <a:cubicBezTo>
                  <a:pt x="260" y="116"/>
                  <a:pt x="260" y="116"/>
                  <a:pt x="260" y="116"/>
                </a:cubicBezTo>
                <a:cubicBezTo>
                  <a:pt x="256" y="122"/>
                  <a:pt x="256" y="122"/>
                  <a:pt x="256" y="122"/>
                </a:cubicBezTo>
                <a:cubicBezTo>
                  <a:pt x="236" y="106"/>
                  <a:pt x="236" y="106"/>
                  <a:pt x="236" y="106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45" y="135"/>
                  <a:pt x="245" y="135"/>
                  <a:pt x="245" y="135"/>
                </a:cubicBezTo>
                <a:cubicBezTo>
                  <a:pt x="240" y="140"/>
                  <a:pt x="240" y="140"/>
                  <a:pt x="240" y="140"/>
                </a:cubicBezTo>
                <a:cubicBezTo>
                  <a:pt x="221" y="125"/>
                  <a:pt x="221" y="125"/>
                  <a:pt x="221" y="125"/>
                </a:cubicBezTo>
                <a:cubicBezTo>
                  <a:pt x="210" y="138"/>
                  <a:pt x="210" y="138"/>
                  <a:pt x="210" y="138"/>
                </a:cubicBezTo>
                <a:cubicBezTo>
                  <a:pt x="247" y="167"/>
                  <a:pt x="247" y="167"/>
                  <a:pt x="247" y="167"/>
                </a:cubicBezTo>
                <a:cubicBezTo>
                  <a:pt x="242" y="173"/>
                  <a:pt x="242" y="173"/>
                  <a:pt x="242" y="173"/>
                </a:cubicBezTo>
                <a:cubicBezTo>
                  <a:pt x="206" y="143"/>
                  <a:pt x="206" y="143"/>
                  <a:pt x="206" y="143"/>
                </a:cubicBezTo>
                <a:cubicBezTo>
                  <a:pt x="195" y="156"/>
                  <a:pt x="195" y="156"/>
                  <a:pt x="195" y="156"/>
                </a:cubicBezTo>
                <a:cubicBezTo>
                  <a:pt x="214" y="172"/>
                  <a:pt x="214" y="172"/>
                  <a:pt x="214" y="172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190" y="162"/>
                  <a:pt x="190" y="162"/>
                  <a:pt x="190" y="162"/>
                </a:cubicBezTo>
                <a:cubicBezTo>
                  <a:pt x="180" y="175"/>
                  <a:pt x="180" y="175"/>
                  <a:pt x="180" y="175"/>
                </a:cubicBezTo>
                <a:cubicBezTo>
                  <a:pt x="199" y="191"/>
                  <a:pt x="199" y="191"/>
                  <a:pt x="199" y="191"/>
                </a:cubicBezTo>
                <a:cubicBezTo>
                  <a:pt x="194" y="197"/>
                  <a:pt x="194" y="197"/>
                  <a:pt x="194" y="197"/>
                </a:cubicBezTo>
                <a:cubicBezTo>
                  <a:pt x="175" y="181"/>
                  <a:pt x="175" y="181"/>
                  <a:pt x="175" y="181"/>
                </a:cubicBezTo>
                <a:cubicBezTo>
                  <a:pt x="164" y="194"/>
                  <a:pt x="164" y="194"/>
                  <a:pt x="164" y="194"/>
                </a:cubicBezTo>
                <a:cubicBezTo>
                  <a:pt x="184" y="210"/>
                  <a:pt x="184" y="210"/>
                  <a:pt x="184" y="210"/>
                </a:cubicBezTo>
                <a:cubicBezTo>
                  <a:pt x="179" y="215"/>
                  <a:pt x="179" y="215"/>
                  <a:pt x="179" y="215"/>
                </a:cubicBezTo>
                <a:cubicBezTo>
                  <a:pt x="160" y="200"/>
                  <a:pt x="160" y="200"/>
                  <a:pt x="160" y="200"/>
                </a:cubicBezTo>
                <a:cubicBezTo>
                  <a:pt x="149" y="213"/>
                  <a:pt x="149" y="213"/>
                  <a:pt x="149" y="213"/>
                </a:cubicBezTo>
                <a:cubicBezTo>
                  <a:pt x="185" y="243"/>
                  <a:pt x="185" y="243"/>
                  <a:pt x="185" y="243"/>
                </a:cubicBezTo>
                <a:cubicBezTo>
                  <a:pt x="181" y="248"/>
                  <a:pt x="181" y="248"/>
                  <a:pt x="181" y="248"/>
                </a:cubicBezTo>
                <a:cubicBezTo>
                  <a:pt x="144" y="218"/>
                  <a:pt x="144" y="218"/>
                  <a:pt x="144" y="218"/>
                </a:cubicBezTo>
                <a:cubicBezTo>
                  <a:pt x="134" y="232"/>
                  <a:pt x="134" y="232"/>
                  <a:pt x="134" y="232"/>
                </a:cubicBezTo>
                <a:cubicBezTo>
                  <a:pt x="153" y="247"/>
                  <a:pt x="153" y="247"/>
                  <a:pt x="153" y="247"/>
                </a:cubicBezTo>
                <a:cubicBezTo>
                  <a:pt x="148" y="253"/>
                  <a:pt x="148" y="253"/>
                  <a:pt x="148" y="253"/>
                </a:cubicBezTo>
                <a:cubicBezTo>
                  <a:pt x="129" y="237"/>
                  <a:pt x="129" y="237"/>
                  <a:pt x="129" y="237"/>
                </a:cubicBezTo>
                <a:cubicBezTo>
                  <a:pt x="118" y="250"/>
                  <a:pt x="118" y="250"/>
                  <a:pt x="118" y="250"/>
                </a:cubicBezTo>
                <a:cubicBezTo>
                  <a:pt x="137" y="266"/>
                  <a:pt x="137" y="266"/>
                  <a:pt x="137" y="266"/>
                </a:cubicBezTo>
                <a:cubicBezTo>
                  <a:pt x="133" y="272"/>
                  <a:pt x="133" y="272"/>
                  <a:pt x="133" y="272"/>
                </a:cubicBezTo>
                <a:cubicBezTo>
                  <a:pt x="114" y="256"/>
                  <a:pt x="114" y="256"/>
                  <a:pt x="114" y="256"/>
                </a:cubicBezTo>
                <a:cubicBezTo>
                  <a:pt x="103" y="269"/>
                  <a:pt x="103" y="269"/>
                  <a:pt x="103" y="269"/>
                </a:cubicBezTo>
                <a:cubicBezTo>
                  <a:pt x="122" y="285"/>
                  <a:pt x="122" y="285"/>
                  <a:pt x="122" y="285"/>
                </a:cubicBezTo>
                <a:cubicBezTo>
                  <a:pt x="117" y="290"/>
                  <a:pt x="117" y="290"/>
                  <a:pt x="117" y="290"/>
                </a:cubicBezTo>
                <a:cubicBezTo>
                  <a:pt x="98" y="275"/>
                  <a:pt x="98" y="275"/>
                  <a:pt x="98" y="275"/>
                </a:cubicBezTo>
                <a:cubicBezTo>
                  <a:pt x="88" y="288"/>
                  <a:pt x="88" y="288"/>
                  <a:pt x="88" y="288"/>
                </a:cubicBezTo>
                <a:cubicBezTo>
                  <a:pt x="124" y="318"/>
                  <a:pt x="124" y="318"/>
                  <a:pt x="124" y="318"/>
                </a:cubicBezTo>
                <a:cubicBezTo>
                  <a:pt x="119" y="323"/>
                  <a:pt x="119" y="323"/>
                  <a:pt x="119" y="323"/>
                </a:cubicBezTo>
                <a:cubicBezTo>
                  <a:pt x="83" y="294"/>
                  <a:pt x="83" y="294"/>
                  <a:pt x="83" y="294"/>
                </a:cubicBezTo>
                <a:cubicBezTo>
                  <a:pt x="72" y="307"/>
                  <a:pt x="72" y="307"/>
                  <a:pt x="72" y="307"/>
                </a:cubicBezTo>
                <a:cubicBezTo>
                  <a:pt x="91" y="322"/>
                  <a:pt x="91" y="322"/>
                  <a:pt x="91" y="322"/>
                </a:cubicBezTo>
                <a:cubicBezTo>
                  <a:pt x="87" y="328"/>
                  <a:pt x="87" y="328"/>
                  <a:pt x="87" y="328"/>
                </a:cubicBezTo>
                <a:cubicBezTo>
                  <a:pt x="68" y="312"/>
                  <a:pt x="68" y="312"/>
                  <a:pt x="68" y="312"/>
                </a:cubicBezTo>
                <a:cubicBezTo>
                  <a:pt x="57" y="325"/>
                  <a:pt x="57" y="325"/>
                  <a:pt x="57" y="325"/>
                </a:cubicBezTo>
                <a:cubicBezTo>
                  <a:pt x="76" y="341"/>
                  <a:pt x="76" y="341"/>
                  <a:pt x="76" y="341"/>
                </a:cubicBezTo>
                <a:cubicBezTo>
                  <a:pt x="71" y="347"/>
                  <a:pt x="71" y="347"/>
                  <a:pt x="71" y="347"/>
                </a:cubicBezTo>
                <a:cubicBezTo>
                  <a:pt x="52" y="331"/>
                  <a:pt x="52" y="331"/>
                  <a:pt x="52" y="331"/>
                </a:cubicBezTo>
                <a:cubicBezTo>
                  <a:pt x="42" y="344"/>
                  <a:pt x="42" y="344"/>
                  <a:pt x="42" y="344"/>
                </a:cubicBezTo>
                <a:cubicBezTo>
                  <a:pt x="61" y="360"/>
                  <a:pt x="61" y="360"/>
                  <a:pt x="61" y="360"/>
                </a:cubicBezTo>
                <a:cubicBezTo>
                  <a:pt x="56" y="366"/>
                  <a:pt x="56" y="366"/>
                  <a:pt x="56" y="366"/>
                </a:cubicBezTo>
                <a:cubicBezTo>
                  <a:pt x="37" y="350"/>
                  <a:pt x="37" y="350"/>
                  <a:pt x="37" y="350"/>
                </a:cubicBezTo>
                <a:cubicBezTo>
                  <a:pt x="26" y="363"/>
                  <a:pt x="26" y="363"/>
                  <a:pt x="26" y="363"/>
                </a:cubicBezTo>
                <a:cubicBezTo>
                  <a:pt x="63" y="393"/>
                  <a:pt x="63" y="393"/>
                  <a:pt x="63" y="393"/>
                </a:cubicBezTo>
                <a:cubicBezTo>
                  <a:pt x="58" y="398"/>
                  <a:pt x="58" y="398"/>
                  <a:pt x="58" y="398"/>
                </a:cubicBezTo>
                <a:cubicBezTo>
                  <a:pt x="22" y="369"/>
                  <a:pt x="22" y="369"/>
                  <a:pt x="22" y="369"/>
                </a:cubicBezTo>
                <a:cubicBezTo>
                  <a:pt x="0" y="395"/>
                  <a:pt x="0" y="395"/>
                  <a:pt x="0" y="395"/>
                </a:cubicBezTo>
                <a:cubicBezTo>
                  <a:pt x="53" y="438"/>
                  <a:pt x="53" y="438"/>
                  <a:pt x="53" y="438"/>
                </a:cubicBezTo>
                <a:cubicBezTo>
                  <a:pt x="324" y="106"/>
                  <a:pt x="324" y="106"/>
                  <a:pt x="324" y="106"/>
                </a:cubicBezTo>
                <a:cubicBezTo>
                  <a:pt x="324" y="59"/>
                  <a:pt x="324" y="59"/>
                  <a:pt x="324" y="59"/>
                </a:cubicBezTo>
                <a:cubicBezTo>
                  <a:pt x="321" y="59"/>
                  <a:pt x="318" y="58"/>
                  <a:pt x="316" y="56"/>
                </a:cubicBezTo>
                <a:cubicBezTo>
                  <a:pt x="310" y="51"/>
                  <a:pt x="309" y="43"/>
                  <a:pt x="314" y="37"/>
                </a:cubicBezTo>
                <a:cubicBezTo>
                  <a:pt x="316" y="34"/>
                  <a:pt x="320" y="32"/>
                  <a:pt x="324" y="32"/>
                </a:cubicBezTo>
                <a:cubicBezTo>
                  <a:pt x="324" y="1"/>
                  <a:pt x="324" y="1"/>
                  <a:pt x="324" y="1"/>
                </a:cubicBezTo>
                <a:cubicBezTo>
                  <a:pt x="323" y="0"/>
                  <a:pt x="323" y="0"/>
                  <a:pt x="323" y="0"/>
                </a:cubicBezTo>
                <a:lnTo>
                  <a:pt x="272" y="63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73" name="Freeform 47"/>
          <p:cNvSpPr>
            <a:spLocks noEditPoints="1"/>
          </p:cNvSpPr>
          <p:nvPr/>
        </p:nvSpPr>
        <p:spPr bwMode="auto">
          <a:xfrm>
            <a:off x="5582261" y="2339725"/>
            <a:ext cx="265441" cy="521358"/>
          </a:xfrm>
          <a:custGeom>
            <a:avLst/>
            <a:gdLst>
              <a:gd name="T0" fmla="*/ 121 w 162"/>
              <a:gd name="T1" fmla="*/ 144 h 319"/>
              <a:gd name="T2" fmla="*/ 128 w 162"/>
              <a:gd name="T3" fmla="*/ 138 h 319"/>
              <a:gd name="T4" fmla="*/ 150 w 162"/>
              <a:gd name="T5" fmla="*/ 80 h 319"/>
              <a:gd name="T6" fmla="*/ 147 w 162"/>
              <a:gd name="T7" fmla="*/ 69 h 319"/>
              <a:gd name="T8" fmla="*/ 156 w 162"/>
              <a:gd name="T9" fmla="*/ 46 h 319"/>
              <a:gd name="T10" fmla="*/ 137 w 162"/>
              <a:gd name="T11" fmla="*/ 3 h 319"/>
              <a:gd name="T12" fmla="*/ 121 w 162"/>
              <a:gd name="T13" fmla="*/ 1 h 319"/>
              <a:gd name="T14" fmla="*/ 121 w 162"/>
              <a:gd name="T15" fmla="*/ 58 h 319"/>
              <a:gd name="T16" fmla="*/ 126 w 162"/>
              <a:gd name="T17" fmla="*/ 61 h 319"/>
              <a:gd name="T18" fmla="*/ 121 w 162"/>
              <a:gd name="T19" fmla="*/ 59 h 319"/>
              <a:gd name="T20" fmla="*/ 121 w 162"/>
              <a:gd name="T21" fmla="*/ 85 h 319"/>
              <a:gd name="T22" fmla="*/ 125 w 162"/>
              <a:gd name="T23" fmla="*/ 75 h 319"/>
              <a:gd name="T24" fmla="*/ 123 w 162"/>
              <a:gd name="T25" fmla="*/ 66 h 319"/>
              <a:gd name="T26" fmla="*/ 139 w 162"/>
              <a:gd name="T27" fmla="*/ 72 h 319"/>
              <a:gd name="T28" fmla="*/ 144 w 162"/>
              <a:gd name="T29" fmla="*/ 83 h 319"/>
              <a:gd name="T30" fmla="*/ 125 w 162"/>
              <a:gd name="T31" fmla="*/ 132 h 319"/>
              <a:gd name="T32" fmla="*/ 121 w 162"/>
              <a:gd name="T33" fmla="*/ 136 h 319"/>
              <a:gd name="T34" fmla="*/ 121 w 162"/>
              <a:gd name="T35" fmla="*/ 144 h 319"/>
              <a:gd name="T36" fmla="*/ 66 w 162"/>
              <a:gd name="T37" fmla="*/ 284 h 319"/>
              <a:gd name="T38" fmla="*/ 121 w 162"/>
              <a:gd name="T39" fmla="*/ 144 h 319"/>
              <a:gd name="T40" fmla="*/ 121 w 162"/>
              <a:gd name="T41" fmla="*/ 144 h 319"/>
              <a:gd name="T42" fmla="*/ 121 w 162"/>
              <a:gd name="T43" fmla="*/ 136 h 319"/>
              <a:gd name="T44" fmla="*/ 114 w 162"/>
              <a:gd name="T45" fmla="*/ 137 h 319"/>
              <a:gd name="T46" fmla="*/ 98 w 162"/>
              <a:gd name="T47" fmla="*/ 130 h 319"/>
              <a:gd name="T48" fmla="*/ 98 w 162"/>
              <a:gd name="T49" fmla="*/ 130 h 319"/>
              <a:gd name="T50" fmla="*/ 106 w 162"/>
              <a:gd name="T51" fmla="*/ 125 h 319"/>
              <a:gd name="T52" fmla="*/ 121 w 162"/>
              <a:gd name="T53" fmla="*/ 85 h 319"/>
              <a:gd name="T54" fmla="*/ 121 w 162"/>
              <a:gd name="T55" fmla="*/ 59 h 319"/>
              <a:gd name="T56" fmla="*/ 85 w 162"/>
              <a:gd name="T57" fmla="*/ 45 h 319"/>
              <a:gd name="T58" fmla="*/ 74 w 162"/>
              <a:gd name="T59" fmla="*/ 51 h 319"/>
              <a:gd name="T60" fmla="*/ 52 w 162"/>
              <a:gd name="T61" fmla="*/ 108 h 319"/>
              <a:gd name="T62" fmla="*/ 54 w 162"/>
              <a:gd name="T63" fmla="*/ 118 h 319"/>
              <a:gd name="T64" fmla="*/ 35 w 162"/>
              <a:gd name="T65" fmla="*/ 168 h 319"/>
              <a:gd name="T66" fmla="*/ 35 w 162"/>
              <a:gd name="T67" fmla="*/ 256 h 319"/>
              <a:gd name="T68" fmla="*/ 39 w 162"/>
              <a:gd name="T69" fmla="*/ 257 h 319"/>
              <a:gd name="T70" fmla="*/ 45 w 162"/>
              <a:gd name="T71" fmla="*/ 268 h 319"/>
              <a:gd name="T72" fmla="*/ 58 w 162"/>
              <a:gd name="T73" fmla="*/ 264 h 319"/>
              <a:gd name="T74" fmla="*/ 64 w 162"/>
              <a:gd name="T75" fmla="*/ 278 h 319"/>
              <a:gd name="T76" fmla="*/ 63 w 162"/>
              <a:gd name="T77" fmla="*/ 281 h 319"/>
              <a:gd name="T78" fmla="*/ 35 w 162"/>
              <a:gd name="T79" fmla="*/ 300 h 319"/>
              <a:gd name="T80" fmla="*/ 35 w 162"/>
              <a:gd name="T81" fmla="*/ 306 h 319"/>
              <a:gd name="T82" fmla="*/ 66 w 162"/>
              <a:gd name="T83" fmla="*/ 284 h 319"/>
              <a:gd name="T84" fmla="*/ 121 w 162"/>
              <a:gd name="T85" fmla="*/ 1 h 319"/>
              <a:gd name="T86" fmla="*/ 121 w 162"/>
              <a:gd name="T87" fmla="*/ 58 h 319"/>
              <a:gd name="T88" fmla="*/ 88 w 162"/>
              <a:gd name="T89" fmla="*/ 36 h 319"/>
              <a:gd name="T90" fmla="*/ 94 w 162"/>
              <a:gd name="T91" fmla="*/ 22 h 319"/>
              <a:gd name="T92" fmla="*/ 121 w 162"/>
              <a:gd name="T93" fmla="*/ 1 h 319"/>
              <a:gd name="T94" fmla="*/ 35 w 162"/>
              <a:gd name="T95" fmla="*/ 168 h 319"/>
              <a:gd name="T96" fmla="*/ 0 w 162"/>
              <a:gd name="T97" fmla="*/ 258 h 319"/>
              <a:gd name="T98" fmla="*/ 15 w 162"/>
              <a:gd name="T99" fmla="*/ 319 h 319"/>
              <a:gd name="T100" fmla="*/ 35 w 162"/>
              <a:gd name="T101" fmla="*/ 306 h 319"/>
              <a:gd name="T102" fmla="*/ 35 w 162"/>
              <a:gd name="T103" fmla="*/ 300 h 319"/>
              <a:gd name="T104" fmla="*/ 33 w 162"/>
              <a:gd name="T105" fmla="*/ 301 h 319"/>
              <a:gd name="T106" fmla="*/ 13 w 162"/>
              <a:gd name="T107" fmla="*/ 294 h 319"/>
              <a:gd name="T108" fmla="*/ 5 w 162"/>
              <a:gd name="T109" fmla="*/ 259 h 319"/>
              <a:gd name="T110" fmla="*/ 5 w 162"/>
              <a:gd name="T111" fmla="*/ 259 h 319"/>
              <a:gd name="T112" fmla="*/ 6 w 162"/>
              <a:gd name="T113" fmla="*/ 256 h 319"/>
              <a:gd name="T114" fmla="*/ 19 w 162"/>
              <a:gd name="T115" fmla="*/ 250 h 319"/>
              <a:gd name="T116" fmla="*/ 26 w 162"/>
              <a:gd name="T117" fmla="*/ 261 h 319"/>
              <a:gd name="T118" fmla="*/ 35 w 162"/>
              <a:gd name="T119" fmla="*/ 256 h 319"/>
              <a:gd name="T120" fmla="*/ 35 w 162"/>
              <a:gd name="T121" fmla="*/ 168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2" h="319">
                <a:moveTo>
                  <a:pt x="121" y="144"/>
                </a:moveTo>
                <a:cubicBezTo>
                  <a:pt x="124" y="143"/>
                  <a:pt x="127" y="141"/>
                  <a:pt x="128" y="138"/>
                </a:cubicBezTo>
                <a:cubicBezTo>
                  <a:pt x="150" y="80"/>
                  <a:pt x="150" y="80"/>
                  <a:pt x="150" y="80"/>
                </a:cubicBezTo>
                <a:cubicBezTo>
                  <a:pt x="152" y="76"/>
                  <a:pt x="150" y="71"/>
                  <a:pt x="147" y="69"/>
                </a:cubicBezTo>
                <a:cubicBezTo>
                  <a:pt x="156" y="46"/>
                  <a:pt x="156" y="46"/>
                  <a:pt x="156" y="46"/>
                </a:cubicBezTo>
                <a:cubicBezTo>
                  <a:pt x="162" y="29"/>
                  <a:pt x="154" y="9"/>
                  <a:pt x="137" y="3"/>
                </a:cubicBezTo>
                <a:cubicBezTo>
                  <a:pt x="132" y="1"/>
                  <a:pt x="126" y="0"/>
                  <a:pt x="121" y="1"/>
                </a:cubicBezTo>
                <a:cubicBezTo>
                  <a:pt x="121" y="58"/>
                  <a:pt x="121" y="58"/>
                  <a:pt x="121" y="58"/>
                </a:cubicBezTo>
                <a:cubicBezTo>
                  <a:pt x="126" y="61"/>
                  <a:pt x="126" y="61"/>
                  <a:pt x="126" y="61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121" y="85"/>
                  <a:pt x="121" y="85"/>
                  <a:pt x="121" y="85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26" y="72"/>
                  <a:pt x="126" y="68"/>
                  <a:pt x="123" y="66"/>
                </a:cubicBezTo>
                <a:cubicBezTo>
                  <a:pt x="139" y="72"/>
                  <a:pt x="139" y="72"/>
                  <a:pt x="139" y="72"/>
                </a:cubicBezTo>
                <a:cubicBezTo>
                  <a:pt x="143" y="73"/>
                  <a:pt x="146" y="78"/>
                  <a:pt x="144" y="83"/>
                </a:cubicBezTo>
                <a:cubicBezTo>
                  <a:pt x="125" y="132"/>
                  <a:pt x="125" y="132"/>
                  <a:pt x="125" y="132"/>
                </a:cubicBezTo>
                <a:cubicBezTo>
                  <a:pt x="124" y="134"/>
                  <a:pt x="123" y="135"/>
                  <a:pt x="121" y="136"/>
                </a:cubicBezTo>
                <a:lnTo>
                  <a:pt x="121" y="144"/>
                </a:lnTo>
                <a:close/>
                <a:moveTo>
                  <a:pt x="66" y="284"/>
                </a:moveTo>
                <a:cubicBezTo>
                  <a:pt x="121" y="144"/>
                  <a:pt x="121" y="144"/>
                  <a:pt x="121" y="144"/>
                </a:cubicBezTo>
                <a:cubicBezTo>
                  <a:pt x="121" y="144"/>
                  <a:pt x="121" y="144"/>
                  <a:pt x="121" y="144"/>
                </a:cubicBezTo>
                <a:cubicBezTo>
                  <a:pt x="121" y="136"/>
                  <a:pt x="121" y="136"/>
                  <a:pt x="121" y="136"/>
                </a:cubicBezTo>
                <a:cubicBezTo>
                  <a:pt x="119" y="137"/>
                  <a:pt x="117" y="137"/>
                  <a:pt x="114" y="137"/>
                </a:cubicBezTo>
                <a:cubicBezTo>
                  <a:pt x="98" y="130"/>
                  <a:pt x="98" y="130"/>
                  <a:pt x="98" y="130"/>
                </a:cubicBezTo>
                <a:cubicBezTo>
                  <a:pt x="98" y="130"/>
                  <a:pt x="98" y="130"/>
                  <a:pt x="98" y="130"/>
                </a:cubicBezTo>
                <a:cubicBezTo>
                  <a:pt x="102" y="130"/>
                  <a:pt x="105" y="128"/>
                  <a:pt x="106" y="125"/>
                </a:cubicBezTo>
                <a:cubicBezTo>
                  <a:pt x="121" y="85"/>
                  <a:pt x="121" y="85"/>
                  <a:pt x="121" y="8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5" y="45"/>
                  <a:pt x="85" y="45"/>
                  <a:pt x="85" y="45"/>
                </a:cubicBezTo>
                <a:cubicBezTo>
                  <a:pt x="80" y="44"/>
                  <a:pt x="76" y="47"/>
                  <a:pt x="74" y="51"/>
                </a:cubicBezTo>
                <a:cubicBezTo>
                  <a:pt x="52" y="108"/>
                  <a:pt x="52" y="108"/>
                  <a:pt x="52" y="108"/>
                </a:cubicBezTo>
                <a:cubicBezTo>
                  <a:pt x="51" y="112"/>
                  <a:pt x="52" y="115"/>
                  <a:pt x="54" y="118"/>
                </a:cubicBezTo>
                <a:cubicBezTo>
                  <a:pt x="35" y="168"/>
                  <a:pt x="35" y="168"/>
                  <a:pt x="35" y="168"/>
                </a:cubicBezTo>
                <a:cubicBezTo>
                  <a:pt x="35" y="256"/>
                  <a:pt x="35" y="256"/>
                  <a:pt x="35" y="256"/>
                </a:cubicBezTo>
                <a:cubicBezTo>
                  <a:pt x="36" y="256"/>
                  <a:pt x="37" y="257"/>
                  <a:pt x="39" y="257"/>
                </a:cubicBezTo>
                <a:cubicBezTo>
                  <a:pt x="43" y="259"/>
                  <a:pt x="46" y="264"/>
                  <a:pt x="45" y="268"/>
                </a:cubicBezTo>
                <a:cubicBezTo>
                  <a:pt x="48" y="264"/>
                  <a:pt x="53" y="263"/>
                  <a:pt x="58" y="264"/>
                </a:cubicBezTo>
                <a:cubicBezTo>
                  <a:pt x="63" y="267"/>
                  <a:pt x="66" y="273"/>
                  <a:pt x="64" y="278"/>
                </a:cubicBezTo>
                <a:cubicBezTo>
                  <a:pt x="63" y="281"/>
                  <a:pt x="63" y="281"/>
                  <a:pt x="63" y="281"/>
                </a:cubicBezTo>
                <a:cubicBezTo>
                  <a:pt x="35" y="300"/>
                  <a:pt x="35" y="300"/>
                  <a:pt x="35" y="300"/>
                </a:cubicBezTo>
                <a:cubicBezTo>
                  <a:pt x="35" y="306"/>
                  <a:pt x="35" y="306"/>
                  <a:pt x="35" y="306"/>
                </a:cubicBezTo>
                <a:cubicBezTo>
                  <a:pt x="66" y="284"/>
                  <a:pt x="66" y="284"/>
                  <a:pt x="66" y="284"/>
                </a:cubicBezTo>
                <a:close/>
                <a:moveTo>
                  <a:pt x="121" y="1"/>
                </a:moveTo>
                <a:cubicBezTo>
                  <a:pt x="121" y="58"/>
                  <a:pt x="121" y="58"/>
                  <a:pt x="121" y="58"/>
                </a:cubicBezTo>
                <a:cubicBezTo>
                  <a:pt x="88" y="36"/>
                  <a:pt x="88" y="36"/>
                  <a:pt x="88" y="36"/>
                </a:cubicBezTo>
                <a:cubicBezTo>
                  <a:pt x="94" y="22"/>
                  <a:pt x="94" y="22"/>
                  <a:pt x="94" y="22"/>
                </a:cubicBezTo>
                <a:cubicBezTo>
                  <a:pt x="98" y="10"/>
                  <a:pt x="109" y="2"/>
                  <a:pt x="121" y="1"/>
                </a:cubicBezTo>
                <a:close/>
                <a:moveTo>
                  <a:pt x="35" y="168"/>
                </a:moveTo>
                <a:cubicBezTo>
                  <a:pt x="0" y="258"/>
                  <a:pt x="0" y="258"/>
                  <a:pt x="0" y="258"/>
                </a:cubicBezTo>
                <a:cubicBezTo>
                  <a:pt x="15" y="319"/>
                  <a:pt x="15" y="319"/>
                  <a:pt x="15" y="319"/>
                </a:cubicBezTo>
                <a:cubicBezTo>
                  <a:pt x="35" y="306"/>
                  <a:pt x="35" y="306"/>
                  <a:pt x="35" y="306"/>
                </a:cubicBezTo>
                <a:cubicBezTo>
                  <a:pt x="35" y="300"/>
                  <a:pt x="35" y="300"/>
                  <a:pt x="35" y="300"/>
                </a:cubicBezTo>
                <a:cubicBezTo>
                  <a:pt x="33" y="301"/>
                  <a:pt x="33" y="301"/>
                  <a:pt x="33" y="301"/>
                </a:cubicBezTo>
                <a:cubicBezTo>
                  <a:pt x="13" y="294"/>
                  <a:pt x="13" y="294"/>
                  <a:pt x="13" y="294"/>
                </a:cubicBezTo>
                <a:cubicBezTo>
                  <a:pt x="5" y="259"/>
                  <a:pt x="5" y="259"/>
                  <a:pt x="5" y="259"/>
                </a:cubicBezTo>
                <a:cubicBezTo>
                  <a:pt x="5" y="259"/>
                  <a:pt x="5" y="259"/>
                  <a:pt x="5" y="259"/>
                </a:cubicBezTo>
                <a:cubicBezTo>
                  <a:pt x="6" y="256"/>
                  <a:pt x="6" y="256"/>
                  <a:pt x="6" y="256"/>
                </a:cubicBezTo>
                <a:cubicBezTo>
                  <a:pt x="8" y="250"/>
                  <a:pt x="14" y="248"/>
                  <a:pt x="19" y="250"/>
                </a:cubicBezTo>
                <a:cubicBezTo>
                  <a:pt x="24" y="251"/>
                  <a:pt x="27" y="256"/>
                  <a:pt x="26" y="261"/>
                </a:cubicBezTo>
                <a:cubicBezTo>
                  <a:pt x="28" y="258"/>
                  <a:pt x="31" y="256"/>
                  <a:pt x="35" y="256"/>
                </a:cubicBezTo>
                <a:lnTo>
                  <a:pt x="35" y="168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74" name="Freeform 48"/>
          <p:cNvSpPr>
            <a:spLocks noEditPoints="1"/>
          </p:cNvSpPr>
          <p:nvPr/>
        </p:nvSpPr>
        <p:spPr bwMode="auto">
          <a:xfrm>
            <a:off x="4656196" y="2406382"/>
            <a:ext cx="434465" cy="434465"/>
          </a:xfrm>
          <a:custGeom>
            <a:avLst/>
            <a:gdLst>
              <a:gd name="T0" fmla="*/ 133 w 266"/>
              <a:gd name="T1" fmla="*/ 0 h 266"/>
              <a:gd name="T2" fmla="*/ 133 w 266"/>
              <a:gd name="T3" fmla="*/ 0 h 266"/>
              <a:gd name="T4" fmla="*/ 133 w 266"/>
              <a:gd name="T5" fmla="*/ 35 h 266"/>
              <a:gd name="T6" fmla="*/ 150 w 266"/>
              <a:gd name="T7" fmla="*/ 24 h 266"/>
              <a:gd name="T8" fmla="*/ 242 w 266"/>
              <a:gd name="T9" fmla="*/ 117 h 266"/>
              <a:gd name="T10" fmla="*/ 231 w 266"/>
              <a:gd name="T11" fmla="*/ 133 h 266"/>
              <a:gd name="T12" fmla="*/ 242 w 266"/>
              <a:gd name="T13" fmla="*/ 149 h 266"/>
              <a:gd name="T14" fmla="*/ 150 w 266"/>
              <a:gd name="T15" fmla="*/ 242 h 266"/>
              <a:gd name="T16" fmla="*/ 150 w 266"/>
              <a:gd name="T17" fmla="*/ 242 h 266"/>
              <a:gd name="T18" fmla="*/ 133 w 266"/>
              <a:gd name="T19" fmla="*/ 231 h 266"/>
              <a:gd name="T20" fmla="*/ 133 w 266"/>
              <a:gd name="T21" fmla="*/ 266 h 266"/>
              <a:gd name="T22" fmla="*/ 133 w 266"/>
              <a:gd name="T23" fmla="*/ 266 h 266"/>
              <a:gd name="T24" fmla="*/ 266 w 266"/>
              <a:gd name="T25" fmla="*/ 133 h 266"/>
              <a:gd name="T26" fmla="*/ 133 w 266"/>
              <a:gd name="T27" fmla="*/ 0 h 266"/>
              <a:gd name="T28" fmla="*/ 133 w 266"/>
              <a:gd name="T29" fmla="*/ 0 h 266"/>
              <a:gd name="T30" fmla="*/ 133 w 266"/>
              <a:gd name="T31" fmla="*/ 0 h 266"/>
              <a:gd name="T32" fmla="*/ 0 w 266"/>
              <a:gd name="T33" fmla="*/ 133 h 266"/>
              <a:gd name="T34" fmla="*/ 133 w 266"/>
              <a:gd name="T35" fmla="*/ 266 h 266"/>
              <a:gd name="T36" fmla="*/ 133 w 266"/>
              <a:gd name="T37" fmla="*/ 266 h 266"/>
              <a:gd name="T38" fmla="*/ 133 w 266"/>
              <a:gd name="T39" fmla="*/ 231 h 266"/>
              <a:gd name="T40" fmla="*/ 133 w 266"/>
              <a:gd name="T41" fmla="*/ 231 h 266"/>
              <a:gd name="T42" fmla="*/ 117 w 266"/>
              <a:gd name="T43" fmla="*/ 242 h 266"/>
              <a:gd name="T44" fmla="*/ 24 w 266"/>
              <a:gd name="T45" fmla="*/ 149 h 266"/>
              <a:gd name="T46" fmla="*/ 35 w 266"/>
              <a:gd name="T47" fmla="*/ 133 h 266"/>
              <a:gd name="T48" fmla="*/ 24 w 266"/>
              <a:gd name="T49" fmla="*/ 117 h 266"/>
              <a:gd name="T50" fmla="*/ 117 w 266"/>
              <a:gd name="T51" fmla="*/ 24 h 266"/>
              <a:gd name="T52" fmla="*/ 133 w 266"/>
              <a:gd name="T53" fmla="*/ 35 h 266"/>
              <a:gd name="T54" fmla="*/ 133 w 266"/>
              <a:gd name="T55" fmla="*/ 35 h 266"/>
              <a:gd name="T56" fmla="*/ 133 w 266"/>
              <a:gd name="T57" fmla="*/ 0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66" h="266">
                <a:moveTo>
                  <a:pt x="133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5"/>
                  <a:pt x="133" y="35"/>
                  <a:pt x="133" y="35"/>
                </a:cubicBezTo>
                <a:cubicBezTo>
                  <a:pt x="141" y="35"/>
                  <a:pt x="147" y="30"/>
                  <a:pt x="150" y="24"/>
                </a:cubicBezTo>
                <a:cubicBezTo>
                  <a:pt x="197" y="31"/>
                  <a:pt x="235" y="69"/>
                  <a:pt x="242" y="117"/>
                </a:cubicBezTo>
                <a:cubicBezTo>
                  <a:pt x="236" y="119"/>
                  <a:pt x="231" y="125"/>
                  <a:pt x="231" y="133"/>
                </a:cubicBezTo>
                <a:cubicBezTo>
                  <a:pt x="231" y="140"/>
                  <a:pt x="236" y="147"/>
                  <a:pt x="242" y="149"/>
                </a:cubicBezTo>
                <a:cubicBezTo>
                  <a:pt x="235" y="197"/>
                  <a:pt x="197" y="235"/>
                  <a:pt x="150" y="242"/>
                </a:cubicBezTo>
                <a:cubicBezTo>
                  <a:pt x="150" y="242"/>
                  <a:pt x="150" y="242"/>
                  <a:pt x="150" y="242"/>
                </a:cubicBezTo>
                <a:cubicBezTo>
                  <a:pt x="147" y="236"/>
                  <a:pt x="141" y="231"/>
                  <a:pt x="133" y="231"/>
                </a:cubicBezTo>
                <a:cubicBezTo>
                  <a:pt x="133" y="266"/>
                  <a:pt x="133" y="266"/>
                  <a:pt x="133" y="266"/>
                </a:cubicBezTo>
                <a:cubicBezTo>
                  <a:pt x="133" y="266"/>
                  <a:pt x="133" y="266"/>
                  <a:pt x="133" y="266"/>
                </a:cubicBezTo>
                <a:cubicBezTo>
                  <a:pt x="207" y="266"/>
                  <a:pt x="266" y="206"/>
                  <a:pt x="266" y="133"/>
                </a:cubicBezTo>
                <a:cubicBezTo>
                  <a:pt x="266" y="59"/>
                  <a:pt x="207" y="0"/>
                  <a:pt x="133" y="0"/>
                </a:cubicBezTo>
                <a:close/>
                <a:moveTo>
                  <a:pt x="133" y="0"/>
                </a:moveTo>
                <a:cubicBezTo>
                  <a:pt x="133" y="0"/>
                  <a:pt x="133" y="0"/>
                  <a:pt x="133" y="0"/>
                </a:cubicBezTo>
                <a:cubicBezTo>
                  <a:pt x="60" y="0"/>
                  <a:pt x="0" y="59"/>
                  <a:pt x="0" y="133"/>
                </a:cubicBezTo>
                <a:cubicBezTo>
                  <a:pt x="0" y="206"/>
                  <a:pt x="60" y="266"/>
                  <a:pt x="133" y="266"/>
                </a:cubicBezTo>
                <a:cubicBezTo>
                  <a:pt x="133" y="266"/>
                  <a:pt x="133" y="266"/>
                  <a:pt x="133" y="266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26" y="231"/>
                  <a:pt x="120" y="236"/>
                  <a:pt x="117" y="242"/>
                </a:cubicBezTo>
                <a:cubicBezTo>
                  <a:pt x="69" y="235"/>
                  <a:pt x="31" y="197"/>
                  <a:pt x="24" y="149"/>
                </a:cubicBezTo>
                <a:cubicBezTo>
                  <a:pt x="31" y="147"/>
                  <a:pt x="35" y="140"/>
                  <a:pt x="35" y="133"/>
                </a:cubicBezTo>
                <a:cubicBezTo>
                  <a:pt x="35" y="125"/>
                  <a:pt x="31" y="119"/>
                  <a:pt x="24" y="117"/>
                </a:cubicBezTo>
                <a:cubicBezTo>
                  <a:pt x="31" y="69"/>
                  <a:pt x="69" y="31"/>
                  <a:pt x="117" y="24"/>
                </a:cubicBezTo>
                <a:cubicBezTo>
                  <a:pt x="120" y="30"/>
                  <a:pt x="126" y="35"/>
                  <a:pt x="133" y="35"/>
                </a:cubicBezTo>
                <a:cubicBezTo>
                  <a:pt x="133" y="35"/>
                  <a:pt x="133" y="35"/>
                  <a:pt x="133" y="35"/>
                </a:cubicBezTo>
                <a:lnTo>
                  <a:pt x="133" y="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75" name="Freeform 49"/>
          <p:cNvSpPr/>
          <p:nvPr/>
        </p:nvSpPr>
        <p:spPr bwMode="auto">
          <a:xfrm>
            <a:off x="4735947" y="2544459"/>
            <a:ext cx="216637" cy="114270"/>
          </a:xfrm>
          <a:custGeom>
            <a:avLst/>
            <a:gdLst>
              <a:gd name="T0" fmla="*/ 124 w 133"/>
              <a:gd name="T1" fmla="*/ 0 h 70"/>
              <a:gd name="T2" fmla="*/ 93 w 133"/>
              <a:gd name="T3" fmla="*/ 30 h 70"/>
              <a:gd name="T4" fmla="*/ 84 w 133"/>
              <a:gd name="T5" fmla="*/ 28 h 70"/>
              <a:gd name="T6" fmla="*/ 65 w 133"/>
              <a:gd name="T7" fmla="*/ 42 h 70"/>
              <a:gd name="T8" fmla="*/ 0 w 133"/>
              <a:gd name="T9" fmla="*/ 42 h 70"/>
              <a:gd name="T10" fmla="*/ 0 w 133"/>
              <a:gd name="T11" fmla="*/ 56 h 70"/>
              <a:gd name="T12" fmla="*/ 65 w 133"/>
              <a:gd name="T13" fmla="*/ 56 h 70"/>
              <a:gd name="T14" fmla="*/ 84 w 133"/>
              <a:gd name="T15" fmla="*/ 70 h 70"/>
              <a:gd name="T16" fmla="*/ 105 w 133"/>
              <a:gd name="T17" fmla="*/ 49 h 70"/>
              <a:gd name="T18" fmla="*/ 103 w 133"/>
              <a:gd name="T19" fmla="*/ 40 h 70"/>
              <a:gd name="T20" fmla="*/ 133 w 133"/>
              <a:gd name="T21" fmla="*/ 9 h 70"/>
              <a:gd name="T22" fmla="*/ 124 w 133"/>
              <a:gd name="T23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3" h="70">
                <a:moveTo>
                  <a:pt x="124" y="0"/>
                </a:moveTo>
                <a:cubicBezTo>
                  <a:pt x="93" y="30"/>
                  <a:pt x="93" y="30"/>
                  <a:pt x="93" y="30"/>
                </a:cubicBezTo>
                <a:cubicBezTo>
                  <a:pt x="91" y="29"/>
                  <a:pt x="88" y="28"/>
                  <a:pt x="84" y="28"/>
                </a:cubicBezTo>
                <a:cubicBezTo>
                  <a:pt x="75" y="28"/>
                  <a:pt x="67" y="34"/>
                  <a:pt x="65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56"/>
                  <a:pt x="0" y="56"/>
                  <a:pt x="0" y="56"/>
                </a:cubicBezTo>
                <a:cubicBezTo>
                  <a:pt x="65" y="56"/>
                  <a:pt x="65" y="56"/>
                  <a:pt x="65" y="56"/>
                </a:cubicBezTo>
                <a:cubicBezTo>
                  <a:pt x="67" y="64"/>
                  <a:pt x="75" y="70"/>
                  <a:pt x="84" y="70"/>
                </a:cubicBezTo>
                <a:cubicBezTo>
                  <a:pt x="96" y="70"/>
                  <a:pt x="105" y="60"/>
                  <a:pt x="105" y="49"/>
                </a:cubicBezTo>
                <a:cubicBezTo>
                  <a:pt x="105" y="46"/>
                  <a:pt x="104" y="43"/>
                  <a:pt x="103" y="40"/>
                </a:cubicBezTo>
                <a:cubicBezTo>
                  <a:pt x="133" y="9"/>
                  <a:pt x="133" y="9"/>
                  <a:pt x="133" y="9"/>
                </a:cubicBezTo>
                <a:lnTo>
                  <a:pt x="124" y="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grpSp>
        <p:nvGrpSpPr>
          <p:cNvPr id="76" name="Group 126"/>
          <p:cNvGrpSpPr/>
          <p:nvPr/>
        </p:nvGrpSpPr>
        <p:grpSpPr>
          <a:xfrm>
            <a:off x="4829982" y="2965830"/>
            <a:ext cx="340430" cy="323766"/>
            <a:chOff x="8505825" y="3605213"/>
            <a:chExt cx="454025" cy="431800"/>
          </a:xfrm>
          <a:solidFill>
            <a:srgbClr val="0D0D0D">
              <a:alpha val="21176"/>
            </a:srgbClr>
          </a:solidFill>
        </p:grpSpPr>
        <p:sp>
          <p:nvSpPr>
            <p:cNvPr id="77" name="Freeform 50"/>
            <p:cNvSpPr/>
            <p:nvPr/>
          </p:nvSpPr>
          <p:spPr bwMode="auto">
            <a:xfrm>
              <a:off x="8505825" y="3694113"/>
              <a:ext cx="454025" cy="342900"/>
            </a:xfrm>
            <a:custGeom>
              <a:avLst/>
              <a:gdLst>
                <a:gd name="T0" fmla="*/ 146 w 208"/>
                <a:gd name="T1" fmla="*/ 0 h 157"/>
                <a:gd name="T2" fmla="*/ 104 w 208"/>
                <a:gd name="T3" fmla="*/ 15 h 157"/>
                <a:gd name="T4" fmla="*/ 62 w 208"/>
                <a:gd name="T5" fmla="*/ 0 h 157"/>
                <a:gd name="T6" fmla="*/ 0 w 208"/>
                <a:gd name="T7" fmla="*/ 60 h 157"/>
                <a:gd name="T8" fmla="*/ 107 w 208"/>
                <a:gd name="T9" fmla="*/ 157 h 157"/>
                <a:gd name="T10" fmla="*/ 208 w 208"/>
                <a:gd name="T11" fmla="*/ 60 h 157"/>
                <a:gd name="T12" fmla="*/ 146 w 208"/>
                <a:gd name="T1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8" h="157">
                  <a:moveTo>
                    <a:pt x="146" y="0"/>
                  </a:moveTo>
                  <a:cubicBezTo>
                    <a:pt x="130" y="0"/>
                    <a:pt x="115" y="6"/>
                    <a:pt x="104" y="15"/>
                  </a:cubicBezTo>
                  <a:cubicBezTo>
                    <a:pt x="93" y="6"/>
                    <a:pt x="78" y="0"/>
                    <a:pt x="62" y="0"/>
                  </a:cubicBezTo>
                  <a:cubicBezTo>
                    <a:pt x="28" y="0"/>
                    <a:pt x="0" y="27"/>
                    <a:pt x="0" y="60"/>
                  </a:cubicBezTo>
                  <a:cubicBezTo>
                    <a:pt x="0" y="98"/>
                    <a:pt x="31" y="157"/>
                    <a:pt x="107" y="157"/>
                  </a:cubicBezTo>
                  <a:cubicBezTo>
                    <a:pt x="185" y="157"/>
                    <a:pt x="208" y="95"/>
                    <a:pt x="208" y="60"/>
                  </a:cubicBezTo>
                  <a:cubicBezTo>
                    <a:pt x="208" y="27"/>
                    <a:pt x="180" y="0"/>
                    <a:pt x="14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  <p:sp>
          <p:nvSpPr>
            <p:cNvPr id="78" name="Freeform 51"/>
            <p:cNvSpPr/>
            <p:nvPr/>
          </p:nvSpPr>
          <p:spPr bwMode="auto">
            <a:xfrm>
              <a:off x="8709025" y="3605213"/>
              <a:ext cx="123825" cy="157163"/>
            </a:xfrm>
            <a:custGeom>
              <a:avLst/>
              <a:gdLst>
                <a:gd name="T0" fmla="*/ 12 w 57"/>
                <a:gd name="T1" fmla="*/ 72 h 72"/>
                <a:gd name="T2" fmla="*/ 27 w 57"/>
                <a:gd name="T3" fmla="*/ 0 h 72"/>
                <a:gd name="T4" fmla="*/ 57 w 57"/>
                <a:gd name="T5" fmla="*/ 6 h 72"/>
                <a:gd name="T6" fmla="*/ 12 w 57"/>
                <a:gd name="T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72">
                  <a:moveTo>
                    <a:pt x="12" y="72"/>
                  </a:moveTo>
                  <a:cubicBezTo>
                    <a:pt x="0" y="48"/>
                    <a:pt x="7" y="20"/>
                    <a:pt x="27" y="0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29" y="21"/>
                    <a:pt x="12" y="37"/>
                    <a:pt x="1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>
                <a:solidFill>
                  <a:srgbClr val="414455"/>
                </a:solidFill>
              </a:endParaRPr>
            </a:p>
          </p:txBody>
        </p:sp>
      </p:grpSp>
      <p:sp>
        <p:nvSpPr>
          <p:cNvPr id="79" name="Freeform 52"/>
          <p:cNvSpPr/>
          <p:nvPr/>
        </p:nvSpPr>
        <p:spPr bwMode="auto">
          <a:xfrm>
            <a:off x="3780124" y="1038710"/>
            <a:ext cx="509455" cy="414230"/>
          </a:xfrm>
          <a:custGeom>
            <a:avLst/>
            <a:gdLst>
              <a:gd name="T0" fmla="*/ 312 w 312"/>
              <a:gd name="T1" fmla="*/ 86 h 253"/>
              <a:gd name="T2" fmla="*/ 305 w 312"/>
              <a:gd name="T3" fmla="*/ 75 h 253"/>
              <a:gd name="T4" fmla="*/ 79 w 312"/>
              <a:gd name="T5" fmla="*/ 226 h 253"/>
              <a:gd name="T6" fmla="*/ 28 w 312"/>
              <a:gd name="T7" fmla="*/ 214 h 253"/>
              <a:gd name="T8" fmla="*/ 35 w 312"/>
              <a:gd name="T9" fmla="*/ 162 h 253"/>
              <a:gd name="T10" fmla="*/ 262 w 312"/>
              <a:gd name="T11" fmla="*/ 11 h 253"/>
              <a:gd name="T12" fmla="*/ 254 w 312"/>
              <a:gd name="T13" fmla="*/ 0 h 253"/>
              <a:gd name="T14" fmla="*/ 26 w 312"/>
              <a:gd name="T15" fmla="*/ 153 h 253"/>
              <a:gd name="T16" fmla="*/ 15 w 312"/>
              <a:gd name="T17" fmla="*/ 222 h 253"/>
              <a:gd name="T18" fmla="*/ 83 w 312"/>
              <a:gd name="T19" fmla="*/ 239 h 253"/>
              <a:gd name="T20" fmla="*/ 312 w 312"/>
              <a:gd name="T21" fmla="*/ 86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2" h="253">
                <a:moveTo>
                  <a:pt x="312" y="86"/>
                </a:moveTo>
                <a:cubicBezTo>
                  <a:pt x="305" y="75"/>
                  <a:pt x="305" y="75"/>
                  <a:pt x="305" y="75"/>
                </a:cubicBezTo>
                <a:cubicBezTo>
                  <a:pt x="79" y="226"/>
                  <a:pt x="79" y="226"/>
                  <a:pt x="79" y="226"/>
                </a:cubicBezTo>
                <a:cubicBezTo>
                  <a:pt x="63" y="237"/>
                  <a:pt x="40" y="231"/>
                  <a:pt x="28" y="214"/>
                </a:cubicBezTo>
                <a:cubicBezTo>
                  <a:pt x="16" y="196"/>
                  <a:pt x="19" y="173"/>
                  <a:pt x="35" y="162"/>
                </a:cubicBezTo>
                <a:cubicBezTo>
                  <a:pt x="262" y="11"/>
                  <a:pt x="262" y="11"/>
                  <a:pt x="262" y="11"/>
                </a:cubicBezTo>
                <a:cubicBezTo>
                  <a:pt x="254" y="0"/>
                  <a:pt x="254" y="0"/>
                  <a:pt x="254" y="0"/>
                </a:cubicBezTo>
                <a:cubicBezTo>
                  <a:pt x="26" y="153"/>
                  <a:pt x="26" y="153"/>
                  <a:pt x="26" y="153"/>
                </a:cubicBezTo>
                <a:cubicBezTo>
                  <a:pt x="4" y="167"/>
                  <a:pt x="0" y="198"/>
                  <a:pt x="15" y="222"/>
                </a:cubicBezTo>
                <a:cubicBezTo>
                  <a:pt x="31" y="246"/>
                  <a:pt x="62" y="253"/>
                  <a:pt x="83" y="239"/>
                </a:cubicBezTo>
                <a:lnTo>
                  <a:pt x="312" y="86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0" name="Freeform 53"/>
          <p:cNvSpPr/>
          <p:nvPr/>
        </p:nvSpPr>
        <p:spPr bwMode="auto">
          <a:xfrm>
            <a:off x="4166977" y="1016094"/>
            <a:ext cx="140457" cy="192831"/>
          </a:xfrm>
          <a:custGeom>
            <a:avLst/>
            <a:gdLst>
              <a:gd name="T0" fmla="*/ 80 w 86"/>
              <a:gd name="T1" fmla="*/ 115 h 118"/>
              <a:gd name="T2" fmla="*/ 68 w 86"/>
              <a:gd name="T3" fmla="*/ 113 h 118"/>
              <a:gd name="T4" fmla="*/ 3 w 86"/>
              <a:gd name="T5" fmla="*/ 16 h 118"/>
              <a:gd name="T6" fmla="*/ 6 w 86"/>
              <a:gd name="T7" fmla="*/ 3 h 118"/>
              <a:gd name="T8" fmla="*/ 19 w 86"/>
              <a:gd name="T9" fmla="*/ 6 h 118"/>
              <a:gd name="T10" fmla="*/ 83 w 86"/>
              <a:gd name="T11" fmla="*/ 102 h 118"/>
              <a:gd name="T12" fmla="*/ 80 w 86"/>
              <a:gd name="T13" fmla="*/ 115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118">
                <a:moveTo>
                  <a:pt x="80" y="115"/>
                </a:moveTo>
                <a:cubicBezTo>
                  <a:pt x="76" y="118"/>
                  <a:pt x="70" y="117"/>
                  <a:pt x="68" y="113"/>
                </a:cubicBezTo>
                <a:cubicBezTo>
                  <a:pt x="3" y="16"/>
                  <a:pt x="3" y="16"/>
                  <a:pt x="3" y="16"/>
                </a:cubicBezTo>
                <a:cubicBezTo>
                  <a:pt x="0" y="12"/>
                  <a:pt x="1" y="6"/>
                  <a:pt x="6" y="3"/>
                </a:cubicBezTo>
                <a:cubicBezTo>
                  <a:pt x="10" y="0"/>
                  <a:pt x="16" y="2"/>
                  <a:pt x="19" y="6"/>
                </a:cubicBezTo>
                <a:cubicBezTo>
                  <a:pt x="83" y="102"/>
                  <a:pt x="83" y="102"/>
                  <a:pt x="83" y="102"/>
                </a:cubicBezTo>
                <a:cubicBezTo>
                  <a:pt x="86" y="107"/>
                  <a:pt x="85" y="112"/>
                  <a:pt x="80" y="115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1" name="Freeform 54"/>
          <p:cNvSpPr/>
          <p:nvPr/>
        </p:nvSpPr>
        <p:spPr bwMode="auto">
          <a:xfrm>
            <a:off x="3846782" y="1148219"/>
            <a:ext cx="385662" cy="252347"/>
          </a:xfrm>
          <a:custGeom>
            <a:avLst/>
            <a:gdLst>
              <a:gd name="T0" fmla="*/ 236 w 236"/>
              <a:gd name="T1" fmla="*/ 13 h 154"/>
              <a:gd name="T2" fmla="*/ 227 w 236"/>
              <a:gd name="T3" fmla="*/ 0 h 154"/>
              <a:gd name="T4" fmla="*/ 25 w 236"/>
              <a:gd name="T5" fmla="*/ 135 h 154"/>
              <a:gd name="T6" fmla="*/ 0 w 236"/>
              <a:gd name="T7" fmla="*/ 136 h 154"/>
              <a:gd name="T8" fmla="*/ 1 w 236"/>
              <a:gd name="T9" fmla="*/ 138 h 154"/>
              <a:gd name="T10" fmla="*/ 36 w 236"/>
              <a:gd name="T11" fmla="*/ 146 h 154"/>
              <a:gd name="T12" fmla="*/ 236 w 236"/>
              <a:gd name="T13" fmla="*/ 13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6" h="154">
                <a:moveTo>
                  <a:pt x="236" y="13"/>
                </a:moveTo>
                <a:cubicBezTo>
                  <a:pt x="227" y="0"/>
                  <a:pt x="227" y="0"/>
                  <a:pt x="227" y="0"/>
                </a:cubicBezTo>
                <a:cubicBezTo>
                  <a:pt x="25" y="135"/>
                  <a:pt x="25" y="135"/>
                  <a:pt x="25" y="135"/>
                </a:cubicBezTo>
                <a:cubicBezTo>
                  <a:pt x="17" y="140"/>
                  <a:pt x="8" y="140"/>
                  <a:pt x="0" y="136"/>
                </a:cubicBezTo>
                <a:cubicBezTo>
                  <a:pt x="0" y="137"/>
                  <a:pt x="0" y="137"/>
                  <a:pt x="1" y="138"/>
                </a:cubicBezTo>
                <a:cubicBezTo>
                  <a:pt x="9" y="150"/>
                  <a:pt x="25" y="154"/>
                  <a:pt x="36" y="146"/>
                </a:cubicBezTo>
                <a:lnTo>
                  <a:pt x="236" y="13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2" name="Freeform 55"/>
          <p:cNvSpPr>
            <a:spLocks noEditPoints="1"/>
          </p:cNvSpPr>
          <p:nvPr/>
        </p:nvSpPr>
        <p:spPr bwMode="auto">
          <a:xfrm>
            <a:off x="3532539" y="1369618"/>
            <a:ext cx="222589" cy="390423"/>
          </a:xfrm>
          <a:custGeom>
            <a:avLst/>
            <a:gdLst>
              <a:gd name="T0" fmla="*/ 59 w 136"/>
              <a:gd name="T1" fmla="*/ 203 h 239"/>
              <a:gd name="T2" fmla="*/ 54 w 136"/>
              <a:gd name="T3" fmla="*/ 203 h 239"/>
              <a:gd name="T4" fmla="*/ 54 w 136"/>
              <a:gd name="T5" fmla="*/ 239 h 239"/>
              <a:gd name="T6" fmla="*/ 72 w 136"/>
              <a:gd name="T7" fmla="*/ 226 h 239"/>
              <a:gd name="T8" fmla="*/ 59 w 136"/>
              <a:gd name="T9" fmla="*/ 203 h 239"/>
              <a:gd name="T10" fmla="*/ 54 w 136"/>
              <a:gd name="T11" fmla="*/ 187 h 239"/>
              <a:gd name="T12" fmla="*/ 54 w 136"/>
              <a:gd name="T13" fmla="*/ 82 h 239"/>
              <a:gd name="T14" fmla="*/ 81 w 136"/>
              <a:gd name="T15" fmla="*/ 74 h 239"/>
              <a:gd name="T16" fmla="*/ 97 w 136"/>
              <a:gd name="T17" fmla="*/ 13 h 239"/>
              <a:gd name="T18" fmla="*/ 114 w 136"/>
              <a:gd name="T19" fmla="*/ 2 h 239"/>
              <a:gd name="T20" fmla="*/ 124 w 136"/>
              <a:gd name="T21" fmla="*/ 20 h 239"/>
              <a:gd name="T22" fmla="*/ 109 w 136"/>
              <a:gd name="T23" fmla="*/ 81 h 239"/>
              <a:gd name="T24" fmla="*/ 130 w 136"/>
              <a:gd name="T25" fmla="*/ 134 h 239"/>
              <a:gd name="T26" fmla="*/ 122 w 136"/>
              <a:gd name="T27" fmla="*/ 164 h 239"/>
              <a:gd name="T28" fmla="*/ 122 w 136"/>
              <a:gd name="T29" fmla="*/ 164 h 239"/>
              <a:gd name="T30" fmla="*/ 136 w 136"/>
              <a:gd name="T31" fmla="*/ 187 h 239"/>
              <a:gd name="T32" fmla="*/ 131 w 136"/>
              <a:gd name="T33" fmla="*/ 207 h 239"/>
              <a:gd name="T34" fmla="*/ 54 w 136"/>
              <a:gd name="T35" fmla="*/ 187 h 239"/>
              <a:gd name="T36" fmla="*/ 54 w 136"/>
              <a:gd name="T37" fmla="*/ 203 h 239"/>
              <a:gd name="T38" fmla="*/ 36 w 136"/>
              <a:gd name="T39" fmla="*/ 216 h 239"/>
              <a:gd name="T40" fmla="*/ 50 w 136"/>
              <a:gd name="T41" fmla="*/ 239 h 239"/>
              <a:gd name="T42" fmla="*/ 54 w 136"/>
              <a:gd name="T43" fmla="*/ 239 h 239"/>
              <a:gd name="T44" fmla="*/ 54 w 136"/>
              <a:gd name="T45" fmla="*/ 203 h 239"/>
              <a:gd name="T46" fmla="*/ 54 w 136"/>
              <a:gd name="T47" fmla="*/ 82 h 239"/>
              <a:gd name="T48" fmla="*/ 54 w 136"/>
              <a:gd name="T49" fmla="*/ 187 h 239"/>
              <a:gd name="T50" fmla="*/ 0 w 136"/>
              <a:gd name="T51" fmla="*/ 173 h 239"/>
              <a:gd name="T52" fmla="*/ 5 w 136"/>
              <a:gd name="T53" fmla="*/ 152 h 239"/>
              <a:gd name="T54" fmla="*/ 29 w 136"/>
              <a:gd name="T55" fmla="*/ 140 h 239"/>
              <a:gd name="T56" fmla="*/ 37 w 136"/>
              <a:gd name="T57" fmla="*/ 109 h 239"/>
              <a:gd name="T58" fmla="*/ 54 w 136"/>
              <a:gd name="T59" fmla="*/ 82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6" h="239">
                <a:moveTo>
                  <a:pt x="59" y="203"/>
                </a:moveTo>
                <a:cubicBezTo>
                  <a:pt x="57" y="203"/>
                  <a:pt x="56" y="203"/>
                  <a:pt x="54" y="203"/>
                </a:cubicBezTo>
                <a:cubicBezTo>
                  <a:pt x="54" y="239"/>
                  <a:pt x="54" y="239"/>
                  <a:pt x="54" y="239"/>
                </a:cubicBezTo>
                <a:cubicBezTo>
                  <a:pt x="62" y="239"/>
                  <a:pt x="70" y="234"/>
                  <a:pt x="72" y="226"/>
                </a:cubicBezTo>
                <a:cubicBezTo>
                  <a:pt x="74" y="216"/>
                  <a:pt x="69" y="206"/>
                  <a:pt x="59" y="203"/>
                </a:cubicBezTo>
                <a:close/>
                <a:moveTo>
                  <a:pt x="54" y="187"/>
                </a:moveTo>
                <a:cubicBezTo>
                  <a:pt x="54" y="82"/>
                  <a:pt x="54" y="82"/>
                  <a:pt x="54" y="82"/>
                </a:cubicBezTo>
                <a:cubicBezTo>
                  <a:pt x="62" y="76"/>
                  <a:pt x="71" y="74"/>
                  <a:pt x="81" y="74"/>
                </a:cubicBezTo>
                <a:cubicBezTo>
                  <a:pt x="97" y="13"/>
                  <a:pt x="97" y="13"/>
                  <a:pt x="97" y="13"/>
                </a:cubicBezTo>
                <a:cubicBezTo>
                  <a:pt x="99" y="5"/>
                  <a:pt x="107" y="0"/>
                  <a:pt x="114" y="2"/>
                </a:cubicBezTo>
                <a:cubicBezTo>
                  <a:pt x="122" y="4"/>
                  <a:pt x="126" y="12"/>
                  <a:pt x="124" y="20"/>
                </a:cubicBezTo>
                <a:cubicBezTo>
                  <a:pt x="109" y="81"/>
                  <a:pt x="109" y="81"/>
                  <a:pt x="109" y="81"/>
                </a:cubicBezTo>
                <a:cubicBezTo>
                  <a:pt x="125" y="90"/>
                  <a:pt x="136" y="109"/>
                  <a:pt x="130" y="134"/>
                </a:cubicBezTo>
                <a:cubicBezTo>
                  <a:pt x="130" y="134"/>
                  <a:pt x="125" y="154"/>
                  <a:pt x="122" y="164"/>
                </a:cubicBezTo>
                <a:cubicBezTo>
                  <a:pt x="122" y="164"/>
                  <a:pt x="122" y="164"/>
                  <a:pt x="122" y="164"/>
                </a:cubicBezTo>
                <a:cubicBezTo>
                  <a:pt x="118" y="178"/>
                  <a:pt x="136" y="187"/>
                  <a:pt x="136" y="187"/>
                </a:cubicBezTo>
                <a:cubicBezTo>
                  <a:pt x="131" y="207"/>
                  <a:pt x="131" y="207"/>
                  <a:pt x="131" y="207"/>
                </a:cubicBezTo>
                <a:lnTo>
                  <a:pt x="54" y="187"/>
                </a:lnTo>
                <a:close/>
                <a:moveTo>
                  <a:pt x="54" y="203"/>
                </a:moveTo>
                <a:cubicBezTo>
                  <a:pt x="46" y="203"/>
                  <a:pt x="38" y="208"/>
                  <a:pt x="36" y="216"/>
                </a:cubicBezTo>
                <a:cubicBezTo>
                  <a:pt x="34" y="226"/>
                  <a:pt x="40" y="236"/>
                  <a:pt x="50" y="239"/>
                </a:cubicBezTo>
                <a:cubicBezTo>
                  <a:pt x="51" y="239"/>
                  <a:pt x="53" y="239"/>
                  <a:pt x="54" y="239"/>
                </a:cubicBezTo>
                <a:cubicBezTo>
                  <a:pt x="54" y="203"/>
                  <a:pt x="54" y="203"/>
                  <a:pt x="54" y="203"/>
                </a:cubicBezTo>
                <a:close/>
                <a:moveTo>
                  <a:pt x="54" y="82"/>
                </a:moveTo>
                <a:cubicBezTo>
                  <a:pt x="54" y="187"/>
                  <a:pt x="54" y="187"/>
                  <a:pt x="54" y="187"/>
                </a:cubicBezTo>
                <a:cubicBezTo>
                  <a:pt x="0" y="173"/>
                  <a:pt x="0" y="173"/>
                  <a:pt x="0" y="173"/>
                </a:cubicBezTo>
                <a:cubicBezTo>
                  <a:pt x="5" y="152"/>
                  <a:pt x="5" y="152"/>
                  <a:pt x="5" y="152"/>
                </a:cubicBezTo>
                <a:cubicBezTo>
                  <a:pt x="5" y="152"/>
                  <a:pt x="25" y="154"/>
                  <a:pt x="29" y="140"/>
                </a:cubicBezTo>
                <a:cubicBezTo>
                  <a:pt x="32" y="128"/>
                  <a:pt x="37" y="109"/>
                  <a:pt x="37" y="109"/>
                </a:cubicBezTo>
                <a:cubicBezTo>
                  <a:pt x="40" y="97"/>
                  <a:pt x="46" y="88"/>
                  <a:pt x="54" y="82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3" name="Freeform 56"/>
          <p:cNvSpPr>
            <a:spLocks noEditPoints="1"/>
          </p:cNvSpPr>
          <p:nvPr/>
        </p:nvSpPr>
        <p:spPr bwMode="auto">
          <a:xfrm>
            <a:off x="3330185" y="2187364"/>
            <a:ext cx="416610" cy="453510"/>
          </a:xfrm>
          <a:custGeom>
            <a:avLst/>
            <a:gdLst>
              <a:gd name="T0" fmla="*/ 198 w 255"/>
              <a:gd name="T1" fmla="*/ 128 h 277"/>
              <a:gd name="T2" fmla="*/ 191 w 255"/>
              <a:gd name="T3" fmla="*/ 158 h 277"/>
              <a:gd name="T4" fmla="*/ 191 w 255"/>
              <a:gd name="T5" fmla="*/ 185 h 277"/>
              <a:gd name="T6" fmla="*/ 196 w 255"/>
              <a:gd name="T7" fmla="*/ 187 h 277"/>
              <a:gd name="T8" fmla="*/ 218 w 255"/>
              <a:gd name="T9" fmla="*/ 218 h 277"/>
              <a:gd name="T10" fmla="*/ 191 w 255"/>
              <a:gd name="T11" fmla="*/ 201 h 277"/>
              <a:gd name="T12" fmla="*/ 191 w 255"/>
              <a:gd name="T13" fmla="*/ 55 h 277"/>
              <a:gd name="T14" fmla="*/ 218 w 255"/>
              <a:gd name="T15" fmla="*/ 38 h 277"/>
              <a:gd name="T16" fmla="*/ 196 w 255"/>
              <a:gd name="T17" fmla="*/ 69 h 277"/>
              <a:gd name="T18" fmla="*/ 191 w 255"/>
              <a:gd name="T19" fmla="*/ 71 h 277"/>
              <a:gd name="T20" fmla="*/ 249 w 255"/>
              <a:gd name="T21" fmla="*/ 121 h 277"/>
              <a:gd name="T22" fmla="*/ 211 w 255"/>
              <a:gd name="T23" fmla="*/ 128 h 277"/>
              <a:gd name="T24" fmla="*/ 249 w 255"/>
              <a:gd name="T25" fmla="*/ 134 h 277"/>
              <a:gd name="T26" fmla="*/ 249 w 255"/>
              <a:gd name="T27" fmla="*/ 121 h 277"/>
              <a:gd name="T28" fmla="*/ 132 w 255"/>
              <a:gd name="T29" fmla="*/ 277 h 277"/>
              <a:gd name="T30" fmla="*/ 167 w 255"/>
              <a:gd name="T31" fmla="*/ 186 h 277"/>
              <a:gd name="T32" fmla="*/ 191 w 255"/>
              <a:gd name="T33" fmla="*/ 98 h 277"/>
              <a:gd name="T34" fmla="*/ 127 w 255"/>
              <a:gd name="T35" fmla="*/ 72 h 277"/>
              <a:gd name="T36" fmla="*/ 183 w 255"/>
              <a:gd name="T37" fmla="*/ 128 h 277"/>
              <a:gd name="T38" fmla="*/ 156 w 255"/>
              <a:gd name="T39" fmla="*/ 176 h 277"/>
              <a:gd name="T40" fmla="*/ 153 w 255"/>
              <a:gd name="T41" fmla="*/ 214 h 277"/>
              <a:gd name="T42" fmla="*/ 127 w 255"/>
              <a:gd name="T43" fmla="*/ 277 h 277"/>
              <a:gd name="T44" fmla="*/ 191 w 255"/>
              <a:gd name="T45" fmla="*/ 71 h 277"/>
              <a:gd name="T46" fmla="*/ 186 w 255"/>
              <a:gd name="T47" fmla="*/ 60 h 277"/>
              <a:gd name="T48" fmla="*/ 191 w 255"/>
              <a:gd name="T49" fmla="*/ 185 h 277"/>
              <a:gd name="T50" fmla="*/ 186 w 255"/>
              <a:gd name="T51" fmla="*/ 196 h 277"/>
              <a:gd name="T52" fmla="*/ 191 w 255"/>
              <a:gd name="T53" fmla="*/ 185 h 277"/>
              <a:gd name="T54" fmla="*/ 127 w 255"/>
              <a:gd name="T55" fmla="*/ 0 h 277"/>
              <a:gd name="T56" fmla="*/ 134 w 255"/>
              <a:gd name="T57" fmla="*/ 7 h 277"/>
              <a:gd name="T58" fmla="*/ 128 w 255"/>
              <a:gd name="T59" fmla="*/ 45 h 277"/>
              <a:gd name="T60" fmla="*/ 127 w 255"/>
              <a:gd name="T61" fmla="*/ 45 h 277"/>
              <a:gd name="T62" fmla="*/ 64 w 255"/>
              <a:gd name="T63" fmla="*/ 97 h 277"/>
              <a:gd name="T64" fmla="*/ 89 w 255"/>
              <a:gd name="T65" fmla="*/ 187 h 277"/>
              <a:gd name="T66" fmla="*/ 124 w 255"/>
              <a:gd name="T67" fmla="*/ 277 h 277"/>
              <a:gd name="T68" fmla="*/ 127 w 255"/>
              <a:gd name="T69" fmla="*/ 214 h 277"/>
              <a:gd name="T70" fmla="*/ 103 w 255"/>
              <a:gd name="T71" fmla="*/ 183 h 277"/>
              <a:gd name="T72" fmla="*/ 71 w 255"/>
              <a:gd name="T73" fmla="*/ 128 h 277"/>
              <a:gd name="T74" fmla="*/ 127 w 255"/>
              <a:gd name="T75" fmla="*/ 72 h 277"/>
              <a:gd name="T76" fmla="*/ 127 w 255"/>
              <a:gd name="T77" fmla="*/ 57 h 277"/>
              <a:gd name="T78" fmla="*/ 127 w 255"/>
              <a:gd name="T79" fmla="*/ 0 h 277"/>
              <a:gd name="T80" fmla="*/ 121 w 255"/>
              <a:gd name="T81" fmla="*/ 38 h 277"/>
              <a:gd name="T82" fmla="*/ 127 w 255"/>
              <a:gd name="T83" fmla="*/ 0 h 277"/>
              <a:gd name="T84" fmla="*/ 64 w 255"/>
              <a:gd name="T85" fmla="*/ 185 h 277"/>
              <a:gd name="T86" fmla="*/ 69 w 255"/>
              <a:gd name="T87" fmla="*/ 196 h 277"/>
              <a:gd name="T88" fmla="*/ 64 w 255"/>
              <a:gd name="T89" fmla="*/ 71 h 277"/>
              <a:gd name="T90" fmla="*/ 69 w 255"/>
              <a:gd name="T91" fmla="*/ 60 h 277"/>
              <a:gd name="T92" fmla="*/ 64 w 255"/>
              <a:gd name="T93" fmla="*/ 71 h 277"/>
              <a:gd name="T94" fmla="*/ 57 w 255"/>
              <a:gd name="T95" fmla="*/ 128 h 277"/>
              <a:gd name="T96" fmla="*/ 64 w 255"/>
              <a:gd name="T97" fmla="*/ 97 h 277"/>
              <a:gd name="T98" fmla="*/ 64 w 255"/>
              <a:gd name="T99" fmla="*/ 71 h 277"/>
              <a:gd name="T100" fmla="*/ 60 w 255"/>
              <a:gd name="T101" fmla="*/ 69 h 277"/>
              <a:gd name="T102" fmla="*/ 38 w 255"/>
              <a:gd name="T103" fmla="*/ 38 h 277"/>
              <a:gd name="T104" fmla="*/ 64 w 255"/>
              <a:gd name="T105" fmla="*/ 55 h 277"/>
              <a:gd name="T106" fmla="*/ 64 w 255"/>
              <a:gd name="T107" fmla="*/ 201 h 277"/>
              <a:gd name="T108" fmla="*/ 38 w 255"/>
              <a:gd name="T109" fmla="*/ 218 h 277"/>
              <a:gd name="T110" fmla="*/ 60 w 255"/>
              <a:gd name="T111" fmla="*/ 187 h 277"/>
              <a:gd name="T112" fmla="*/ 64 w 255"/>
              <a:gd name="T113" fmla="*/ 185 h 277"/>
              <a:gd name="T114" fmla="*/ 45 w 255"/>
              <a:gd name="T115" fmla="*/ 128 h 277"/>
              <a:gd name="T116" fmla="*/ 7 w 255"/>
              <a:gd name="T117" fmla="*/ 121 h 277"/>
              <a:gd name="T118" fmla="*/ 7 w 255"/>
              <a:gd name="T119" fmla="*/ 134 h 277"/>
              <a:gd name="T120" fmla="*/ 45 w 255"/>
              <a:gd name="T121" fmla="*/ 128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55" h="277">
                <a:moveTo>
                  <a:pt x="191" y="158"/>
                </a:moveTo>
                <a:cubicBezTo>
                  <a:pt x="195" y="149"/>
                  <a:pt x="198" y="139"/>
                  <a:pt x="198" y="128"/>
                </a:cubicBezTo>
                <a:cubicBezTo>
                  <a:pt x="198" y="117"/>
                  <a:pt x="195" y="107"/>
                  <a:pt x="191" y="98"/>
                </a:cubicBezTo>
                <a:cubicBezTo>
                  <a:pt x="191" y="158"/>
                  <a:pt x="191" y="158"/>
                  <a:pt x="191" y="158"/>
                </a:cubicBezTo>
                <a:close/>
                <a:moveTo>
                  <a:pt x="191" y="201"/>
                </a:moveTo>
                <a:cubicBezTo>
                  <a:pt x="191" y="185"/>
                  <a:pt x="191" y="185"/>
                  <a:pt x="191" y="185"/>
                </a:cubicBezTo>
                <a:cubicBezTo>
                  <a:pt x="193" y="185"/>
                  <a:pt x="194" y="185"/>
                  <a:pt x="196" y="187"/>
                </a:cubicBezTo>
                <a:cubicBezTo>
                  <a:pt x="196" y="187"/>
                  <a:pt x="196" y="187"/>
                  <a:pt x="196" y="187"/>
                </a:cubicBezTo>
                <a:cubicBezTo>
                  <a:pt x="218" y="209"/>
                  <a:pt x="218" y="209"/>
                  <a:pt x="218" y="209"/>
                </a:cubicBezTo>
                <a:cubicBezTo>
                  <a:pt x="220" y="211"/>
                  <a:pt x="220" y="216"/>
                  <a:pt x="218" y="218"/>
                </a:cubicBezTo>
                <a:cubicBezTo>
                  <a:pt x="215" y="221"/>
                  <a:pt x="211" y="221"/>
                  <a:pt x="209" y="218"/>
                </a:cubicBezTo>
                <a:cubicBezTo>
                  <a:pt x="191" y="201"/>
                  <a:pt x="191" y="201"/>
                  <a:pt x="191" y="201"/>
                </a:cubicBezTo>
                <a:close/>
                <a:moveTo>
                  <a:pt x="191" y="71"/>
                </a:moveTo>
                <a:cubicBezTo>
                  <a:pt x="191" y="55"/>
                  <a:pt x="191" y="55"/>
                  <a:pt x="191" y="55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1" y="35"/>
                  <a:pt x="215" y="35"/>
                  <a:pt x="218" y="38"/>
                </a:cubicBezTo>
                <a:cubicBezTo>
                  <a:pt x="220" y="40"/>
                  <a:pt x="220" y="44"/>
                  <a:pt x="218" y="47"/>
                </a:cubicBezTo>
                <a:cubicBezTo>
                  <a:pt x="196" y="69"/>
                  <a:pt x="196" y="69"/>
                  <a:pt x="196" y="69"/>
                </a:cubicBezTo>
                <a:cubicBezTo>
                  <a:pt x="196" y="69"/>
                  <a:pt x="196" y="69"/>
                  <a:pt x="196" y="69"/>
                </a:cubicBezTo>
                <a:cubicBezTo>
                  <a:pt x="194" y="71"/>
                  <a:pt x="193" y="71"/>
                  <a:pt x="191" y="71"/>
                </a:cubicBezTo>
                <a:close/>
                <a:moveTo>
                  <a:pt x="249" y="121"/>
                </a:moveTo>
                <a:cubicBezTo>
                  <a:pt x="249" y="121"/>
                  <a:pt x="249" y="121"/>
                  <a:pt x="249" y="121"/>
                </a:cubicBezTo>
                <a:cubicBezTo>
                  <a:pt x="217" y="121"/>
                  <a:pt x="217" y="121"/>
                  <a:pt x="217" y="121"/>
                </a:cubicBezTo>
                <a:cubicBezTo>
                  <a:pt x="214" y="121"/>
                  <a:pt x="211" y="124"/>
                  <a:pt x="211" y="128"/>
                </a:cubicBezTo>
                <a:cubicBezTo>
                  <a:pt x="211" y="132"/>
                  <a:pt x="214" y="134"/>
                  <a:pt x="217" y="134"/>
                </a:cubicBezTo>
                <a:cubicBezTo>
                  <a:pt x="249" y="134"/>
                  <a:pt x="249" y="134"/>
                  <a:pt x="249" y="134"/>
                </a:cubicBezTo>
                <a:cubicBezTo>
                  <a:pt x="252" y="134"/>
                  <a:pt x="255" y="132"/>
                  <a:pt x="255" y="128"/>
                </a:cubicBezTo>
                <a:cubicBezTo>
                  <a:pt x="255" y="124"/>
                  <a:pt x="252" y="121"/>
                  <a:pt x="249" y="121"/>
                </a:cubicBezTo>
                <a:close/>
                <a:moveTo>
                  <a:pt x="127" y="277"/>
                </a:moveTo>
                <a:cubicBezTo>
                  <a:pt x="132" y="277"/>
                  <a:pt x="132" y="277"/>
                  <a:pt x="132" y="277"/>
                </a:cubicBezTo>
                <a:cubicBezTo>
                  <a:pt x="151" y="277"/>
                  <a:pt x="167" y="262"/>
                  <a:pt x="167" y="242"/>
                </a:cubicBezTo>
                <a:cubicBezTo>
                  <a:pt x="167" y="186"/>
                  <a:pt x="167" y="186"/>
                  <a:pt x="167" y="186"/>
                </a:cubicBezTo>
                <a:cubicBezTo>
                  <a:pt x="177" y="179"/>
                  <a:pt x="186" y="169"/>
                  <a:pt x="191" y="158"/>
                </a:cubicBezTo>
                <a:cubicBezTo>
                  <a:pt x="191" y="98"/>
                  <a:pt x="191" y="98"/>
                  <a:pt x="191" y="98"/>
                </a:cubicBezTo>
                <a:cubicBezTo>
                  <a:pt x="180" y="74"/>
                  <a:pt x="156" y="57"/>
                  <a:pt x="127" y="57"/>
                </a:cubicBezTo>
                <a:cubicBezTo>
                  <a:pt x="127" y="72"/>
                  <a:pt x="127" y="72"/>
                  <a:pt x="127" y="72"/>
                </a:cubicBezTo>
                <a:cubicBezTo>
                  <a:pt x="143" y="72"/>
                  <a:pt x="157" y="78"/>
                  <a:pt x="167" y="88"/>
                </a:cubicBezTo>
                <a:cubicBezTo>
                  <a:pt x="177" y="98"/>
                  <a:pt x="183" y="112"/>
                  <a:pt x="183" y="128"/>
                </a:cubicBezTo>
                <a:cubicBezTo>
                  <a:pt x="183" y="148"/>
                  <a:pt x="172" y="166"/>
                  <a:pt x="156" y="176"/>
                </a:cubicBezTo>
                <a:cubicBezTo>
                  <a:pt x="156" y="176"/>
                  <a:pt x="156" y="176"/>
                  <a:pt x="156" y="176"/>
                </a:cubicBezTo>
                <a:cubicBezTo>
                  <a:pt x="154" y="177"/>
                  <a:pt x="153" y="180"/>
                  <a:pt x="153" y="182"/>
                </a:cubicBezTo>
                <a:cubicBezTo>
                  <a:pt x="153" y="214"/>
                  <a:pt x="153" y="214"/>
                  <a:pt x="153" y="214"/>
                </a:cubicBezTo>
                <a:cubicBezTo>
                  <a:pt x="127" y="214"/>
                  <a:pt x="127" y="214"/>
                  <a:pt x="127" y="214"/>
                </a:cubicBezTo>
                <a:cubicBezTo>
                  <a:pt x="127" y="277"/>
                  <a:pt x="127" y="277"/>
                  <a:pt x="127" y="277"/>
                </a:cubicBezTo>
                <a:close/>
                <a:moveTo>
                  <a:pt x="191" y="55"/>
                </a:moveTo>
                <a:cubicBezTo>
                  <a:pt x="191" y="71"/>
                  <a:pt x="191" y="71"/>
                  <a:pt x="191" y="71"/>
                </a:cubicBezTo>
                <a:cubicBezTo>
                  <a:pt x="189" y="71"/>
                  <a:pt x="188" y="71"/>
                  <a:pt x="186" y="69"/>
                </a:cubicBezTo>
                <a:cubicBezTo>
                  <a:pt x="184" y="67"/>
                  <a:pt x="184" y="63"/>
                  <a:pt x="186" y="60"/>
                </a:cubicBezTo>
                <a:cubicBezTo>
                  <a:pt x="191" y="55"/>
                  <a:pt x="191" y="55"/>
                  <a:pt x="191" y="55"/>
                </a:cubicBezTo>
                <a:close/>
                <a:moveTo>
                  <a:pt x="191" y="185"/>
                </a:moveTo>
                <a:cubicBezTo>
                  <a:pt x="191" y="201"/>
                  <a:pt x="191" y="201"/>
                  <a:pt x="191" y="201"/>
                </a:cubicBezTo>
                <a:cubicBezTo>
                  <a:pt x="186" y="196"/>
                  <a:pt x="186" y="196"/>
                  <a:pt x="186" y="196"/>
                </a:cubicBezTo>
                <a:cubicBezTo>
                  <a:pt x="184" y="193"/>
                  <a:pt x="184" y="189"/>
                  <a:pt x="186" y="187"/>
                </a:cubicBezTo>
                <a:cubicBezTo>
                  <a:pt x="188" y="185"/>
                  <a:pt x="189" y="185"/>
                  <a:pt x="191" y="185"/>
                </a:cubicBezTo>
                <a:close/>
                <a:moveTo>
                  <a:pt x="127" y="45"/>
                </a:moveTo>
                <a:cubicBezTo>
                  <a:pt x="127" y="0"/>
                  <a:pt x="127" y="0"/>
                  <a:pt x="127" y="0"/>
                </a:cubicBezTo>
                <a:cubicBezTo>
                  <a:pt x="127" y="0"/>
                  <a:pt x="128" y="0"/>
                  <a:pt x="128" y="0"/>
                </a:cubicBezTo>
                <a:cubicBezTo>
                  <a:pt x="131" y="0"/>
                  <a:pt x="134" y="3"/>
                  <a:pt x="134" y="7"/>
                </a:cubicBezTo>
                <a:cubicBezTo>
                  <a:pt x="134" y="38"/>
                  <a:pt x="134" y="38"/>
                  <a:pt x="134" y="38"/>
                </a:cubicBezTo>
                <a:cubicBezTo>
                  <a:pt x="134" y="42"/>
                  <a:pt x="131" y="45"/>
                  <a:pt x="128" y="45"/>
                </a:cubicBezTo>
                <a:cubicBezTo>
                  <a:pt x="128" y="45"/>
                  <a:pt x="128" y="45"/>
                  <a:pt x="128" y="45"/>
                </a:cubicBezTo>
                <a:cubicBezTo>
                  <a:pt x="128" y="45"/>
                  <a:pt x="127" y="45"/>
                  <a:pt x="127" y="45"/>
                </a:cubicBezTo>
                <a:close/>
                <a:moveTo>
                  <a:pt x="127" y="57"/>
                </a:moveTo>
                <a:cubicBezTo>
                  <a:pt x="99" y="57"/>
                  <a:pt x="75" y="74"/>
                  <a:pt x="64" y="97"/>
                </a:cubicBezTo>
                <a:cubicBezTo>
                  <a:pt x="64" y="159"/>
                  <a:pt x="64" y="159"/>
                  <a:pt x="64" y="159"/>
                </a:cubicBezTo>
                <a:cubicBezTo>
                  <a:pt x="70" y="170"/>
                  <a:pt x="78" y="180"/>
                  <a:pt x="89" y="187"/>
                </a:cubicBezTo>
                <a:cubicBezTo>
                  <a:pt x="89" y="242"/>
                  <a:pt x="89" y="242"/>
                  <a:pt x="89" y="242"/>
                </a:cubicBezTo>
                <a:cubicBezTo>
                  <a:pt x="89" y="262"/>
                  <a:pt x="104" y="277"/>
                  <a:pt x="124" y="277"/>
                </a:cubicBezTo>
                <a:cubicBezTo>
                  <a:pt x="127" y="277"/>
                  <a:pt x="127" y="277"/>
                  <a:pt x="127" y="277"/>
                </a:cubicBezTo>
                <a:cubicBezTo>
                  <a:pt x="127" y="214"/>
                  <a:pt x="127" y="214"/>
                  <a:pt x="127" y="214"/>
                </a:cubicBezTo>
                <a:cubicBezTo>
                  <a:pt x="103" y="214"/>
                  <a:pt x="103" y="214"/>
                  <a:pt x="103" y="214"/>
                </a:cubicBezTo>
                <a:cubicBezTo>
                  <a:pt x="103" y="183"/>
                  <a:pt x="103" y="183"/>
                  <a:pt x="103" y="183"/>
                </a:cubicBezTo>
                <a:cubicBezTo>
                  <a:pt x="103" y="180"/>
                  <a:pt x="102" y="178"/>
                  <a:pt x="100" y="176"/>
                </a:cubicBezTo>
                <a:cubicBezTo>
                  <a:pt x="83" y="167"/>
                  <a:pt x="71" y="149"/>
                  <a:pt x="71" y="128"/>
                </a:cubicBezTo>
                <a:cubicBezTo>
                  <a:pt x="71" y="112"/>
                  <a:pt x="78" y="98"/>
                  <a:pt x="88" y="88"/>
                </a:cubicBezTo>
                <a:cubicBezTo>
                  <a:pt x="98" y="78"/>
                  <a:pt x="112" y="72"/>
                  <a:pt x="127" y="72"/>
                </a:cubicBezTo>
                <a:cubicBezTo>
                  <a:pt x="127" y="72"/>
                  <a:pt x="127" y="72"/>
                  <a:pt x="127" y="72"/>
                </a:cubicBezTo>
                <a:cubicBezTo>
                  <a:pt x="127" y="57"/>
                  <a:pt x="127" y="57"/>
                  <a:pt x="127" y="57"/>
                </a:cubicBezTo>
                <a:cubicBezTo>
                  <a:pt x="127" y="57"/>
                  <a:pt x="127" y="57"/>
                  <a:pt x="127" y="57"/>
                </a:cubicBezTo>
                <a:close/>
                <a:moveTo>
                  <a:pt x="127" y="0"/>
                </a:moveTo>
                <a:cubicBezTo>
                  <a:pt x="127" y="45"/>
                  <a:pt x="127" y="45"/>
                  <a:pt x="127" y="45"/>
                </a:cubicBezTo>
                <a:cubicBezTo>
                  <a:pt x="124" y="45"/>
                  <a:pt x="121" y="42"/>
                  <a:pt x="121" y="38"/>
                </a:cubicBezTo>
                <a:cubicBezTo>
                  <a:pt x="121" y="7"/>
                  <a:pt x="121" y="7"/>
                  <a:pt x="121" y="7"/>
                </a:cubicBezTo>
                <a:cubicBezTo>
                  <a:pt x="121" y="4"/>
                  <a:pt x="124" y="1"/>
                  <a:pt x="127" y="0"/>
                </a:cubicBezTo>
                <a:close/>
                <a:moveTo>
                  <a:pt x="64" y="201"/>
                </a:moveTo>
                <a:cubicBezTo>
                  <a:pt x="64" y="185"/>
                  <a:pt x="64" y="185"/>
                  <a:pt x="64" y="185"/>
                </a:cubicBezTo>
                <a:cubicBezTo>
                  <a:pt x="66" y="185"/>
                  <a:pt x="68" y="185"/>
                  <a:pt x="69" y="187"/>
                </a:cubicBezTo>
                <a:cubicBezTo>
                  <a:pt x="72" y="189"/>
                  <a:pt x="72" y="193"/>
                  <a:pt x="69" y="196"/>
                </a:cubicBezTo>
                <a:cubicBezTo>
                  <a:pt x="64" y="201"/>
                  <a:pt x="64" y="201"/>
                  <a:pt x="64" y="201"/>
                </a:cubicBezTo>
                <a:close/>
                <a:moveTo>
                  <a:pt x="64" y="71"/>
                </a:moveTo>
                <a:cubicBezTo>
                  <a:pt x="64" y="55"/>
                  <a:pt x="64" y="55"/>
                  <a:pt x="64" y="55"/>
                </a:cubicBezTo>
                <a:cubicBezTo>
                  <a:pt x="69" y="60"/>
                  <a:pt x="69" y="60"/>
                  <a:pt x="69" y="60"/>
                </a:cubicBezTo>
                <a:cubicBezTo>
                  <a:pt x="72" y="63"/>
                  <a:pt x="72" y="67"/>
                  <a:pt x="69" y="69"/>
                </a:cubicBezTo>
                <a:cubicBezTo>
                  <a:pt x="68" y="71"/>
                  <a:pt x="66" y="71"/>
                  <a:pt x="64" y="71"/>
                </a:cubicBezTo>
                <a:close/>
                <a:moveTo>
                  <a:pt x="64" y="97"/>
                </a:moveTo>
                <a:cubicBezTo>
                  <a:pt x="59" y="106"/>
                  <a:pt x="57" y="117"/>
                  <a:pt x="57" y="128"/>
                </a:cubicBezTo>
                <a:cubicBezTo>
                  <a:pt x="57" y="139"/>
                  <a:pt x="59" y="149"/>
                  <a:pt x="64" y="159"/>
                </a:cubicBezTo>
                <a:cubicBezTo>
                  <a:pt x="64" y="97"/>
                  <a:pt x="64" y="97"/>
                  <a:pt x="64" y="97"/>
                </a:cubicBezTo>
                <a:close/>
                <a:moveTo>
                  <a:pt x="64" y="55"/>
                </a:moveTo>
                <a:cubicBezTo>
                  <a:pt x="64" y="71"/>
                  <a:pt x="64" y="71"/>
                  <a:pt x="64" y="71"/>
                </a:cubicBezTo>
                <a:cubicBezTo>
                  <a:pt x="62" y="71"/>
                  <a:pt x="61" y="70"/>
                  <a:pt x="60" y="69"/>
                </a:cubicBezTo>
                <a:cubicBezTo>
                  <a:pt x="60" y="69"/>
                  <a:pt x="60" y="69"/>
                  <a:pt x="60" y="69"/>
                </a:cubicBezTo>
                <a:cubicBezTo>
                  <a:pt x="38" y="47"/>
                  <a:pt x="38" y="47"/>
                  <a:pt x="38" y="47"/>
                </a:cubicBezTo>
                <a:cubicBezTo>
                  <a:pt x="35" y="44"/>
                  <a:pt x="35" y="40"/>
                  <a:pt x="38" y="38"/>
                </a:cubicBezTo>
                <a:cubicBezTo>
                  <a:pt x="40" y="35"/>
                  <a:pt x="44" y="35"/>
                  <a:pt x="47" y="38"/>
                </a:cubicBezTo>
                <a:cubicBezTo>
                  <a:pt x="64" y="55"/>
                  <a:pt x="64" y="55"/>
                  <a:pt x="64" y="55"/>
                </a:cubicBezTo>
                <a:close/>
                <a:moveTo>
                  <a:pt x="64" y="185"/>
                </a:moveTo>
                <a:cubicBezTo>
                  <a:pt x="64" y="201"/>
                  <a:pt x="64" y="201"/>
                  <a:pt x="64" y="201"/>
                </a:cubicBezTo>
                <a:cubicBezTo>
                  <a:pt x="47" y="218"/>
                  <a:pt x="47" y="218"/>
                  <a:pt x="47" y="218"/>
                </a:cubicBezTo>
                <a:cubicBezTo>
                  <a:pt x="44" y="221"/>
                  <a:pt x="40" y="221"/>
                  <a:pt x="38" y="218"/>
                </a:cubicBezTo>
                <a:cubicBezTo>
                  <a:pt x="35" y="216"/>
                  <a:pt x="35" y="211"/>
                  <a:pt x="38" y="209"/>
                </a:cubicBezTo>
                <a:cubicBezTo>
                  <a:pt x="60" y="187"/>
                  <a:pt x="60" y="187"/>
                  <a:pt x="60" y="187"/>
                </a:cubicBezTo>
                <a:cubicBezTo>
                  <a:pt x="60" y="187"/>
                  <a:pt x="60" y="187"/>
                  <a:pt x="60" y="187"/>
                </a:cubicBezTo>
                <a:cubicBezTo>
                  <a:pt x="61" y="185"/>
                  <a:pt x="62" y="185"/>
                  <a:pt x="64" y="185"/>
                </a:cubicBezTo>
                <a:close/>
                <a:moveTo>
                  <a:pt x="45" y="128"/>
                </a:moveTo>
                <a:cubicBezTo>
                  <a:pt x="45" y="128"/>
                  <a:pt x="45" y="128"/>
                  <a:pt x="45" y="128"/>
                </a:cubicBezTo>
                <a:cubicBezTo>
                  <a:pt x="45" y="124"/>
                  <a:pt x="42" y="121"/>
                  <a:pt x="38" y="121"/>
                </a:cubicBezTo>
                <a:cubicBezTo>
                  <a:pt x="7" y="121"/>
                  <a:pt x="7" y="121"/>
                  <a:pt x="7" y="121"/>
                </a:cubicBezTo>
                <a:cubicBezTo>
                  <a:pt x="3" y="121"/>
                  <a:pt x="0" y="124"/>
                  <a:pt x="0" y="128"/>
                </a:cubicBezTo>
                <a:cubicBezTo>
                  <a:pt x="0" y="132"/>
                  <a:pt x="3" y="134"/>
                  <a:pt x="7" y="134"/>
                </a:cubicBezTo>
                <a:cubicBezTo>
                  <a:pt x="38" y="134"/>
                  <a:pt x="38" y="134"/>
                  <a:pt x="38" y="134"/>
                </a:cubicBezTo>
                <a:cubicBezTo>
                  <a:pt x="42" y="134"/>
                  <a:pt x="45" y="132"/>
                  <a:pt x="45" y="128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4" name="Freeform 57"/>
          <p:cNvSpPr>
            <a:spLocks noEditPoints="1"/>
          </p:cNvSpPr>
          <p:nvPr/>
        </p:nvSpPr>
        <p:spPr bwMode="auto">
          <a:xfrm>
            <a:off x="4866882" y="1014904"/>
            <a:ext cx="396375" cy="389233"/>
          </a:xfrm>
          <a:custGeom>
            <a:avLst/>
            <a:gdLst>
              <a:gd name="T0" fmla="*/ 231 w 243"/>
              <a:gd name="T1" fmla="*/ 92 h 238"/>
              <a:gd name="T2" fmla="*/ 214 w 243"/>
              <a:gd name="T3" fmla="*/ 83 h 238"/>
              <a:gd name="T4" fmla="*/ 206 w 243"/>
              <a:gd name="T5" fmla="*/ 71 h 238"/>
              <a:gd name="T6" fmla="*/ 192 w 243"/>
              <a:gd name="T7" fmla="*/ 82 h 238"/>
              <a:gd name="T8" fmla="*/ 194 w 243"/>
              <a:gd name="T9" fmla="*/ 64 h 238"/>
              <a:gd name="T10" fmla="*/ 179 w 243"/>
              <a:gd name="T11" fmla="*/ 64 h 238"/>
              <a:gd name="T12" fmla="*/ 162 w 243"/>
              <a:gd name="T13" fmla="*/ 54 h 238"/>
              <a:gd name="T14" fmla="*/ 154 w 243"/>
              <a:gd name="T15" fmla="*/ 42 h 238"/>
              <a:gd name="T16" fmla="*/ 140 w 243"/>
              <a:gd name="T17" fmla="*/ 53 h 238"/>
              <a:gd name="T18" fmla="*/ 142 w 243"/>
              <a:gd name="T19" fmla="*/ 35 h 238"/>
              <a:gd name="T20" fmla="*/ 128 w 243"/>
              <a:gd name="T21" fmla="*/ 35 h 238"/>
              <a:gd name="T22" fmla="*/ 110 w 243"/>
              <a:gd name="T23" fmla="*/ 25 h 238"/>
              <a:gd name="T24" fmla="*/ 102 w 243"/>
              <a:gd name="T25" fmla="*/ 13 h 238"/>
              <a:gd name="T26" fmla="*/ 101 w 243"/>
              <a:gd name="T27" fmla="*/ 22 h 238"/>
              <a:gd name="T28" fmla="*/ 208 w 243"/>
              <a:gd name="T29" fmla="*/ 128 h 238"/>
              <a:gd name="T30" fmla="*/ 206 w 243"/>
              <a:gd name="T31" fmla="*/ 132 h 238"/>
              <a:gd name="T32" fmla="*/ 101 w 243"/>
              <a:gd name="T33" fmla="*/ 74 h 238"/>
              <a:gd name="T34" fmla="*/ 196 w 243"/>
              <a:gd name="T35" fmla="*/ 149 h 238"/>
              <a:gd name="T36" fmla="*/ 194 w 243"/>
              <a:gd name="T37" fmla="*/ 153 h 238"/>
              <a:gd name="T38" fmla="*/ 101 w 243"/>
              <a:gd name="T39" fmla="*/ 101 h 238"/>
              <a:gd name="T40" fmla="*/ 185 w 243"/>
              <a:gd name="T41" fmla="*/ 170 h 238"/>
              <a:gd name="T42" fmla="*/ 182 w 243"/>
              <a:gd name="T43" fmla="*/ 174 h 238"/>
              <a:gd name="T44" fmla="*/ 101 w 243"/>
              <a:gd name="T45" fmla="*/ 129 h 238"/>
              <a:gd name="T46" fmla="*/ 173 w 243"/>
              <a:gd name="T47" fmla="*/ 191 h 238"/>
              <a:gd name="T48" fmla="*/ 171 w 243"/>
              <a:gd name="T49" fmla="*/ 195 h 238"/>
              <a:gd name="T50" fmla="*/ 101 w 243"/>
              <a:gd name="T51" fmla="*/ 156 h 238"/>
              <a:gd name="T52" fmla="*/ 138 w 243"/>
              <a:gd name="T53" fmla="*/ 231 h 238"/>
              <a:gd name="T54" fmla="*/ 243 w 243"/>
              <a:gd name="T55" fmla="*/ 91 h 238"/>
              <a:gd name="T56" fmla="*/ 101 w 243"/>
              <a:gd name="T57" fmla="*/ 22 h 238"/>
              <a:gd name="T58" fmla="*/ 85 w 243"/>
              <a:gd name="T59" fmla="*/ 11 h 238"/>
              <a:gd name="T60" fmla="*/ 78 w 243"/>
              <a:gd name="T61" fmla="*/ 0 h 238"/>
              <a:gd name="T62" fmla="*/ 15 w 243"/>
              <a:gd name="T63" fmla="*/ 163 h 238"/>
              <a:gd name="T64" fmla="*/ 101 w 243"/>
              <a:gd name="T65" fmla="*/ 156 h 238"/>
              <a:gd name="T66" fmla="*/ 27 w 243"/>
              <a:gd name="T67" fmla="*/ 113 h 238"/>
              <a:gd name="T68" fmla="*/ 101 w 243"/>
              <a:gd name="T69" fmla="*/ 151 h 238"/>
              <a:gd name="T70" fmla="*/ 40 w 243"/>
              <a:gd name="T71" fmla="*/ 95 h 238"/>
              <a:gd name="T72" fmla="*/ 42 w 243"/>
              <a:gd name="T73" fmla="*/ 91 h 238"/>
              <a:gd name="T74" fmla="*/ 101 w 243"/>
              <a:gd name="T75" fmla="*/ 101 h 238"/>
              <a:gd name="T76" fmla="*/ 51 w 243"/>
              <a:gd name="T77" fmla="*/ 71 h 238"/>
              <a:gd name="T78" fmla="*/ 101 w 243"/>
              <a:gd name="T79" fmla="*/ 96 h 238"/>
              <a:gd name="T80" fmla="*/ 63 w 243"/>
              <a:gd name="T81" fmla="*/ 53 h 238"/>
              <a:gd name="T82" fmla="*/ 65 w 243"/>
              <a:gd name="T83" fmla="*/ 49 h 238"/>
              <a:gd name="T84" fmla="*/ 101 w 243"/>
              <a:gd name="T85" fmla="*/ 22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43" h="238">
                <a:moveTo>
                  <a:pt x="232" y="85"/>
                </a:moveTo>
                <a:cubicBezTo>
                  <a:pt x="233" y="87"/>
                  <a:pt x="233" y="90"/>
                  <a:pt x="231" y="92"/>
                </a:cubicBezTo>
                <a:cubicBezTo>
                  <a:pt x="229" y="97"/>
                  <a:pt x="223" y="99"/>
                  <a:pt x="218" y="96"/>
                </a:cubicBezTo>
                <a:cubicBezTo>
                  <a:pt x="213" y="94"/>
                  <a:pt x="212" y="88"/>
                  <a:pt x="214" y="83"/>
                </a:cubicBezTo>
                <a:cubicBezTo>
                  <a:pt x="216" y="81"/>
                  <a:pt x="218" y="79"/>
                  <a:pt x="220" y="78"/>
                </a:cubicBezTo>
                <a:cubicBezTo>
                  <a:pt x="206" y="71"/>
                  <a:pt x="206" y="71"/>
                  <a:pt x="206" y="71"/>
                </a:cubicBezTo>
                <a:cubicBezTo>
                  <a:pt x="207" y="73"/>
                  <a:pt x="207" y="76"/>
                  <a:pt x="205" y="78"/>
                </a:cubicBezTo>
                <a:cubicBezTo>
                  <a:pt x="203" y="83"/>
                  <a:pt x="197" y="84"/>
                  <a:pt x="192" y="82"/>
                </a:cubicBezTo>
                <a:cubicBezTo>
                  <a:pt x="188" y="79"/>
                  <a:pt x="186" y="73"/>
                  <a:pt x="188" y="69"/>
                </a:cubicBezTo>
                <a:cubicBezTo>
                  <a:pt x="190" y="66"/>
                  <a:pt x="192" y="65"/>
                  <a:pt x="194" y="64"/>
                </a:cubicBezTo>
                <a:cubicBezTo>
                  <a:pt x="180" y="56"/>
                  <a:pt x="180" y="56"/>
                  <a:pt x="180" y="56"/>
                </a:cubicBezTo>
                <a:cubicBezTo>
                  <a:pt x="181" y="59"/>
                  <a:pt x="181" y="61"/>
                  <a:pt x="179" y="64"/>
                </a:cubicBezTo>
                <a:cubicBezTo>
                  <a:pt x="177" y="68"/>
                  <a:pt x="171" y="70"/>
                  <a:pt x="166" y="67"/>
                </a:cubicBezTo>
                <a:cubicBezTo>
                  <a:pt x="161" y="65"/>
                  <a:pt x="160" y="59"/>
                  <a:pt x="162" y="54"/>
                </a:cubicBezTo>
                <a:cubicBezTo>
                  <a:pt x="164" y="52"/>
                  <a:pt x="166" y="50"/>
                  <a:pt x="168" y="50"/>
                </a:cubicBezTo>
                <a:cubicBezTo>
                  <a:pt x="154" y="42"/>
                  <a:pt x="154" y="42"/>
                  <a:pt x="154" y="42"/>
                </a:cubicBezTo>
                <a:cubicBezTo>
                  <a:pt x="155" y="44"/>
                  <a:pt x="155" y="47"/>
                  <a:pt x="153" y="49"/>
                </a:cubicBezTo>
                <a:cubicBezTo>
                  <a:pt x="151" y="54"/>
                  <a:pt x="145" y="56"/>
                  <a:pt x="140" y="53"/>
                </a:cubicBezTo>
                <a:cubicBezTo>
                  <a:pt x="136" y="50"/>
                  <a:pt x="134" y="45"/>
                  <a:pt x="136" y="40"/>
                </a:cubicBezTo>
                <a:cubicBezTo>
                  <a:pt x="138" y="37"/>
                  <a:pt x="140" y="36"/>
                  <a:pt x="142" y="35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9" y="30"/>
                  <a:pt x="129" y="33"/>
                  <a:pt x="128" y="35"/>
                </a:cubicBezTo>
                <a:cubicBezTo>
                  <a:pt x="125" y="40"/>
                  <a:pt x="119" y="41"/>
                  <a:pt x="114" y="39"/>
                </a:cubicBezTo>
                <a:cubicBezTo>
                  <a:pt x="110" y="36"/>
                  <a:pt x="108" y="30"/>
                  <a:pt x="110" y="25"/>
                </a:cubicBezTo>
                <a:cubicBezTo>
                  <a:pt x="112" y="23"/>
                  <a:pt x="114" y="22"/>
                  <a:pt x="116" y="21"/>
                </a:cubicBezTo>
                <a:cubicBezTo>
                  <a:pt x="102" y="13"/>
                  <a:pt x="102" y="13"/>
                  <a:pt x="102" y="13"/>
                </a:cubicBezTo>
                <a:cubicBezTo>
                  <a:pt x="103" y="16"/>
                  <a:pt x="103" y="18"/>
                  <a:pt x="102" y="21"/>
                </a:cubicBezTo>
                <a:cubicBezTo>
                  <a:pt x="101" y="21"/>
                  <a:pt x="101" y="22"/>
                  <a:pt x="101" y="22"/>
                </a:cubicBezTo>
                <a:cubicBezTo>
                  <a:pt x="101" y="69"/>
                  <a:pt x="101" y="69"/>
                  <a:pt x="101" y="69"/>
                </a:cubicBezTo>
                <a:cubicBezTo>
                  <a:pt x="208" y="128"/>
                  <a:pt x="208" y="128"/>
                  <a:pt x="208" y="128"/>
                </a:cubicBezTo>
                <a:cubicBezTo>
                  <a:pt x="209" y="129"/>
                  <a:pt x="209" y="130"/>
                  <a:pt x="209" y="131"/>
                </a:cubicBezTo>
                <a:cubicBezTo>
                  <a:pt x="208" y="132"/>
                  <a:pt x="207" y="133"/>
                  <a:pt x="206" y="132"/>
                </a:cubicBezTo>
                <a:cubicBezTo>
                  <a:pt x="206" y="132"/>
                  <a:pt x="206" y="132"/>
                  <a:pt x="206" y="132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196" y="149"/>
                  <a:pt x="196" y="149"/>
                  <a:pt x="196" y="149"/>
                </a:cubicBezTo>
                <a:cubicBezTo>
                  <a:pt x="197" y="150"/>
                  <a:pt x="198" y="151"/>
                  <a:pt x="197" y="152"/>
                </a:cubicBezTo>
                <a:cubicBezTo>
                  <a:pt x="197" y="153"/>
                  <a:pt x="195" y="154"/>
                  <a:pt x="194" y="153"/>
                </a:cubicBezTo>
                <a:cubicBezTo>
                  <a:pt x="194" y="153"/>
                  <a:pt x="194" y="153"/>
                  <a:pt x="194" y="153"/>
                </a:cubicBezTo>
                <a:cubicBezTo>
                  <a:pt x="101" y="101"/>
                  <a:pt x="101" y="101"/>
                  <a:pt x="101" y="101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85" y="170"/>
                  <a:pt x="185" y="170"/>
                  <a:pt x="185" y="170"/>
                </a:cubicBezTo>
                <a:cubicBezTo>
                  <a:pt x="186" y="171"/>
                  <a:pt x="186" y="172"/>
                  <a:pt x="186" y="173"/>
                </a:cubicBezTo>
                <a:cubicBezTo>
                  <a:pt x="185" y="174"/>
                  <a:pt x="184" y="175"/>
                  <a:pt x="182" y="174"/>
                </a:cubicBezTo>
                <a:cubicBezTo>
                  <a:pt x="182" y="174"/>
                  <a:pt x="182" y="174"/>
                  <a:pt x="182" y="174"/>
                </a:cubicBezTo>
                <a:cubicBezTo>
                  <a:pt x="101" y="129"/>
                  <a:pt x="101" y="129"/>
                  <a:pt x="101" y="129"/>
                </a:cubicBezTo>
                <a:cubicBezTo>
                  <a:pt x="101" y="151"/>
                  <a:pt x="101" y="151"/>
                  <a:pt x="101" y="151"/>
                </a:cubicBezTo>
                <a:cubicBezTo>
                  <a:pt x="173" y="191"/>
                  <a:pt x="173" y="191"/>
                  <a:pt x="173" y="191"/>
                </a:cubicBezTo>
                <a:cubicBezTo>
                  <a:pt x="174" y="192"/>
                  <a:pt x="174" y="193"/>
                  <a:pt x="174" y="194"/>
                </a:cubicBezTo>
                <a:cubicBezTo>
                  <a:pt x="173" y="196"/>
                  <a:pt x="172" y="196"/>
                  <a:pt x="171" y="195"/>
                </a:cubicBezTo>
                <a:cubicBezTo>
                  <a:pt x="171" y="195"/>
                  <a:pt x="171" y="195"/>
                  <a:pt x="171" y="195"/>
                </a:cubicBezTo>
                <a:cubicBezTo>
                  <a:pt x="101" y="156"/>
                  <a:pt x="101" y="156"/>
                  <a:pt x="101" y="156"/>
                </a:cubicBezTo>
                <a:cubicBezTo>
                  <a:pt x="101" y="210"/>
                  <a:pt x="101" y="210"/>
                  <a:pt x="101" y="210"/>
                </a:cubicBezTo>
                <a:cubicBezTo>
                  <a:pt x="138" y="231"/>
                  <a:pt x="138" y="231"/>
                  <a:pt x="138" y="231"/>
                </a:cubicBezTo>
                <a:cubicBezTo>
                  <a:pt x="150" y="238"/>
                  <a:pt x="164" y="233"/>
                  <a:pt x="171" y="222"/>
                </a:cubicBezTo>
                <a:cubicBezTo>
                  <a:pt x="243" y="91"/>
                  <a:pt x="243" y="91"/>
                  <a:pt x="243" y="91"/>
                </a:cubicBezTo>
                <a:lnTo>
                  <a:pt x="232" y="85"/>
                </a:lnTo>
                <a:close/>
                <a:moveTo>
                  <a:pt x="101" y="22"/>
                </a:moveTo>
                <a:cubicBezTo>
                  <a:pt x="98" y="26"/>
                  <a:pt x="93" y="27"/>
                  <a:pt x="88" y="24"/>
                </a:cubicBezTo>
                <a:cubicBezTo>
                  <a:pt x="84" y="22"/>
                  <a:pt x="82" y="16"/>
                  <a:pt x="85" y="11"/>
                </a:cubicBezTo>
                <a:cubicBezTo>
                  <a:pt x="86" y="9"/>
                  <a:pt x="88" y="7"/>
                  <a:pt x="90" y="6"/>
                </a:cubicBezTo>
                <a:cubicBezTo>
                  <a:pt x="78" y="0"/>
                  <a:pt x="78" y="0"/>
                  <a:pt x="78" y="0"/>
                </a:cubicBezTo>
                <a:cubicBezTo>
                  <a:pt x="6" y="130"/>
                  <a:pt x="6" y="130"/>
                  <a:pt x="6" y="130"/>
                </a:cubicBezTo>
                <a:cubicBezTo>
                  <a:pt x="0" y="142"/>
                  <a:pt x="4" y="157"/>
                  <a:pt x="15" y="163"/>
                </a:cubicBezTo>
                <a:cubicBezTo>
                  <a:pt x="101" y="210"/>
                  <a:pt x="101" y="210"/>
                  <a:pt x="101" y="210"/>
                </a:cubicBezTo>
                <a:cubicBezTo>
                  <a:pt x="101" y="156"/>
                  <a:pt x="101" y="156"/>
                  <a:pt x="101" y="156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27" y="116"/>
                  <a:pt x="27" y="114"/>
                  <a:pt x="27" y="113"/>
                </a:cubicBezTo>
                <a:cubicBezTo>
                  <a:pt x="28" y="112"/>
                  <a:pt x="29" y="112"/>
                  <a:pt x="30" y="112"/>
                </a:cubicBezTo>
                <a:cubicBezTo>
                  <a:pt x="101" y="151"/>
                  <a:pt x="101" y="151"/>
                  <a:pt x="101" y="151"/>
                </a:cubicBezTo>
                <a:cubicBezTo>
                  <a:pt x="101" y="129"/>
                  <a:pt x="101" y="129"/>
                  <a:pt x="101" y="129"/>
                </a:cubicBezTo>
                <a:cubicBezTo>
                  <a:pt x="40" y="95"/>
                  <a:pt x="40" y="95"/>
                  <a:pt x="40" y="95"/>
                </a:cubicBezTo>
                <a:cubicBezTo>
                  <a:pt x="39" y="95"/>
                  <a:pt x="38" y="93"/>
                  <a:pt x="39" y="92"/>
                </a:cubicBezTo>
                <a:cubicBezTo>
                  <a:pt x="40" y="91"/>
                  <a:pt x="41" y="91"/>
                  <a:pt x="42" y="91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01" y="101"/>
                  <a:pt x="101" y="101"/>
                  <a:pt x="101" y="101"/>
                </a:cubicBezTo>
                <a:cubicBezTo>
                  <a:pt x="51" y="74"/>
                  <a:pt x="51" y="74"/>
                  <a:pt x="51" y="74"/>
                </a:cubicBezTo>
                <a:cubicBezTo>
                  <a:pt x="50" y="74"/>
                  <a:pt x="50" y="72"/>
                  <a:pt x="51" y="71"/>
                </a:cubicBezTo>
                <a:cubicBezTo>
                  <a:pt x="51" y="70"/>
                  <a:pt x="53" y="70"/>
                  <a:pt x="54" y="70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63" y="53"/>
                  <a:pt x="63" y="53"/>
                  <a:pt x="63" y="53"/>
                </a:cubicBezTo>
                <a:cubicBezTo>
                  <a:pt x="62" y="53"/>
                  <a:pt x="62" y="51"/>
                  <a:pt x="62" y="50"/>
                </a:cubicBezTo>
                <a:cubicBezTo>
                  <a:pt x="63" y="49"/>
                  <a:pt x="64" y="49"/>
                  <a:pt x="65" y="4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22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5" name="Freeform 58"/>
          <p:cNvSpPr>
            <a:spLocks noEditPoints="1"/>
          </p:cNvSpPr>
          <p:nvPr/>
        </p:nvSpPr>
        <p:spPr bwMode="auto">
          <a:xfrm>
            <a:off x="3466691" y="2638699"/>
            <a:ext cx="385662" cy="390423"/>
          </a:xfrm>
          <a:custGeom>
            <a:avLst/>
            <a:gdLst>
              <a:gd name="T0" fmla="*/ 189 w 236"/>
              <a:gd name="T1" fmla="*/ 60 h 239"/>
              <a:gd name="T2" fmla="*/ 196 w 236"/>
              <a:gd name="T3" fmla="*/ 122 h 239"/>
              <a:gd name="T4" fmla="*/ 198 w 236"/>
              <a:gd name="T5" fmla="*/ 136 h 239"/>
              <a:gd name="T6" fmla="*/ 208 w 236"/>
              <a:gd name="T7" fmla="*/ 157 h 239"/>
              <a:gd name="T8" fmla="*/ 189 w 236"/>
              <a:gd name="T9" fmla="*/ 195 h 239"/>
              <a:gd name="T10" fmla="*/ 168 w 236"/>
              <a:gd name="T11" fmla="*/ 156 h 239"/>
              <a:gd name="T12" fmla="*/ 168 w 236"/>
              <a:gd name="T13" fmla="*/ 78 h 239"/>
              <a:gd name="T14" fmla="*/ 182 w 236"/>
              <a:gd name="T15" fmla="*/ 92 h 239"/>
              <a:gd name="T16" fmla="*/ 185 w 236"/>
              <a:gd name="T17" fmla="*/ 107 h 239"/>
              <a:gd name="T18" fmla="*/ 189 w 236"/>
              <a:gd name="T19" fmla="*/ 141 h 239"/>
              <a:gd name="T20" fmla="*/ 189 w 236"/>
              <a:gd name="T21" fmla="*/ 130 h 239"/>
              <a:gd name="T22" fmla="*/ 168 w 236"/>
              <a:gd name="T23" fmla="*/ 155 h 239"/>
              <a:gd name="T24" fmla="*/ 160 w 236"/>
              <a:gd name="T25" fmla="*/ 138 h 239"/>
              <a:gd name="T26" fmla="*/ 165 w 236"/>
              <a:gd name="T27" fmla="*/ 172 h 239"/>
              <a:gd name="T28" fmla="*/ 168 w 236"/>
              <a:gd name="T29" fmla="*/ 16 h 239"/>
              <a:gd name="T30" fmla="*/ 163 w 236"/>
              <a:gd name="T31" fmla="*/ 49 h 239"/>
              <a:gd name="T32" fmla="*/ 168 w 236"/>
              <a:gd name="T33" fmla="*/ 78 h 239"/>
              <a:gd name="T34" fmla="*/ 159 w 236"/>
              <a:gd name="T35" fmla="*/ 118 h 239"/>
              <a:gd name="T36" fmla="*/ 159 w 236"/>
              <a:gd name="T37" fmla="*/ 209 h 239"/>
              <a:gd name="T38" fmla="*/ 159 w 236"/>
              <a:gd name="T39" fmla="*/ 5 h 239"/>
              <a:gd name="T40" fmla="*/ 159 w 236"/>
              <a:gd name="T41" fmla="*/ 40 h 239"/>
              <a:gd name="T42" fmla="*/ 144 w 236"/>
              <a:gd name="T43" fmla="*/ 89 h 239"/>
              <a:gd name="T44" fmla="*/ 159 w 236"/>
              <a:gd name="T45" fmla="*/ 108 h 239"/>
              <a:gd name="T46" fmla="*/ 159 w 236"/>
              <a:gd name="T47" fmla="*/ 136 h 239"/>
              <a:gd name="T48" fmla="*/ 144 w 236"/>
              <a:gd name="T49" fmla="*/ 162 h 239"/>
              <a:gd name="T50" fmla="*/ 151 w 236"/>
              <a:gd name="T51" fmla="*/ 143 h 239"/>
              <a:gd name="T52" fmla="*/ 146 w 236"/>
              <a:gd name="T53" fmla="*/ 109 h 239"/>
              <a:gd name="T54" fmla="*/ 123 w 236"/>
              <a:gd name="T55" fmla="*/ 7 h 239"/>
              <a:gd name="T56" fmla="*/ 144 w 236"/>
              <a:gd name="T57" fmla="*/ 0 h 239"/>
              <a:gd name="T58" fmla="*/ 144 w 236"/>
              <a:gd name="T59" fmla="*/ 187 h 239"/>
              <a:gd name="T60" fmla="*/ 123 w 236"/>
              <a:gd name="T61" fmla="*/ 225 h 239"/>
              <a:gd name="T62" fmla="*/ 140 w 236"/>
              <a:gd name="T63" fmla="*/ 96 h 239"/>
              <a:gd name="T64" fmla="*/ 123 w 236"/>
              <a:gd name="T65" fmla="*/ 135 h 239"/>
              <a:gd name="T66" fmla="*/ 137 w 236"/>
              <a:gd name="T67" fmla="*/ 113 h 239"/>
              <a:gd name="T68" fmla="*/ 123 w 236"/>
              <a:gd name="T69" fmla="*/ 82 h 239"/>
              <a:gd name="T70" fmla="*/ 125 w 236"/>
              <a:gd name="T71" fmla="*/ 171 h 239"/>
              <a:gd name="T72" fmla="*/ 123 w 236"/>
              <a:gd name="T73" fmla="*/ 7 h 239"/>
              <a:gd name="T74" fmla="*/ 123 w 236"/>
              <a:gd name="T75" fmla="*/ 7 h 239"/>
              <a:gd name="T76" fmla="*/ 123 w 236"/>
              <a:gd name="T77" fmla="*/ 177 h 239"/>
              <a:gd name="T78" fmla="*/ 121 w 236"/>
              <a:gd name="T79" fmla="*/ 162 h 239"/>
              <a:gd name="T80" fmla="*/ 123 w 236"/>
              <a:gd name="T81" fmla="*/ 135 h 239"/>
              <a:gd name="T82" fmla="*/ 99 w 236"/>
              <a:gd name="T83" fmla="*/ 124 h 239"/>
              <a:gd name="T84" fmla="*/ 106 w 236"/>
              <a:gd name="T85" fmla="*/ 164 h 239"/>
              <a:gd name="T86" fmla="*/ 108 w 236"/>
              <a:gd name="T87" fmla="*/ 179 h 239"/>
              <a:gd name="T88" fmla="*/ 118 w 236"/>
              <a:gd name="T89" fmla="*/ 199 h 239"/>
              <a:gd name="T90" fmla="*/ 123 w 236"/>
              <a:gd name="T91" fmla="*/ 99 h 239"/>
              <a:gd name="T92" fmla="*/ 99 w 236"/>
              <a:gd name="T93" fmla="*/ 18 h 239"/>
              <a:gd name="T94" fmla="*/ 99 w 236"/>
              <a:gd name="T95" fmla="*/ 18 h 239"/>
              <a:gd name="T96" fmla="*/ 89 w 236"/>
              <a:gd name="T97" fmla="*/ 212 h 239"/>
              <a:gd name="T98" fmla="*/ 99 w 236"/>
              <a:gd name="T99" fmla="*/ 183 h 239"/>
              <a:gd name="T100" fmla="*/ 71 w 236"/>
              <a:gd name="T101" fmla="*/ 227 h 239"/>
              <a:gd name="T102" fmla="*/ 95 w 236"/>
              <a:gd name="T103" fmla="*/ 117 h 239"/>
              <a:gd name="T104" fmla="*/ 71 w 236"/>
              <a:gd name="T105" fmla="*/ 160 h 239"/>
              <a:gd name="T106" fmla="*/ 92 w 236"/>
              <a:gd name="T107" fmla="*/ 134 h 239"/>
              <a:gd name="T108" fmla="*/ 71 w 236"/>
              <a:gd name="T109" fmla="*/ 107 h 239"/>
              <a:gd name="T110" fmla="*/ 7 w 236"/>
              <a:gd name="T111" fmla="*/ 91 h 239"/>
              <a:gd name="T112" fmla="*/ 70 w 236"/>
              <a:gd name="T113" fmla="*/ 181 h 239"/>
              <a:gd name="T114" fmla="*/ 71 w 236"/>
              <a:gd name="T115" fmla="*/ 149 h 239"/>
              <a:gd name="T116" fmla="*/ 52 w 236"/>
              <a:gd name="T117" fmla="*/ 133 h 239"/>
              <a:gd name="T118" fmla="*/ 35 w 236"/>
              <a:gd name="T119" fmla="*/ 109 h 239"/>
              <a:gd name="T120" fmla="*/ 71 w 236"/>
              <a:gd name="T121" fmla="*/ 31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36" h="239">
                <a:moveTo>
                  <a:pt x="189" y="195"/>
                </a:moveTo>
                <a:cubicBezTo>
                  <a:pt x="216" y="182"/>
                  <a:pt x="216" y="182"/>
                  <a:pt x="216" y="182"/>
                </a:cubicBezTo>
                <a:cubicBezTo>
                  <a:pt x="230" y="176"/>
                  <a:pt x="236" y="159"/>
                  <a:pt x="229" y="146"/>
                </a:cubicBezTo>
                <a:cubicBezTo>
                  <a:pt x="189" y="60"/>
                  <a:pt x="189" y="60"/>
                  <a:pt x="189" y="60"/>
                </a:cubicBezTo>
                <a:cubicBezTo>
                  <a:pt x="189" y="107"/>
                  <a:pt x="189" y="107"/>
                  <a:pt x="189" y="107"/>
                </a:cubicBezTo>
                <a:cubicBezTo>
                  <a:pt x="190" y="108"/>
                  <a:pt x="190" y="108"/>
                  <a:pt x="190" y="109"/>
                </a:cubicBezTo>
                <a:cubicBezTo>
                  <a:pt x="196" y="122"/>
                  <a:pt x="196" y="122"/>
                  <a:pt x="196" y="122"/>
                </a:cubicBezTo>
                <a:cubicBezTo>
                  <a:pt x="196" y="122"/>
                  <a:pt x="196" y="122"/>
                  <a:pt x="196" y="122"/>
                </a:cubicBezTo>
                <a:cubicBezTo>
                  <a:pt x="197" y="124"/>
                  <a:pt x="196" y="126"/>
                  <a:pt x="194" y="127"/>
                </a:cubicBezTo>
                <a:cubicBezTo>
                  <a:pt x="189" y="130"/>
                  <a:pt x="189" y="130"/>
                  <a:pt x="189" y="130"/>
                </a:cubicBezTo>
                <a:cubicBezTo>
                  <a:pt x="189" y="141"/>
                  <a:pt x="189" y="141"/>
                  <a:pt x="189" y="141"/>
                </a:cubicBezTo>
                <a:cubicBezTo>
                  <a:pt x="198" y="136"/>
                  <a:pt x="198" y="136"/>
                  <a:pt x="198" y="136"/>
                </a:cubicBezTo>
                <a:cubicBezTo>
                  <a:pt x="201" y="135"/>
                  <a:pt x="203" y="136"/>
                  <a:pt x="204" y="138"/>
                </a:cubicBezTo>
                <a:cubicBezTo>
                  <a:pt x="210" y="151"/>
                  <a:pt x="210" y="151"/>
                  <a:pt x="210" y="151"/>
                </a:cubicBezTo>
                <a:cubicBezTo>
                  <a:pt x="210" y="151"/>
                  <a:pt x="210" y="151"/>
                  <a:pt x="210" y="151"/>
                </a:cubicBezTo>
                <a:cubicBezTo>
                  <a:pt x="211" y="153"/>
                  <a:pt x="210" y="156"/>
                  <a:pt x="208" y="157"/>
                </a:cubicBezTo>
                <a:cubicBezTo>
                  <a:pt x="189" y="166"/>
                  <a:pt x="189" y="166"/>
                  <a:pt x="189" y="166"/>
                </a:cubicBezTo>
                <a:lnTo>
                  <a:pt x="189" y="195"/>
                </a:lnTo>
                <a:close/>
                <a:moveTo>
                  <a:pt x="168" y="204"/>
                </a:moveTo>
                <a:cubicBezTo>
                  <a:pt x="189" y="195"/>
                  <a:pt x="189" y="195"/>
                  <a:pt x="189" y="195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0" y="170"/>
                  <a:pt x="180" y="170"/>
                  <a:pt x="180" y="170"/>
                </a:cubicBezTo>
                <a:cubicBezTo>
                  <a:pt x="178" y="171"/>
                  <a:pt x="175" y="170"/>
                  <a:pt x="174" y="168"/>
                </a:cubicBezTo>
                <a:cubicBezTo>
                  <a:pt x="168" y="156"/>
                  <a:pt x="168" y="156"/>
                  <a:pt x="168" y="156"/>
                </a:cubicBezTo>
                <a:cubicBezTo>
                  <a:pt x="168" y="204"/>
                  <a:pt x="168" y="204"/>
                  <a:pt x="168" y="204"/>
                </a:cubicBezTo>
                <a:close/>
                <a:moveTo>
                  <a:pt x="189" y="60"/>
                </a:moveTo>
                <a:cubicBezTo>
                  <a:pt x="168" y="16"/>
                  <a:pt x="168" y="16"/>
                  <a:pt x="168" y="16"/>
                </a:cubicBezTo>
                <a:cubicBezTo>
                  <a:pt x="168" y="78"/>
                  <a:pt x="168" y="78"/>
                  <a:pt x="168" y="78"/>
                </a:cubicBezTo>
                <a:cubicBezTo>
                  <a:pt x="171" y="77"/>
                  <a:pt x="171" y="77"/>
                  <a:pt x="171" y="77"/>
                </a:cubicBezTo>
                <a:cubicBezTo>
                  <a:pt x="173" y="76"/>
                  <a:pt x="175" y="77"/>
                  <a:pt x="176" y="79"/>
                </a:cubicBezTo>
                <a:cubicBezTo>
                  <a:pt x="182" y="92"/>
                  <a:pt x="182" y="92"/>
                  <a:pt x="182" y="92"/>
                </a:cubicBezTo>
                <a:cubicBezTo>
                  <a:pt x="182" y="92"/>
                  <a:pt x="182" y="92"/>
                  <a:pt x="182" y="92"/>
                </a:cubicBezTo>
                <a:cubicBezTo>
                  <a:pt x="183" y="94"/>
                  <a:pt x="182" y="97"/>
                  <a:pt x="180" y="98"/>
                </a:cubicBezTo>
                <a:cubicBezTo>
                  <a:pt x="168" y="103"/>
                  <a:pt x="168" y="103"/>
                  <a:pt x="168" y="103"/>
                </a:cubicBezTo>
                <a:cubicBezTo>
                  <a:pt x="168" y="114"/>
                  <a:pt x="168" y="114"/>
                  <a:pt x="168" y="114"/>
                </a:cubicBezTo>
                <a:cubicBezTo>
                  <a:pt x="185" y="107"/>
                  <a:pt x="185" y="107"/>
                  <a:pt x="185" y="107"/>
                </a:cubicBezTo>
                <a:cubicBezTo>
                  <a:pt x="186" y="106"/>
                  <a:pt x="188" y="106"/>
                  <a:pt x="189" y="107"/>
                </a:cubicBezTo>
                <a:cubicBezTo>
                  <a:pt x="189" y="60"/>
                  <a:pt x="189" y="60"/>
                  <a:pt x="189" y="60"/>
                </a:cubicBezTo>
                <a:close/>
                <a:moveTo>
                  <a:pt x="189" y="130"/>
                </a:moveTo>
                <a:cubicBezTo>
                  <a:pt x="189" y="141"/>
                  <a:pt x="189" y="141"/>
                  <a:pt x="189" y="141"/>
                </a:cubicBezTo>
                <a:cubicBezTo>
                  <a:pt x="170" y="150"/>
                  <a:pt x="170" y="150"/>
                  <a:pt x="170" y="150"/>
                </a:cubicBezTo>
                <a:cubicBezTo>
                  <a:pt x="169" y="150"/>
                  <a:pt x="169" y="151"/>
                  <a:pt x="168" y="151"/>
                </a:cubicBezTo>
                <a:cubicBezTo>
                  <a:pt x="168" y="139"/>
                  <a:pt x="168" y="139"/>
                  <a:pt x="168" y="139"/>
                </a:cubicBezTo>
                <a:lnTo>
                  <a:pt x="189" y="130"/>
                </a:lnTo>
                <a:close/>
                <a:moveTo>
                  <a:pt x="159" y="209"/>
                </a:moveTo>
                <a:cubicBezTo>
                  <a:pt x="168" y="204"/>
                  <a:pt x="168" y="204"/>
                  <a:pt x="168" y="204"/>
                </a:cubicBezTo>
                <a:cubicBezTo>
                  <a:pt x="168" y="156"/>
                  <a:pt x="168" y="156"/>
                  <a:pt x="168" y="156"/>
                </a:cubicBezTo>
                <a:cubicBezTo>
                  <a:pt x="168" y="155"/>
                  <a:pt x="168" y="155"/>
                  <a:pt x="168" y="155"/>
                </a:cubicBezTo>
                <a:cubicBezTo>
                  <a:pt x="168" y="154"/>
                  <a:pt x="168" y="152"/>
                  <a:pt x="168" y="151"/>
                </a:cubicBezTo>
                <a:cubicBezTo>
                  <a:pt x="168" y="139"/>
                  <a:pt x="168" y="139"/>
                  <a:pt x="168" y="139"/>
                </a:cubicBezTo>
                <a:cubicBezTo>
                  <a:pt x="166" y="141"/>
                  <a:pt x="166" y="141"/>
                  <a:pt x="166" y="141"/>
                </a:cubicBezTo>
                <a:cubicBezTo>
                  <a:pt x="164" y="142"/>
                  <a:pt x="161" y="141"/>
                  <a:pt x="160" y="138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59" y="160"/>
                  <a:pt x="159" y="160"/>
                  <a:pt x="159" y="160"/>
                </a:cubicBezTo>
                <a:cubicBezTo>
                  <a:pt x="165" y="172"/>
                  <a:pt x="165" y="172"/>
                  <a:pt x="165" y="172"/>
                </a:cubicBezTo>
                <a:cubicBezTo>
                  <a:pt x="165" y="172"/>
                  <a:pt x="165" y="172"/>
                  <a:pt x="165" y="172"/>
                </a:cubicBezTo>
                <a:cubicBezTo>
                  <a:pt x="166" y="175"/>
                  <a:pt x="165" y="177"/>
                  <a:pt x="163" y="178"/>
                </a:cubicBezTo>
                <a:cubicBezTo>
                  <a:pt x="159" y="180"/>
                  <a:pt x="159" y="180"/>
                  <a:pt x="159" y="180"/>
                </a:cubicBezTo>
                <a:cubicBezTo>
                  <a:pt x="159" y="209"/>
                  <a:pt x="159" y="209"/>
                  <a:pt x="159" y="209"/>
                </a:cubicBezTo>
                <a:close/>
                <a:moveTo>
                  <a:pt x="168" y="16"/>
                </a:moveTo>
                <a:cubicBezTo>
                  <a:pt x="168" y="15"/>
                  <a:pt x="168" y="15"/>
                  <a:pt x="168" y="15"/>
                </a:cubicBezTo>
                <a:cubicBezTo>
                  <a:pt x="166" y="11"/>
                  <a:pt x="163" y="7"/>
                  <a:pt x="159" y="5"/>
                </a:cubicBezTo>
                <a:cubicBezTo>
                  <a:pt x="159" y="40"/>
                  <a:pt x="159" y="40"/>
                  <a:pt x="159" y="40"/>
                </a:cubicBezTo>
                <a:cubicBezTo>
                  <a:pt x="163" y="49"/>
                  <a:pt x="163" y="49"/>
                  <a:pt x="163" y="49"/>
                </a:cubicBezTo>
                <a:cubicBezTo>
                  <a:pt x="163" y="49"/>
                  <a:pt x="163" y="49"/>
                  <a:pt x="163" y="49"/>
                </a:cubicBezTo>
                <a:cubicBezTo>
                  <a:pt x="166" y="55"/>
                  <a:pt x="164" y="61"/>
                  <a:pt x="159" y="65"/>
                </a:cubicBezTo>
                <a:cubicBezTo>
                  <a:pt x="159" y="82"/>
                  <a:pt x="159" y="82"/>
                  <a:pt x="159" y="82"/>
                </a:cubicBezTo>
                <a:cubicBezTo>
                  <a:pt x="168" y="78"/>
                  <a:pt x="168" y="78"/>
                  <a:pt x="168" y="78"/>
                </a:cubicBezTo>
                <a:cubicBezTo>
                  <a:pt x="168" y="16"/>
                  <a:pt x="168" y="16"/>
                  <a:pt x="168" y="16"/>
                </a:cubicBezTo>
                <a:close/>
                <a:moveTo>
                  <a:pt x="168" y="103"/>
                </a:moveTo>
                <a:cubicBezTo>
                  <a:pt x="168" y="114"/>
                  <a:pt x="168" y="114"/>
                  <a:pt x="168" y="114"/>
                </a:cubicBezTo>
                <a:cubicBezTo>
                  <a:pt x="159" y="118"/>
                  <a:pt x="159" y="118"/>
                  <a:pt x="159" y="118"/>
                </a:cubicBezTo>
                <a:cubicBezTo>
                  <a:pt x="159" y="108"/>
                  <a:pt x="159" y="108"/>
                  <a:pt x="159" y="108"/>
                </a:cubicBezTo>
                <a:lnTo>
                  <a:pt x="168" y="103"/>
                </a:lnTo>
                <a:close/>
                <a:moveTo>
                  <a:pt x="144" y="216"/>
                </a:moveTo>
                <a:cubicBezTo>
                  <a:pt x="159" y="209"/>
                  <a:pt x="159" y="209"/>
                  <a:pt x="159" y="209"/>
                </a:cubicBezTo>
                <a:cubicBezTo>
                  <a:pt x="159" y="180"/>
                  <a:pt x="159" y="180"/>
                  <a:pt x="159" y="180"/>
                </a:cubicBezTo>
                <a:cubicBezTo>
                  <a:pt x="144" y="187"/>
                  <a:pt x="144" y="187"/>
                  <a:pt x="144" y="187"/>
                </a:cubicBezTo>
                <a:cubicBezTo>
                  <a:pt x="144" y="216"/>
                  <a:pt x="144" y="216"/>
                  <a:pt x="144" y="216"/>
                </a:cubicBezTo>
                <a:close/>
                <a:moveTo>
                  <a:pt x="159" y="5"/>
                </a:moveTo>
                <a:cubicBezTo>
                  <a:pt x="155" y="2"/>
                  <a:pt x="149" y="0"/>
                  <a:pt x="144" y="0"/>
                </a:cubicBezTo>
                <a:cubicBezTo>
                  <a:pt x="144" y="22"/>
                  <a:pt x="144" y="22"/>
                  <a:pt x="144" y="22"/>
                </a:cubicBezTo>
                <a:cubicBezTo>
                  <a:pt x="148" y="23"/>
                  <a:pt x="152" y="25"/>
                  <a:pt x="154" y="30"/>
                </a:cubicBezTo>
                <a:cubicBezTo>
                  <a:pt x="159" y="40"/>
                  <a:pt x="159" y="40"/>
                  <a:pt x="159" y="40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59" y="65"/>
                </a:moveTo>
                <a:cubicBezTo>
                  <a:pt x="159" y="82"/>
                  <a:pt x="159" y="82"/>
                  <a:pt x="159" y="82"/>
                </a:cubicBezTo>
                <a:cubicBezTo>
                  <a:pt x="144" y="89"/>
                  <a:pt x="144" y="89"/>
                  <a:pt x="144" y="89"/>
                </a:cubicBezTo>
                <a:cubicBezTo>
                  <a:pt x="144" y="72"/>
                  <a:pt x="144" y="72"/>
                  <a:pt x="144" y="72"/>
                </a:cubicBezTo>
                <a:cubicBezTo>
                  <a:pt x="157" y="66"/>
                  <a:pt x="157" y="66"/>
                  <a:pt x="157" y="66"/>
                </a:cubicBezTo>
                <a:cubicBezTo>
                  <a:pt x="158" y="66"/>
                  <a:pt x="159" y="66"/>
                  <a:pt x="159" y="65"/>
                </a:cubicBezTo>
                <a:close/>
                <a:moveTo>
                  <a:pt x="159" y="108"/>
                </a:moveTo>
                <a:cubicBezTo>
                  <a:pt x="159" y="118"/>
                  <a:pt x="159" y="118"/>
                  <a:pt x="159" y="118"/>
                </a:cubicBezTo>
                <a:cubicBezTo>
                  <a:pt x="156" y="120"/>
                  <a:pt x="156" y="120"/>
                  <a:pt x="156" y="120"/>
                </a:cubicBezTo>
                <a:cubicBezTo>
                  <a:pt x="154" y="121"/>
                  <a:pt x="153" y="123"/>
                  <a:pt x="154" y="126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59" y="160"/>
                  <a:pt x="159" y="160"/>
                  <a:pt x="159" y="160"/>
                </a:cubicBezTo>
                <a:cubicBezTo>
                  <a:pt x="159" y="159"/>
                  <a:pt x="159" y="159"/>
                  <a:pt x="159" y="159"/>
                </a:cubicBezTo>
                <a:cubicBezTo>
                  <a:pt x="158" y="157"/>
                  <a:pt x="155" y="156"/>
                  <a:pt x="153" y="157"/>
                </a:cubicBezTo>
                <a:cubicBezTo>
                  <a:pt x="144" y="162"/>
                  <a:pt x="144" y="162"/>
                  <a:pt x="144" y="162"/>
                </a:cubicBezTo>
                <a:cubicBezTo>
                  <a:pt x="144" y="151"/>
                  <a:pt x="144" y="151"/>
                  <a:pt x="144" y="151"/>
                </a:cubicBezTo>
                <a:cubicBezTo>
                  <a:pt x="149" y="148"/>
                  <a:pt x="149" y="148"/>
                  <a:pt x="149" y="148"/>
                </a:cubicBezTo>
                <a:cubicBezTo>
                  <a:pt x="151" y="147"/>
                  <a:pt x="152" y="145"/>
                  <a:pt x="151" y="143"/>
                </a:cubicBezTo>
                <a:cubicBezTo>
                  <a:pt x="151" y="143"/>
                  <a:pt x="151" y="143"/>
                  <a:pt x="151" y="143"/>
                </a:cubicBezTo>
                <a:cubicBezTo>
                  <a:pt x="145" y="130"/>
                  <a:pt x="145" y="130"/>
                  <a:pt x="145" y="130"/>
                </a:cubicBezTo>
                <a:cubicBezTo>
                  <a:pt x="145" y="129"/>
                  <a:pt x="144" y="129"/>
                  <a:pt x="144" y="128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46" y="109"/>
                  <a:pt x="146" y="109"/>
                  <a:pt x="146" y="109"/>
                </a:cubicBezTo>
                <a:cubicBezTo>
                  <a:pt x="147" y="111"/>
                  <a:pt x="150" y="112"/>
                  <a:pt x="152" y="111"/>
                </a:cubicBezTo>
                <a:lnTo>
                  <a:pt x="159" y="108"/>
                </a:lnTo>
                <a:close/>
                <a:moveTo>
                  <a:pt x="132" y="2"/>
                </a:moveTo>
                <a:cubicBezTo>
                  <a:pt x="123" y="7"/>
                  <a:pt x="123" y="7"/>
                  <a:pt x="123" y="7"/>
                </a:cubicBezTo>
                <a:cubicBezTo>
                  <a:pt x="123" y="30"/>
                  <a:pt x="123" y="30"/>
                  <a:pt x="123" y="30"/>
                </a:cubicBezTo>
                <a:cubicBezTo>
                  <a:pt x="137" y="23"/>
                  <a:pt x="137" y="23"/>
                  <a:pt x="137" y="23"/>
                </a:cubicBezTo>
                <a:cubicBezTo>
                  <a:pt x="139" y="22"/>
                  <a:pt x="142" y="22"/>
                  <a:pt x="144" y="22"/>
                </a:cubicBezTo>
                <a:cubicBezTo>
                  <a:pt x="144" y="0"/>
                  <a:pt x="144" y="0"/>
                  <a:pt x="144" y="0"/>
                </a:cubicBezTo>
                <a:cubicBezTo>
                  <a:pt x="140" y="0"/>
                  <a:pt x="136" y="1"/>
                  <a:pt x="132" y="2"/>
                </a:cubicBezTo>
                <a:close/>
                <a:moveTo>
                  <a:pt x="123" y="225"/>
                </a:moveTo>
                <a:cubicBezTo>
                  <a:pt x="144" y="216"/>
                  <a:pt x="144" y="216"/>
                  <a:pt x="144" y="216"/>
                </a:cubicBezTo>
                <a:cubicBezTo>
                  <a:pt x="144" y="187"/>
                  <a:pt x="144" y="187"/>
                  <a:pt x="144" y="187"/>
                </a:cubicBezTo>
                <a:cubicBezTo>
                  <a:pt x="135" y="191"/>
                  <a:pt x="135" y="191"/>
                  <a:pt x="135" y="191"/>
                </a:cubicBezTo>
                <a:cubicBezTo>
                  <a:pt x="133" y="192"/>
                  <a:pt x="130" y="191"/>
                  <a:pt x="129" y="189"/>
                </a:cubicBezTo>
                <a:cubicBezTo>
                  <a:pt x="123" y="177"/>
                  <a:pt x="123" y="177"/>
                  <a:pt x="123" y="177"/>
                </a:cubicBezTo>
                <a:cubicBezTo>
                  <a:pt x="123" y="225"/>
                  <a:pt x="123" y="225"/>
                  <a:pt x="123" y="225"/>
                </a:cubicBezTo>
                <a:close/>
                <a:moveTo>
                  <a:pt x="144" y="72"/>
                </a:moveTo>
                <a:cubicBezTo>
                  <a:pt x="144" y="89"/>
                  <a:pt x="144" y="89"/>
                  <a:pt x="144" y="89"/>
                </a:cubicBezTo>
                <a:cubicBezTo>
                  <a:pt x="142" y="90"/>
                  <a:pt x="142" y="90"/>
                  <a:pt x="142" y="90"/>
                </a:cubicBezTo>
                <a:cubicBezTo>
                  <a:pt x="140" y="91"/>
                  <a:pt x="139" y="94"/>
                  <a:pt x="140" y="96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44" y="128"/>
                  <a:pt x="144" y="128"/>
                  <a:pt x="144" y="128"/>
                </a:cubicBezTo>
                <a:cubicBezTo>
                  <a:pt x="143" y="127"/>
                  <a:pt x="141" y="127"/>
                  <a:pt x="139" y="128"/>
                </a:cubicBezTo>
                <a:cubicBezTo>
                  <a:pt x="123" y="135"/>
                  <a:pt x="123" y="135"/>
                  <a:pt x="123" y="135"/>
                </a:cubicBezTo>
                <a:cubicBezTo>
                  <a:pt x="123" y="125"/>
                  <a:pt x="123" y="125"/>
                  <a:pt x="123" y="125"/>
                </a:cubicBezTo>
                <a:cubicBezTo>
                  <a:pt x="135" y="119"/>
                  <a:pt x="135" y="119"/>
                  <a:pt x="135" y="119"/>
                </a:cubicBezTo>
                <a:cubicBezTo>
                  <a:pt x="137" y="118"/>
                  <a:pt x="138" y="115"/>
                  <a:pt x="137" y="113"/>
                </a:cubicBezTo>
                <a:cubicBezTo>
                  <a:pt x="137" y="113"/>
                  <a:pt x="137" y="113"/>
                  <a:pt x="137" y="113"/>
                </a:cubicBezTo>
                <a:cubicBezTo>
                  <a:pt x="131" y="100"/>
                  <a:pt x="131" y="100"/>
                  <a:pt x="131" y="100"/>
                </a:cubicBezTo>
                <a:cubicBezTo>
                  <a:pt x="130" y="98"/>
                  <a:pt x="128" y="97"/>
                  <a:pt x="126" y="98"/>
                </a:cubicBezTo>
                <a:cubicBezTo>
                  <a:pt x="123" y="99"/>
                  <a:pt x="123" y="99"/>
                  <a:pt x="123" y="99"/>
                </a:cubicBezTo>
                <a:cubicBezTo>
                  <a:pt x="123" y="82"/>
                  <a:pt x="123" y="82"/>
                  <a:pt x="123" y="82"/>
                </a:cubicBezTo>
                <a:cubicBezTo>
                  <a:pt x="144" y="72"/>
                  <a:pt x="144" y="72"/>
                  <a:pt x="144" y="72"/>
                </a:cubicBezTo>
                <a:close/>
                <a:moveTo>
                  <a:pt x="144" y="151"/>
                </a:moveTo>
                <a:cubicBezTo>
                  <a:pt x="144" y="162"/>
                  <a:pt x="144" y="162"/>
                  <a:pt x="144" y="162"/>
                </a:cubicBezTo>
                <a:cubicBezTo>
                  <a:pt x="125" y="171"/>
                  <a:pt x="125" y="171"/>
                  <a:pt x="125" y="171"/>
                </a:cubicBezTo>
                <a:cubicBezTo>
                  <a:pt x="124" y="171"/>
                  <a:pt x="124" y="172"/>
                  <a:pt x="123" y="172"/>
                </a:cubicBezTo>
                <a:cubicBezTo>
                  <a:pt x="123" y="161"/>
                  <a:pt x="123" y="161"/>
                  <a:pt x="123" y="161"/>
                </a:cubicBezTo>
                <a:lnTo>
                  <a:pt x="144" y="151"/>
                </a:lnTo>
                <a:close/>
                <a:moveTo>
                  <a:pt x="123" y="7"/>
                </a:moveTo>
                <a:cubicBezTo>
                  <a:pt x="99" y="18"/>
                  <a:pt x="99" y="18"/>
                  <a:pt x="99" y="18"/>
                </a:cubicBezTo>
                <a:cubicBezTo>
                  <a:pt x="99" y="41"/>
                  <a:pt x="99" y="41"/>
                  <a:pt x="99" y="41"/>
                </a:cubicBezTo>
                <a:cubicBezTo>
                  <a:pt x="123" y="30"/>
                  <a:pt x="123" y="30"/>
                  <a:pt x="123" y="30"/>
                </a:cubicBezTo>
                <a:cubicBezTo>
                  <a:pt x="123" y="7"/>
                  <a:pt x="123" y="7"/>
                  <a:pt x="123" y="7"/>
                </a:cubicBezTo>
                <a:close/>
                <a:moveTo>
                  <a:pt x="99" y="236"/>
                </a:moveTo>
                <a:cubicBezTo>
                  <a:pt x="100" y="236"/>
                  <a:pt x="102" y="235"/>
                  <a:pt x="103" y="235"/>
                </a:cubicBezTo>
                <a:cubicBezTo>
                  <a:pt x="123" y="225"/>
                  <a:pt x="123" y="225"/>
                  <a:pt x="123" y="225"/>
                </a:cubicBezTo>
                <a:cubicBezTo>
                  <a:pt x="123" y="177"/>
                  <a:pt x="123" y="177"/>
                  <a:pt x="123" y="177"/>
                </a:cubicBezTo>
                <a:cubicBezTo>
                  <a:pt x="123" y="176"/>
                  <a:pt x="123" y="176"/>
                  <a:pt x="123" y="176"/>
                </a:cubicBezTo>
                <a:cubicBezTo>
                  <a:pt x="122" y="175"/>
                  <a:pt x="123" y="174"/>
                  <a:pt x="123" y="172"/>
                </a:cubicBezTo>
                <a:cubicBezTo>
                  <a:pt x="123" y="161"/>
                  <a:pt x="123" y="161"/>
                  <a:pt x="123" y="161"/>
                </a:cubicBezTo>
                <a:cubicBezTo>
                  <a:pt x="121" y="162"/>
                  <a:pt x="121" y="162"/>
                  <a:pt x="121" y="162"/>
                </a:cubicBezTo>
                <a:cubicBezTo>
                  <a:pt x="119" y="163"/>
                  <a:pt x="116" y="162"/>
                  <a:pt x="115" y="159"/>
                </a:cubicBezTo>
                <a:cubicBezTo>
                  <a:pt x="109" y="147"/>
                  <a:pt x="109" y="147"/>
                  <a:pt x="109" y="147"/>
                </a:cubicBezTo>
                <a:cubicBezTo>
                  <a:pt x="108" y="145"/>
                  <a:pt x="109" y="142"/>
                  <a:pt x="111" y="141"/>
                </a:cubicBezTo>
                <a:cubicBezTo>
                  <a:pt x="123" y="135"/>
                  <a:pt x="123" y="135"/>
                  <a:pt x="123" y="135"/>
                </a:cubicBezTo>
                <a:cubicBezTo>
                  <a:pt x="123" y="125"/>
                  <a:pt x="123" y="125"/>
                  <a:pt x="123" y="125"/>
                </a:cubicBezTo>
                <a:cubicBezTo>
                  <a:pt x="107" y="132"/>
                  <a:pt x="107" y="132"/>
                  <a:pt x="107" y="132"/>
                </a:cubicBezTo>
                <a:cubicBezTo>
                  <a:pt x="105" y="133"/>
                  <a:pt x="102" y="132"/>
                  <a:pt x="101" y="130"/>
                </a:cubicBezTo>
                <a:cubicBezTo>
                  <a:pt x="99" y="124"/>
                  <a:pt x="99" y="124"/>
                  <a:pt x="99" y="124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99" y="150"/>
                  <a:pt x="99" y="151"/>
                  <a:pt x="100" y="151"/>
                </a:cubicBezTo>
                <a:cubicBezTo>
                  <a:pt x="106" y="164"/>
                  <a:pt x="106" y="164"/>
                  <a:pt x="106" y="164"/>
                </a:cubicBezTo>
                <a:cubicBezTo>
                  <a:pt x="106" y="164"/>
                  <a:pt x="106" y="164"/>
                  <a:pt x="106" y="164"/>
                </a:cubicBezTo>
                <a:cubicBezTo>
                  <a:pt x="107" y="166"/>
                  <a:pt x="106" y="169"/>
                  <a:pt x="104" y="170"/>
                </a:cubicBezTo>
                <a:cubicBezTo>
                  <a:pt x="99" y="172"/>
                  <a:pt x="99" y="172"/>
                  <a:pt x="99" y="172"/>
                </a:cubicBezTo>
                <a:cubicBezTo>
                  <a:pt x="99" y="183"/>
                  <a:pt x="99" y="183"/>
                  <a:pt x="99" y="183"/>
                </a:cubicBezTo>
                <a:cubicBezTo>
                  <a:pt x="108" y="179"/>
                  <a:pt x="108" y="179"/>
                  <a:pt x="108" y="179"/>
                </a:cubicBezTo>
                <a:cubicBezTo>
                  <a:pt x="110" y="178"/>
                  <a:pt x="113" y="179"/>
                  <a:pt x="114" y="181"/>
                </a:cubicBezTo>
                <a:cubicBezTo>
                  <a:pt x="120" y="194"/>
                  <a:pt x="120" y="194"/>
                  <a:pt x="120" y="194"/>
                </a:cubicBezTo>
                <a:cubicBezTo>
                  <a:pt x="120" y="194"/>
                  <a:pt x="120" y="194"/>
                  <a:pt x="120" y="194"/>
                </a:cubicBezTo>
                <a:cubicBezTo>
                  <a:pt x="121" y="196"/>
                  <a:pt x="120" y="198"/>
                  <a:pt x="118" y="199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99" y="236"/>
                  <a:pt x="99" y="236"/>
                  <a:pt x="99" y="236"/>
                </a:cubicBezTo>
                <a:close/>
                <a:moveTo>
                  <a:pt x="123" y="82"/>
                </a:moveTo>
                <a:cubicBezTo>
                  <a:pt x="123" y="99"/>
                  <a:pt x="123" y="99"/>
                  <a:pt x="123" y="99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99" y="94"/>
                  <a:pt x="99" y="94"/>
                  <a:pt x="99" y="94"/>
                </a:cubicBezTo>
                <a:lnTo>
                  <a:pt x="123" y="82"/>
                </a:lnTo>
                <a:close/>
                <a:moveTo>
                  <a:pt x="99" y="18"/>
                </a:moveTo>
                <a:cubicBezTo>
                  <a:pt x="71" y="31"/>
                  <a:pt x="71" y="31"/>
                  <a:pt x="71" y="31"/>
                </a:cubicBezTo>
                <a:cubicBezTo>
                  <a:pt x="71" y="54"/>
                  <a:pt x="71" y="54"/>
                  <a:pt x="71" y="54"/>
                </a:cubicBezTo>
                <a:cubicBezTo>
                  <a:pt x="99" y="41"/>
                  <a:pt x="99" y="41"/>
                  <a:pt x="99" y="41"/>
                </a:cubicBezTo>
                <a:cubicBezTo>
                  <a:pt x="99" y="18"/>
                  <a:pt x="99" y="18"/>
                  <a:pt x="99" y="18"/>
                </a:cubicBezTo>
                <a:close/>
                <a:moveTo>
                  <a:pt x="71" y="227"/>
                </a:moveTo>
                <a:cubicBezTo>
                  <a:pt x="77" y="235"/>
                  <a:pt x="88" y="239"/>
                  <a:pt x="99" y="236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89" y="212"/>
                  <a:pt x="89" y="212"/>
                  <a:pt x="89" y="212"/>
                </a:cubicBezTo>
                <a:cubicBezTo>
                  <a:pt x="87" y="213"/>
                  <a:pt x="85" y="213"/>
                  <a:pt x="84" y="210"/>
                </a:cubicBezTo>
                <a:cubicBezTo>
                  <a:pt x="78" y="197"/>
                  <a:pt x="78" y="197"/>
                  <a:pt x="78" y="197"/>
                </a:cubicBezTo>
                <a:cubicBezTo>
                  <a:pt x="77" y="195"/>
                  <a:pt x="78" y="193"/>
                  <a:pt x="80" y="192"/>
                </a:cubicBezTo>
                <a:cubicBezTo>
                  <a:pt x="99" y="183"/>
                  <a:pt x="99" y="183"/>
                  <a:pt x="99" y="183"/>
                </a:cubicBezTo>
                <a:cubicBezTo>
                  <a:pt x="99" y="172"/>
                  <a:pt x="99" y="172"/>
                  <a:pt x="99" y="172"/>
                </a:cubicBezTo>
                <a:cubicBezTo>
                  <a:pt x="75" y="183"/>
                  <a:pt x="75" y="183"/>
                  <a:pt x="75" y="183"/>
                </a:cubicBezTo>
                <a:cubicBezTo>
                  <a:pt x="74" y="184"/>
                  <a:pt x="72" y="183"/>
                  <a:pt x="71" y="182"/>
                </a:cubicBezTo>
                <a:cubicBezTo>
                  <a:pt x="71" y="227"/>
                  <a:pt x="71" y="227"/>
                  <a:pt x="71" y="227"/>
                </a:cubicBezTo>
                <a:close/>
                <a:moveTo>
                  <a:pt x="99" y="94"/>
                </a:moveTo>
                <a:cubicBezTo>
                  <a:pt x="99" y="111"/>
                  <a:pt x="99" y="111"/>
                  <a:pt x="99" y="111"/>
                </a:cubicBezTo>
                <a:cubicBezTo>
                  <a:pt x="97" y="111"/>
                  <a:pt x="97" y="111"/>
                  <a:pt x="97" y="111"/>
                </a:cubicBezTo>
                <a:cubicBezTo>
                  <a:pt x="95" y="112"/>
                  <a:pt x="94" y="115"/>
                  <a:pt x="95" y="117"/>
                </a:cubicBezTo>
                <a:cubicBezTo>
                  <a:pt x="99" y="124"/>
                  <a:pt x="99" y="124"/>
                  <a:pt x="99" y="124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97" y="149"/>
                  <a:pt x="96" y="148"/>
                  <a:pt x="94" y="149"/>
                </a:cubicBezTo>
                <a:cubicBezTo>
                  <a:pt x="71" y="160"/>
                  <a:pt x="71" y="160"/>
                  <a:pt x="71" y="160"/>
                </a:cubicBezTo>
                <a:cubicBezTo>
                  <a:pt x="71" y="149"/>
                  <a:pt x="71" y="149"/>
                  <a:pt x="71" y="149"/>
                </a:cubicBezTo>
                <a:cubicBezTo>
                  <a:pt x="90" y="140"/>
                  <a:pt x="90" y="140"/>
                  <a:pt x="90" y="140"/>
                </a:cubicBezTo>
                <a:cubicBezTo>
                  <a:pt x="92" y="139"/>
                  <a:pt x="93" y="136"/>
                  <a:pt x="92" y="134"/>
                </a:cubicBezTo>
                <a:cubicBezTo>
                  <a:pt x="92" y="134"/>
                  <a:pt x="92" y="134"/>
                  <a:pt x="92" y="134"/>
                </a:cubicBezTo>
                <a:cubicBezTo>
                  <a:pt x="86" y="122"/>
                  <a:pt x="86" y="122"/>
                  <a:pt x="86" y="122"/>
                </a:cubicBezTo>
                <a:cubicBezTo>
                  <a:pt x="85" y="119"/>
                  <a:pt x="82" y="118"/>
                  <a:pt x="80" y="119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71" y="107"/>
                  <a:pt x="71" y="107"/>
                  <a:pt x="71" y="107"/>
                </a:cubicBezTo>
                <a:lnTo>
                  <a:pt x="99" y="94"/>
                </a:lnTo>
                <a:close/>
                <a:moveTo>
                  <a:pt x="71" y="31"/>
                </a:moveTo>
                <a:cubicBezTo>
                  <a:pt x="20" y="55"/>
                  <a:pt x="20" y="55"/>
                  <a:pt x="20" y="55"/>
                </a:cubicBezTo>
                <a:cubicBezTo>
                  <a:pt x="6" y="62"/>
                  <a:pt x="0" y="78"/>
                  <a:pt x="7" y="91"/>
                </a:cubicBezTo>
                <a:cubicBezTo>
                  <a:pt x="68" y="222"/>
                  <a:pt x="68" y="222"/>
                  <a:pt x="68" y="222"/>
                </a:cubicBezTo>
                <a:cubicBezTo>
                  <a:pt x="69" y="223"/>
                  <a:pt x="70" y="225"/>
                  <a:pt x="71" y="227"/>
                </a:cubicBezTo>
                <a:cubicBezTo>
                  <a:pt x="71" y="182"/>
                  <a:pt x="71" y="182"/>
                  <a:pt x="71" y="182"/>
                </a:cubicBezTo>
                <a:cubicBezTo>
                  <a:pt x="71" y="182"/>
                  <a:pt x="70" y="181"/>
                  <a:pt x="70" y="181"/>
                </a:cubicBezTo>
                <a:cubicBezTo>
                  <a:pt x="64" y="168"/>
                  <a:pt x="64" y="168"/>
                  <a:pt x="64" y="168"/>
                </a:cubicBezTo>
                <a:cubicBezTo>
                  <a:pt x="63" y="166"/>
                  <a:pt x="64" y="163"/>
                  <a:pt x="66" y="162"/>
                </a:cubicBezTo>
                <a:cubicBezTo>
                  <a:pt x="71" y="160"/>
                  <a:pt x="71" y="160"/>
                  <a:pt x="71" y="160"/>
                </a:cubicBezTo>
                <a:cubicBezTo>
                  <a:pt x="71" y="149"/>
                  <a:pt x="71" y="149"/>
                  <a:pt x="71" y="149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4"/>
                  <a:pt x="57" y="153"/>
                  <a:pt x="56" y="151"/>
                </a:cubicBezTo>
                <a:cubicBezTo>
                  <a:pt x="50" y="138"/>
                  <a:pt x="50" y="138"/>
                  <a:pt x="50" y="138"/>
                </a:cubicBezTo>
                <a:cubicBezTo>
                  <a:pt x="49" y="136"/>
                  <a:pt x="50" y="134"/>
                  <a:pt x="52" y="133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71" y="107"/>
                  <a:pt x="71" y="107"/>
                  <a:pt x="71" y="107"/>
                </a:cubicBezTo>
                <a:cubicBezTo>
                  <a:pt x="53" y="115"/>
                  <a:pt x="53" y="115"/>
                  <a:pt x="53" y="115"/>
                </a:cubicBezTo>
                <a:cubicBezTo>
                  <a:pt x="46" y="118"/>
                  <a:pt x="38" y="116"/>
                  <a:pt x="35" y="109"/>
                </a:cubicBezTo>
                <a:cubicBezTo>
                  <a:pt x="26" y="89"/>
                  <a:pt x="26" y="89"/>
                  <a:pt x="26" y="89"/>
                </a:cubicBezTo>
                <a:cubicBezTo>
                  <a:pt x="23" y="83"/>
                  <a:pt x="26" y="75"/>
                  <a:pt x="33" y="72"/>
                </a:cubicBezTo>
                <a:cubicBezTo>
                  <a:pt x="71" y="54"/>
                  <a:pt x="71" y="54"/>
                  <a:pt x="71" y="54"/>
                </a:cubicBezTo>
                <a:lnTo>
                  <a:pt x="71" y="31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6" name="Rectangle 59"/>
          <p:cNvSpPr>
            <a:spLocks noChangeArrowheads="1"/>
          </p:cNvSpPr>
          <p:nvPr/>
        </p:nvSpPr>
        <p:spPr bwMode="auto">
          <a:xfrm>
            <a:off x="4963297" y="2268306"/>
            <a:ext cx="470175" cy="23806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7" name="Rectangle 60"/>
          <p:cNvSpPr>
            <a:spLocks noChangeArrowheads="1"/>
          </p:cNvSpPr>
          <p:nvPr/>
        </p:nvSpPr>
        <p:spPr bwMode="auto">
          <a:xfrm>
            <a:off x="4982342" y="2220693"/>
            <a:ext cx="432085" cy="23806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8" name="Rectangle 61"/>
          <p:cNvSpPr>
            <a:spLocks noChangeArrowheads="1"/>
          </p:cNvSpPr>
          <p:nvPr/>
        </p:nvSpPr>
        <p:spPr bwMode="auto">
          <a:xfrm>
            <a:off x="5152558" y="2171890"/>
            <a:ext cx="91655" cy="23806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89" name="Rectangle 62"/>
          <p:cNvSpPr>
            <a:spLocks noChangeArrowheads="1"/>
          </p:cNvSpPr>
          <p:nvPr/>
        </p:nvSpPr>
        <p:spPr bwMode="auto">
          <a:xfrm>
            <a:off x="5169222" y="1996914"/>
            <a:ext cx="58326" cy="190450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0" name="Rectangle 63"/>
          <p:cNvSpPr>
            <a:spLocks noChangeArrowheads="1"/>
          </p:cNvSpPr>
          <p:nvPr/>
        </p:nvSpPr>
        <p:spPr bwMode="auto">
          <a:xfrm>
            <a:off x="5152558" y="1987391"/>
            <a:ext cx="91655" cy="23806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1" name="Rectangle 64"/>
          <p:cNvSpPr>
            <a:spLocks noChangeArrowheads="1"/>
          </p:cNvSpPr>
          <p:nvPr/>
        </p:nvSpPr>
        <p:spPr bwMode="auto">
          <a:xfrm>
            <a:off x="5291824" y="2171890"/>
            <a:ext cx="89274" cy="23806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2" name="Rectangle 65"/>
          <p:cNvSpPr>
            <a:spLocks noChangeArrowheads="1"/>
          </p:cNvSpPr>
          <p:nvPr/>
        </p:nvSpPr>
        <p:spPr bwMode="auto">
          <a:xfrm>
            <a:off x="5307299" y="1996914"/>
            <a:ext cx="57135" cy="190450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3" name="Rectangle 66"/>
          <p:cNvSpPr>
            <a:spLocks noChangeArrowheads="1"/>
          </p:cNvSpPr>
          <p:nvPr/>
        </p:nvSpPr>
        <p:spPr bwMode="auto">
          <a:xfrm>
            <a:off x="5291824" y="1987391"/>
            <a:ext cx="89274" cy="23806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4" name="Rectangle 67"/>
          <p:cNvSpPr>
            <a:spLocks noChangeArrowheads="1"/>
          </p:cNvSpPr>
          <p:nvPr/>
        </p:nvSpPr>
        <p:spPr bwMode="auto">
          <a:xfrm>
            <a:off x="5015671" y="2171890"/>
            <a:ext cx="91655" cy="23806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5" name="Rectangle 68"/>
          <p:cNvSpPr>
            <a:spLocks noChangeArrowheads="1"/>
          </p:cNvSpPr>
          <p:nvPr/>
        </p:nvSpPr>
        <p:spPr bwMode="auto">
          <a:xfrm>
            <a:off x="5031146" y="1996914"/>
            <a:ext cx="59516" cy="190450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6" name="Rectangle 69"/>
          <p:cNvSpPr>
            <a:spLocks noChangeArrowheads="1"/>
          </p:cNvSpPr>
          <p:nvPr/>
        </p:nvSpPr>
        <p:spPr bwMode="auto">
          <a:xfrm>
            <a:off x="5015671" y="1987391"/>
            <a:ext cx="91655" cy="23806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7" name="Rectangle 70"/>
          <p:cNvSpPr>
            <a:spLocks noChangeArrowheads="1"/>
          </p:cNvSpPr>
          <p:nvPr/>
        </p:nvSpPr>
        <p:spPr bwMode="auto">
          <a:xfrm>
            <a:off x="4982342" y="1935018"/>
            <a:ext cx="432085" cy="23806"/>
          </a:xfrm>
          <a:prstGeom prst="rect">
            <a:avLst/>
          </a:pr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8" name="Freeform 71"/>
          <p:cNvSpPr/>
          <p:nvPr/>
        </p:nvSpPr>
        <p:spPr bwMode="auto">
          <a:xfrm>
            <a:off x="4982342" y="1796941"/>
            <a:ext cx="432085" cy="138077"/>
          </a:xfrm>
          <a:custGeom>
            <a:avLst/>
            <a:gdLst>
              <a:gd name="T0" fmla="*/ 181 w 363"/>
              <a:gd name="T1" fmla="*/ 0 h 116"/>
              <a:gd name="T2" fmla="*/ 363 w 363"/>
              <a:gd name="T3" fmla="*/ 116 h 116"/>
              <a:gd name="T4" fmla="*/ 0 w 363"/>
              <a:gd name="T5" fmla="*/ 116 h 116"/>
              <a:gd name="T6" fmla="*/ 181 w 363"/>
              <a:gd name="T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3" h="116">
                <a:moveTo>
                  <a:pt x="181" y="0"/>
                </a:moveTo>
                <a:lnTo>
                  <a:pt x="363" y="116"/>
                </a:lnTo>
                <a:lnTo>
                  <a:pt x="0" y="116"/>
                </a:lnTo>
                <a:lnTo>
                  <a:pt x="181" y="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99" name="Freeform 72"/>
          <p:cNvSpPr>
            <a:spLocks noEditPoints="1"/>
          </p:cNvSpPr>
          <p:nvPr/>
        </p:nvSpPr>
        <p:spPr bwMode="auto">
          <a:xfrm>
            <a:off x="3794408" y="1921924"/>
            <a:ext cx="599919" cy="391614"/>
          </a:xfrm>
          <a:custGeom>
            <a:avLst/>
            <a:gdLst>
              <a:gd name="T0" fmla="*/ 82 w 367"/>
              <a:gd name="T1" fmla="*/ 27 h 240"/>
              <a:gd name="T2" fmla="*/ 367 w 367"/>
              <a:gd name="T3" fmla="*/ 120 h 240"/>
              <a:gd name="T4" fmla="*/ 82 w 367"/>
              <a:gd name="T5" fmla="*/ 213 h 240"/>
              <a:gd name="T6" fmla="*/ 82 w 367"/>
              <a:gd name="T7" fmla="*/ 177 h 240"/>
              <a:gd name="T8" fmla="*/ 127 w 367"/>
              <a:gd name="T9" fmla="*/ 143 h 240"/>
              <a:gd name="T10" fmla="*/ 127 w 367"/>
              <a:gd name="T11" fmla="*/ 87 h 240"/>
              <a:gd name="T12" fmla="*/ 138 w 367"/>
              <a:gd name="T13" fmla="*/ 87 h 240"/>
              <a:gd name="T14" fmla="*/ 138 w 367"/>
              <a:gd name="T15" fmla="*/ 64 h 240"/>
              <a:gd name="T16" fmla="*/ 127 w 367"/>
              <a:gd name="T17" fmla="*/ 64 h 240"/>
              <a:gd name="T18" fmla="*/ 102 w 367"/>
              <a:gd name="T19" fmla="*/ 64 h 240"/>
              <a:gd name="T20" fmla="*/ 91 w 367"/>
              <a:gd name="T21" fmla="*/ 64 h 240"/>
              <a:gd name="T22" fmla="*/ 91 w 367"/>
              <a:gd name="T23" fmla="*/ 87 h 240"/>
              <a:gd name="T24" fmla="*/ 102 w 367"/>
              <a:gd name="T25" fmla="*/ 87 h 240"/>
              <a:gd name="T26" fmla="*/ 102 w 367"/>
              <a:gd name="T27" fmla="*/ 143 h 240"/>
              <a:gd name="T28" fmla="*/ 82 w 367"/>
              <a:gd name="T29" fmla="*/ 156 h 240"/>
              <a:gd name="T30" fmla="*/ 82 w 367"/>
              <a:gd name="T31" fmla="*/ 27 h 240"/>
              <a:gd name="T32" fmla="*/ 0 w 367"/>
              <a:gd name="T33" fmla="*/ 0 h 240"/>
              <a:gd name="T34" fmla="*/ 82 w 367"/>
              <a:gd name="T35" fmla="*/ 27 h 240"/>
              <a:gd name="T36" fmla="*/ 82 w 367"/>
              <a:gd name="T37" fmla="*/ 156 h 240"/>
              <a:gd name="T38" fmla="*/ 82 w 367"/>
              <a:gd name="T39" fmla="*/ 156 h 240"/>
              <a:gd name="T40" fmla="*/ 62 w 367"/>
              <a:gd name="T41" fmla="*/ 143 h 240"/>
              <a:gd name="T42" fmla="*/ 62 w 367"/>
              <a:gd name="T43" fmla="*/ 87 h 240"/>
              <a:gd name="T44" fmla="*/ 73 w 367"/>
              <a:gd name="T45" fmla="*/ 87 h 240"/>
              <a:gd name="T46" fmla="*/ 73 w 367"/>
              <a:gd name="T47" fmla="*/ 64 h 240"/>
              <a:gd name="T48" fmla="*/ 62 w 367"/>
              <a:gd name="T49" fmla="*/ 64 h 240"/>
              <a:gd name="T50" fmla="*/ 37 w 367"/>
              <a:gd name="T51" fmla="*/ 64 h 240"/>
              <a:gd name="T52" fmla="*/ 26 w 367"/>
              <a:gd name="T53" fmla="*/ 64 h 240"/>
              <a:gd name="T54" fmla="*/ 26 w 367"/>
              <a:gd name="T55" fmla="*/ 87 h 240"/>
              <a:gd name="T56" fmla="*/ 37 w 367"/>
              <a:gd name="T57" fmla="*/ 87 h 240"/>
              <a:gd name="T58" fmla="*/ 37 w 367"/>
              <a:gd name="T59" fmla="*/ 143 h 240"/>
              <a:gd name="T60" fmla="*/ 82 w 367"/>
              <a:gd name="T61" fmla="*/ 177 h 240"/>
              <a:gd name="T62" fmla="*/ 82 w 367"/>
              <a:gd name="T63" fmla="*/ 177 h 240"/>
              <a:gd name="T64" fmla="*/ 82 w 367"/>
              <a:gd name="T65" fmla="*/ 213 h 240"/>
              <a:gd name="T66" fmla="*/ 0 w 367"/>
              <a:gd name="T67" fmla="*/ 240 h 240"/>
              <a:gd name="T68" fmla="*/ 0 w 367"/>
              <a:gd name="T69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67" h="240">
                <a:moveTo>
                  <a:pt x="82" y="27"/>
                </a:moveTo>
                <a:cubicBezTo>
                  <a:pt x="367" y="120"/>
                  <a:pt x="367" y="120"/>
                  <a:pt x="367" y="120"/>
                </a:cubicBezTo>
                <a:cubicBezTo>
                  <a:pt x="82" y="213"/>
                  <a:pt x="82" y="213"/>
                  <a:pt x="82" y="213"/>
                </a:cubicBezTo>
                <a:cubicBezTo>
                  <a:pt x="82" y="177"/>
                  <a:pt x="82" y="177"/>
                  <a:pt x="82" y="177"/>
                </a:cubicBezTo>
                <a:cubicBezTo>
                  <a:pt x="107" y="177"/>
                  <a:pt x="127" y="162"/>
                  <a:pt x="127" y="143"/>
                </a:cubicBezTo>
                <a:cubicBezTo>
                  <a:pt x="127" y="87"/>
                  <a:pt x="127" y="87"/>
                  <a:pt x="127" y="87"/>
                </a:cubicBezTo>
                <a:cubicBezTo>
                  <a:pt x="138" y="87"/>
                  <a:pt x="138" y="87"/>
                  <a:pt x="138" y="87"/>
                </a:cubicBezTo>
                <a:cubicBezTo>
                  <a:pt x="138" y="64"/>
                  <a:pt x="138" y="64"/>
                  <a:pt x="138" y="64"/>
                </a:cubicBezTo>
                <a:cubicBezTo>
                  <a:pt x="127" y="64"/>
                  <a:pt x="127" y="64"/>
                  <a:pt x="127" y="64"/>
                </a:cubicBezTo>
                <a:cubicBezTo>
                  <a:pt x="102" y="64"/>
                  <a:pt x="102" y="64"/>
                  <a:pt x="102" y="64"/>
                </a:cubicBezTo>
                <a:cubicBezTo>
                  <a:pt x="91" y="64"/>
                  <a:pt x="91" y="64"/>
                  <a:pt x="91" y="64"/>
                </a:cubicBezTo>
                <a:cubicBezTo>
                  <a:pt x="91" y="87"/>
                  <a:pt x="91" y="87"/>
                  <a:pt x="91" y="87"/>
                </a:cubicBezTo>
                <a:cubicBezTo>
                  <a:pt x="102" y="87"/>
                  <a:pt x="102" y="87"/>
                  <a:pt x="102" y="87"/>
                </a:cubicBezTo>
                <a:cubicBezTo>
                  <a:pt x="102" y="143"/>
                  <a:pt x="102" y="143"/>
                  <a:pt x="102" y="143"/>
                </a:cubicBezTo>
                <a:cubicBezTo>
                  <a:pt x="102" y="150"/>
                  <a:pt x="93" y="156"/>
                  <a:pt x="82" y="156"/>
                </a:cubicBezTo>
                <a:lnTo>
                  <a:pt x="82" y="27"/>
                </a:lnTo>
                <a:close/>
                <a:moveTo>
                  <a:pt x="0" y="0"/>
                </a:moveTo>
                <a:cubicBezTo>
                  <a:pt x="82" y="27"/>
                  <a:pt x="82" y="27"/>
                  <a:pt x="82" y="27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71" y="156"/>
                  <a:pt x="62" y="150"/>
                  <a:pt x="62" y="143"/>
                </a:cubicBezTo>
                <a:cubicBezTo>
                  <a:pt x="62" y="87"/>
                  <a:pt x="62" y="87"/>
                  <a:pt x="62" y="87"/>
                </a:cubicBezTo>
                <a:cubicBezTo>
                  <a:pt x="73" y="87"/>
                  <a:pt x="73" y="87"/>
                  <a:pt x="73" y="87"/>
                </a:cubicBezTo>
                <a:cubicBezTo>
                  <a:pt x="73" y="64"/>
                  <a:pt x="73" y="64"/>
                  <a:pt x="73" y="64"/>
                </a:cubicBezTo>
                <a:cubicBezTo>
                  <a:pt x="62" y="64"/>
                  <a:pt x="62" y="64"/>
                  <a:pt x="62" y="64"/>
                </a:cubicBezTo>
                <a:cubicBezTo>
                  <a:pt x="37" y="64"/>
                  <a:pt x="37" y="64"/>
                  <a:pt x="37" y="64"/>
                </a:cubicBezTo>
                <a:cubicBezTo>
                  <a:pt x="26" y="64"/>
                  <a:pt x="26" y="64"/>
                  <a:pt x="26" y="64"/>
                </a:cubicBezTo>
                <a:cubicBezTo>
                  <a:pt x="26" y="87"/>
                  <a:pt x="26" y="87"/>
                  <a:pt x="26" y="87"/>
                </a:cubicBezTo>
                <a:cubicBezTo>
                  <a:pt x="37" y="87"/>
                  <a:pt x="37" y="87"/>
                  <a:pt x="37" y="87"/>
                </a:cubicBezTo>
                <a:cubicBezTo>
                  <a:pt x="37" y="143"/>
                  <a:pt x="37" y="143"/>
                  <a:pt x="37" y="143"/>
                </a:cubicBezTo>
                <a:cubicBezTo>
                  <a:pt x="37" y="162"/>
                  <a:pt x="57" y="177"/>
                  <a:pt x="82" y="177"/>
                </a:cubicBezTo>
                <a:cubicBezTo>
                  <a:pt x="82" y="177"/>
                  <a:pt x="82" y="177"/>
                  <a:pt x="82" y="177"/>
                </a:cubicBezTo>
                <a:cubicBezTo>
                  <a:pt x="82" y="213"/>
                  <a:pt x="82" y="213"/>
                  <a:pt x="82" y="213"/>
                </a:cubicBezTo>
                <a:cubicBezTo>
                  <a:pt x="0" y="240"/>
                  <a:pt x="0" y="240"/>
                  <a:pt x="0" y="24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0" name="Freeform 73"/>
          <p:cNvSpPr>
            <a:spLocks noEditPoints="1"/>
          </p:cNvSpPr>
          <p:nvPr/>
        </p:nvSpPr>
        <p:spPr bwMode="auto">
          <a:xfrm>
            <a:off x="5118038" y="2351628"/>
            <a:ext cx="140457" cy="245205"/>
          </a:xfrm>
          <a:custGeom>
            <a:avLst/>
            <a:gdLst>
              <a:gd name="T0" fmla="*/ 37 w 86"/>
              <a:gd name="T1" fmla="*/ 128 h 150"/>
              <a:gd name="T2" fmla="*/ 34 w 86"/>
              <a:gd name="T3" fmla="*/ 127 h 150"/>
              <a:gd name="T4" fmla="*/ 34 w 86"/>
              <a:gd name="T5" fmla="*/ 150 h 150"/>
              <a:gd name="T6" fmla="*/ 45 w 86"/>
              <a:gd name="T7" fmla="*/ 142 h 150"/>
              <a:gd name="T8" fmla="*/ 37 w 86"/>
              <a:gd name="T9" fmla="*/ 128 h 150"/>
              <a:gd name="T10" fmla="*/ 34 w 86"/>
              <a:gd name="T11" fmla="*/ 118 h 150"/>
              <a:gd name="T12" fmla="*/ 34 w 86"/>
              <a:gd name="T13" fmla="*/ 51 h 150"/>
              <a:gd name="T14" fmla="*/ 51 w 86"/>
              <a:gd name="T15" fmla="*/ 46 h 150"/>
              <a:gd name="T16" fmla="*/ 61 w 86"/>
              <a:gd name="T17" fmla="*/ 8 h 150"/>
              <a:gd name="T18" fmla="*/ 72 w 86"/>
              <a:gd name="T19" fmla="*/ 1 h 150"/>
              <a:gd name="T20" fmla="*/ 78 w 86"/>
              <a:gd name="T21" fmla="*/ 12 h 150"/>
              <a:gd name="T22" fmla="*/ 69 w 86"/>
              <a:gd name="T23" fmla="*/ 51 h 150"/>
              <a:gd name="T24" fmla="*/ 82 w 86"/>
              <a:gd name="T25" fmla="*/ 84 h 150"/>
              <a:gd name="T26" fmla="*/ 77 w 86"/>
              <a:gd name="T27" fmla="*/ 103 h 150"/>
              <a:gd name="T28" fmla="*/ 77 w 86"/>
              <a:gd name="T29" fmla="*/ 103 h 150"/>
              <a:gd name="T30" fmla="*/ 86 w 86"/>
              <a:gd name="T31" fmla="*/ 117 h 150"/>
              <a:gd name="T32" fmla="*/ 83 w 86"/>
              <a:gd name="T33" fmla="*/ 130 h 150"/>
              <a:gd name="T34" fmla="*/ 34 w 86"/>
              <a:gd name="T35" fmla="*/ 118 h 150"/>
              <a:gd name="T36" fmla="*/ 34 w 86"/>
              <a:gd name="T37" fmla="*/ 127 h 150"/>
              <a:gd name="T38" fmla="*/ 23 w 86"/>
              <a:gd name="T39" fmla="*/ 136 h 150"/>
              <a:gd name="T40" fmla="*/ 31 w 86"/>
              <a:gd name="T41" fmla="*/ 150 h 150"/>
              <a:gd name="T42" fmla="*/ 34 w 86"/>
              <a:gd name="T43" fmla="*/ 150 h 150"/>
              <a:gd name="T44" fmla="*/ 34 w 86"/>
              <a:gd name="T45" fmla="*/ 127 h 150"/>
              <a:gd name="T46" fmla="*/ 34 w 86"/>
              <a:gd name="T47" fmla="*/ 51 h 150"/>
              <a:gd name="T48" fmla="*/ 34 w 86"/>
              <a:gd name="T49" fmla="*/ 118 h 150"/>
              <a:gd name="T50" fmla="*/ 0 w 86"/>
              <a:gd name="T51" fmla="*/ 109 h 150"/>
              <a:gd name="T52" fmla="*/ 3 w 86"/>
              <a:gd name="T53" fmla="*/ 96 h 150"/>
              <a:gd name="T54" fmla="*/ 18 w 86"/>
              <a:gd name="T55" fmla="*/ 88 h 150"/>
              <a:gd name="T56" fmla="*/ 23 w 86"/>
              <a:gd name="T57" fmla="*/ 69 h 150"/>
              <a:gd name="T58" fmla="*/ 34 w 86"/>
              <a:gd name="T59" fmla="*/ 5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86" h="150">
                <a:moveTo>
                  <a:pt x="37" y="128"/>
                </a:moveTo>
                <a:cubicBezTo>
                  <a:pt x="36" y="127"/>
                  <a:pt x="35" y="127"/>
                  <a:pt x="34" y="127"/>
                </a:cubicBezTo>
                <a:cubicBezTo>
                  <a:pt x="34" y="150"/>
                  <a:pt x="34" y="150"/>
                  <a:pt x="34" y="150"/>
                </a:cubicBezTo>
                <a:cubicBezTo>
                  <a:pt x="39" y="150"/>
                  <a:pt x="44" y="147"/>
                  <a:pt x="45" y="142"/>
                </a:cubicBezTo>
                <a:cubicBezTo>
                  <a:pt x="47" y="136"/>
                  <a:pt x="43" y="129"/>
                  <a:pt x="37" y="128"/>
                </a:cubicBezTo>
                <a:close/>
                <a:moveTo>
                  <a:pt x="34" y="118"/>
                </a:moveTo>
                <a:cubicBezTo>
                  <a:pt x="34" y="51"/>
                  <a:pt x="34" y="51"/>
                  <a:pt x="34" y="51"/>
                </a:cubicBezTo>
                <a:cubicBezTo>
                  <a:pt x="39" y="48"/>
                  <a:pt x="45" y="46"/>
                  <a:pt x="51" y="46"/>
                </a:cubicBezTo>
                <a:cubicBezTo>
                  <a:pt x="61" y="8"/>
                  <a:pt x="61" y="8"/>
                  <a:pt x="61" y="8"/>
                </a:cubicBezTo>
                <a:cubicBezTo>
                  <a:pt x="62" y="3"/>
                  <a:pt x="67" y="0"/>
                  <a:pt x="72" y="1"/>
                </a:cubicBezTo>
                <a:cubicBezTo>
                  <a:pt x="77" y="2"/>
                  <a:pt x="80" y="7"/>
                  <a:pt x="78" y="12"/>
                </a:cubicBezTo>
                <a:cubicBezTo>
                  <a:pt x="69" y="51"/>
                  <a:pt x="69" y="51"/>
                  <a:pt x="69" y="51"/>
                </a:cubicBezTo>
                <a:cubicBezTo>
                  <a:pt x="79" y="57"/>
                  <a:pt x="86" y="68"/>
                  <a:pt x="82" y="84"/>
                </a:cubicBezTo>
                <a:cubicBezTo>
                  <a:pt x="82" y="84"/>
                  <a:pt x="79" y="97"/>
                  <a:pt x="77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75" y="112"/>
                  <a:pt x="86" y="117"/>
                  <a:pt x="86" y="117"/>
                </a:cubicBezTo>
                <a:cubicBezTo>
                  <a:pt x="83" y="130"/>
                  <a:pt x="83" y="130"/>
                  <a:pt x="83" y="130"/>
                </a:cubicBezTo>
                <a:lnTo>
                  <a:pt x="34" y="118"/>
                </a:lnTo>
                <a:close/>
                <a:moveTo>
                  <a:pt x="34" y="127"/>
                </a:moveTo>
                <a:cubicBezTo>
                  <a:pt x="29" y="127"/>
                  <a:pt x="24" y="131"/>
                  <a:pt x="23" y="136"/>
                </a:cubicBezTo>
                <a:cubicBezTo>
                  <a:pt x="21" y="142"/>
                  <a:pt x="25" y="148"/>
                  <a:pt x="31" y="150"/>
                </a:cubicBezTo>
                <a:cubicBezTo>
                  <a:pt x="32" y="150"/>
                  <a:pt x="33" y="150"/>
                  <a:pt x="34" y="150"/>
                </a:cubicBezTo>
                <a:cubicBezTo>
                  <a:pt x="34" y="127"/>
                  <a:pt x="34" y="127"/>
                  <a:pt x="34" y="127"/>
                </a:cubicBezTo>
                <a:close/>
                <a:moveTo>
                  <a:pt x="34" y="51"/>
                </a:moveTo>
                <a:cubicBezTo>
                  <a:pt x="34" y="118"/>
                  <a:pt x="34" y="118"/>
                  <a:pt x="34" y="118"/>
                </a:cubicBezTo>
                <a:cubicBezTo>
                  <a:pt x="0" y="109"/>
                  <a:pt x="0" y="109"/>
                  <a:pt x="0" y="109"/>
                </a:cubicBezTo>
                <a:cubicBezTo>
                  <a:pt x="3" y="96"/>
                  <a:pt x="3" y="96"/>
                  <a:pt x="3" y="96"/>
                </a:cubicBezTo>
                <a:cubicBezTo>
                  <a:pt x="3" y="96"/>
                  <a:pt x="16" y="97"/>
                  <a:pt x="18" y="88"/>
                </a:cubicBezTo>
                <a:cubicBezTo>
                  <a:pt x="20" y="80"/>
                  <a:pt x="23" y="69"/>
                  <a:pt x="23" y="69"/>
                </a:cubicBezTo>
                <a:cubicBezTo>
                  <a:pt x="25" y="61"/>
                  <a:pt x="29" y="55"/>
                  <a:pt x="34" y="51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1" name="Freeform 74"/>
          <p:cNvSpPr>
            <a:spLocks noEditPoints="1"/>
          </p:cNvSpPr>
          <p:nvPr/>
        </p:nvSpPr>
        <p:spPr bwMode="auto">
          <a:xfrm>
            <a:off x="3892014" y="1511265"/>
            <a:ext cx="282105" cy="345191"/>
          </a:xfrm>
          <a:custGeom>
            <a:avLst/>
            <a:gdLst>
              <a:gd name="T0" fmla="*/ 172 w 172"/>
              <a:gd name="T1" fmla="*/ 9 h 211"/>
              <a:gd name="T2" fmla="*/ 121 w 172"/>
              <a:gd name="T3" fmla="*/ 37 h 211"/>
              <a:gd name="T4" fmla="*/ 143 w 172"/>
              <a:gd name="T5" fmla="*/ 211 h 211"/>
              <a:gd name="T6" fmla="*/ 124 w 172"/>
              <a:gd name="T7" fmla="*/ 165 h 211"/>
              <a:gd name="T8" fmla="*/ 131 w 172"/>
              <a:gd name="T9" fmla="*/ 108 h 211"/>
              <a:gd name="T10" fmla="*/ 121 w 172"/>
              <a:gd name="T11" fmla="*/ 86 h 211"/>
              <a:gd name="T12" fmla="*/ 129 w 172"/>
              <a:gd name="T13" fmla="*/ 146 h 211"/>
              <a:gd name="T14" fmla="*/ 127 w 172"/>
              <a:gd name="T15" fmla="*/ 116 h 211"/>
              <a:gd name="T16" fmla="*/ 121 w 172"/>
              <a:gd name="T17" fmla="*/ 156 h 211"/>
              <a:gd name="T18" fmla="*/ 121 w 172"/>
              <a:gd name="T19" fmla="*/ 9 h 211"/>
              <a:gd name="T20" fmla="*/ 98 w 172"/>
              <a:gd name="T21" fmla="*/ 37 h 211"/>
              <a:gd name="T22" fmla="*/ 110 w 172"/>
              <a:gd name="T23" fmla="*/ 88 h 211"/>
              <a:gd name="T24" fmla="*/ 100 w 172"/>
              <a:gd name="T25" fmla="*/ 81 h 211"/>
              <a:gd name="T26" fmla="*/ 121 w 172"/>
              <a:gd name="T27" fmla="*/ 211 h 211"/>
              <a:gd name="T28" fmla="*/ 101 w 172"/>
              <a:gd name="T29" fmla="*/ 163 h 211"/>
              <a:gd name="T30" fmla="*/ 121 w 172"/>
              <a:gd name="T31" fmla="*/ 211 h 211"/>
              <a:gd name="T32" fmla="*/ 113 w 172"/>
              <a:gd name="T33" fmla="*/ 148 h 211"/>
              <a:gd name="T34" fmla="*/ 121 w 172"/>
              <a:gd name="T35" fmla="*/ 156 h 211"/>
              <a:gd name="T36" fmla="*/ 98 w 172"/>
              <a:gd name="T37" fmla="*/ 0 h 211"/>
              <a:gd name="T38" fmla="*/ 71 w 172"/>
              <a:gd name="T39" fmla="*/ 0 h 211"/>
              <a:gd name="T40" fmla="*/ 98 w 172"/>
              <a:gd name="T41" fmla="*/ 80 h 211"/>
              <a:gd name="T42" fmla="*/ 71 w 172"/>
              <a:gd name="T43" fmla="*/ 37 h 211"/>
              <a:gd name="T44" fmla="*/ 71 w 172"/>
              <a:gd name="T45" fmla="*/ 166 h 211"/>
              <a:gd name="T46" fmla="*/ 98 w 172"/>
              <a:gd name="T47" fmla="*/ 141 h 211"/>
              <a:gd name="T48" fmla="*/ 98 w 172"/>
              <a:gd name="T49" fmla="*/ 160 h 211"/>
              <a:gd name="T50" fmla="*/ 74 w 172"/>
              <a:gd name="T51" fmla="*/ 124 h 211"/>
              <a:gd name="T52" fmla="*/ 71 w 172"/>
              <a:gd name="T53" fmla="*/ 118 h 211"/>
              <a:gd name="T54" fmla="*/ 71 w 172"/>
              <a:gd name="T55" fmla="*/ 98 h 211"/>
              <a:gd name="T56" fmla="*/ 71 w 172"/>
              <a:gd name="T57" fmla="*/ 0 h 211"/>
              <a:gd name="T58" fmla="*/ 60 w 172"/>
              <a:gd name="T59" fmla="*/ 0 h 211"/>
              <a:gd name="T60" fmla="*/ 71 w 172"/>
              <a:gd name="T61" fmla="*/ 88 h 211"/>
              <a:gd name="T62" fmla="*/ 60 w 172"/>
              <a:gd name="T63" fmla="*/ 37 h 211"/>
              <a:gd name="T64" fmla="*/ 60 w 172"/>
              <a:gd name="T65" fmla="*/ 120 h 211"/>
              <a:gd name="T66" fmla="*/ 65 w 172"/>
              <a:gd name="T67" fmla="*/ 166 h 211"/>
              <a:gd name="T68" fmla="*/ 71 w 172"/>
              <a:gd name="T69" fmla="*/ 98 h 211"/>
              <a:gd name="T70" fmla="*/ 71 w 172"/>
              <a:gd name="T71" fmla="*/ 98 h 211"/>
              <a:gd name="T72" fmla="*/ 60 w 172"/>
              <a:gd name="T73" fmla="*/ 9 h 211"/>
              <a:gd name="T74" fmla="*/ 12 w 172"/>
              <a:gd name="T75" fmla="*/ 23 h 211"/>
              <a:gd name="T76" fmla="*/ 60 w 172"/>
              <a:gd name="T77" fmla="*/ 100 h 211"/>
              <a:gd name="T78" fmla="*/ 28 w 172"/>
              <a:gd name="T79" fmla="*/ 118 h 211"/>
              <a:gd name="T80" fmla="*/ 29 w 172"/>
              <a:gd name="T81" fmla="*/ 134 h 211"/>
              <a:gd name="T82" fmla="*/ 34 w 172"/>
              <a:gd name="T83" fmla="*/ 127 h 211"/>
              <a:gd name="T84" fmla="*/ 47 w 172"/>
              <a:gd name="T85" fmla="*/ 120 h 211"/>
              <a:gd name="T86" fmla="*/ 36 w 172"/>
              <a:gd name="T87" fmla="*/ 178 h 211"/>
              <a:gd name="T88" fmla="*/ 45 w 172"/>
              <a:gd name="T89" fmla="*/ 163 h 211"/>
              <a:gd name="T90" fmla="*/ 60 w 172"/>
              <a:gd name="T91" fmla="*/ 211 h 211"/>
              <a:gd name="T92" fmla="*/ 0 w 172"/>
              <a:gd name="T93" fmla="*/ 29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72" h="211">
                <a:moveTo>
                  <a:pt x="121" y="0"/>
                </a:moveTo>
                <a:cubicBezTo>
                  <a:pt x="172" y="0"/>
                  <a:pt x="172" y="0"/>
                  <a:pt x="172" y="0"/>
                </a:cubicBezTo>
                <a:cubicBezTo>
                  <a:pt x="172" y="9"/>
                  <a:pt x="172" y="9"/>
                  <a:pt x="172" y="9"/>
                </a:cubicBezTo>
                <a:cubicBezTo>
                  <a:pt x="121" y="9"/>
                  <a:pt x="121" y="9"/>
                  <a:pt x="121" y="9"/>
                </a:cubicBezTo>
                <a:cubicBezTo>
                  <a:pt x="121" y="0"/>
                  <a:pt x="121" y="0"/>
                  <a:pt x="121" y="0"/>
                </a:cubicBezTo>
                <a:close/>
                <a:moveTo>
                  <a:pt x="121" y="37"/>
                </a:moveTo>
                <a:cubicBezTo>
                  <a:pt x="172" y="37"/>
                  <a:pt x="172" y="37"/>
                  <a:pt x="172" y="37"/>
                </a:cubicBezTo>
                <a:cubicBezTo>
                  <a:pt x="172" y="183"/>
                  <a:pt x="172" y="183"/>
                  <a:pt x="172" y="183"/>
                </a:cubicBezTo>
                <a:cubicBezTo>
                  <a:pt x="172" y="198"/>
                  <a:pt x="159" y="211"/>
                  <a:pt x="143" y="211"/>
                </a:cubicBezTo>
                <a:cubicBezTo>
                  <a:pt x="121" y="211"/>
                  <a:pt x="121" y="211"/>
                  <a:pt x="121" y="211"/>
                </a:cubicBezTo>
                <a:cubicBezTo>
                  <a:pt x="121" y="166"/>
                  <a:pt x="121" y="166"/>
                  <a:pt x="121" y="166"/>
                </a:cubicBezTo>
                <a:cubicBezTo>
                  <a:pt x="122" y="166"/>
                  <a:pt x="123" y="166"/>
                  <a:pt x="124" y="165"/>
                </a:cubicBezTo>
                <a:cubicBezTo>
                  <a:pt x="130" y="163"/>
                  <a:pt x="134" y="159"/>
                  <a:pt x="138" y="153"/>
                </a:cubicBezTo>
                <a:cubicBezTo>
                  <a:pt x="142" y="145"/>
                  <a:pt x="145" y="137"/>
                  <a:pt x="145" y="128"/>
                </a:cubicBezTo>
                <a:cubicBezTo>
                  <a:pt x="145" y="115"/>
                  <a:pt x="140" y="108"/>
                  <a:pt x="131" y="108"/>
                </a:cubicBezTo>
                <a:cubicBezTo>
                  <a:pt x="128" y="108"/>
                  <a:pt x="125" y="109"/>
                  <a:pt x="121" y="111"/>
                </a:cubicBezTo>
                <a:cubicBezTo>
                  <a:pt x="127" y="85"/>
                  <a:pt x="127" y="85"/>
                  <a:pt x="127" y="85"/>
                </a:cubicBezTo>
                <a:cubicBezTo>
                  <a:pt x="121" y="86"/>
                  <a:pt x="121" y="86"/>
                  <a:pt x="121" y="86"/>
                </a:cubicBezTo>
                <a:cubicBezTo>
                  <a:pt x="121" y="37"/>
                  <a:pt x="121" y="37"/>
                  <a:pt x="121" y="37"/>
                </a:cubicBezTo>
                <a:close/>
                <a:moveTo>
                  <a:pt x="121" y="156"/>
                </a:moveTo>
                <a:cubicBezTo>
                  <a:pt x="123" y="155"/>
                  <a:pt x="126" y="152"/>
                  <a:pt x="129" y="146"/>
                </a:cubicBezTo>
                <a:cubicBezTo>
                  <a:pt x="131" y="140"/>
                  <a:pt x="133" y="134"/>
                  <a:pt x="133" y="129"/>
                </a:cubicBezTo>
                <a:cubicBezTo>
                  <a:pt x="133" y="123"/>
                  <a:pt x="132" y="119"/>
                  <a:pt x="129" y="117"/>
                </a:cubicBezTo>
                <a:cubicBezTo>
                  <a:pt x="129" y="117"/>
                  <a:pt x="128" y="116"/>
                  <a:pt x="127" y="116"/>
                </a:cubicBezTo>
                <a:cubicBezTo>
                  <a:pt x="126" y="116"/>
                  <a:pt x="124" y="117"/>
                  <a:pt x="123" y="117"/>
                </a:cubicBezTo>
                <a:cubicBezTo>
                  <a:pt x="122" y="117"/>
                  <a:pt x="121" y="117"/>
                  <a:pt x="121" y="118"/>
                </a:cubicBezTo>
                <a:lnTo>
                  <a:pt x="121" y="156"/>
                </a:lnTo>
                <a:close/>
                <a:moveTo>
                  <a:pt x="98" y="0"/>
                </a:moveTo>
                <a:cubicBezTo>
                  <a:pt x="121" y="0"/>
                  <a:pt x="121" y="0"/>
                  <a:pt x="121" y="0"/>
                </a:cubicBezTo>
                <a:cubicBezTo>
                  <a:pt x="121" y="9"/>
                  <a:pt x="121" y="9"/>
                  <a:pt x="121" y="9"/>
                </a:cubicBezTo>
                <a:cubicBezTo>
                  <a:pt x="98" y="9"/>
                  <a:pt x="98" y="9"/>
                  <a:pt x="98" y="9"/>
                </a:cubicBezTo>
                <a:cubicBezTo>
                  <a:pt x="98" y="0"/>
                  <a:pt x="98" y="0"/>
                  <a:pt x="98" y="0"/>
                </a:cubicBezTo>
                <a:close/>
                <a:moveTo>
                  <a:pt x="98" y="37"/>
                </a:moveTo>
                <a:cubicBezTo>
                  <a:pt x="121" y="37"/>
                  <a:pt x="121" y="37"/>
                  <a:pt x="121" y="37"/>
                </a:cubicBezTo>
                <a:cubicBezTo>
                  <a:pt x="121" y="86"/>
                  <a:pt x="121" y="86"/>
                  <a:pt x="121" y="86"/>
                </a:cubicBezTo>
                <a:cubicBezTo>
                  <a:pt x="110" y="88"/>
                  <a:pt x="110" y="88"/>
                  <a:pt x="110" y="88"/>
                </a:cubicBezTo>
                <a:cubicBezTo>
                  <a:pt x="98" y="141"/>
                  <a:pt x="98" y="141"/>
                  <a:pt x="98" y="141"/>
                </a:cubicBezTo>
                <a:cubicBezTo>
                  <a:pt x="98" y="90"/>
                  <a:pt x="98" y="90"/>
                  <a:pt x="98" y="90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1"/>
                  <a:pt x="99" y="81"/>
                  <a:pt x="98" y="80"/>
                </a:cubicBezTo>
                <a:cubicBezTo>
                  <a:pt x="98" y="37"/>
                  <a:pt x="98" y="37"/>
                  <a:pt x="98" y="37"/>
                </a:cubicBezTo>
                <a:close/>
                <a:moveTo>
                  <a:pt x="121" y="211"/>
                </a:moveTo>
                <a:cubicBezTo>
                  <a:pt x="98" y="211"/>
                  <a:pt x="98" y="211"/>
                  <a:pt x="98" y="211"/>
                </a:cubicBezTo>
                <a:cubicBezTo>
                  <a:pt x="98" y="160"/>
                  <a:pt x="98" y="160"/>
                  <a:pt x="98" y="160"/>
                </a:cubicBezTo>
                <a:cubicBezTo>
                  <a:pt x="99" y="161"/>
                  <a:pt x="100" y="162"/>
                  <a:pt x="101" y="163"/>
                </a:cubicBezTo>
                <a:cubicBezTo>
                  <a:pt x="103" y="166"/>
                  <a:pt x="107" y="167"/>
                  <a:pt x="112" y="167"/>
                </a:cubicBezTo>
                <a:cubicBezTo>
                  <a:pt x="115" y="167"/>
                  <a:pt x="118" y="167"/>
                  <a:pt x="121" y="166"/>
                </a:cubicBezTo>
                <a:cubicBezTo>
                  <a:pt x="121" y="211"/>
                  <a:pt x="121" y="211"/>
                  <a:pt x="121" y="211"/>
                </a:cubicBezTo>
                <a:close/>
                <a:moveTo>
                  <a:pt x="121" y="118"/>
                </a:moveTo>
                <a:cubicBezTo>
                  <a:pt x="120" y="118"/>
                  <a:pt x="120" y="118"/>
                  <a:pt x="120" y="119"/>
                </a:cubicBezTo>
                <a:cubicBezTo>
                  <a:pt x="113" y="148"/>
                  <a:pt x="113" y="148"/>
                  <a:pt x="113" y="148"/>
                </a:cubicBezTo>
                <a:cubicBezTo>
                  <a:pt x="113" y="149"/>
                  <a:pt x="113" y="150"/>
                  <a:pt x="113" y="151"/>
                </a:cubicBezTo>
                <a:cubicBezTo>
                  <a:pt x="113" y="154"/>
                  <a:pt x="115" y="156"/>
                  <a:pt x="119" y="156"/>
                </a:cubicBezTo>
                <a:cubicBezTo>
                  <a:pt x="120" y="156"/>
                  <a:pt x="120" y="156"/>
                  <a:pt x="121" y="156"/>
                </a:cubicBezTo>
                <a:lnTo>
                  <a:pt x="121" y="118"/>
                </a:lnTo>
                <a:close/>
                <a:moveTo>
                  <a:pt x="71" y="0"/>
                </a:moveTo>
                <a:cubicBezTo>
                  <a:pt x="98" y="0"/>
                  <a:pt x="98" y="0"/>
                  <a:pt x="98" y="0"/>
                </a:cubicBezTo>
                <a:cubicBezTo>
                  <a:pt x="98" y="9"/>
                  <a:pt x="98" y="9"/>
                  <a:pt x="98" y="9"/>
                </a:cubicBezTo>
                <a:cubicBezTo>
                  <a:pt x="71" y="9"/>
                  <a:pt x="71" y="9"/>
                  <a:pt x="71" y="9"/>
                </a:cubicBezTo>
                <a:cubicBezTo>
                  <a:pt x="71" y="0"/>
                  <a:pt x="71" y="0"/>
                  <a:pt x="71" y="0"/>
                </a:cubicBezTo>
                <a:close/>
                <a:moveTo>
                  <a:pt x="71" y="37"/>
                </a:moveTo>
                <a:cubicBezTo>
                  <a:pt x="98" y="37"/>
                  <a:pt x="98" y="37"/>
                  <a:pt x="98" y="37"/>
                </a:cubicBezTo>
                <a:cubicBezTo>
                  <a:pt x="98" y="80"/>
                  <a:pt x="98" y="80"/>
                  <a:pt x="98" y="80"/>
                </a:cubicBezTo>
                <a:cubicBezTo>
                  <a:pt x="96" y="80"/>
                  <a:pt x="94" y="80"/>
                  <a:pt x="91" y="80"/>
                </a:cubicBezTo>
                <a:cubicBezTo>
                  <a:pt x="85" y="80"/>
                  <a:pt x="78" y="83"/>
                  <a:pt x="71" y="88"/>
                </a:cubicBezTo>
                <a:cubicBezTo>
                  <a:pt x="71" y="37"/>
                  <a:pt x="71" y="37"/>
                  <a:pt x="71" y="37"/>
                </a:cubicBezTo>
                <a:close/>
                <a:moveTo>
                  <a:pt x="98" y="211"/>
                </a:moveTo>
                <a:cubicBezTo>
                  <a:pt x="71" y="211"/>
                  <a:pt x="71" y="211"/>
                  <a:pt x="71" y="211"/>
                </a:cubicBezTo>
                <a:cubicBezTo>
                  <a:pt x="71" y="166"/>
                  <a:pt x="71" y="166"/>
                  <a:pt x="71" y="166"/>
                </a:cubicBezTo>
                <a:cubicBezTo>
                  <a:pt x="82" y="166"/>
                  <a:pt x="82" y="166"/>
                  <a:pt x="82" y="166"/>
                </a:cubicBezTo>
                <a:cubicBezTo>
                  <a:pt x="98" y="90"/>
                  <a:pt x="98" y="90"/>
                  <a:pt x="98" y="90"/>
                </a:cubicBezTo>
                <a:cubicBezTo>
                  <a:pt x="98" y="141"/>
                  <a:pt x="98" y="141"/>
                  <a:pt x="98" y="141"/>
                </a:cubicBezTo>
                <a:cubicBezTo>
                  <a:pt x="97" y="146"/>
                  <a:pt x="97" y="146"/>
                  <a:pt x="97" y="146"/>
                </a:cubicBezTo>
                <a:cubicBezTo>
                  <a:pt x="97" y="148"/>
                  <a:pt x="97" y="150"/>
                  <a:pt x="97" y="152"/>
                </a:cubicBezTo>
                <a:cubicBezTo>
                  <a:pt x="97" y="155"/>
                  <a:pt x="97" y="158"/>
                  <a:pt x="98" y="160"/>
                </a:cubicBezTo>
                <a:cubicBezTo>
                  <a:pt x="98" y="211"/>
                  <a:pt x="98" y="211"/>
                  <a:pt x="98" y="211"/>
                </a:cubicBezTo>
                <a:close/>
                <a:moveTo>
                  <a:pt x="71" y="137"/>
                </a:moveTo>
                <a:cubicBezTo>
                  <a:pt x="74" y="124"/>
                  <a:pt x="74" y="124"/>
                  <a:pt x="74" y="124"/>
                </a:cubicBezTo>
                <a:cubicBezTo>
                  <a:pt x="73" y="124"/>
                  <a:pt x="72" y="124"/>
                  <a:pt x="71" y="123"/>
                </a:cubicBezTo>
                <a:cubicBezTo>
                  <a:pt x="71" y="137"/>
                  <a:pt x="71" y="137"/>
                  <a:pt x="71" y="137"/>
                </a:cubicBezTo>
                <a:close/>
                <a:moveTo>
                  <a:pt x="71" y="118"/>
                </a:moveTo>
                <a:cubicBezTo>
                  <a:pt x="73" y="118"/>
                  <a:pt x="74" y="119"/>
                  <a:pt x="75" y="119"/>
                </a:cubicBezTo>
                <a:cubicBezTo>
                  <a:pt x="82" y="88"/>
                  <a:pt x="82" y="88"/>
                  <a:pt x="82" y="88"/>
                </a:cubicBezTo>
                <a:cubicBezTo>
                  <a:pt x="79" y="90"/>
                  <a:pt x="75" y="93"/>
                  <a:pt x="71" y="98"/>
                </a:cubicBezTo>
                <a:lnTo>
                  <a:pt x="71" y="118"/>
                </a:lnTo>
                <a:close/>
                <a:moveTo>
                  <a:pt x="60" y="0"/>
                </a:moveTo>
                <a:cubicBezTo>
                  <a:pt x="71" y="0"/>
                  <a:pt x="71" y="0"/>
                  <a:pt x="71" y="0"/>
                </a:cubicBezTo>
                <a:cubicBezTo>
                  <a:pt x="71" y="9"/>
                  <a:pt x="71" y="9"/>
                  <a:pt x="71" y="9"/>
                </a:cubicBezTo>
                <a:cubicBezTo>
                  <a:pt x="60" y="9"/>
                  <a:pt x="60" y="9"/>
                  <a:pt x="60" y="9"/>
                </a:cubicBezTo>
                <a:cubicBezTo>
                  <a:pt x="60" y="0"/>
                  <a:pt x="60" y="0"/>
                  <a:pt x="60" y="0"/>
                </a:cubicBezTo>
                <a:close/>
                <a:moveTo>
                  <a:pt x="60" y="37"/>
                </a:moveTo>
                <a:cubicBezTo>
                  <a:pt x="71" y="37"/>
                  <a:pt x="71" y="37"/>
                  <a:pt x="71" y="37"/>
                </a:cubicBezTo>
                <a:cubicBezTo>
                  <a:pt x="71" y="88"/>
                  <a:pt x="71" y="88"/>
                  <a:pt x="71" y="88"/>
                </a:cubicBezTo>
                <a:cubicBezTo>
                  <a:pt x="71" y="89"/>
                  <a:pt x="71" y="89"/>
                  <a:pt x="71" y="89"/>
                </a:cubicBezTo>
                <a:cubicBezTo>
                  <a:pt x="67" y="92"/>
                  <a:pt x="64" y="96"/>
                  <a:pt x="60" y="100"/>
                </a:cubicBezTo>
                <a:cubicBezTo>
                  <a:pt x="60" y="37"/>
                  <a:pt x="60" y="37"/>
                  <a:pt x="60" y="37"/>
                </a:cubicBezTo>
                <a:close/>
                <a:moveTo>
                  <a:pt x="71" y="211"/>
                </a:moveTo>
                <a:cubicBezTo>
                  <a:pt x="60" y="211"/>
                  <a:pt x="60" y="211"/>
                  <a:pt x="60" y="211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64" y="121"/>
                  <a:pt x="68" y="122"/>
                  <a:pt x="71" y="123"/>
                </a:cubicBezTo>
                <a:cubicBezTo>
                  <a:pt x="71" y="137"/>
                  <a:pt x="71" y="137"/>
                  <a:pt x="71" y="137"/>
                </a:cubicBezTo>
                <a:cubicBezTo>
                  <a:pt x="65" y="166"/>
                  <a:pt x="65" y="166"/>
                  <a:pt x="65" y="166"/>
                </a:cubicBezTo>
                <a:cubicBezTo>
                  <a:pt x="71" y="166"/>
                  <a:pt x="71" y="166"/>
                  <a:pt x="71" y="166"/>
                </a:cubicBezTo>
                <a:cubicBezTo>
                  <a:pt x="71" y="211"/>
                  <a:pt x="71" y="211"/>
                  <a:pt x="71" y="211"/>
                </a:cubicBezTo>
                <a:close/>
                <a:moveTo>
                  <a:pt x="71" y="98"/>
                </a:moveTo>
                <a:cubicBezTo>
                  <a:pt x="68" y="102"/>
                  <a:pt x="65" y="108"/>
                  <a:pt x="61" y="115"/>
                </a:cubicBezTo>
                <a:cubicBezTo>
                  <a:pt x="65" y="116"/>
                  <a:pt x="68" y="117"/>
                  <a:pt x="71" y="118"/>
                </a:cubicBezTo>
                <a:lnTo>
                  <a:pt x="71" y="98"/>
                </a:lnTo>
                <a:close/>
                <a:moveTo>
                  <a:pt x="29" y="0"/>
                </a:moveTo>
                <a:cubicBezTo>
                  <a:pt x="60" y="0"/>
                  <a:pt x="60" y="0"/>
                  <a:pt x="60" y="0"/>
                </a:cubicBezTo>
                <a:cubicBezTo>
                  <a:pt x="60" y="9"/>
                  <a:pt x="60" y="9"/>
                  <a:pt x="60" y="9"/>
                </a:cubicBezTo>
                <a:cubicBezTo>
                  <a:pt x="26" y="9"/>
                  <a:pt x="26" y="9"/>
                  <a:pt x="26" y="9"/>
                </a:cubicBezTo>
                <a:cubicBezTo>
                  <a:pt x="18" y="9"/>
                  <a:pt x="12" y="15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30"/>
                  <a:pt x="18" y="37"/>
                  <a:pt x="26" y="37"/>
                </a:cubicBezTo>
                <a:cubicBezTo>
                  <a:pt x="60" y="37"/>
                  <a:pt x="60" y="37"/>
                  <a:pt x="60" y="37"/>
                </a:cubicBezTo>
                <a:cubicBezTo>
                  <a:pt x="60" y="100"/>
                  <a:pt x="60" y="100"/>
                  <a:pt x="60" y="100"/>
                </a:cubicBezTo>
                <a:cubicBezTo>
                  <a:pt x="57" y="104"/>
                  <a:pt x="54" y="109"/>
                  <a:pt x="51" y="114"/>
                </a:cubicBezTo>
                <a:cubicBezTo>
                  <a:pt x="48" y="114"/>
                  <a:pt x="46" y="113"/>
                  <a:pt x="45" y="113"/>
                </a:cubicBezTo>
                <a:cubicBezTo>
                  <a:pt x="38" y="113"/>
                  <a:pt x="32" y="115"/>
                  <a:pt x="28" y="118"/>
                </a:cubicBezTo>
                <a:cubicBezTo>
                  <a:pt x="23" y="120"/>
                  <a:pt x="21" y="124"/>
                  <a:pt x="21" y="128"/>
                </a:cubicBezTo>
                <a:cubicBezTo>
                  <a:pt x="21" y="130"/>
                  <a:pt x="22" y="131"/>
                  <a:pt x="23" y="133"/>
                </a:cubicBezTo>
                <a:cubicBezTo>
                  <a:pt x="24" y="134"/>
                  <a:pt x="26" y="134"/>
                  <a:pt x="29" y="134"/>
                </a:cubicBezTo>
                <a:cubicBezTo>
                  <a:pt x="30" y="134"/>
                  <a:pt x="31" y="134"/>
                  <a:pt x="33" y="133"/>
                </a:cubicBezTo>
                <a:cubicBezTo>
                  <a:pt x="34" y="132"/>
                  <a:pt x="35" y="131"/>
                  <a:pt x="35" y="130"/>
                </a:cubicBezTo>
                <a:cubicBezTo>
                  <a:pt x="35" y="129"/>
                  <a:pt x="34" y="128"/>
                  <a:pt x="34" y="127"/>
                </a:cubicBezTo>
                <a:cubicBezTo>
                  <a:pt x="34" y="127"/>
                  <a:pt x="33" y="126"/>
                  <a:pt x="33" y="126"/>
                </a:cubicBezTo>
                <a:cubicBezTo>
                  <a:pt x="34" y="124"/>
                  <a:pt x="35" y="123"/>
                  <a:pt x="38" y="122"/>
                </a:cubicBezTo>
                <a:cubicBezTo>
                  <a:pt x="40" y="121"/>
                  <a:pt x="43" y="120"/>
                  <a:pt x="47" y="120"/>
                </a:cubicBezTo>
                <a:cubicBezTo>
                  <a:pt x="44" y="125"/>
                  <a:pt x="42" y="129"/>
                  <a:pt x="40" y="134"/>
                </a:cubicBezTo>
                <a:cubicBezTo>
                  <a:pt x="33" y="148"/>
                  <a:pt x="30" y="159"/>
                  <a:pt x="30" y="167"/>
                </a:cubicBezTo>
                <a:cubicBezTo>
                  <a:pt x="30" y="173"/>
                  <a:pt x="32" y="176"/>
                  <a:pt x="36" y="178"/>
                </a:cubicBezTo>
                <a:cubicBezTo>
                  <a:pt x="37" y="179"/>
                  <a:pt x="41" y="180"/>
                  <a:pt x="45" y="180"/>
                </a:cubicBezTo>
                <a:cubicBezTo>
                  <a:pt x="44" y="178"/>
                  <a:pt x="44" y="176"/>
                  <a:pt x="44" y="173"/>
                </a:cubicBezTo>
                <a:cubicBezTo>
                  <a:pt x="44" y="170"/>
                  <a:pt x="44" y="167"/>
                  <a:pt x="45" y="163"/>
                </a:cubicBezTo>
                <a:cubicBezTo>
                  <a:pt x="47" y="150"/>
                  <a:pt x="52" y="136"/>
                  <a:pt x="59" y="120"/>
                </a:cubicBezTo>
                <a:cubicBezTo>
                  <a:pt x="59" y="120"/>
                  <a:pt x="60" y="120"/>
                  <a:pt x="60" y="120"/>
                </a:cubicBezTo>
                <a:cubicBezTo>
                  <a:pt x="60" y="211"/>
                  <a:pt x="60" y="211"/>
                  <a:pt x="60" y="211"/>
                </a:cubicBezTo>
                <a:cubicBezTo>
                  <a:pt x="29" y="211"/>
                  <a:pt x="29" y="211"/>
                  <a:pt x="29" y="211"/>
                </a:cubicBezTo>
                <a:cubicBezTo>
                  <a:pt x="13" y="211"/>
                  <a:pt x="0" y="198"/>
                  <a:pt x="0" y="183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9" y="0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2" name="Freeform 75"/>
          <p:cNvSpPr>
            <a:spLocks noEditPoints="1"/>
          </p:cNvSpPr>
          <p:nvPr/>
        </p:nvSpPr>
        <p:spPr bwMode="auto">
          <a:xfrm>
            <a:off x="4434797" y="1874311"/>
            <a:ext cx="427323" cy="428513"/>
          </a:xfrm>
          <a:custGeom>
            <a:avLst/>
            <a:gdLst>
              <a:gd name="T0" fmla="*/ 249 w 261"/>
              <a:gd name="T1" fmla="*/ 220 h 262"/>
              <a:gd name="T2" fmla="*/ 261 w 261"/>
              <a:gd name="T3" fmla="*/ 70 h 262"/>
              <a:gd name="T4" fmla="*/ 249 w 261"/>
              <a:gd name="T5" fmla="*/ 70 h 262"/>
              <a:gd name="T6" fmla="*/ 249 w 261"/>
              <a:gd name="T7" fmla="*/ 154 h 262"/>
              <a:gd name="T8" fmla="*/ 227 w 261"/>
              <a:gd name="T9" fmla="*/ 180 h 262"/>
              <a:gd name="T10" fmla="*/ 209 w 261"/>
              <a:gd name="T11" fmla="*/ 262 h 262"/>
              <a:gd name="T12" fmla="*/ 209 w 261"/>
              <a:gd name="T13" fmla="*/ 262 h 262"/>
              <a:gd name="T14" fmla="*/ 209 w 261"/>
              <a:gd name="T15" fmla="*/ 15 h 262"/>
              <a:gd name="T16" fmla="*/ 203 w 261"/>
              <a:gd name="T17" fmla="*/ 28 h 262"/>
              <a:gd name="T18" fmla="*/ 209 w 261"/>
              <a:gd name="T19" fmla="*/ 50 h 262"/>
              <a:gd name="T20" fmla="*/ 201 w 261"/>
              <a:gd name="T21" fmla="*/ 120 h 262"/>
              <a:gd name="T22" fmla="*/ 209 w 261"/>
              <a:gd name="T23" fmla="*/ 197 h 262"/>
              <a:gd name="T24" fmla="*/ 209 w 261"/>
              <a:gd name="T25" fmla="*/ 197 h 262"/>
              <a:gd name="T26" fmla="*/ 195 w 261"/>
              <a:gd name="T27" fmla="*/ 232 h 262"/>
              <a:gd name="T28" fmla="*/ 168 w 261"/>
              <a:gd name="T29" fmla="*/ 36 h 262"/>
              <a:gd name="T30" fmla="*/ 195 w 261"/>
              <a:gd name="T31" fmla="*/ 20 h 262"/>
              <a:gd name="T32" fmla="*/ 195 w 261"/>
              <a:gd name="T33" fmla="*/ 50 h 262"/>
              <a:gd name="T34" fmla="*/ 195 w 261"/>
              <a:gd name="T35" fmla="*/ 120 h 262"/>
              <a:gd name="T36" fmla="*/ 168 w 261"/>
              <a:gd name="T37" fmla="*/ 220 h 262"/>
              <a:gd name="T38" fmla="*/ 192 w 261"/>
              <a:gd name="T39" fmla="*/ 249 h 262"/>
              <a:gd name="T40" fmla="*/ 168 w 261"/>
              <a:gd name="T41" fmla="*/ 21 h 262"/>
              <a:gd name="T42" fmla="*/ 168 w 261"/>
              <a:gd name="T43" fmla="*/ 44 h 262"/>
              <a:gd name="T44" fmla="*/ 135 w 261"/>
              <a:gd name="T45" fmla="*/ 120 h 262"/>
              <a:gd name="T46" fmla="*/ 167 w 261"/>
              <a:gd name="T47" fmla="*/ 198 h 262"/>
              <a:gd name="T48" fmla="*/ 167 w 261"/>
              <a:gd name="T49" fmla="*/ 167 h 262"/>
              <a:gd name="T50" fmla="*/ 130 w 261"/>
              <a:gd name="T51" fmla="*/ 147 h 262"/>
              <a:gd name="T52" fmla="*/ 93 w 261"/>
              <a:gd name="T53" fmla="*/ 44 h 262"/>
              <a:gd name="T54" fmla="*/ 130 w 261"/>
              <a:gd name="T55" fmla="*/ 0 h 262"/>
              <a:gd name="T56" fmla="*/ 126 w 261"/>
              <a:gd name="T57" fmla="*/ 120 h 262"/>
              <a:gd name="T58" fmla="*/ 130 w 261"/>
              <a:gd name="T59" fmla="*/ 159 h 262"/>
              <a:gd name="T60" fmla="*/ 130 w 261"/>
              <a:gd name="T61" fmla="*/ 179 h 262"/>
              <a:gd name="T62" fmla="*/ 130 w 261"/>
              <a:gd name="T63" fmla="*/ 198 h 262"/>
              <a:gd name="T64" fmla="*/ 93 w 261"/>
              <a:gd name="T65" fmla="*/ 3 h 262"/>
              <a:gd name="T66" fmla="*/ 93 w 261"/>
              <a:gd name="T67" fmla="*/ 36 h 262"/>
              <a:gd name="T68" fmla="*/ 67 w 261"/>
              <a:gd name="T69" fmla="*/ 20 h 262"/>
              <a:gd name="T70" fmla="*/ 67 w 261"/>
              <a:gd name="T71" fmla="*/ 70 h 262"/>
              <a:gd name="T72" fmla="*/ 92 w 261"/>
              <a:gd name="T73" fmla="*/ 147 h 262"/>
              <a:gd name="T74" fmla="*/ 92 w 261"/>
              <a:gd name="T75" fmla="*/ 179 h 262"/>
              <a:gd name="T76" fmla="*/ 93 w 261"/>
              <a:gd name="T77" fmla="*/ 198 h 262"/>
              <a:gd name="T78" fmla="*/ 67 w 261"/>
              <a:gd name="T79" fmla="*/ 171 h 262"/>
              <a:gd name="T80" fmla="*/ 69 w 261"/>
              <a:gd name="T81" fmla="*/ 232 h 262"/>
              <a:gd name="T82" fmla="*/ 58 w 261"/>
              <a:gd name="T83" fmla="*/ 28 h 262"/>
              <a:gd name="T84" fmla="*/ 67 w 261"/>
              <a:gd name="T85" fmla="*/ 9 h 262"/>
              <a:gd name="T86" fmla="*/ 67 w 261"/>
              <a:gd name="T87" fmla="*/ 120 h 262"/>
              <a:gd name="T88" fmla="*/ 67 w 261"/>
              <a:gd name="T89" fmla="*/ 188 h 262"/>
              <a:gd name="T90" fmla="*/ 67 w 261"/>
              <a:gd name="T91" fmla="*/ 232 h 262"/>
              <a:gd name="T92" fmla="*/ 67 w 261"/>
              <a:gd name="T93" fmla="*/ 232 h 262"/>
              <a:gd name="T94" fmla="*/ 52 w 261"/>
              <a:gd name="T95" fmla="*/ 50 h 262"/>
              <a:gd name="T96" fmla="*/ 12 w 261"/>
              <a:gd name="T97" fmla="*/ 220 h 262"/>
              <a:gd name="T98" fmla="*/ 52 w 261"/>
              <a:gd name="T99" fmla="*/ 232 h 262"/>
              <a:gd name="T100" fmla="*/ 52 w 261"/>
              <a:gd name="T101" fmla="*/ 232 h 262"/>
              <a:gd name="T102" fmla="*/ 12 w 261"/>
              <a:gd name="T103" fmla="*/ 114 h 262"/>
              <a:gd name="T104" fmla="*/ 0 w 261"/>
              <a:gd name="T105" fmla="*/ 104 h 262"/>
              <a:gd name="T106" fmla="*/ 12 w 261"/>
              <a:gd name="T107" fmla="*/ 154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61" h="262">
                <a:moveTo>
                  <a:pt x="249" y="220"/>
                </a:moveTo>
                <a:cubicBezTo>
                  <a:pt x="249" y="154"/>
                  <a:pt x="249" y="154"/>
                  <a:pt x="249" y="154"/>
                </a:cubicBezTo>
                <a:cubicBezTo>
                  <a:pt x="251" y="157"/>
                  <a:pt x="252" y="160"/>
                  <a:pt x="252" y="164"/>
                </a:cubicBezTo>
                <a:cubicBezTo>
                  <a:pt x="252" y="220"/>
                  <a:pt x="252" y="220"/>
                  <a:pt x="252" y="220"/>
                </a:cubicBezTo>
                <a:cubicBezTo>
                  <a:pt x="249" y="220"/>
                  <a:pt x="249" y="220"/>
                  <a:pt x="249" y="220"/>
                </a:cubicBezTo>
                <a:close/>
                <a:moveTo>
                  <a:pt x="249" y="114"/>
                </a:moveTo>
                <a:cubicBezTo>
                  <a:pt x="249" y="70"/>
                  <a:pt x="249" y="70"/>
                  <a:pt x="249" y="70"/>
                </a:cubicBezTo>
                <a:cubicBezTo>
                  <a:pt x="250" y="70"/>
                  <a:pt x="250" y="70"/>
                  <a:pt x="250" y="69"/>
                </a:cubicBezTo>
                <a:cubicBezTo>
                  <a:pt x="257" y="67"/>
                  <a:pt x="257" y="67"/>
                  <a:pt x="257" y="67"/>
                </a:cubicBezTo>
                <a:cubicBezTo>
                  <a:pt x="259" y="66"/>
                  <a:pt x="261" y="67"/>
                  <a:pt x="261" y="70"/>
                </a:cubicBezTo>
                <a:cubicBezTo>
                  <a:pt x="261" y="104"/>
                  <a:pt x="261" y="104"/>
                  <a:pt x="261" y="104"/>
                </a:cubicBezTo>
                <a:cubicBezTo>
                  <a:pt x="261" y="107"/>
                  <a:pt x="259" y="110"/>
                  <a:pt x="257" y="111"/>
                </a:cubicBezTo>
                <a:cubicBezTo>
                  <a:pt x="250" y="113"/>
                  <a:pt x="250" y="113"/>
                  <a:pt x="250" y="113"/>
                </a:cubicBezTo>
                <a:cubicBezTo>
                  <a:pt x="250" y="114"/>
                  <a:pt x="250" y="114"/>
                  <a:pt x="249" y="114"/>
                </a:cubicBezTo>
                <a:close/>
                <a:moveTo>
                  <a:pt x="249" y="70"/>
                </a:moveTo>
                <a:cubicBezTo>
                  <a:pt x="249" y="114"/>
                  <a:pt x="249" y="114"/>
                  <a:pt x="249" y="114"/>
                </a:cubicBezTo>
                <a:cubicBezTo>
                  <a:pt x="248" y="114"/>
                  <a:pt x="246" y="112"/>
                  <a:pt x="246" y="110"/>
                </a:cubicBezTo>
                <a:cubicBezTo>
                  <a:pt x="246" y="76"/>
                  <a:pt x="246" y="76"/>
                  <a:pt x="246" y="76"/>
                </a:cubicBezTo>
                <a:cubicBezTo>
                  <a:pt x="246" y="74"/>
                  <a:pt x="248" y="71"/>
                  <a:pt x="249" y="70"/>
                </a:cubicBezTo>
                <a:close/>
                <a:moveTo>
                  <a:pt x="249" y="154"/>
                </a:moveTo>
                <a:cubicBezTo>
                  <a:pt x="246" y="150"/>
                  <a:pt x="241" y="146"/>
                  <a:pt x="235" y="146"/>
                </a:cubicBezTo>
                <a:cubicBezTo>
                  <a:pt x="235" y="50"/>
                  <a:pt x="235" y="50"/>
                  <a:pt x="235" y="50"/>
                </a:cubicBezTo>
                <a:cubicBezTo>
                  <a:pt x="209" y="50"/>
                  <a:pt x="209" y="50"/>
                  <a:pt x="209" y="50"/>
                </a:cubicBezTo>
                <a:cubicBezTo>
                  <a:pt x="209" y="162"/>
                  <a:pt x="209" y="162"/>
                  <a:pt x="209" y="162"/>
                </a:cubicBezTo>
                <a:cubicBezTo>
                  <a:pt x="219" y="162"/>
                  <a:pt x="227" y="170"/>
                  <a:pt x="227" y="180"/>
                </a:cubicBezTo>
                <a:cubicBezTo>
                  <a:pt x="227" y="189"/>
                  <a:pt x="219" y="197"/>
                  <a:pt x="209" y="197"/>
                </a:cubicBezTo>
                <a:cubicBezTo>
                  <a:pt x="209" y="220"/>
                  <a:pt x="209" y="220"/>
                  <a:pt x="209" y="220"/>
                </a:cubicBezTo>
                <a:cubicBezTo>
                  <a:pt x="249" y="220"/>
                  <a:pt x="249" y="220"/>
                  <a:pt x="249" y="220"/>
                </a:cubicBezTo>
                <a:cubicBezTo>
                  <a:pt x="249" y="154"/>
                  <a:pt x="249" y="154"/>
                  <a:pt x="249" y="154"/>
                </a:cubicBezTo>
                <a:close/>
                <a:moveTo>
                  <a:pt x="209" y="262"/>
                </a:moveTo>
                <a:cubicBezTo>
                  <a:pt x="209" y="232"/>
                  <a:pt x="209" y="232"/>
                  <a:pt x="209" y="232"/>
                </a:cubicBezTo>
                <a:cubicBezTo>
                  <a:pt x="226" y="232"/>
                  <a:pt x="226" y="232"/>
                  <a:pt x="226" y="232"/>
                </a:cubicBezTo>
                <a:cubicBezTo>
                  <a:pt x="226" y="249"/>
                  <a:pt x="226" y="249"/>
                  <a:pt x="226" y="249"/>
                </a:cubicBezTo>
                <a:cubicBezTo>
                  <a:pt x="226" y="257"/>
                  <a:pt x="220" y="262"/>
                  <a:pt x="213" y="262"/>
                </a:cubicBezTo>
                <a:cubicBezTo>
                  <a:pt x="209" y="262"/>
                  <a:pt x="209" y="262"/>
                  <a:pt x="209" y="262"/>
                </a:cubicBezTo>
                <a:close/>
                <a:moveTo>
                  <a:pt x="209" y="44"/>
                </a:moveTo>
                <a:cubicBezTo>
                  <a:pt x="209" y="15"/>
                  <a:pt x="209" y="15"/>
                  <a:pt x="209" y="15"/>
                </a:cubicBezTo>
                <a:cubicBezTo>
                  <a:pt x="225" y="23"/>
                  <a:pt x="235" y="33"/>
                  <a:pt x="235" y="44"/>
                </a:cubicBezTo>
                <a:lnTo>
                  <a:pt x="209" y="44"/>
                </a:lnTo>
                <a:close/>
                <a:moveTo>
                  <a:pt x="209" y="15"/>
                </a:moveTo>
                <a:cubicBezTo>
                  <a:pt x="209" y="44"/>
                  <a:pt x="209" y="44"/>
                  <a:pt x="209" y="44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195" y="37"/>
                  <a:pt x="195" y="37"/>
                  <a:pt x="195" y="37"/>
                </a:cubicBezTo>
                <a:cubicBezTo>
                  <a:pt x="195" y="37"/>
                  <a:pt x="195" y="37"/>
                  <a:pt x="195" y="37"/>
                </a:cubicBezTo>
                <a:cubicBezTo>
                  <a:pt x="199" y="37"/>
                  <a:pt x="203" y="33"/>
                  <a:pt x="203" y="28"/>
                </a:cubicBezTo>
                <a:cubicBezTo>
                  <a:pt x="203" y="24"/>
                  <a:pt x="199" y="20"/>
                  <a:pt x="195" y="20"/>
                </a:cubicBezTo>
                <a:cubicBezTo>
                  <a:pt x="195" y="20"/>
                  <a:pt x="195" y="20"/>
                  <a:pt x="195" y="20"/>
                </a:cubicBezTo>
                <a:cubicBezTo>
                  <a:pt x="195" y="9"/>
                  <a:pt x="195" y="9"/>
                  <a:pt x="195" y="9"/>
                </a:cubicBezTo>
                <a:cubicBezTo>
                  <a:pt x="200" y="11"/>
                  <a:pt x="205" y="13"/>
                  <a:pt x="209" y="15"/>
                </a:cubicBezTo>
                <a:close/>
                <a:moveTo>
                  <a:pt x="209" y="50"/>
                </a:moveTo>
                <a:cubicBezTo>
                  <a:pt x="209" y="162"/>
                  <a:pt x="209" y="162"/>
                  <a:pt x="209" y="162"/>
                </a:cubicBezTo>
                <a:cubicBezTo>
                  <a:pt x="209" y="162"/>
                  <a:pt x="209" y="162"/>
                  <a:pt x="209" y="162"/>
                </a:cubicBezTo>
                <a:cubicBezTo>
                  <a:pt x="203" y="162"/>
                  <a:pt x="198" y="166"/>
                  <a:pt x="195" y="171"/>
                </a:cubicBezTo>
                <a:cubicBezTo>
                  <a:pt x="195" y="120"/>
                  <a:pt x="195" y="120"/>
                  <a:pt x="195" y="120"/>
                </a:cubicBezTo>
                <a:cubicBezTo>
                  <a:pt x="201" y="120"/>
                  <a:pt x="201" y="120"/>
                  <a:pt x="201" y="120"/>
                </a:cubicBezTo>
                <a:cubicBezTo>
                  <a:pt x="201" y="70"/>
                  <a:pt x="201" y="70"/>
                  <a:pt x="201" y="70"/>
                </a:cubicBezTo>
                <a:cubicBezTo>
                  <a:pt x="195" y="70"/>
                  <a:pt x="195" y="70"/>
                  <a:pt x="195" y="70"/>
                </a:cubicBezTo>
                <a:cubicBezTo>
                  <a:pt x="195" y="50"/>
                  <a:pt x="195" y="50"/>
                  <a:pt x="195" y="50"/>
                </a:cubicBezTo>
                <a:cubicBezTo>
                  <a:pt x="209" y="50"/>
                  <a:pt x="209" y="50"/>
                  <a:pt x="209" y="50"/>
                </a:cubicBezTo>
                <a:close/>
                <a:moveTo>
                  <a:pt x="209" y="197"/>
                </a:moveTo>
                <a:cubicBezTo>
                  <a:pt x="209" y="220"/>
                  <a:pt x="209" y="220"/>
                  <a:pt x="209" y="220"/>
                </a:cubicBezTo>
                <a:cubicBezTo>
                  <a:pt x="195" y="220"/>
                  <a:pt x="195" y="220"/>
                  <a:pt x="195" y="220"/>
                </a:cubicBezTo>
                <a:cubicBezTo>
                  <a:pt x="195" y="188"/>
                  <a:pt x="195" y="188"/>
                  <a:pt x="195" y="188"/>
                </a:cubicBezTo>
                <a:cubicBezTo>
                  <a:pt x="198" y="193"/>
                  <a:pt x="203" y="197"/>
                  <a:pt x="209" y="197"/>
                </a:cubicBezTo>
                <a:cubicBezTo>
                  <a:pt x="209" y="197"/>
                  <a:pt x="209" y="197"/>
                  <a:pt x="209" y="197"/>
                </a:cubicBezTo>
                <a:close/>
                <a:moveTo>
                  <a:pt x="209" y="232"/>
                </a:moveTo>
                <a:cubicBezTo>
                  <a:pt x="209" y="262"/>
                  <a:pt x="209" y="262"/>
                  <a:pt x="209" y="262"/>
                </a:cubicBezTo>
                <a:cubicBezTo>
                  <a:pt x="206" y="262"/>
                  <a:pt x="206" y="262"/>
                  <a:pt x="206" y="262"/>
                </a:cubicBezTo>
                <a:cubicBezTo>
                  <a:pt x="201" y="262"/>
                  <a:pt x="197" y="260"/>
                  <a:pt x="195" y="257"/>
                </a:cubicBezTo>
                <a:cubicBezTo>
                  <a:pt x="195" y="232"/>
                  <a:pt x="195" y="232"/>
                  <a:pt x="195" y="232"/>
                </a:cubicBezTo>
                <a:lnTo>
                  <a:pt x="209" y="232"/>
                </a:lnTo>
                <a:close/>
                <a:moveTo>
                  <a:pt x="171" y="20"/>
                </a:moveTo>
                <a:cubicBezTo>
                  <a:pt x="175" y="20"/>
                  <a:pt x="179" y="24"/>
                  <a:pt x="179" y="28"/>
                </a:cubicBezTo>
                <a:cubicBezTo>
                  <a:pt x="179" y="33"/>
                  <a:pt x="175" y="37"/>
                  <a:pt x="171" y="37"/>
                </a:cubicBezTo>
                <a:cubicBezTo>
                  <a:pt x="170" y="37"/>
                  <a:pt x="169" y="37"/>
                  <a:pt x="168" y="36"/>
                </a:cubicBezTo>
                <a:cubicBezTo>
                  <a:pt x="168" y="44"/>
                  <a:pt x="168" y="44"/>
                  <a:pt x="168" y="44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195" y="37"/>
                  <a:pt x="195" y="37"/>
                  <a:pt x="195" y="37"/>
                </a:cubicBezTo>
                <a:cubicBezTo>
                  <a:pt x="190" y="37"/>
                  <a:pt x="186" y="33"/>
                  <a:pt x="186" y="28"/>
                </a:cubicBezTo>
                <a:cubicBezTo>
                  <a:pt x="186" y="24"/>
                  <a:pt x="190" y="20"/>
                  <a:pt x="195" y="20"/>
                </a:cubicBezTo>
                <a:cubicBezTo>
                  <a:pt x="195" y="9"/>
                  <a:pt x="195" y="9"/>
                  <a:pt x="195" y="9"/>
                </a:cubicBezTo>
                <a:cubicBezTo>
                  <a:pt x="187" y="6"/>
                  <a:pt x="178" y="4"/>
                  <a:pt x="168" y="3"/>
                </a:cubicBezTo>
                <a:cubicBezTo>
                  <a:pt x="168" y="21"/>
                  <a:pt x="168" y="21"/>
                  <a:pt x="168" y="21"/>
                </a:cubicBezTo>
                <a:cubicBezTo>
                  <a:pt x="169" y="20"/>
                  <a:pt x="170" y="20"/>
                  <a:pt x="171" y="20"/>
                </a:cubicBezTo>
                <a:close/>
                <a:moveTo>
                  <a:pt x="195" y="50"/>
                </a:moveTo>
                <a:cubicBezTo>
                  <a:pt x="195" y="70"/>
                  <a:pt x="195" y="70"/>
                  <a:pt x="195" y="70"/>
                </a:cubicBezTo>
                <a:cubicBezTo>
                  <a:pt x="168" y="70"/>
                  <a:pt x="168" y="70"/>
                  <a:pt x="168" y="70"/>
                </a:cubicBezTo>
                <a:cubicBezTo>
                  <a:pt x="168" y="50"/>
                  <a:pt x="168" y="50"/>
                  <a:pt x="168" y="50"/>
                </a:cubicBezTo>
                <a:cubicBezTo>
                  <a:pt x="195" y="50"/>
                  <a:pt x="195" y="50"/>
                  <a:pt x="195" y="50"/>
                </a:cubicBezTo>
                <a:close/>
                <a:moveTo>
                  <a:pt x="195" y="120"/>
                </a:moveTo>
                <a:cubicBezTo>
                  <a:pt x="195" y="171"/>
                  <a:pt x="195" y="171"/>
                  <a:pt x="195" y="171"/>
                </a:cubicBezTo>
                <a:cubicBezTo>
                  <a:pt x="193" y="173"/>
                  <a:pt x="192" y="176"/>
                  <a:pt x="192" y="180"/>
                </a:cubicBezTo>
                <a:cubicBezTo>
                  <a:pt x="192" y="183"/>
                  <a:pt x="193" y="186"/>
                  <a:pt x="195" y="188"/>
                </a:cubicBezTo>
                <a:cubicBezTo>
                  <a:pt x="195" y="220"/>
                  <a:pt x="195" y="220"/>
                  <a:pt x="195" y="220"/>
                </a:cubicBezTo>
                <a:cubicBezTo>
                  <a:pt x="168" y="220"/>
                  <a:pt x="168" y="220"/>
                  <a:pt x="168" y="2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95" y="120"/>
                  <a:pt x="195" y="120"/>
                  <a:pt x="195" y="120"/>
                </a:cubicBezTo>
                <a:close/>
                <a:moveTo>
                  <a:pt x="195" y="232"/>
                </a:moveTo>
                <a:cubicBezTo>
                  <a:pt x="195" y="257"/>
                  <a:pt x="195" y="257"/>
                  <a:pt x="195" y="257"/>
                </a:cubicBezTo>
                <a:cubicBezTo>
                  <a:pt x="193" y="254"/>
                  <a:pt x="192" y="252"/>
                  <a:pt x="192" y="249"/>
                </a:cubicBezTo>
                <a:cubicBezTo>
                  <a:pt x="192" y="232"/>
                  <a:pt x="192" y="232"/>
                  <a:pt x="192" y="232"/>
                </a:cubicBezTo>
                <a:lnTo>
                  <a:pt x="195" y="232"/>
                </a:lnTo>
                <a:close/>
                <a:moveTo>
                  <a:pt x="168" y="36"/>
                </a:moveTo>
                <a:cubicBezTo>
                  <a:pt x="165" y="35"/>
                  <a:pt x="162" y="32"/>
                  <a:pt x="162" y="28"/>
                </a:cubicBezTo>
                <a:cubicBezTo>
                  <a:pt x="162" y="25"/>
                  <a:pt x="165" y="22"/>
                  <a:pt x="168" y="21"/>
                </a:cubicBezTo>
                <a:cubicBezTo>
                  <a:pt x="168" y="3"/>
                  <a:pt x="168" y="3"/>
                  <a:pt x="168" y="3"/>
                </a:cubicBezTo>
                <a:cubicBezTo>
                  <a:pt x="157" y="1"/>
                  <a:pt x="144" y="0"/>
                  <a:pt x="131" y="0"/>
                </a:cubicBezTo>
                <a:cubicBezTo>
                  <a:pt x="130" y="0"/>
                  <a:pt x="130" y="0"/>
                  <a:pt x="130" y="0"/>
                </a:cubicBezTo>
                <a:cubicBezTo>
                  <a:pt x="130" y="44"/>
                  <a:pt x="130" y="44"/>
                  <a:pt x="130" y="44"/>
                </a:cubicBezTo>
                <a:cubicBezTo>
                  <a:pt x="168" y="44"/>
                  <a:pt x="168" y="44"/>
                  <a:pt x="168" y="44"/>
                </a:cubicBezTo>
                <a:cubicBezTo>
                  <a:pt x="168" y="36"/>
                  <a:pt x="168" y="36"/>
                  <a:pt x="168" y="36"/>
                </a:cubicBezTo>
                <a:close/>
                <a:moveTo>
                  <a:pt x="168" y="50"/>
                </a:moveTo>
                <a:cubicBezTo>
                  <a:pt x="168" y="70"/>
                  <a:pt x="168" y="70"/>
                  <a:pt x="168" y="70"/>
                </a:cubicBezTo>
                <a:cubicBezTo>
                  <a:pt x="135" y="70"/>
                  <a:pt x="135" y="70"/>
                  <a:pt x="135" y="70"/>
                </a:cubicBezTo>
                <a:cubicBezTo>
                  <a:pt x="135" y="120"/>
                  <a:pt x="135" y="120"/>
                  <a:pt x="135" y="1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68" y="220"/>
                  <a:pt x="168" y="220"/>
                  <a:pt x="168" y="220"/>
                </a:cubicBezTo>
                <a:cubicBezTo>
                  <a:pt x="130" y="220"/>
                  <a:pt x="130" y="220"/>
                  <a:pt x="130" y="220"/>
                </a:cubicBezTo>
                <a:cubicBezTo>
                  <a:pt x="130" y="198"/>
                  <a:pt x="130" y="198"/>
                  <a:pt x="130" y="198"/>
                </a:cubicBezTo>
                <a:cubicBezTo>
                  <a:pt x="167" y="198"/>
                  <a:pt x="167" y="198"/>
                  <a:pt x="167" y="198"/>
                </a:cubicBezTo>
                <a:cubicBezTo>
                  <a:pt x="167" y="187"/>
                  <a:pt x="167" y="187"/>
                  <a:pt x="167" y="187"/>
                </a:cubicBezTo>
                <a:cubicBezTo>
                  <a:pt x="130" y="187"/>
                  <a:pt x="130" y="187"/>
                  <a:pt x="130" y="187"/>
                </a:cubicBezTo>
                <a:cubicBezTo>
                  <a:pt x="130" y="179"/>
                  <a:pt x="130" y="179"/>
                  <a:pt x="130" y="179"/>
                </a:cubicBezTo>
                <a:cubicBezTo>
                  <a:pt x="167" y="179"/>
                  <a:pt x="167" y="179"/>
                  <a:pt x="167" y="179"/>
                </a:cubicBezTo>
                <a:cubicBezTo>
                  <a:pt x="167" y="167"/>
                  <a:pt x="167" y="167"/>
                  <a:pt x="167" y="167"/>
                </a:cubicBezTo>
                <a:cubicBezTo>
                  <a:pt x="130" y="167"/>
                  <a:pt x="130" y="167"/>
                  <a:pt x="130" y="167"/>
                </a:cubicBezTo>
                <a:cubicBezTo>
                  <a:pt x="130" y="159"/>
                  <a:pt x="130" y="159"/>
                  <a:pt x="130" y="159"/>
                </a:cubicBezTo>
                <a:cubicBezTo>
                  <a:pt x="167" y="159"/>
                  <a:pt x="167" y="159"/>
                  <a:pt x="167" y="159"/>
                </a:cubicBezTo>
                <a:cubicBezTo>
                  <a:pt x="167" y="147"/>
                  <a:pt x="167" y="147"/>
                  <a:pt x="167" y="147"/>
                </a:cubicBezTo>
                <a:cubicBezTo>
                  <a:pt x="130" y="147"/>
                  <a:pt x="130" y="147"/>
                  <a:pt x="130" y="147"/>
                </a:cubicBezTo>
                <a:cubicBezTo>
                  <a:pt x="130" y="50"/>
                  <a:pt x="130" y="50"/>
                  <a:pt x="130" y="50"/>
                </a:cubicBezTo>
                <a:lnTo>
                  <a:pt x="168" y="50"/>
                </a:lnTo>
                <a:close/>
                <a:moveTo>
                  <a:pt x="130" y="0"/>
                </a:moveTo>
                <a:cubicBezTo>
                  <a:pt x="130" y="44"/>
                  <a:pt x="130" y="44"/>
                  <a:pt x="130" y="44"/>
                </a:cubicBezTo>
                <a:cubicBezTo>
                  <a:pt x="93" y="44"/>
                  <a:pt x="93" y="44"/>
                  <a:pt x="93" y="44"/>
                </a:cubicBezTo>
                <a:cubicBezTo>
                  <a:pt x="93" y="36"/>
                  <a:pt x="93" y="36"/>
                  <a:pt x="93" y="36"/>
                </a:cubicBezTo>
                <a:cubicBezTo>
                  <a:pt x="96" y="35"/>
                  <a:pt x="99" y="32"/>
                  <a:pt x="99" y="28"/>
                </a:cubicBezTo>
                <a:cubicBezTo>
                  <a:pt x="99" y="25"/>
                  <a:pt x="96" y="22"/>
                  <a:pt x="93" y="21"/>
                </a:cubicBezTo>
                <a:cubicBezTo>
                  <a:pt x="93" y="3"/>
                  <a:pt x="93" y="3"/>
                  <a:pt x="93" y="3"/>
                </a:cubicBezTo>
                <a:cubicBezTo>
                  <a:pt x="104" y="1"/>
                  <a:pt x="117" y="0"/>
                  <a:pt x="130" y="0"/>
                </a:cubicBezTo>
                <a:close/>
                <a:moveTo>
                  <a:pt x="130" y="50"/>
                </a:moveTo>
                <a:cubicBezTo>
                  <a:pt x="130" y="147"/>
                  <a:pt x="130" y="147"/>
                  <a:pt x="130" y="147"/>
                </a:cubicBezTo>
                <a:cubicBezTo>
                  <a:pt x="93" y="147"/>
                  <a:pt x="93" y="147"/>
                  <a:pt x="93" y="147"/>
                </a:cubicBezTo>
                <a:cubicBezTo>
                  <a:pt x="93" y="120"/>
                  <a:pt x="93" y="120"/>
                  <a:pt x="93" y="120"/>
                </a:cubicBezTo>
                <a:cubicBezTo>
                  <a:pt x="126" y="120"/>
                  <a:pt x="126" y="120"/>
                  <a:pt x="126" y="120"/>
                </a:cubicBezTo>
                <a:cubicBezTo>
                  <a:pt x="126" y="70"/>
                  <a:pt x="126" y="70"/>
                  <a:pt x="126" y="70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50"/>
                  <a:pt x="93" y="50"/>
                  <a:pt x="93" y="50"/>
                </a:cubicBezTo>
                <a:cubicBezTo>
                  <a:pt x="130" y="50"/>
                  <a:pt x="130" y="50"/>
                  <a:pt x="130" y="50"/>
                </a:cubicBezTo>
                <a:close/>
                <a:moveTo>
                  <a:pt x="130" y="159"/>
                </a:moveTo>
                <a:cubicBezTo>
                  <a:pt x="130" y="167"/>
                  <a:pt x="130" y="167"/>
                  <a:pt x="130" y="167"/>
                </a:cubicBezTo>
                <a:cubicBezTo>
                  <a:pt x="93" y="167"/>
                  <a:pt x="93" y="167"/>
                  <a:pt x="93" y="167"/>
                </a:cubicBezTo>
                <a:cubicBezTo>
                  <a:pt x="93" y="159"/>
                  <a:pt x="93" y="159"/>
                  <a:pt x="93" y="159"/>
                </a:cubicBezTo>
                <a:cubicBezTo>
                  <a:pt x="130" y="159"/>
                  <a:pt x="130" y="159"/>
                  <a:pt x="130" y="159"/>
                </a:cubicBezTo>
                <a:close/>
                <a:moveTo>
                  <a:pt x="130" y="179"/>
                </a:moveTo>
                <a:cubicBezTo>
                  <a:pt x="130" y="187"/>
                  <a:pt x="130" y="187"/>
                  <a:pt x="130" y="187"/>
                </a:cubicBezTo>
                <a:cubicBezTo>
                  <a:pt x="93" y="187"/>
                  <a:pt x="93" y="187"/>
                  <a:pt x="93" y="187"/>
                </a:cubicBezTo>
                <a:cubicBezTo>
                  <a:pt x="93" y="179"/>
                  <a:pt x="93" y="179"/>
                  <a:pt x="93" y="179"/>
                </a:cubicBezTo>
                <a:cubicBezTo>
                  <a:pt x="130" y="179"/>
                  <a:pt x="130" y="179"/>
                  <a:pt x="130" y="179"/>
                </a:cubicBezTo>
                <a:close/>
                <a:moveTo>
                  <a:pt x="130" y="198"/>
                </a:moveTo>
                <a:cubicBezTo>
                  <a:pt x="130" y="220"/>
                  <a:pt x="130" y="220"/>
                  <a:pt x="130" y="220"/>
                </a:cubicBezTo>
                <a:cubicBezTo>
                  <a:pt x="93" y="220"/>
                  <a:pt x="93" y="220"/>
                  <a:pt x="93" y="220"/>
                </a:cubicBezTo>
                <a:cubicBezTo>
                  <a:pt x="93" y="198"/>
                  <a:pt x="93" y="198"/>
                  <a:pt x="93" y="198"/>
                </a:cubicBezTo>
                <a:lnTo>
                  <a:pt x="130" y="198"/>
                </a:lnTo>
                <a:close/>
                <a:moveTo>
                  <a:pt x="93" y="3"/>
                </a:moveTo>
                <a:cubicBezTo>
                  <a:pt x="93" y="21"/>
                  <a:pt x="93" y="21"/>
                  <a:pt x="93" y="21"/>
                </a:cubicBezTo>
                <a:cubicBezTo>
                  <a:pt x="92" y="20"/>
                  <a:pt x="92" y="20"/>
                  <a:pt x="91" y="20"/>
                </a:cubicBezTo>
                <a:cubicBezTo>
                  <a:pt x="86" y="20"/>
                  <a:pt x="83" y="24"/>
                  <a:pt x="83" y="28"/>
                </a:cubicBezTo>
                <a:cubicBezTo>
                  <a:pt x="83" y="33"/>
                  <a:pt x="86" y="37"/>
                  <a:pt x="91" y="37"/>
                </a:cubicBezTo>
                <a:cubicBezTo>
                  <a:pt x="92" y="37"/>
                  <a:pt x="92" y="37"/>
                  <a:pt x="93" y="36"/>
                </a:cubicBezTo>
                <a:cubicBezTo>
                  <a:pt x="93" y="44"/>
                  <a:pt x="93" y="44"/>
                  <a:pt x="93" y="44"/>
                </a:cubicBezTo>
                <a:cubicBezTo>
                  <a:pt x="67" y="44"/>
                  <a:pt x="67" y="44"/>
                  <a:pt x="67" y="44"/>
                </a:cubicBezTo>
                <a:cubicBezTo>
                  <a:pt x="67" y="37"/>
                  <a:pt x="67" y="37"/>
                  <a:pt x="67" y="37"/>
                </a:cubicBezTo>
                <a:cubicBezTo>
                  <a:pt x="71" y="37"/>
                  <a:pt x="75" y="33"/>
                  <a:pt x="75" y="28"/>
                </a:cubicBezTo>
                <a:cubicBezTo>
                  <a:pt x="75" y="24"/>
                  <a:pt x="71" y="20"/>
                  <a:pt x="67" y="20"/>
                </a:cubicBezTo>
                <a:cubicBezTo>
                  <a:pt x="67" y="9"/>
                  <a:pt x="67" y="9"/>
                  <a:pt x="67" y="9"/>
                </a:cubicBezTo>
                <a:cubicBezTo>
                  <a:pt x="75" y="6"/>
                  <a:pt x="84" y="4"/>
                  <a:pt x="93" y="3"/>
                </a:cubicBezTo>
                <a:close/>
                <a:moveTo>
                  <a:pt x="93" y="50"/>
                </a:moveTo>
                <a:cubicBezTo>
                  <a:pt x="93" y="70"/>
                  <a:pt x="93" y="70"/>
                  <a:pt x="93" y="70"/>
                </a:cubicBezTo>
                <a:cubicBezTo>
                  <a:pt x="67" y="70"/>
                  <a:pt x="67" y="70"/>
                  <a:pt x="67" y="70"/>
                </a:cubicBezTo>
                <a:cubicBezTo>
                  <a:pt x="67" y="50"/>
                  <a:pt x="67" y="50"/>
                  <a:pt x="67" y="50"/>
                </a:cubicBezTo>
                <a:cubicBezTo>
                  <a:pt x="93" y="50"/>
                  <a:pt x="93" y="50"/>
                  <a:pt x="93" y="50"/>
                </a:cubicBezTo>
                <a:close/>
                <a:moveTo>
                  <a:pt x="93" y="120"/>
                </a:moveTo>
                <a:cubicBezTo>
                  <a:pt x="93" y="147"/>
                  <a:pt x="93" y="147"/>
                  <a:pt x="93" y="147"/>
                </a:cubicBezTo>
                <a:cubicBezTo>
                  <a:pt x="92" y="147"/>
                  <a:pt x="92" y="147"/>
                  <a:pt x="92" y="147"/>
                </a:cubicBezTo>
                <a:cubicBezTo>
                  <a:pt x="92" y="159"/>
                  <a:pt x="92" y="159"/>
                  <a:pt x="92" y="159"/>
                </a:cubicBezTo>
                <a:cubicBezTo>
                  <a:pt x="93" y="159"/>
                  <a:pt x="93" y="159"/>
                  <a:pt x="93" y="159"/>
                </a:cubicBezTo>
                <a:cubicBezTo>
                  <a:pt x="93" y="167"/>
                  <a:pt x="93" y="167"/>
                  <a:pt x="93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79"/>
                  <a:pt x="92" y="179"/>
                  <a:pt x="92" y="179"/>
                </a:cubicBezTo>
                <a:cubicBezTo>
                  <a:pt x="93" y="179"/>
                  <a:pt x="93" y="179"/>
                  <a:pt x="93" y="179"/>
                </a:cubicBezTo>
                <a:cubicBezTo>
                  <a:pt x="93" y="187"/>
                  <a:pt x="93" y="187"/>
                  <a:pt x="93" y="187"/>
                </a:cubicBezTo>
                <a:cubicBezTo>
                  <a:pt x="92" y="187"/>
                  <a:pt x="92" y="187"/>
                  <a:pt x="92" y="187"/>
                </a:cubicBezTo>
                <a:cubicBezTo>
                  <a:pt x="92" y="198"/>
                  <a:pt x="92" y="198"/>
                  <a:pt x="92" y="198"/>
                </a:cubicBezTo>
                <a:cubicBezTo>
                  <a:pt x="93" y="198"/>
                  <a:pt x="93" y="198"/>
                  <a:pt x="93" y="198"/>
                </a:cubicBezTo>
                <a:cubicBezTo>
                  <a:pt x="93" y="220"/>
                  <a:pt x="93" y="220"/>
                  <a:pt x="93" y="220"/>
                </a:cubicBezTo>
                <a:cubicBezTo>
                  <a:pt x="67" y="220"/>
                  <a:pt x="67" y="220"/>
                  <a:pt x="67" y="220"/>
                </a:cubicBezTo>
                <a:cubicBezTo>
                  <a:pt x="67" y="188"/>
                  <a:pt x="67" y="188"/>
                  <a:pt x="67" y="188"/>
                </a:cubicBezTo>
                <a:cubicBezTo>
                  <a:pt x="68" y="186"/>
                  <a:pt x="69" y="183"/>
                  <a:pt x="69" y="180"/>
                </a:cubicBezTo>
                <a:cubicBezTo>
                  <a:pt x="69" y="176"/>
                  <a:pt x="68" y="173"/>
                  <a:pt x="67" y="171"/>
                </a:cubicBezTo>
                <a:cubicBezTo>
                  <a:pt x="67" y="120"/>
                  <a:pt x="67" y="120"/>
                  <a:pt x="67" y="120"/>
                </a:cubicBezTo>
                <a:cubicBezTo>
                  <a:pt x="93" y="120"/>
                  <a:pt x="93" y="120"/>
                  <a:pt x="93" y="120"/>
                </a:cubicBezTo>
                <a:close/>
                <a:moveTo>
                  <a:pt x="67" y="257"/>
                </a:moveTo>
                <a:cubicBezTo>
                  <a:pt x="67" y="232"/>
                  <a:pt x="67" y="232"/>
                  <a:pt x="67" y="232"/>
                </a:cubicBezTo>
                <a:cubicBezTo>
                  <a:pt x="69" y="232"/>
                  <a:pt x="69" y="232"/>
                  <a:pt x="69" y="232"/>
                </a:cubicBezTo>
                <a:cubicBezTo>
                  <a:pt x="69" y="249"/>
                  <a:pt x="69" y="249"/>
                  <a:pt x="69" y="249"/>
                </a:cubicBezTo>
                <a:cubicBezTo>
                  <a:pt x="69" y="252"/>
                  <a:pt x="68" y="254"/>
                  <a:pt x="67" y="257"/>
                </a:cubicBezTo>
                <a:close/>
                <a:moveTo>
                  <a:pt x="67" y="9"/>
                </a:moveTo>
                <a:cubicBezTo>
                  <a:pt x="67" y="20"/>
                  <a:pt x="67" y="20"/>
                  <a:pt x="67" y="20"/>
                </a:cubicBezTo>
                <a:cubicBezTo>
                  <a:pt x="62" y="20"/>
                  <a:pt x="58" y="24"/>
                  <a:pt x="58" y="28"/>
                </a:cubicBezTo>
                <a:cubicBezTo>
                  <a:pt x="58" y="33"/>
                  <a:pt x="62" y="37"/>
                  <a:pt x="67" y="37"/>
                </a:cubicBezTo>
                <a:cubicBezTo>
                  <a:pt x="67" y="44"/>
                  <a:pt x="67" y="44"/>
                  <a:pt x="67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2" y="15"/>
                  <a:pt x="52" y="15"/>
                  <a:pt x="52" y="15"/>
                </a:cubicBezTo>
                <a:cubicBezTo>
                  <a:pt x="56" y="13"/>
                  <a:pt x="61" y="11"/>
                  <a:pt x="67" y="9"/>
                </a:cubicBezTo>
                <a:close/>
                <a:moveTo>
                  <a:pt x="67" y="50"/>
                </a:moveTo>
                <a:cubicBezTo>
                  <a:pt x="67" y="70"/>
                  <a:pt x="67" y="70"/>
                  <a:pt x="67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67" y="120"/>
                  <a:pt x="67" y="120"/>
                  <a:pt x="67" y="120"/>
                </a:cubicBezTo>
                <a:cubicBezTo>
                  <a:pt x="67" y="171"/>
                  <a:pt x="67" y="171"/>
                  <a:pt x="67" y="171"/>
                </a:cubicBezTo>
                <a:cubicBezTo>
                  <a:pt x="64" y="166"/>
                  <a:pt x="58" y="162"/>
                  <a:pt x="52" y="162"/>
                </a:cubicBezTo>
                <a:cubicBezTo>
                  <a:pt x="52" y="50"/>
                  <a:pt x="52" y="50"/>
                  <a:pt x="52" y="50"/>
                </a:cubicBezTo>
                <a:cubicBezTo>
                  <a:pt x="67" y="50"/>
                  <a:pt x="67" y="50"/>
                  <a:pt x="67" y="50"/>
                </a:cubicBezTo>
                <a:close/>
                <a:moveTo>
                  <a:pt x="67" y="188"/>
                </a:moveTo>
                <a:cubicBezTo>
                  <a:pt x="67" y="220"/>
                  <a:pt x="67" y="220"/>
                  <a:pt x="67" y="220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52" y="197"/>
                  <a:pt x="52" y="197"/>
                  <a:pt x="52" y="197"/>
                </a:cubicBezTo>
                <a:cubicBezTo>
                  <a:pt x="58" y="197"/>
                  <a:pt x="64" y="193"/>
                  <a:pt x="67" y="188"/>
                </a:cubicBezTo>
                <a:close/>
                <a:moveTo>
                  <a:pt x="67" y="232"/>
                </a:moveTo>
                <a:cubicBezTo>
                  <a:pt x="67" y="257"/>
                  <a:pt x="67" y="257"/>
                  <a:pt x="67" y="257"/>
                </a:cubicBezTo>
                <a:cubicBezTo>
                  <a:pt x="64" y="260"/>
                  <a:pt x="60" y="262"/>
                  <a:pt x="56" y="262"/>
                </a:cubicBezTo>
                <a:cubicBezTo>
                  <a:pt x="52" y="262"/>
                  <a:pt x="52" y="262"/>
                  <a:pt x="52" y="262"/>
                </a:cubicBezTo>
                <a:cubicBezTo>
                  <a:pt x="52" y="232"/>
                  <a:pt x="52" y="232"/>
                  <a:pt x="52" y="232"/>
                </a:cubicBezTo>
                <a:lnTo>
                  <a:pt x="67" y="232"/>
                </a:lnTo>
                <a:close/>
                <a:moveTo>
                  <a:pt x="52" y="15"/>
                </a:moveTo>
                <a:cubicBezTo>
                  <a:pt x="52" y="44"/>
                  <a:pt x="52" y="44"/>
                  <a:pt x="52" y="44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33"/>
                  <a:pt x="36" y="23"/>
                  <a:pt x="52" y="15"/>
                </a:cubicBezTo>
                <a:close/>
                <a:moveTo>
                  <a:pt x="52" y="50"/>
                </a:moveTo>
                <a:cubicBezTo>
                  <a:pt x="52" y="162"/>
                  <a:pt x="52" y="162"/>
                  <a:pt x="52" y="162"/>
                </a:cubicBezTo>
                <a:cubicBezTo>
                  <a:pt x="42" y="162"/>
                  <a:pt x="35" y="170"/>
                  <a:pt x="35" y="180"/>
                </a:cubicBezTo>
                <a:cubicBezTo>
                  <a:pt x="35" y="189"/>
                  <a:pt x="42" y="197"/>
                  <a:pt x="52" y="197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12" y="220"/>
                  <a:pt x="12" y="220"/>
                  <a:pt x="12" y="220"/>
                </a:cubicBezTo>
                <a:cubicBezTo>
                  <a:pt x="12" y="154"/>
                  <a:pt x="12" y="154"/>
                  <a:pt x="12" y="154"/>
                </a:cubicBezTo>
                <a:cubicBezTo>
                  <a:pt x="15" y="150"/>
                  <a:pt x="21" y="146"/>
                  <a:pt x="27" y="146"/>
                </a:cubicBezTo>
                <a:cubicBezTo>
                  <a:pt x="27" y="50"/>
                  <a:pt x="27" y="50"/>
                  <a:pt x="27" y="50"/>
                </a:cubicBezTo>
                <a:cubicBezTo>
                  <a:pt x="52" y="50"/>
                  <a:pt x="52" y="50"/>
                  <a:pt x="52" y="50"/>
                </a:cubicBezTo>
                <a:close/>
                <a:moveTo>
                  <a:pt x="52" y="232"/>
                </a:moveTo>
                <a:cubicBezTo>
                  <a:pt x="52" y="262"/>
                  <a:pt x="52" y="262"/>
                  <a:pt x="52" y="262"/>
                </a:cubicBezTo>
                <a:cubicBezTo>
                  <a:pt x="48" y="262"/>
                  <a:pt x="48" y="262"/>
                  <a:pt x="48" y="262"/>
                </a:cubicBezTo>
                <a:cubicBezTo>
                  <a:pt x="41" y="262"/>
                  <a:pt x="35" y="257"/>
                  <a:pt x="35" y="249"/>
                </a:cubicBezTo>
                <a:cubicBezTo>
                  <a:pt x="35" y="232"/>
                  <a:pt x="35" y="232"/>
                  <a:pt x="35" y="232"/>
                </a:cubicBezTo>
                <a:cubicBezTo>
                  <a:pt x="52" y="232"/>
                  <a:pt x="52" y="232"/>
                  <a:pt x="52" y="232"/>
                </a:cubicBezTo>
                <a:close/>
                <a:moveTo>
                  <a:pt x="12" y="114"/>
                </a:moveTo>
                <a:cubicBezTo>
                  <a:pt x="14" y="114"/>
                  <a:pt x="15" y="112"/>
                  <a:pt x="15" y="110"/>
                </a:cubicBezTo>
                <a:cubicBezTo>
                  <a:pt x="15" y="76"/>
                  <a:pt x="15" y="76"/>
                  <a:pt x="15" y="76"/>
                </a:cubicBezTo>
                <a:cubicBezTo>
                  <a:pt x="15" y="74"/>
                  <a:pt x="14" y="71"/>
                  <a:pt x="12" y="70"/>
                </a:cubicBezTo>
                <a:lnTo>
                  <a:pt x="12" y="114"/>
                </a:lnTo>
                <a:close/>
                <a:moveTo>
                  <a:pt x="12" y="70"/>
                </a:moveTo>
                <a:cubicBezTo>
                  <a:pt x="12" y="114"/>
                  <a:pt x="12" y="114"/>
                  <a:pt x="12" y="114"/>
                </a:cubicBezTo>
                <a:cubicBezTo>
                  <a:pt x="12" y="114"/>
                  <a:pt x="11" y="114"/>
                  <a:pt x="11" y="113"/>
                </a:cubicBezTo>
                <a:cubicBezTo>
                  <a:pt x="4" y="111"/>
                  <a:pt x="4" y="111"/>
                  <a:pt x="4" y="111"/>
                </a:cubicBezTo>
                <a:cubicBezTo>
                  <a:pt x="2" y="110"/>
                  <a:pt x="0" y="107"/>
                  <a:pt x="0" y="104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67"/>
                  <a:pt x="2" y="66"/>
                  <a:pt x="4" y="67"/>
                </a:cubicBezTo>
                <a:cubicBezTo>
                  <a:pt x="11" y="69"/>
                  <a:pt x="11" y="69"/>
                  <a:pt x="11" y="69"/>
                </a:cubicBezTo>
                <a:cubicBezTo>
                  <a:pt x="11" y="70"/>
                  <a:pt x="12" y="70"/>
                  <a:pt x="12" y="70"/>
                </a:cubicBezTo>
                <a:close/>
                <a:moveTo>
                  <a:pt x="12" y="154"/>
                </a:moveTo>
                <a:cubicBezTo>
                  <a:pt x="12" y="220"/>
                  <a:pt x="12" y="220"/>
                  <a:pt x="12" y="220"/>
                </a:cubicBezTo>
                <a:cubicBezTo>
                  <a:pt x="9" y="220"/>
                  <a:pt x="9" y="220"/>
                  <a:pt x="9" y="220"/>
                </a:cubicBezTo>
                <a:cubicBezTo>
                  <a:pt x="9" y="164"/>
                  <a:pt x="9" y="164"/>
                  <a:pt x="9" y="164"/>
                </a:cubicBezTo>
                <a:cubicBezTo>
                  <a:pt x="9" y="160"/>
                  <a:pt x="10" y="157"/>
                  <a:pt x="12" y="154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3" name="Freeform 76"/>
          <p:cNvSpPr>
            <a:spLocks noEditPoints="1"/>
          </p:cNvSpPr>
          <p:nvPr/>
        </p:nvSpPr>
        <p:spPr bwMode="auto">
          <a:xfrm>
            <a:off x="4008665" y="2426617"/>
            <a:ext cx="482078" cy="365427"/>
          </a:xfrm>
          <a:custGeom>
            <a:avLst/>
            <a:gdLst>
              <a:gd name="T0" fmla="*/ 271 w 295"/>
              <a:gd name="T1" fmla="*/ 0 h 224"/>
              <a:gd name="T2" fmla="*/ 277 w 295"/>
              <a:gd name="T3" fmla="*/ 35 h 224"/>
              <a:gd name="T4" fmla="*/ 224 w 295"/>
              <a:gd name="T5" fmla="*/ 224 h 224"/>
              <a:gd name="T6" fmla="*/ 248 w 295"/>
              <a:gd name="T7" fmla="*/ 188 h 224"/>
              <a:gd name="T8" fmla="*/ 249 w 295"/>
              <a:gd name="T9" fmla="*/ 29 h 224"/>
              <a:gd name="T10" fmla="*/ 224 w 295"/>
              <a:gd name="T11" fmla="*/ 194 h 224"/>
              <a:gd name="T12" fmla="*/ 224 w 295"/>
              <a:gd name="T13" fmla="*/ 16 h 224"/>
              <a:gd name="T14" fmla="*/ 224 w 295"/>
              <a:gd name="T15" fmla="*/ 208 h 224"/>
              <a:gd name="T16" fmla="*/ 224 w 295"/>
              <a:gd name="T17" fmla="*/ 179 h 224"/>
              <a:gd name="T18" fmla="*/ 224 w 295"/>
              <a:gd name="T19" fmla="*/ 194 h 224"/>
              <a:gd name="T20" fmla="*/ 201 w 295"/>
              <a:gd name="T21" fmla="*/ 128 h 224"/>
              <a:gd name="T22" fmla="*/ 203 w 295"/>
              <a:gd name="T23" fmla="*/ 98 h 224"/>
              <a:gd name="T24" fmla="*/ 195 w 295"/>
              <a:gd name="T25" fmla="*/ 67 h 224"/>
              <a:gd name="T26" fmla="*/ 187 w 295"/>
              <a:gd name="T27" fmla="*/ 128 h 224"/>
              <a:gd name="T28" fmla="*/ 187 w 295"/>
              <a:gd name="T29" fmla="*/ 100 h 224"/>
              <a:gd name="T30" fmla="*/ 190 w 295"/>
              <a:gd name="T31" fmla="*/ 75 h 224"/>
              <a:gd name="T32" fmla="*/ 187 w 295"/>
              <a:gd name="T33" fmla="*/ 0 h 224"/>
              <a:gd name="T34" fmla="*/ 187 w 295"/>
              <a:gd name="T35" fmla="*/ 0 h 224"/>
              <a:gd name="T36" fmla="*/ 147 w 295"/>
              <a:gd name="T37" fmla="*/ 208 h 224"/>
              <a:gd name="T38" fmla="*/ 182 w 295"/>
              <a:gd name="T39" fmla="*/ 67 h 224"/>
              <a:gd name="T40" fmla="*/ 168 w 295"/>
              <a:gd name="T41" fmla="*/ 109 h 224"/>
              <a:gd name="T42" fmla="*/ 187 w 295"/>
              <a:gd name="T43" fmla="*/ 194 h 224"/>
              <a:gd name="T44" fmla="*/ 148 w 295"/>
              <a:gd name="T45" fmla="*/ 125 h 224"/>
              <a:gd name="T46" fmla="*/ 147 w 295"/>
              <a:gd name="T47" fmla="*/ 106 h 224"/>
              <a:gd name="T48" fmla="*/ 184 w 295"/>
              <a:gd name="T49" fmla="*/ 70 h 224"/>
              <a:gd name="T50" fmla="*/ 187 w 295"/>
              <a:gd name="T51" fmla="*/ 91 h 224"/>
              <a:gd name="T52" fmla="*/ 179 w 295"/>
              <a:gd name="T53" fmla="*/ 116 h 224"/>
              <a:gd name="T54" fmla="*/ 187 w 295"/>
              <a:gd name="T55" fmla="*/ 100 h 224"/>
              <a:gd name="T56" fmla="*/ 147 w 295"/>
              <a:gd name="T57" fmla="*/ 16 h 224"/>
              <a:gd name="T58" fmla="*/ 147 w 295"/>
              <a:gd name="T59" fmla="*/ 208 h 224"/>
              <a:gd name="T60" fmla="*/ 147 w 295"/>
              <a:gd name="T61" fmla="*/ 106 h 224"/>
              <a:gd name="T62" fmla="*/ 127 w 295"/>
              <a:gd name="T63" fmla="*/ 121 h 224"/>
              <a:gd name="T64" fmla="*/ 147 w 295"/>
              <a:gd name="T65" fmla="*/ 137 h 224"/>
              <a:gd name="T66" fmla="*/ 102 w 295"/>
              <a:gd name="T67" fmla="*/ 156 h 224"/>
              <a:gd name="T68" fmla="*/ 109 w 295"/>
              <a:gd name="T69" fmla="*/ 113 h 224"/>
              <a:gd name="T70" fmla="*/ 100 w 295"/>
              <a:gd name="T71" fmla="*/ 93 h 224"/>
              <a:gd name="T72" fmla="*/ 111 w 295"/>
              <a:gd name="T73" fmla="*/ 97 h 224"/>
              <a:gd name="T74" fmla="*/ 99 w 295"/>
              <a:gd name="T75" fmla="*/ 88 h 224"/>
              <a:gd name="T76" fmla="*/ 101 w 295"/>
              <a:gd name="T77" fmla="*/ 150 h 224"/>
              <a:gd name="T78" fmla="*/ 99 w 295"/>
              <a:gd name="T79" fmla="*/ 123 h 224"/>
              <a:gd name="T80" fmla="*/ 0 w 295"/>
              <a:gd name="T81" fmla="*/ 23 h 224"/>
              <a:gd name="T82" fmla="*/ 99 w 295"/>
              <a:gd name="T83" fmla="*/ 208 h 224"/>
              <a:gd name="T84" fmla="*/ 17 w 295"/>
              <a:gd name="T85" fmla="*/ 35 h 224"/>
              <a:gd name="T86" fmla="*/ 99 w 295"/>
              <a:gd name="T87" fmla="*/ 29 h 224"/>
              <a:gd name="T88" fmla="*/ 79 w 295"/>
              <a:gd name="T89" fmla="*/ 129 h 224"/>
              <a:gd name="T90" fmla="*/ 99 w 295"/>
              <a:gd name="T91" fmla="*/ 157 h 224"/>
              <a:gd name="T92" fmla="*/ 30 w 295"/>
              <a:gd name="T93" fmla="*/ 45 h 224"/>
              <a:gd name="T94" fmla="*/ 99 w 295"/>
              <a:gd name="T95" fmla="*/ 115 h 224"/>
              <a:gd name="T96" fmla="*/ 99 w 295"/>
              <a:gd name="T97" fmla="*/ 123 h 224"/>
              <a:gd name="T98" fmla="*/ 91 w 295"/>
              <a:gd name="T99" fmla="*/ 133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95" h="224">
                <a:moveTo>
                  <a:pt x="271" y="224"/>
                </a:moveTo>
                <a:cubicBezTo>
                  <a:pt x="284" y="224"/>
                  <a:pt x="295" y="213"/>
                  <a:pt x="295" y="200"/>
                </a:cubicBezTo>
                <a:cubicBezTo>
                  <a:pt x="295" y="23"/>
                  <a:pt x="295" y="23"/>
                  <a:pt x="295" y="23"/>
                </a:cubicBezTo>
                <a:cubicBezTo>
                  <a:pt x="295" y="10"/>
                  <a:pt x="284" y="0"/>
                  <a:pt x="271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224" y="16"/>
                  <a:pt x="224" y="16"/>
                  <a:pt x="224" y="16"/>
                </a:cubicBezTo>
                <a:cubicBezTo>
                  <a:pt x="258" y="16"/>
                  <a:pt x="258" y="16"/>
                  <a:pt x="258" y="16"/>
                </a:cubicBezTo>
                <a:cubicBezTo>
                  <a:pt x="268" y="16"/>
                  <a:pt x="277" y="24"/>
                  <a:pt x="277" y="35"/>
                </a:cubicBezTo>
                <a:cubicBezTo>
                  <a:pt x="277" y="189"/>
                  <a:pt x="277" y="189"/>
                  <a:pt x="277" y="189"/>
                </a:cubicBezTo>
                <a:cubicBezTo>
                  <a:pt x="277" y="199"/>
                  <a:pt x="268" y="208"/>
                  <a:pt x="258" y="208"/>
                </a:cubicBezTo>
                <a:cubicBezTo>
                  <a:pt x="224" y="208"/>
                  <a:pt x="224" y="208"/>
                  <a:pt x="224" y="208"/>
                </a:cubicBezTo>
                <a:cubicBezTo>
                  <a:pt x="224" y="224"/>
                  <a:pt x="224" y="224"/>
                  <a:pt x="224" y="224"/>
                </a:cubicBezTo>
                <a:cubicBezTo>
                  <a:pt x="271" y="224"/>
                  <a:pt x="271" y="224"/>
                  <a:pt x="271" y="224"/>
                </a:cubicBezTo>
                <a:close/>
                <a:moveTo>
                  <a:pt x="224" y="194"/>
                </a:moveTo>
                <a:cubicBezTo>
                  <a:pt x="224" y="188"/>
                  <a:pt x="224" y="188"/>
                  <a:pt x="224" y="188"/>
                </a:cubicBezTo>
                <a:cubicBezTo>
                  <a:pt x="248" y="188"/>
                  <a:pt x="248" y="188"/>
                  <a:pt x="248" y="188"/>
                </a:cubicBezTo>
                <a:cubicBezTo>
                  <a:pt x="248" y="179"/>
                  <a:pt x="248" y="179"/>
                  <a:pt x="248" y="179"/>
                </a:cubicBezTo>
                <a:cubicBezTo>
                  <a:pt x="224" y="179"/>
                  <a:pt x="224" y="179"/>
                  <a:pt x="224" y="179"/>
                </a:cubicBezTo>
                <a:cubicBezTo>
                  <a:pt x="224" y="29"/>
                  <a:pt x="224" y="29"/>
                  <a:pt x="224" y="29"/>
                </a:cubicBezTo>
                <a:cubicBezTo>
                  <a:pt x="249" y="29"/>
                  <a:pt x="249" y="29"/>
                  <a:pt x="249" y="29"/>
                </a:cubicBezTo>
                <a:cubicBezTo>
                  <a:pt x="257" y="29"/>
                  <a:pt x="264" y="36"/>
                  <a:pt x="264" y="45"/>
                </a:cubicBezTo>
                <a:cubicBezTo>
                  <a:pt x="264" y="179"/>
                  <a:pt x="264" y="179"/>
                  <a:pt x="264" y="179"/>
                </a:cubicBezTo>
                <a:cubicBezTo>
                  <a:pt x="264" y="187"/>
                  <a:pt x="257" y="194"/>
                  <a:pt x="249" y="194"/>
                </a:cubicBezTo>
                <a:lnTo>
                  <a:pt x="224" y="194"/>
                </a:lnTo>
                <a:close/>
                <a:moveTo>
                  <a:pt x="224" y="0"/>
                </a:moveTo>
                <a:cubicBezTo>
                  <a:pt x="187" y="0"/>
                  <a:pt x="187" y="0"/>
                  <a:pt x="187" y="0"/>
                </a:cubicBezTo>
                <a:cubicBezTo>
                  <a:pt x="187" y="16"/>
                  <a:pt x="187" y="16"/>
                  <a:pt x="187" y="16"/>
                </a:cubicBezTo>
                <a:cubicBezTo>
                  <a:pt x="224" y="16"/>
                  <a:pt x="224" y="16"/>
                  <a:pt x="224" y="16"/>
                </a:cubicBezTo>
                <a:cubicBezTo>
                  <a:pt x="224" y="0"/>
                  <a:pt x="224" y="0"/>
                  <a:pt x="224" y="0"/>
                </a:cubicBezTo>
                <a:close/>
                <a:moveTo>
                  <a:pt x="187" y="224"/>
                </a:moveTo>
                <a:cubicBezTo>
                  <a:pt x="224" y="224"/>
                  <a:pt x="224" y="224"/>
                  <a:pt x="224" y="224"/>
                </a:cubicBezTo>
                <a:cubicBezTo>
                  <a:pt x="224" y="208"/>
                  <a:pt x="224" y="208"/>
                  <a:pt x="224" y="208"/>
                </a:cubicBezTo>
                <a:cubicBezTo>
                  <a:pt x="187" y="208"/>
                  <a:pt x="187" y="208"/>
                  <a:pt x="187" y="208"/>
                </a:cubicBezTo>
                <a:cubicBezTo>
                  <a:pt x="187" y="224"/>
                  <a:pt x="187" y="224"/>
                  <a:pt x="187" y="224"/>
                </a:cubicBezTo>
                <a:close/>
                <a:moveTo>
                  <a:pt x="224" y="29"/>
                </a:moveTo>
                <a:cubicBezTo>
                  <a:pt x="224" y="179"/>
                  <a:pt x="224" y="179"/>
                  <a:pt x="224" y="179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88"/>
                  <a:pt x="200" y="188"/>
                  <a:pt x="200" y="188"/>
                </a:cubicBezTo>
                <a:cubicBezTo>
                  <a:pt x="224" y="188"/>
                  <a:pt x="224" y="188"/>
                  <a:pt x="224" y="188"/>
                </a:cubicBezTo>
                <a:cubicBezTo>
                  <a:pt x="224" y="194"/>
                  <a:pt x="224" y="194"/>
                  <a:pt x="224" y="194"/>
                </a:cubicBezTo>
                <a:cubicBezTo>
                  <a:pt x="187" y="194"/>
                  <a:pt x="187" y="194"/>
                  <a:pt x="187" y="194"/>
                </a:cubicBezTo>
                <a:cubicBezTo>
                  <a:pt x="187" y="135"/>
                  <a:pt x="187" y="135"/>
                  <a:pt x="187" y="135"/>
                </a:cubicBezTo>
                <a:cubicBezTo>
                  <a:pt x="188" y="135"/>
                  <a:pt x="189" y="134"/>
                  <a:pt x="189" y="134"/>
                </a:cubicBezTo>
                <a:cubicBezTo>
                  <a:pt x="194" y="133"/>
                  <a:pt x="197" y="131"/>
                  <a:pt x="201" y="128"/>
                </a:cubicBezTo>
                <a:cubicBezTo>
                  <a:pt x="204" y="124"/>
                  <a:pt x="206" y="121"/>
                  <a:pt x="207" y="117"/>
                </a:cubicBezTo>
                <a:cubicBezTo>
                  <a:pt x="208" y="115"/>
                  <a:pt x="208" y="113"/>
                  <a:pt x="208" y="111"/>
                </a:cubicBezTo>
                <a:cubicBezTo>
                  <a:pt x="208" y="109"/>
                  <a:pt x="208" y="107"/>
                  <a:pt x="207" y="104"/>
                </a:cubicBezTo>
                <a:cubicBezTo>
                  <a:pt x="207" y="102"/>
                  <a:pt x="205" y="100"/>
                  <a:pt x="203" y="98"/>
                </a:cubicBezTo>
                <a:cubicBezTo>
                  <a:pt x="200" y="96"/>
                  <a:pt x="197" y="94"/>
                  <a:pt x="193" y="94"/>
                </a:cubicBezTo>
                <a:cubicBezTo>
                  <a:pt x="197" y="91"/>
                  <a:pt x="199" y="88"/>
                  <a:pt x="201" y="85"/>
                </a:cubicBezTo>
                <a:cubicBezTo>
                  <a:pt x="202" y="81"/>
                  <a:pt x="202" y="78"/>
                  <a:pt x="201" y="74"/>
                </a:cubicBezTo>
                <a:cubicBezTo>
                  <a:pt x="200" y="71"/>
                  <a:pt x="198" y="69"/>
                  <a:pt x="195" y="67"/>
                </a:cubicBezTo>
                <a:cubicBezTo>
                  <a:pt x="193" y="66"/>
                  <a:pt x="190" y="66"/>
                  <a:pt x="187" y="66"/>
                </a:cubicBezTo>
                <a:cubicBezTo>
                  <a:pt x="187" y="29"/>
                  <a:pt x="187" y="29"/>
                  <a:pt x="187" y="29"/>
                </a:cubicBezTo>
                <a:cubicBezTo>
                  <a:pt x="224" y="29"/>
                  <a:pt x="224" y="29"/>
                  <a:pt x="224" y="29"/>
                </a:cubicBezTo>
                <a:close/>
                <a:moveTo>
                  <a:pt x="187" y="128"/>
                </a:moveTo>
                <a:cubicBezTo>
                  <a:pt x="187" y="128"/>
                  <a:pt x="188" y="128"/>
                  <a:pt x="188" y="128"/>
                </a:cubicBezTo>
                <a:cubicBezTo>
                  <a:pt x="191" y="127"/>
                  <a:pt x="193" y="125"/>
                  <a:pt x="194" y="122"/>
                </a:cubicBezTo>
                <a:cubicBezTo>
                  <a:pt x="195" y="118"/>
                  <a:pt x="195" y="115"/>
                  <a:pt x="194" y="111"/>
                </a:cubicBezTo>
                <a:cubicBezTo>
                  <a:pt x="193" y="106"/>
                  <a:pt x="191" y="103"/>
                  <a:pt x="187" y="100"/>
                </a:cubicBezTo>
                <a:cubicBezTo>
                  <a:pt x="187" y="128"/>
                  <a:pt x="187" y="128"/>
                  <a:pt x="187" y="128"/>
                </a:cubicBezTo>
                <a:close/>
                <a:moveTo>
                  <a:pt x="187" y="91"/>
                </a:moveTo>
                <a:cubicBezTo>
                  <a:pt x="189" y="87"/>
                  <a:pt x="190" y="84"/>
                  <a:pt x="190" y="80"/>
                </a:cubicBezTo>
                <a:cubicBezTo>
                  <a:pt x="190" y="78"/>
                  <a:pt x="190" y="77"/>
                  <a:pt x="190" y="75"/>
                </a:cubicBezTo>
                <a:cubicBezTo>
                  <a:pt x="189" y="74"/>
                  <a:pt x="189" y="72"/>
                  <a:pt x="188" y="71"/>
                </a:cubicBezTo>
                <a:cubicBezTo>
                  <a:pt x="187" y="71"/>
                  <a:pt x="187" y="71"/>
                  <a:pt x="187" y="71"/>
                </a:cubicBezTo>
                <a:lnTo>
                  <a:pt x="187" y="91"/>
                </a:lnTo>
                <a:close/>
                <a:moveTo>
                  <a:pt x="187" y="0"/>
                </a:moveTo>
                <a:cubicBezTo>
                  <a:pt x="147" y="0"/>
                  <a:pt x="147" y="0"/>
                  <a:pt x="147" y="0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87" y="16"/>
                  <a:pt x="187" y="16"/>
                  <a:pt x="187" y="16"/>
                </a:cubicBezTo>
                <a:cubicBezTo>
                  <a:pt x="187" y="0"/>
                  <a:pt x="187" y="0"/>
                  <a:pt x="187" y="0"/>
                </a:cubicBezTo>
                <a:close/>
                <a:moveTo>
                  <a:pt x="147" y="224"/>
                </a:moveTo>
                <a:cubicBezTo>
                  <a:pt x="187" y="224"/>
                  <a:pt x="187" y="224"/>
                  <a:pt x="187" y="224"/>
                </a:cubicBezTo>
                <a:cubicBezTo>
                  <a:pt x="187" y="208"/>
                  <a:pt x="187" y="208"/>
                  <a:pt x="187" y="208"/>
                </a:cubicBezTo>
                <a:cubicBezTo>
                  <a:pt x="147" y="208"/>
                  <a:pt x="147" y="208"/>
                  <a:pt x="147" y="208"/>
                </a:cubicBezTo>
                <a:cubicBezTo>
                  <a:pt x="147" y="224"/>
                  <a:pt x="147" y="224"/>
                  <a:pt x="147" y="224"/>
                </a:cubicBezTo>
                <a:close/>
                <a:moveTo>
                  <a:pt x="187" y="29"/>
                </a:moveTo>
                <a:cubicBezTo>
                  <a:pt x="187" y="66"/>
                  <a:pt x="187" y="66"/>
                  <a:pt x="187" y="66"/>
                </a:cubicBezTo>
                <a:cubicBezTo>
                  <a:pt x="185" y="66"/>
                  <a:pt x="184" y="66"/>
                  <a:pt x="182" y="67"/>
                </a:cubicBezTo>
                <a:cubicBezTo>
                  <a:pt x="176" y="68"/>
                  <a:pt x="172" y="71"/>
                  <a:pt x="169" y="75"/>
                </a:cubicBezTo>
                <a:cubicBezTo>
                  <a:pt x="167" y="80"/>
                  <a:pt x="166" y="84"/>
                  <a:pt x="167" y="88"/>
                </a:cubicBezTo>
                <a:cubicBezTo>
                  <a:pt x="168" y="93"/>
                  <a:pt x="172" y="97"/>
                  <a:pt x="177" y="98"/>
                </a:cubicBezTo>
                <a:cubicBezTo>
                  <a:pt x="173" y="101"/>
                  <a:pt x="169" y="105"/>
                  <a:pt x="168" y="109"/>
                </a:cubicBezTo>
                <a:cubicBezTo>
                  <a:pt x="166" y="113"/>
                  <a:pt x="165" y="117"/>
                  <a:pt x="167" y="122"/>
                </a:cubicBezTo>
                <a:cubicBezTo>
                  <a:pt x="168" y="126"/>
                  <a:pt x="170" y="130"/>
                  <a:pt x="175" y="133"/>
                </a:cubicBezTo>
                <a:cubicBezTo>
                  <a:pt x="178" y="135"/>
                  <a:pt x="182" y="135"/>
                  <a:pt x="187" y="135"/>
                </a:cubicBezTo>
                <a:cubicBezTo>
                  <a:pt x="187" y="194"/>
                  <a:pt x="187" y="194"/>
                  <a:pt x="187" y="194"/>
                </a:cubicBezTo>
                <a:cubicBezTo>
                  <a:pt x="147" y="194"/>
                  <a:pt x="147" y="194"/>
                  <a:pt x="147" y="194"/>
                </a:cubicBezTo>
                <a:cubicBezTo>
                  <a:pt x="147" y="137"/>
                  <a:pt x="147" y="137"/>
                  <a:pt x="147" y="137"/>
                </a:cubicBezTo>
                <a:cubicBezTo>
                  <a:pt x="148" y="137"/>
                  <a:pt x="148" y="137"/>
                  <a:pt x="148" y="137"/>
                </a:cubicBezTo>
                <a:cubicBezTo>
                  <a:pt x="148" y="125"/>
                  <a:pt x="148" y="125"/>
                  <a:pt x="148" y="125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58" y="112"/>
                  <a:pt x="158" y="112"/>
                  <a:pt x="158" y="112"/>
                </a:cubicBezTo>
                <a:cubicBezTo>
                  <a:pt x="147" y="115"/>
                  <a:pt x="147" y="115"/>
                  <a:pt x="147" y="115"/>
                </a:cubicBezTo>
                <a:cubicBezTo>
                  <a:pt x="147" y="106"/>
                  <a:pt x="147" y="106"/>
                  <a:pt x="147" y="106"/>
                </a:cubicBezTo>
                <a:cubicBezTo>
                  <a:pt x="147" y="29"/>
                  <a:pt x="147" y="29"/>
                  <a:pt x="147" y="29"/>
                </a:cubicBezTo>
                <a:cubicBezTo>
                  <a:pt x="187" y="29"/>
                  <a:pt x="187" y="29"/>
                  <a:pt x="187" y="29"/>
                </a:cubicBezTo>
                <a:close/>
                <a:moveTo>
                  <a:pt x="187" y="71"/>
                </a:moveTo>
                <a:cubicBezTo>
                  <a:pt x="186" y="70"/>
                  <a:pt x="185" y="70"/>
                  <a:pt x="184" y="70"/>
                </a:cubicBezTo>
                <a:cubicBezTo>
                  <a:pt x="181" y="71"/>
                  <a:pt x="179" y="73"/>
                  <a:pt x="178" y="76"/>
                </a:cubicBezTo>
                <a:cubicBezTo>
                  <a:pt x="177" y="78"/>
                  <a:pt x="177" y="81"/>
                  <a:pt x="178" y="83"/>
                </a:cubicBezTo>
                <a:cubicBezTo>
                  <a:pt x="179" y="88"/>
                  <a:pt x="181" y="91"/>
                  <a:pt x="185" y="93"/>
                </a:cubicBezTo>
                <a:cubicBezTo>
                  <a:pt x="186" y="92"/>
                  <a:pt x="187" y="91"/>
                  <a:pt x="187" y="91"/>
                </a:cubicBezTo>
                <a:cubicBezTo>
                  <a:pt x="187" y="71"/>
                  <a:pt x="187" y="71"/>
                  <a:pt x="187" y="71"/>
                </a:cubicBezTo>
                <a:close/>
                <a:moveTo>
                  <a:pt x="187" y="100"/>
                </a:moveTo>
                <a:cubicBezTo>
                  <a:pt x="187" y="100"/>
                  <a:pt x="186" y="100"/>
                  <a:pt x="186" y="99"/>
                </a:cubicBezTo>
                <a:cubicBezTo>
                  <a:pt x="181" y="104"/>
                  <a:pt x="179" y="110"/>
                  <a:pt x="179" y="116"/>
                </a:cubicBezTo>
                <a:cubicBezTo>
                  <a:pt x="179" y="118"/>
                  <a:pt x="179" y="120"/>
                  <a:pt x="180" y="121"/>
                </a:cubicBezTo>
                <a:cubicBezTo>
                  <a:pt x="180" y="124"/>
                  <a:pt x="182" y="126"/>
                  <a:pt x="183" y="127"/>
                </a:cubicBezTo>
                <a:cubicBezTo>
                  <a:pt x="184" y="128"/>
                  <a:pt x="186" y="128"/>
                  <a:pt x="187" y="128"/>
                </a:cubicBezTo>
                <a:lnTo>
                  <a:pt x="187" y="100"/>
                </a:lnTo>
                <a:close/>
                <a:moveTo>
                  <a:pt x="147" y="0"/>
                </a:moveTo>
                <a:cubicBezTo>
                  <a:pt x="99" y="0"/>
                  <a:pt x="99" y="0"/>
                  <a:pt x="99" y="0"/>
                </a:cubicBezTo>
                <a:cubicBezTo>
                  <a:pt x="99" y="16"/>
                  <a:pt x="99" y="16"/>
                  <a:pt x="99" y="16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47" y="0"/>
                  <a:pt x="147" y="0"/>
                  <a:pt x="147" y="0"/>
                </a:cubicBezTo>
                <a:close/>
                <a:moveTo>
                  <a:pt x="99" y="224"/>
                </a:moveTo>
                <a:cubicBezTo>
                  <a:pt x="147" y="224"/>
                  <a:pt x="147" y="224"/>
                  <a:pt x="147" y="224"/>
                </a:cubicBezTo>
                <a:cubicBezTo>
                  <a:pt x="147" y="208"/>
                  <a:pt x="147" y="208"/>
                  <a:pt x="147" y="208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99" y="224"/>
                  <a:pt x="99" y="224"/>
                  <a:pt x="99" y="224"/>
                </a:cubicBezTo>
                <a:close/>
                <a:moveTo>
                  <a:pt x="147" y="29"/>
                </a:moveTo>
                <a:cubicBezTo>
                  <a:pt x="147" y="106"/>
                  <a:pt x="147" y="106"/>
                  <a:pt x="147" y="106"/>
                </a:cubicBezTo>
                <a:cubicBezTo>
                  <a:pt x="147" y="104"/>
                  <a:pt x="147" y="104"/>
                  <a:pt x="147" y="104"/>
                </a:cubicBezTo>
                <a:cubicBezTo>
                  <a:pt x="137" y="107"/>
                  <a:pt x="137" y="107"/>
                  <a:pt x="137" y="107"/>
                </a:cubicBezTo>
                <a:cubicBezTo>
                  <a:pt x="138" y="118"/>
                  <a:pt x="138" y="118"/>
                  <a:pt x="138" y="118"/>
                </a:cubicBezTo>
                <a:cubicBezTo>
                  <a:pt x="127" y="121"/>
                  <a:pt x="127" y="121"/>
                  <a:pt x="127" y="121"/>
                </a:cubicBezTo>
                <a:cubicBezTo>
                  <a:pt x="127" y="131"/>
                  <a:pt x="127" y="131"/>
                  <a:pt x="127" y="131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38" y="139"/>
                  <a:pt x="138" y="139"/>
                  <a:pt x="138" y="139"/>
                </a:cubicBezTo>
                <a:cubicBezTo>
                  <a:pt x="147" y="137"/>
                  <a:pt x="147" y="137"/>
                  <a:pt x="147" y="137"/>
                </a:cubicBezTo>
                <a:cubicBezTo>
                  <a:pt x="147" y="194"/>
                  <a:pt x="147" y="194"/>
                  <a:pt x="147" y="194"/>
                </a:cubicBezTo>
                <a:cubicBezTo>
                  <a:pt x="99" y="194"/>
                  <a:pt x="99" y="194"/>
                  <a:pt x="99" y="194"/>
                </a:cubicBezTo>
                <a:cubicBezTo>
                  <a:pt x="99" y="157"/>
                  <a:pt x="99" y="157"/>
                  <a:pt x="99" y="157"/>
                </a:cubicBezTo>
                <a:cubicBezTo>
                  <a:pt x="100" y="157"/>
                  <a:pt x="101" y="157"/>
                  <a:pt x="102" y="156"/>
                </a:cubicBezTo>
                <a:cubicBezTo>
                  <a:pt x="109" y="155"/>
                  <a:pt x="113" y="151"/>
                  <a:pt x="117" y="145"/>
                </a:cubicBezTo>
                <a:cubicBezTo>
                  <a:pt x="120" y="139"/>
                  <a:pt x="121" y="132"/>
                  <a:pt x="119" y="124"/>
                </a:cubicBezTo>
                <a:cubicBezTo>
                  <a:pt x="118" y="120"/>
                  <a:pt x="116" y="117"/>
                  <a:pt x="114" y="115"/>
                </a:cubicBezTo>
                <a:cubicBezTo>
                  <a:pt x="112" y="114"/>
                  <a:pt x="111" y="113"/>
                  <a:pt x="109" y="113"/>
                </a:cubicBezTo>
                <a:cubicBezTo>
                  <a:pt x="108" y="112"/>
                  <a:pt x="105" y="113"/>
                  <a:pt x="103" y="113"/>
                </a:cubicBezTo>
                <a:cubicBezTo>
                  <a:pt x="101" y="114"/>
                  <a:pt x="100" y="114"/>
                  <a:pt x="99" y="115"/>
                </a:cubicBezTo>
                <a:cubicBezTo>
                  <a:pt x="99" y="93"/>
                  <a:pt x="99" y="93"/>
                  <a:pt x="99" y="93"/>
                </a:cubicBezTo>
                <a:cubicBezTo>
                  <a:pt x="100" y="93"/>
                  <a:pt x="100" y="93"/>
                  <a:pt x="100" y="93"/>
                </a:cubicBezTo>
                <a:cubicBezTo>
                  <a:pt x="102" y="93"/>
                  <a:pt x="103" y="93"/>
                  <a:pt x="104" y="94"/>
                </a:cubicBezTo>
                <a:cubicBezTo>
                  <a:pt x="105" y="94"/>
                  <a:pt x="106" y="95"/>
                  <a:pt x="106" y="97"/>
                </a:cubicBezTo>
                <a:cubicBezTo>
                  <a:pt x="106" y="98"/>
                  <a:pt x="106" y="99"/>
                  <a:pt x="105" y="100"/>
                </a:cubicBezTo>
                <a:cubicBezTo>
                  <a:pt x="108" y="99"/>
                  <a:pt x="110" y="98"/>
                  <a:pt x="111" y="97"/>
                </a:cubicBezTo>
                <a:cubicBezTo>
                  <a:pt x="112" y="95"/>
                  <a:pt x="112" y="93"/>
                  <a:pt x="111" y="92"/>
                </a:cubicBezTo>
                <a:cubicBezTo>
                  <a:pt x="111" y="90"/>
                  <a:pt x="110" y="89"/>
                  <a:pt x="107" y="88"/>
                </a:cubicBezTo>
                <a:cubicBezTo>
                  <a:pt x="105" y="87"/>
                  <a:pt x="103" y="87"/>
                  <a:pt x="100" y="88"/>
                </a:cubicBezTo>
                <a:cubicBezTo>
                  <a:pt x="99" y="88"/>
                  <a:pt x="99" y="88"/>
                  <a:pt x="99" y="88"/>
                </a:cubicBezTo>
                <a:cubicBezTo>
                  <a:pt x="99" y="29"/>
                  <a:pt x="99" y="29"/>
                  <a:pt x="99" y="29"/>
                </a:cubicBezTo>
                <a:cubicBezTo>
                  <a:pt x="147" y="29"/>
                  <a:pt x="147" y="29"/>
                  <a:pt x="147" y="29"/>
                </a:cubicBezTo>
                <a:close/>
                <a:moveTo>
                  <a:pt x="99" y="150"/>
                </a:moveTo>
                <a:cubicBezTo>
                  <a:pt x="100" y="150"/>
                  <a:pt x="101" y="150"/>
                  <a:pt x="101" y="150"/>
                </a:cubicBezTo>
                <a:cubicBezTo>
                  <a:pt x="105" y="149"/>
                  <a:pt x="107" y="146"/>
                  <a:pt x="109" y="142"/>
                </a:cubicBezTo>
                <a:cubicBezTo>
                  <a:pt x="110" y="137"/>
                  <a:pt x="111" y="133"/>
                  <a:pt x="110" y="129"/>
                </a:cubicBezTo>
                <a:cubicBezTo>
                  <a:pt x="108" y="123"/>
                  <a:pt x="106" y="120"/>
                  <a:pt x="103" y="121"/>
                </a:cubicBezTo>
                <a:cubicBezTo>
                  <a:pt x="101" y="121"/>
                  <a:pt x="100" y="122"/>
                  <a:pt x="99" y="123"/>
                </a:cubicBezTo>
                <a:lnTo>
                  <a:pt x="99" y="150"/>
                </a:lnTo>
                <a:close/>
                <a:moveTo>
                  <a:pt x="99" y="0"/>
                </a:moveTo>
                <a:cubicBezTo>
                  <a:pt x="23" y="0"/>
                  <a:pt x="23" y="0"/>
                  <a:pt x="23" y="0"/>
                </a:cubicBezTo>
                <a:cubicBezTo>
                  <a:pt x="10" y="0"/>
                  <a:pt x="0" y="10"/>
                  <a:pt x="0" y="23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213"/>
                  <a:pt x="10" y="224"/>
                  <a:pt x="23" y="224"/>
                </a:cubicBezTo>
                <a:cubicBezTo>
                  <a:pt x="99" y="224"/>
                  <a:pt x="99" y="224"/>
                  <a:pt x="99" y="224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37" y="208"/>
                  <a:pt x="37" y="208"/>
                  <a:pt x="37" y="208"/>
                </a:cubicBezTo>
                <a:cubicBezTo>
                  <a:pt x="37" y="208"/>
                  <a:pt x="37" y="208"/>
                  <a:pt x="37" y="208"/>
                </a:cubicBezTo>
                <a:cubicBezTo>
                  <a:pt x="26" y="208"/>
                  <a:pt x="17" y="199"/>
                  <a:pt x="17" y="189"/>
                </a:cubicBezTo>
                <a:cubicBezTo>
                  <a:pt x="17" y="35"/>
                  <a:pt x="17" y="35"/>
                  <a:pt x="17" y="35"/>
                </a:cubicBezTo>
                <a:cubicBezTo>
                  <a:pt x="17" y="24"/>
                  <a:pt x="26" y="16"/>
                  <a:pt x="37" y="16"/>
                </a:cubicBezTo>
                <a:cubicBezTo>
                  <a:pt x="99" y="16"/>
                  <a:pt x="99" y="16"/>
                  <a:pt x="99" y="16"/>
                </a:cubicBezTo>
                <a:cubicBezTo>
                  <a:pt x="99" y="0"/>
                  <a:pt x="99" y="0"/>
                  <a:pt x="99" y="0"/>
                </a:cubicBezTo>
                <a:close/>
                <a:moveTo>
                  <a:pt x="99" y="29"/>
                </a:moveTo>
                <a:cubicBezTo>
                  <a:pt x="99" y="88"/>
                  <a:pt x="99" y="88"/>
                  <a:pt x="99" y="88"/>
                </a:cubicBezTo>
                <a:cubicBezTo>
                  <a:pt x="93" y="89"/>
                  <a:pt x="89" y="93"/>
                  <a:pt x="85" y="97"/>
                </a:cubicBezTo>
                <a:cubicBezTo>
                  <a:pt x="82" y="102"/>
                  <a:pt x="80" y="109"/>
                  <a:pt x="79" y="116"/>
                </a:cubicBezTo>
                <a:cubicBezTo>
                  <a:pt x="78" y="120"/>
                  <a:pt x="78" y="124"/>
                  <a:pt x="79" y="129"/>
                </a:cubicBezTo>
                <a:cubicBezTo>
                  <a:pt x="79" y="134"/>
                  <a:pt x="80" y="138"/>
                  <a:pt x="81" y="142"/>
                </a:cubicBezTo>
                <a:cubicBezTo>
                  <a:pt x="81" y="144"/>
                  <a:pt x="81" y="144"/>
                  <a:pt x="81" y="144"/>
                </a:cubicBezTo>
                <a:cubicBezTo>
                  <a:pt x="82" y="146"/>
                  <a:pt x="82" y="148"/>
                  <a:pt x="83" y="150"/>
                </a:cubicBezTo>
                <a:cubicBezTo>
                  <a:pt x="86" y="156"/>
                  <a:pt x="92" y="158"/>
                  <a:pt x="99" y="157"/>
                </a:cubicBezTo>
                <a:cubicBezTo>
                  <a:pt x="99" y="194"/>
                  <a:pt x="99" y="194"/>
                  <a:pt x="99" y="194"/>
                </a:cubicBezTo>
                <a:cubicBezTo>
                  <a:pt x="46" y="194"/>
                  <a:pt x="46" y="194"/>
                  <a:pt x="46" y="194"/>
                </a:cubicBezTo>
                <a:cubicBezTo>
                  <a:pt x="37" y="194"/>
                  <a:pt x="30" y="187"/>
                  <a:pt x="30" y="179"/>
                </a:cubicBezTo>
                <a:cubicBezTo>
                  <a:pt x="30" y="45"/>
                  <a:pt x="30" y="45"/>
                  <a:pt x="30" y="45"/>
                </a:cubicBezTo>
                <a:cubicBezTo>
                  <a:pt x="30" y="36"/>
                  <a:pt x="37" y="29"/>
                  <a:pt x="46" y="29"/>
                </a:cubicBezTo>
                <a:cubicBezTo>
                  <a:pt x="99" y="29"/>
                  <a:pt x="99" y="29"/>
                  <a:pt x="99" y="29"/>
                </a:cubicBezTo>
                <a:close/>
                <a:moveTo>
                  <a:pt x="99" y="93"/>
                </a:moveTo>
                <a:cubicBezTo>
                  <a:pt x="99" y="115"/>
                  <a:pt x="99" y="115"/>
                  <a:pt x="99" y="115"/>
                </a:cubicBezTo>
                <a:cubicBezTo>
                  <a:pt x="98" y="115"/>
                  <a:pt x="97" y="116"/>
                  <a:pt x="96" y="118"/>
                </a:cubicBezTo>
                <a:cubicBezTo>
                  <a:pt x="94" y="120"/>
                  <a:pt x="93" y="122"/>
                  <a:pt x="94" y="125"/>
                </a:cubicBezTo>
                <a:cubicBezTo>
                  <a:pt x="94" y="127"/>
                  <a:pt x="95" y="128"/>
                  <a:pt x="97" y="129"/>
                </a:cubicBezTo>
                <a:cubicBezTo>
                  <a:pt x="97" y="127"/>
                  <a:pt x="98" y="125"/>
                  <a:pt x="99" y="123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98" y="150"/>
                  <a:pt x="97" y="149"/>
                  <a:pt x="96" y="149"/>
                </a:cubicBezTo>
                <a:cubicBezTo>
                  <a:pt x="95" y="148"/>
                  <a:pt x="94" y="146"/>
                  <a:pt x="93" y="142"/>
                </a:cubicBezTo>
                <a:cubicBezTo>
                  <a:pt x="92" y="140"/>
                  <a:pt x="92" y="137"/>
                  <a:pt x="91" y="133"/>
                </a:cubicBezTo>
                <a:cubicBezTo>
                  <a:pt x="91" y="128"/>
                  <a:pt x="90" y="124"/>
                  <a:pt x="90" y="119"/>
                </a:cubicBezTo>
                <a:cubicBezTo>
                  <a:pt x="90" y="111"/>
                  <a:pt x="91" y="104"/>
                  <a:pt x="93" y="100"/>
                </a:cubicBezTo>
                <a:cubicBezTo>
                  <a:pt x="95" y="97"/>
                  <a:pt x="97" y="94"/>
                  <a:pt x="99" y="93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4" name="Freeform 77"/>
          <p:cNvSpPr/>
          <p:nvPr/>
        </p:nvSpPr>
        <p:spPr bwMode="auto">
          <a:xfrm>
            <a:off x="4219351" y="1890976"/>
            <a:ext cx="160693" cy="120222"/>
          </a:xfrm>
          <a:custGeom>
            <a:avLst/>
            <a:gdLst>
              <a:gd name="T0" fmla="*/ 69 w 98"/>
              <a:gd name="T1" fmla="*/ 0 h 74"/>
              <a:gd name="T2" fmla="*/ 49 w 98"/>
              <a:gd name="T3" fmla="*/ 8 h 74"/>
              <a:gd name="T4" fmla="*/ 30 w 98"/>
              <a:gd name="T5" fmla="*/ 0 h 74"/>
              <a:gd name="T6" fmla="*/ 0 w 98"/>
              <a:gd name="T7" fmla="*/ 29 h 74"/>
              <a:gd name="T8" fmla="*/ 51 w 98"/>
              <a:gd name="T9" fmla="*/ 74 h 74"/>
              <a:gd name="T10" fmla="*/ 98 w 98"/>
              <a:gd name="T11" fmla="*/ 29 h 74"/>
              <a:gd name="T12" fmla="*/ 69 w 98"/>
              <a:gd name="T13" fmla="*/ 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" h="74">
                <a:moveTo>
                  <a:pt x="69" y="0"/>
                </a:moveTo>
                <a:cubicBezTo>
                  <a:pt x="61" y="0"/>
                  <a:pt x="54" y="3"/>
                  <a:pt x="49" y="8"/>
                </a:cubicBezTo>
                <a:cubicBezTo>
                  <a:pt x="44" y="3"/>
                  <a:pt x="37" y="0"/>
                  <a:pt x="30" y="0"/>
                </a:cubicBezTo>
                <a:cubicBezTo>
                  <a:pt x="13" y="0"/>
                  <a:pt x="0" y="13"/>
                  <a:pt x="0" y="29"/>
                </a:cubicBezTo>
                <a:cubicBezTo>
                  <a:pt x="0" y="47"/>
                  <a:pt x="15" y="74"/>
                  <a:pt x="51" y="74"/>
                </a:cubicBezTo>
                <a:cubicBezTo>
                  <a:pt x="88" y="74"/>
                  <a:pt x="98" y="45"/>
                  <a:pt x="98" y="29"/>
                </a:cubicBezTo>
                <a:cubicBezTo>
                  <a:pt x="98" y="13"/>
                  <a:pt x="85" y="0"/>
                  <a:pt x="69" y="0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5" name="Freeform 78"/>
          <p:cNvSpPr/>
          <p:nvPr/>
        </p:nvSpPr>
        <p:spPr bwMode="auto">
          <a:xfrm>
            <a:off x="4290770" y="1860027"/>
            <a:ext cx="44042" cy="54754"/>
          </a:xfrm>
          <a:custGeom>
            <a:avLst/>
            <a:gdLst>
              <a:gd name="T0" fmla="*/ 6 w 27"/>
              <a:gd name="T1" fmla="*/ 34 h 34"/>
              <a:gd name="T2" fmla="*/ 13 w 27"/>
              <a:gd name="T3" fmla="*/ 0 h 34"/>
              <a:gd name="T4" fmla="*/ 27 w 27"/>
              <a:gd name="T5" fmla="*/ 3 h 34"/>
              <a:gd name="T6" fmla="*/ 6 w 27"/>
              <a:gd name="T7" fmla="*/ 3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" h="34">
                <a:moveTo>
                  <a:pt x="6" y="34"/>
                </a:moveTo>
                <a:cubicBezTo>
                  <a:pt x="0" y="22"/>
                  <a:pt x="4" y="9"/>
                  <a:pt x="13" y="0"/>
                </a:cubicBezTo>
                <a:cubicBezTo>
                  <a:pt x="27" y="3"/>
                  <a:pt x="27" y="3"/>
                  <a:pt x="27" y="3"/>
                </a:cubicBezTo>
                <a:cubicBezTo>
                  <a:pt x="14" y="10"/>
                  <a:pt x="6" y="18"/>
                  <a:pt x="6" y="34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6" name="Freeform 79"/>
          <p:cNvSpPr>
            <a:spLocks noEditPoints="1"/>
          </p:cNvSpPr>
          <p:nvPr/>
        </p:nvSpPr>
        <p:spPr bwMode="auto">
          <a:xfrm>
            <a:off x="4040803" y="2862273"/>
            <a:ext cx="169025" cy="234492"/>
          </a:xfrm>
          <a:custGeom>
            <a:avLst/>
            <a:gdLst>
              <a:gd name="T0" fmla="*/ 87 w 103"/>
              <a:gd name="T1" fmla="*/ 88 h 143"/>
              <a:gd name="T2" fmla="*/ 103 w 103"/>
              <a:gd name="T3" fmla="*/ 112 h 143"/>
              <a:gd name="T4" fmla="*/ 102 w 103"/>
              <a:gd name="T5" fmla="*/ 143 h 143"/>
              <a:gd name="T6" fmla="*/ 87 w 103"/>
              <a:gd name="T7" fmla="*/ 137 h 143"/>
              <a:gd name="T8" fmla="*/ 87 w 103"/>
              <a:gd name="T9" fmla="*/ 134 h 143"/>
              <a:gd name="T10" fmla="*/ 91 w 103"/>
              <a:gd name="T11" fmla="*/ 136 h 143"/>
              <a:gd name="T12" fmla="*/ 100 w 103"/>
              <a:gd name="T13" fmla="*/ 130 h 143"/>
              <a:gd name="T14" fmla="*/ 100 w 103"/>
              <a:gd name="T15" fmla="*/ 113 h 143"/>
              <a:gd name="T16" fmla="*/ 100 w 103"/>
              <a:gd name="T17" fmla="*/ 113 h 143"/>
              <a:gd name="T18" fmla="*/ 99 w 103"/>
              <a:gd name="T19" fmla="*/ 111 h 143"/>
              <a:gd name="T20" fmla="*/ 92 w 103"/>
              <a:gd name="T21" fmla="*/ 110 h 143"/>
              <a:gd name="T22" fmla="*/ 90 w 103"/>
              <a:gd name="T23" fmla="*/ 116 h 143"/>
              <a:gd name="T24" fmla="*/ 87 w 103"/>
              <a:gd name="T25" fmla="*/ 115 h 143"/>
              <a:gd name="T26" fmla="*/ 87 w 103"/>
              <a:gd name="T27" fmla="*/ 88 h 143"/>
              <a:gd name="T28" fmla="*/ 73 w 103"/>
              <a:gd name="T29" fmla="*/ 132 h 143"/>
              <a:gd name="T30" fmla="*/ 32 w 103"/>
              <a:gd name="T31" fmla="*/ 70 h 143"/>
              <a:gd name="T32" fmla="*/ 28 w 103"/>
              <a:gd name="T33" fmla="*/ 68 h 143"/>
              <a:gd name="T34" fmla="*/ 28 w 103"/>
              <a:gd name="T35" fmla="*/ 67 h 143"/>
              <a:gd name="T36" fmla="*/ 28 w 103"/>
              <a:gd name="T37" fmla="*/ 63 h 143"/>
              <a:gd name="T38" fmla="*/ 29 w 103"/>
              <a:gd name="T39" fmla="*/ 65 h 143"/>
              <a:gd name="T40" fmla="*/ 34 w 103"/>
              <a:gd name="T41" fmla="*/ 66 h 143"/>
              <a:gd name="T42" fmla="*/ 41 w 103"/>
              <a:gd name="T43" fmla="*/ 61 h 143"/>
              <a:gd name="T44" fmla="*/ 41 w 103"/>
              <a:gd name="T45" fmla="*/ 61 h 143"/>
              <a:gd name="T46" fmla="*/ 37 w 103"/>
              <a:gd name="T47" fmla="*/ 59 h 143"/>
              <a:gd name="T48" fmla="*/ 28 w 103"/>
              <a:gd name="T49" fmla="*/ 45 h 143"/>
              <a:gd name="T50" fmla="*/ 28 w 103"/>
              <a:gd name="T51" fmla="*/ 26 h 143"/>
              <a:gd name="T52" fmla="*/ 39 w 103"/>
              <a:gd name="T53" fmla="*/ 19 h 143"/>
              <a:gd name="T54" fmla="*/ 44 w 103"/>
              <a:gd name="T55" fmla="*/ 21 h 143"/>
              <a:gd name="T56" fmla="*/ 61 w 103"/>
              <a:gd name="T57" fmla="*/ 46 h 143"/>
              <a:gd name="T58" fmla="*/ 61 w 103"/>
              <a:gd name="T59" fmla="*/ 50 h 143"/>
              <a:gd name="T60" fmla="*/ 87 w 103"/>
              <a:gd name="T61" fmla="*/ 88 h 143"/>
              <a:gd name="T62" fmla="*/ 87 w 103"/>
              <a:gd name="T63" fmla="*/ 115 h 143"/>
              <a:gd name="T64" fmla="*/ 84 w 103"/>
              <a:gd name="T65" fmla="*/ 116 h 143"/>
              <a:gd name="T66" fmla="*/ 82 w 103"/>
              <a:gd name="T67" fmla="*/ 122 h 143"/>
              <a:gd name="T68" fmla="*/ 75 w 103"/>
              <a:gd name="T69" fmla="*/ 121 h 143"/>
              <a:gd name="T70" fmla="*/ 74 w 103"/>
              <a:gd name="T71" fmla="*/ 128 h 143"/>
              <a:gd name="T72" fmla="*/ 75 w 103"/>
              <a:gd name="T73" fmla="*/ 130 h 143"/>
              <a:gd name="T74" fmla="*/ 87 w 103"/>
              <a:gd name="T75" fmla="*/ 134 h 143"/>
              <a:gd name="T76" fmla="*/ 87 w 103"/>
              <a:gd name="T77" fmla="*/ 137 h 143"/>
              <a:gd name="T78" fmla="*/ 73 w 103"/>
              <a:gd name="T79" fmla="*/ 132 h 143"/>
              <a:gd name="T80" fmla="*/ 28 w 103"/>
              <a:gd name="T81" fmla="*/ 4 h 143"/>
              <a:gd name="T82" fmla="*/ 28 w 103"/>
              <a:gd name="T83" fmla="*/ 24 h 143"/>
              <a:gd name="T84" fmla="*/ 36 w 103"/>
              <a:gd name="T85" fmla="*/ 15 h 143"/>
              <a:gd name="T86" fmla="*/ 32 w 103"/>
              <a:gd name="T87" fmla="*/ 8 h 143"/>
              <a:gd name="T88" fmla="*/ 28 w 103"/>
              <a:gd name="T89" fmla="*/ 4 h 143"/>
              <a:gd name="T90" fmla="*/ 28 w 103"/>
              <a:gd name="T91" fmla="*/ 67 h 143"/>
              <a:gd name="T92" fmla="*/ 11 w 103"/>
              <a:gd name="T93" fmla="*/ 43 h 143"/>
              <a:gd name="T94" fmla="*/ 11 w 103"/>
              <a:gd name="T95" fmla="*/ 37 h 143"/>
              <a:gd name="T96" fmla="*/ 5 w 103"/>
              <a:gd name="T97" fmla="*/ 27 h 143"/>
              <a:gd name="T98" fmla="*/ 9 w 103"/>
              <a:gd name="T99" fmla="*/ 4 h 143"/>
              <a:gd name="T100" fmla="*/ 28 w 103"/>
              <a:gd name="T101" fmla="*/ 4 h 143"/>
              <a:gd name="T102" fmla="*/ 28 w 103"/>
              <a:gd name="T103" fmla="*/ 24 h 143"/>
              <a:gd name="T104" fmla="*/ 21 w 103"/>
              <a:gd name="T105" fmla="*/ 31 h 143"/>
              <a:gd name="T106" fmla="*/ 28 w 103"/>
              <a:gd name="T107" fmla="*/ 26 h 143"/>
              <a:gd name="T108" fmla="*/ 28 w 103"/>
              <a:gd name="T109" fmla="*/ 45 h 143"/>
              <a:gd name="T110" fmla="*/ 22 w 103"/>
              <a:gd name="T111" fmla="*/ 37 h 143"/>
              <a:gd name="T112" fmla="*/ 22 w 103"/>
              <a:gd name="T113" fmla="*/ 33 h 143"/>
              <a:gd name="T114" fmla="*/ 15 w 103"/>
              <a:gd name="T115" fmla="*/ 37 h 143"/>
              <a:gd name="T116" fmla="*/ 14 w 103"/>
              <a:gd name="T117" fmla="*/ 43 h 143"/>
              <a:gd name="T118" fmla="*/ 28 w 103"/>
              <a:gd name="T119" fmla="*/ 63 h 143"/>
              <a:gd name="T120" fmla="*/ 28 w 103"/>
              <a:gd name="T121" fmla="*/ 67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3" h="143">
                <a:moveTo>
                  <a:pt x="87" y="88"/>
                </a:moveTo>
                <a:cubicBezTo>
                  <a:pt x="103" y="112"/>
                  <a:pt x="103" y="112"/>
                  <a:pt x="103" y="112"/>
                </a:cubicBezTo>
                <a:cubicBezTo>
                  <a:pt x="102" y="143"/>
                  <a:pt x="102" y="143"/>
                  <a:pt x="102" y="143"/>
                </a:cubicBezTo>
                <a:cubicBezTo>
                  <a:pt x="87" y="137"/>
                  <a:pt x="87" y="137"/>
                  <a:pt x="87" y="137"/>
                </a:cubicBezTo>
                <a:cubicBezTo>
                  <a:pt x="87" y="134"/>
                  <a:pt x="87" y="134"/>
                  <a:pt x="87" y="134"/>
                </a:cubicBezTo>
                <a:cubicBezTo>
                  <a:pt x="91" y="136"/>
                  <a:pt x="91" y="136"/>
                  <a:pt x="91" y="136"/>
                </a:cubicBezTo>
                <a:cubicBezTo>
                  <a:pt x="100" y="130"/>
                  <a:pt x="100" y="130"/>
                  <a:pt x="100" y="130"/>
                </a:cubicBezTo>
                <a:cubicBezTo>
                  <a:pt x="100" y="113"/>
                  <a:pt x="100" y="113"/>
                  <a:pt x="100" y="113"/>
                </a:cubicBezTo>
                <a:cubicBezTo>
                  <a:pt x="100" y="113"/>
                  <a:pt x="100" y="113"/>
                  <a:pt x="100" y="113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98" y="109"/>
                  <a:pt x="95" y="108"/>
                  <a:pt x="92" y="110"/>
                </a:cubicBezTo>
                <a:cubicBezTo>
                  <a:pt x="90" y="111"/>
                  <a:pt x="89" y="114"/>
                  <a:pt x="90" y="116"/>
                </a:cubicBezTo>
                <a:cubicBezTo>
                  <a:pt x="89" y="115"/>
                  <a:pt x="88" y="115"/>
                  <a:pt x="87" y="115"/>
                </a:cubicBezTo>
                <a:lnTo>
                  <a:pt x="87" y="88"/>
                </a:lnTo>
                <a:close/>
                <a:moveTo>
                  <a:pt x="73" y="132"/>
                </a:moveTo>
                <a:cubicBezTo>
                  <a:pt x="32" y="70"/>
                  <a:pt x="32" y="70"/>
                  <a:pt x="32" y="70"/>
                </a:cubicBezTo>
                <a:cubicBezTo>
                  <a:pt x="30" y="70"/>
                  <a:pt x="29" y="69"/>
                  <a:pt x="28" y="68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3"/>
                  <a:pt x="28" y="63"/>
                  <a:pt x="28" y="63"/>
                </a:cubicBezTo>
                <a:cubicBezTo>
                  <a:pt x="29" y="65"/>
                  <a:pt x="29" y="65"/>
                  <a:pt x="29" y="65"/>
                </a:cubicBezTo>
                <a:cubicBezTo>
                  <a:pt x="30" y="67"/>
                  <a:pt x="33" y="67"/>
                  <a:pt x="34" y="66"/>
                </a:cubicBezTo>
                <a:cubicBezTo>
                  <a:pt x="41" y="61"/>
                  <a:pt x="41" y="61"/>
                  <a:pt x="41" y="61"/>
                </a:cubicBezTo>
                <a:cubicBezTo>
                  <a:pt x="41" y="61"/>
                  <a:pt x="41" y="61"/>
                  <a:pt x="41" y="61"/>
                </a:cubicBezTo>
                <a:cubicBezTo>
                  <a:pt x="40" y="61"/>
                  <a:pt x="38" y="61"/>
                  <a:pt x="37" y="59"/>
                </a:cubicBezTo>
                <a:cubicBezTo>
                  <a:pt x="28" y="45"/>
                  <a:pt x="28" y="45"/>
                  <a:pt x="28" y="45"/>
                </a:cubicBezTo>
                <a:cubicBezTo>
                  <a:pt x="28" y="26"/>
                  <a:pt x="28" y="26"/>
                  <a:pt x="28" y="26"/>
                </a:cubicBezTo>
                <a:cubicBezTo>
                  <a:pt x="39" y="19"/>
                  <a:pt x="39" y="19"/>
                  <a:pt x="39" y="19"/>
                </a:cubicBezTo>
                <a:cubicBezTo>
                  <a:pt x="41" y="18"/>
                  <a:pt x="43" y="19"/>
                  <a:pt x="44" y="21"/>
                </a:cubicBezTo>
                <a:cubicBezTo>
                  <a:pt x="61" y="46"/>
                  <a:pt x="61" y="46"/>
                  <a:pt x="61" y="46"/>
                </a:cubicBezTo>
                <a:cubicBezTo>
                  <a:pt x="62" y="47"/>
                  <a:pt x="62" y="49"/>
                  <a:pt x="61" y="50"/>
                </a:cubicBezTo>
                <a:cubicBezTo>
                  <a:pt x="87" y="88"/>
                  <a:pt x="87" y="88"/>
                  <a:pt x="87" y="88"/>
                </a:cubicBezTo>
                <a:cubicBezTo>
                  <a:pt x="87" y="115"/>
                  <a:pt x="87" y="115"/>
                  <a:pt x="87" y="115"/>
                </a:cubicBezTo>
                <a:cubicBezTo>
                  <a:pt x="86" y="115"/>
                  <a:pt x="85" y="115"/>
                  <a:pt x="84" y="116"/>
                </a:cubicBezTo>
                <a:cubicBezTo>
                  <a:pt x="82" y="117"/>
                  <a:pt x="81" y="120"/>
                  <a:pt x="82" y="122"/>
                </a:cubicBezTo>
                <a:cubicBezTo>
                  <a:pt x="80" y="120"/>
                  <a:pt x="77" y="120"/>
                  <a:pt x="75" y="121"/>
                </a:cubicBezTo>
                <a:cubicBezTo>
                  <a:pt x="73" y="123"/>
                  <a:pt x="72" y="126"/>
                  <a:pt x="74" y="128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87" y="134"/>
                  <a:pt x="87" y="134"/>
                  <a:pt x="87" y="134"/>
                </a:cubicBezTo>
                <a:cubicBezTo>
                  <a:pt x="87" y="137"/>
                  <a:pt x="87" y="137"/>
                  <a:pt x="87" y="137"/>
                </a:cubicBezTo>
                <a:cubicBezTo>
                  <a:pt x="73" y="132"/>
                  <a:pt x="73" y="132"/>
                  <a:pt x="73" y="132"/>
                </a:cubicBezTo>
                <a:close/>
                <a:moveTo>
                  <a:pt x="28" y="4"/>
                </a:moveTo>
                <a:cubicBezTo>
                  <a:pt x="28" y="24"/>
                  <a:pt x="28" y="24"/>
                  <a:pt x="28" y="24"/>
                </a:cubicBezTo>
                <a:cubicBezTo>
                  <a:pt x="36" y="15"/>
                  <a:pt x="36" y="15"/>
                  <a:pt x="36" y="15"/>
                </a:cubicBezTo>
                <a:cubicBezTo>
                  <a:pt x="32" y="8"/>
                  <a:pt x="32" y="8"/>
                  <a:pt x="32" y="8"/>
                </a:cubicBezTo>
                <a:cubicBezTo>
                  <a:pt x="31" y="7"/>
                  <a:pt x="29" y="5"/>
                  <a:pt x="28" y="4"/>
                </a:cubicBezTo>
                <a:close/>
                <a:moveTo>
                  <a:pt x="28" y="67"/>
                </a:moveTo>
                <a:cubicBezTo>
                  <a:pt x="11" y="43"/>
                  <a:pt x="11" y="43"/>
                  <a:pt x="11" y="43"/>
                </a:cubicBezTo>
                <a:cubicBezTo>
                  <a:pt x="10" y="41"/>
                  <a:pt x="10" y="38"/>
                  <a:pt x="11" y="37"/>
                </a:cubicBezTo>
                <a:cubicBezTo>
                  <a:pt x="5" y="27"/>
                  <a:pt x="5" y="27"/>
                  <a:pt x="5" y="27"/>
                </a:cubicBezTo>
                <a:cubicBezTo>
                  <a:pt x="0" y="19"/>
                  <a:pt x="2" y="9"/>
                  <a:pt x="9" y="4"/>
                </a:cubicBezTo>
                <a:cubicBezTo>
                  <a:pt x="15" y="0"/>
                  <a:pt x="22" y="0"/>
                  <a:pt x="28" y="4"/>
                </a:cubicBezTo>
                <a:cubicBezTo>
                  <a:pt x="28" y="24"/>
                  <a:pt x="28" y="24"/>
                  <a:pt x="28" y="24"/>
                </a:cubicBezTo>
                <a:cubicBezTo>
                  <a:pt x="21" y="31"/>
                  <a:pt x="21" y="31"/>
                  <a:pt x="21" y="31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45"/>
                  <a:pt x="28" y="45"/>
                  <a:pt x="28" y="45"/>
                </a:cubicBezTo>
                <a:cubicBezTo>
                  <a:pt x="22" y="37"/>
                  <a:pt x="22" y="37"/>
                  <a:pt x="22" y="37"/>
                </a:cubicBezTo>
                <a:cubicBezTo>
                  <a:pt x="21" y="36"/>
                  <a:pt x="21" y="34"/>
                  <a:pt x="22" y="33"/>
                </a:cubicBezTo>
                <a:cubicBezTo>
                  <a:pt x="15" y="37"/>
                  <a:pt x="15" y="37"/>
                  <a:pt x="15" y="37"/>
                </a:cubicBezTo>
                <a:cubicBezTo>
                  <a:pt x="14" y="39"/>
                  <a:pt x="13" y="41"/>
                  <a:pt x="14" y="43"/>
                </a:cubicBezTo>
                <a:cubicBezTo>
                  <a:pt x="28" y="63"/>
                  <a:pt x="28" y="63"/>
                  <a:pt x="28" y="63"/>
                </a:cubicBezTo>
                <a:lnTo>
                  <a:pt x="28" y="67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7" name="Freeform 80"/>
          <p:cNvSpPr>
            <a:spLocks noEditPoints="1"/>
          </p:cNvSpPr>
          <p:nvPr/>
        </p:nvSpPr>
        <p:spPr bwMode="auto">
          <a:xfrm>
            <a:off x="5339437" y="1660054"/>
            <a:ext cx="211876" cy="232112"/>
          </a:xfrm>
          <a:custGeom>
            <a:avLst/>
            <a:gdLst>
              <a:gd name="T0" fmla="*/ 101 w 130"/>
              <a:gd name="T1" fmla="*/ 65 h 142"/>
              <a:gd name="T2" fmla="*/ 97 w 130"/>
              <a:gd name="T3" fmla="*/ 81 h 142"/>
              <a:gd name="T4" fmla="*/ 97 w 130"/>
              <a:gd name="T5" fmla="*/ 94 h 142"/>
              <a:gd name="T6" fmla="*/ 100 w 130"/>
              <a:gd name="T7" fmla="*/ 95 h 142"/>
              <a:gd name="T8" fmla="*/ 111 w 130"/>
              <a:gd name="T9" fmla="*/ 112 h 142"/>
              <a:gd name="T10" fmla="*/ 97 w 130"/>
              <a:gd name="T11" fmla="*/ 103 h 142"/>
              <a:gd name="T12" fmla="*/ 97 w 130"/>
              <a:gd name="T13" fmla="*/ 28 h 142"/>
              <a:gd name="T14" fmla="*/ 111 w 130"/>
              <a:gd name="T15" fmla="*/ 19 h 142"/>
              <a:gd name="T16" fmla="*/ 100 w 130"/>
              <a:gd name="T17" fmla="*/ 35 h 142"/>
              <a:gd name="T18" fmla="*/ 97 w 130"/>
              <a:gd name="T19" fmla="*/ 36 h 142"/>
              <a:gd name="T20" fmla="*/ 127 w 130"/>
              <a:gd name="T21" fmla="*/ 62 h 142"/>
              <a:gd name="T22" fmla="*/ 108 w 130"/>
              <a:gd name="T23" fmla="*/ 65 h 142"/>
              <a:gd name="T24" fmla="*/ 127 w 130"/>
              <a:gd name="T25" fmla="*/ 69 h 142"/>
              <a:gd name="T26" fmla="*/ 127 w 130"/>
              <a:gd name="T27" fmla="*/ 62 h 142"/>
              <a:gd name="T28" fmla="*/ 67 w 130"/>
              <a:gd name="T29" fmla="*/ 142 h 142"/>
              <a:gd name="T30" fmla="*/ 85 w 130"/>
              <a:gd name="T31" fmla="*/ 95 h 142"/>
              <a:gd name="T32" fmla="*/ 97 w 130"/>
              <a:gd name="T33" fmla="*/ 50 h 142"/>
              <a:gd name="T34" fmla="*/ 65 w 130"/>
              <a:gd name="T35" fmla="*/ 37 h 142"/>
              <a:gd name="T36" fmla="*/ 93 w 130"/>
              <a:gd name="T37" fmla="*/ 65 h 142"/>
              <a:gd name="T38" fmla="*/ 79 w 130"/>
              <a:gd name="T39" fmla="*/ 90 h 142"/>
              <a:gd name="T40" fmla="*/ 78 w 130"/>
              <a:gd name="T41" fmla="*/ 110 h 142"/>
              <a:gd name="T42" fmla="*/ 65 w 130"/>
              <a:gd name="T43" fmla="*/ 142 h 142"/>
              <a:gd name="T44" fmla="*/ 97 w 130"/>
              <a:gd name="T45" fmla="*/ 36 h 142"/>
              <a:gd name="T46" fmla="*/ 95 w 130"/>
              <a:gd name="T47" fmla="*/ 31 h 142"/>
              <a:gd name="T48" fmla="*/ 97 w 130"/>
              <a:gd name="T49" fmla="*/ 94 h 142"/>
              <a:gd name="T50" fmla="*/ 95 w 130"/>
              <a:gd name="T51" fmla="*/ 100 h 142"/>
              <a:gd name="T52" fmla="*/ 97 w 130"/>
              <a:gd name="T53" fmla="*/ 94 h 142"/>
              <a:gd name="T54" fmla="*/ 65 w 130"/>
              <a:gd name="T55" fmla="*/ 0 h 142"/>
              <a:gd name="T56" fmla="*/ 68 w 130"/>
              <a:gd name="T57" fmla="*/ 3 h 142"/>
              <a:gd name="T58" fmla="*/ 65 w 130"/>
              <a:gd name="T59" fmla="*/ 23 h 142"/>
              <a:gd name="T60" fmla="*/ 65 w 130"/>
              <a:gd name="T61" fmla="*/ 23 h 142"/>
              <a:gd name="T62" fmla="*/ 32 w 130"/>
              <a:gd name="T63" fmla="*/ 50 h 142"/>
              <a:gd name="T64" fmla="*/ 45 w 130"/>
              <a:gd name="T65" fmla="*/ 96 h 142"/>
              <a:gd name="T66" fmla="*/ 63 w 130"/>
              <a:gd name="T67" fmla="*/ 142 h 142"/>
              <a:gd name="T68" fmla="*/ 65 w 130"/>
              <a:gd name="T69" fmla="*/ 110 h 142"/>
              <a:gd name="T70" fmla="*/ 52 w 130"/>
              <a:gd name="T71" fmla="*/ 93 h 142"/>
              <a:gd name="T72" fmla="*/ 36 w 130"/>
              <a:gd name="T73" fmla="*/ 65 h 142"/>
              <a:gd name="T74" fmla="*/ 65 w 130"/>
              <a:gd name="T75" fmla="*/ 37 h 142"/>
              <a:gd name="T76" fmla="*/ 65 w 130"/>
              <a:gd name="T77" fmla="*/ 29 h 142"/>
              <a:gd name="T78" fmla="*/ 65 w 130"/>
              <a:gd name="T79" fmla="*/ 0 h 142"/>
              <a:gd name="T80" fmla="*/ 62 w 130"/>
              <a:gd name="T81" fmla="*/ 20 h 142"/>
              <a:gd name="T82" fmla="*/ 65 w 130"/>
              <a:gd name="T83" fmla="*/ 0 h 142"/>
              <a:gd name="T84" fmla="*/ 32 w 130"/>
              <a:gd name="T85" fmla="*/ 94 h 142"/>
              <a:gd name="T86" fmla="*/ 35 w 130"/>
              <a:gd name="T87" fmla="*/ 100 h 142"/>
              <a:gd name="T88" fmla="*/ 32 w 130"/>
              <a:gd name="T89" fmla="*/ 36 h 142"/>
              <a:gd name="T90" fmla="*/ 35 w 130"/>
              <a:gd name="T91" fmla="*/ 31 h 142"/>
              <a:gd name="T92" fmla="*/ 32 w 130"/>
              <a:gd name="T93" fmla="*/ 36 h 142"/>
              <a:gd name="T94" fmla="*/ 29 w 130"/>
              <a:gd name="T95" fmla="*/ 65 h 142"/>
              <a:gd name="T96" fmla="*/ 32 w 130"/>
              <a:gd name="T97" fmla="*/ 50 h 142"/>
              <a:gd name="T98" fmla="*/ 32 w 130"/>
              <a:gd name="T99" fmla="*/ 36 h 142"/>
              <a:gd name="T100" fmla="*/ 30 w 130"/>
              <a:gd name="T101" fmla="*/ 35 h 142"/>
              <a:gd name="T102" fmla="*/ 19 w 130"/>
              <a:gd name="T103" fmla="*/ 19 h 142"/>
              <a:gd name="T104" fmla="*/ 32 w 130"/>
              <a:gd name="T105" fmla="*/ 28 h 142"/>
              <a:gd name="T106" fmla="*/ 32 w 130"/>
              <a:gd name="T107" fmla="*/ 103 h 142"/>
              <a:gd name="T108" fmla="*/ 19 w 130"/>
              <a:gd name="T109" fmla="*/ 112 h 142"/>
              <a:gd name="T110" fmla="*/ 30 w 130"/>
              <a:gd name="T111" fmla="*/ 95 h 142"/>
              <a:gd name="T112" fmla="*/ 32 w 130"/>
              <a:gd name="T113" fmla="*/ 94 h 142"/>
              <a:gd name="T114" fmla="*/ 22 w 130"/>
              <a:gd name="T115" fmla="*/ 65 h 142"/>
              <a:gd name="T116" fmla="*/ 3 w 130"/>
              <a:gd name="T117" fmla="*/ 62 h 142"/>
              <a:gd name="T118" fmla="*/ 3 w 130"/>
              <a:gd name="T119" fmla="*/ 69 h 142"/>
              <a:gd name="T120" fmla="*/ 22 w 130"/>
              <a:gd name="T121" fmla="*/ 65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0" h="142">
                <a:moveTo>
                  <a:pt x="97" y="81"/>
                </a:moveTo>
                <a:cubicBezTo>
                  <a:pt x="100" y="76"/>
                  <a:pt x="101" y="71"/>
                  <a:pt x="101" y="65"/>
                </a:cubicBezTo>
                <a:cubicBezTo>
                  <a:pt x="101" y="60"/>
                  <a:pt x="100" y="55"/>
                  <a:pt x="97" y="50"/>
                </a:cubicBezTo>
                <a:cubicBezTo>
                  <a:pt x="97" y="81"/>
                  <a:pt x="97" y="81"/>
                  <a:pt x="97" y="81"/>
                </a:cubicBezTo>
                <a:close/>
                <a:moveTo>
                  <a:pt x="97" y="103"/>
                </a:moveTo>
                <a:cubicBezTo>
                  <a:pt x="97" y="94"/>
                  <a:pt x="97" y="94"/>
                  <a:pt x="97" y="94"/>
                </a:cubicBezTo>
                <a:cubicBezTo>
                  <a:pt x="98" y="94"/>
                  <a:pt x="99" y="95"/>
                  <a:pt x="100" y="95"/>
                </a:cubicBezTo>
                <a:cubicBezTo>
                  <a:pt x="100" y="95"/>
                  <a:pt x="100" y="95"/>
                  <a:pt x="100" y="95"/>
                </a:cubicBezTo>
                <a:cubicBezTo>
                  <a:pt x="111" y="107"/>
                  <a:pt x="111" y="107"/>
                  <a:pt x="111" y="107"/>
                </a:cubicBezTo>
                <a:cubicBezTo>
                  <a:pt x="113" y="108"/>
                  <a:pt x="113" y="110"/>
                  <a:pt x="111" y="112"/>
                </a:cubicBezTo>
                <a:cubicBezTo>
                  <a:pt x="110" y="113"/>
                  <a:pt x="108" y="113"/>
                  <a:pt x="106" y="112"/>
                </a:cubicBezTo>
                <a:cubicBezTo>
                  <a:pt x="97" y="103"/>
                  <a:pt x="97" y="103"/>
                  <a:pt x="97" y="103"/>
                </a:cubicBezTo>
                <a:close/>
                <a:moveTo>
                  <a:pt x="97" y="36"/>
                </a:moveTo>
                <a:cubicBezTo>
                  <a:pt x="97" y="28"/>
                  <a:pt x="97" y="28"/>
                  <a:pt x="97" y="28"/>
                </a:cubicBezTo>
                <a:cubicBezTo>
                  <a:pt x="106" y="19"/>
                  <a:pt x="106" y="19"/>
                  <a:pt x="106" y="19"/>
                </a:cubicBezTo>
                <a:cubicBezTo>
                  <a:pt x="108" y="18"/>
                  <a:pt x="110" y="18"/>
                  <a:pt x="111" y="19"/>
                </a:cubicBezTo>
                <a:cubicBezTo>
                  <a:pt x="113" y="20"/>
                  <a:pt x="113" y="23"/>
                  <a:pt x="111" y="24"/>
                </a:cubicBezTo>
                <a:cubicBezTo>
                  <a:pt x="100" y="35"/>
                  <a:pt x="100" y="35"/>
                  <a:pt x="100" y="35"/>
                </a:cubicBezTo>
                <a:cubicBezTo>
                  <a:pt x="100" y="35"/>
                  <a:pt x="100" y="35"/>
                  <a:pt x="100" y="35"/>
                </a:cubicBezTo>
                <a:cubicBezTo>
                  <a:pt x="99" y="36"/>
                  <a:pt x="98" y="36"/>
                  <a:pt x="97" y="36"/>
                </a:cubicBezTo>
                <a:close/>
                <a:moveTo>
                  <a:pt x="127" y="62"/>
                </a:moveTo>
                <a:cubicBezTo>
                  <a:pt x="127" y="62"/>
                  <a:pt x="127" y="62"/>
                  <a:pt x="127" y="62"/>
                </a:cubicBezTo>
                <a:cubicBezTo>
                  <a:pt x="111" y="62"/>
                  <a:pt x="111" y="62"/>
                  <a:pt x="111" y="62"/>
                </a:cubicBezTo>
                <a:cubicBezTo>
                  <a:pt x="109" y="62"/>
                  <a:pt x="108" y="64"/>
                  <a:pt x="108" y="65"/>
                </a:cubicBezTo>
                <a:cubicBezTo>
                  <a:pt x="108" y="67"/>
                  <a:pt x="109" y="69"/>
                  <a:pt x="111" y="69"/>
                </a:cubicBezTo>
                <a:cubicBezTo>
                  <a:pt x="127" y="69"/>
                  <a:pt x="127" y="69"/>
                  <a:pt x="127" y="69"/>
                </a:cubicBezTo>
                <a:cubicBezTo>
                  <a:pt x="129" y="69"/>
                  <a:pt x="130" y="67"/>
                  <a:pt x="130" y="65"/>
                </a:cubicBezTo>
                <a:cubicBezTo>
                  <a:pt x="130" y="64"/>
                  <a:pt x="129" y="62"/>
                  <a:pt x="127" y="62"/>
                </a:cubicBezTo>
                <a:close/>
                <a:moveTo>
                  <a:pt x="65" y="142"/>
                </a:moveTo>
                <a:cubicBezTo>
                  <a:pt x="67" y="142"/>
                  <a:pt x="67" y="142"/>
                  <a:pt x="67" y="142"/>
                </a:cubicBezTo>
                <a:cubicBezTo>
                  <a:pt x="77" y="142"/>
                  <a:pt x="85" y="134"/>
                  <a:pt x="85" y="124"/>
                </a:cubicBezTo>
                <a:cubicBezTo>
                  <a:pt x="85" y="95"/>
                  <a:pt x="85" y="95"/>
                  <a:pt x="85" y="95"/>
                </a:cubicBezTo>
                <a:cubicBezTo>
                  <a:pt x="90" y="92"/>
                  <a:pt x="95" y="87"/>
                  <a:pt x="97" y="81"/>
                </a:cubicBezTo>
                <a:cubicBezTo>
                  <a:pt x="97" y="50"/>
                  <a:pt x="97" y="50"/>
                  <a:pt x="97" y="50"/>
                </a:cubicBezTo>
                <a:cubicBezTo>
                  <a:pt x="92" y="38"/>
                  <a:pt x="79" y="29"/>
                  <a:pt x="65" y="29"/>
                </a:cubicBezTo>
                <a:cubicBezTo>
                  <a:pt x="65" y="37"/>
                  <a:pt x="65" y="37"/>
                  <a:pt x="65" y="37"/>
                </a:cubicBezTo>
                <a:cubicBezTo>
                  <a:pt x="73" y="37"/>
                  <a:pt x="80" y="40"/>
                  <a:pt x="85" y="45"/>
                </a:cubicBezTo>
                <a:cubicBezTo>
                  <a:pt x="90" y="50"/>
                  <a:pt x="93" y="57"/>
                  <a:pt x="93" y="65"/>
                </a:cubicBezTo>
                <a:cubicBezTo>
                  <a:pt x="93" y="76"/>
                  <a:pt x="88" y="85"/>
                  <a:pt x="79" y="90"/>
                </a:cubicBezTo>
                <a:cubicBezTo>
                  <a:pt x="79" y="90"/>
                  <a:pt x="79" y="90"/>
                  <a:pt x="79" y="90"/>
                </a:cubicBezTo>
                <a:cubicBezTo>
                  <a:pt x="78" y="91"/>
                  <a:pt x="78" y="92"/>
                  <a:pt x="78" y="93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42"/>
                  <a:pt x="65" y="142"/>
                  <a:pt x="65" y="142"/>
                </a:cubicBezTo>
                <a:close/>
                <a:moveTo>
                  <a:pt x="97" y="28"/>
                </a:moveTo>
                <a:cubicBezTo>
                  <a:pt x="97" y="36"/>
                  <a:pt x="97" y="36"/>
                  <a:pt x="97" y="36"/>
                </a:cubicBezTo>
                <a:cubicBezTo>
                  <a:pt x="97" y="36"/>
                  <a:pt x="96" y="36"/>
                  <a:pt x="95" y="35"/>
                </a:cubicBezTo>
                <a:cubicBezTo>
                  <a:pt x="94" y="34"/>
                  <a:pt x="94" y="32"/>
                  <a:pt x="95" y="31"/>
                </a:cubicBezTo>
                <a:cubicBezTo>
                  <a:pt x="97" y="28"/>
                  <a:pt x="97" y="28"/>
                  <a:pt x="97" y="28"/>
                </a:cubicBezTo>
                <a:close/>
                <a:moveTo>
                  <a:pt x="97" y="94"/>
                </a:moveTo>
                <a:cubicBezTo>
                  <a:pt x="97" y="103"/>
                  <a:pt x="97" y="103"/>
                  <a:pt x="97" y="103"/>
                </a:cubicBezTo>
                <a:cubicBezTo>
                  <a:pt x="95" y="100"/>
                  <a:pt x="95" y="100"/>
                  <a:pt x="95" y="100"/>
                </a:cubicBezTo>
                <a:cubicBezTo>
                  <a:pt x="94" y="99"/>
                  <a:pt x="94" y="97"/>
                  <a:pt x="95" y="95"/>
                </a:cubicBezTo>
                <a:cubicBezTo>
                  <a:pt x="96" y="95"/>
                  <a:pt x="97" y="94"/>
                  <a:pt x="97" y="94"/>
                </a:cubicBezTo>
                <a:close/>
                <a:moveTo>
                  <a:pt x="65" y="23"/>
                </a:moveTo>
                <a:cubicBezTo>
                  <a:pt x="65" y="0"/>
                  <a:pt x="65" y="0"/>
                  <a:pt x="65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7" y="0"/>
                  <a:pt x="68" y="2"/>
                  <a:pt x="68" y="3"/>
                </a:cubicBezTo>
                <a:cubicBezTo>
                  <a:pt x="68" y="20"/>
                  <a:pt x="68" y="20"/>
                  <a:pt x="68" y="20"/>
                </a:cubicBezTo>
                <a:cubicBezTo>
                  <a:pt x="68" y="21"/>
                  <a:pt x="67" y="23"/>
                  <a:pt x="65" y="23"/>
                </a:cubicBezTo>
                <a:cubicBezTo>
                  <a:pt x="65" y="23"/>
                  <a:pt x="65" y="23"/>
                  <a:pt x="65" y="23"/>
                </a:cubicBezTo>
                <a:cubicBezTo>
                  <a:pt x="65" y="23"/>
                  <a:pt x="65" y="23"/>
                  <a:pt x="65" y="23"/>
                </a:cubicBezTo>
                <a:close/>
                <a:moveTo>
                  <a:pt x="65" y="29"/>
                </a:moveTo>
                <a:cubicBezTo>
                  <a:pt x="50" y="29"/>
                  <a:pt x="38" y="37"/>
                  <a:pt x="32" y="50"/>
                </a:cubicBezTo>
                <a:cubicBezTo>
                  <a:pt x="32" y="81"/>
                  <a:pt x="32" y="81"/>
                  <a:pt x="32" y="81"/>
                </a:cubicBezTo>
                <a:cubicBezTo>
                  <a:pt x="35" y="87"/>
                  <a:pt x="40" y="92"/>
                  <a:pt x="45" y="96"/>
                </a:cubicBezTo>
                <a:cubicBezTo>
                  <a:pt x="45" y="124"/>
                  <a:pt x="45" y="124"/>
                  <a:pt x="45" y="124"/>
                </a:cubicBezTo>
                <a:cubicBezTo>
                  <a:pt x="45" y="134"/>
                  <a:pt x="53" y="142"/>
                  <a:pt x="63" y="142"/>
                </a:cubicBezTo>
                <a:cubicBezTo>
                  <a:pt x="65" y="142"/>
                  <a:pt x="65" y="142"/>
                  <a:pt x="65" y="142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2" y="93"/>
                  <a:pt x="52" y="93"/>
                  <a:pt x="52" y="93"/>
                </a:cubicBezTo>
                <a:cubicBezTo>
                  <a:pt x="52" y="92"/>
                  <a:pt x="52" y="91"/>
                  <a:pt x="51" y="90"/>
                </a:cubicBezTo>
                <a:cubicBezTo>
                  <a:pt x="42" y="85"/>
                  <a:pt x="36" y="76"/>
                  <a:pt x="36" y="65"/>
                </a:cubicBezTo>
                <a:cubicBezTo>
                  <a:pt x="36" y="57"/>
                  <a:pt x="39" y="50"/>
                  <a:pt x="44" y="45"/>
                </a:cubicBezTo>
                <a:cubicBezTo>
                  <a:pt x="50" y="40"/>
                  <a:pt x="57" y="37"/>
                  <a:pt x="65" y="37"/>
                </a:cubicBezTo>
                <a:cubicBezTo>
                  <a:pt x="65" y="37"/>
                  <a:pt x="65" y="37"/>
                  <a:pt x="65" y="37"/>
                </a:cubicBezTo>
                <a:cubicBezTo>
                  <a:pt x="65" y="29"/>
                  <a:pt x="65" y="29"/>
                  <a:pt x="65" y="29"/>
                </a:cubicBezTo>
                <a:cubicBezTo>
                  <a:pt x="65" y="29"/>
                  <a:pt x="65" y="29"/>
                  <a:pt x="65" y="29"/>
                </a:cubicBezTo>
                <a:close/>
                <a:moveTo>
                  <a:pt x="65" y="0"/>
                </a:moveTo>
                <a:cubicBezTo>
                  <a:pt x="65" y="23"/>
                  <a:pt x="65" y="23"/>
                  <a:pt x="65" y="23"/>
                </a:cubicBezTo>
                <a:cubicBezTo>
                  <a:pt x="63" y="23"/>
                  <a:pt x="62" y="21"/>
                  <a:pt x="62" y="20"/>
                </a:cubicBezTo>
                <a:cubicBezTo>
                  <a:pt x="62" y="3"/>
                  <a:pt x="62" y="3"/>
                  <a:pt x="62" y="3"/>
                </a:cubicBezTo>
                <a:cubicBezTo>
                  <a:pt x="62" y="2"/>
                  <a:pt x="63" y="0"/>
                  <a:pt x="65" y="0"/>
                </a:cubicBezTo>
                <a:close/>
                <a:moveTo>
                  <a:pt x="32" y="103"/>
                </a:moveTo>
                <a:cubicBezTo>
                  <a:pt x="32" y="94"/>
                  <a:pt x="32" y="94"/>
                  <a:pt x="32" y="94"/>
                </a:cubicBezTo>
                <a:cubicBezTo>
                  <a:pt x="33" y="94"/>
                  <a:pt x="34" y="95"/>
                  <a:pt x="35" y="95"/>
                </a:cubicBezTo>
                <a:cubicBezTo>
                  <a:pt x="36" y="97"/>
                  <a:pt x="36" y="99"/>
                  <a:pt x="35" y="100"/>
                </a:cubicBezTo>
                <a:cubicBezTo>
                  <a:pt x="32" y="103"/>
                  <a:pt x="32" y="103"/>
                  <a:pt x="32" y="103"/>
                </a:cubicBezTo>
                <a:close/>
                <a:moveTo>
                  <a:pt x="32" y="36"/>
                </a:moveTo>
                <a:cubicBezTo>
                  <a:pt x="32" y="28"/>
                  <a:pt x="32" y="28"/>
                  <a:pt x="32" y="28"/>
                </a:cubicBezTo>
                <a:cubicBezTo>
                  <a:pt x="35" y="31"/>
                  <a:pt x="35" y="31"/>
                  <a:pt x="35" y="31"/>
                </a:cubicBezTo>
                <a:cubicBezTo>
                  <a:pt x="36" y="32"/>
                  <a:pt x="36" y="34"/>
                  <a:pt x="35" y="35"/>
                </a:cubicBezTo>
                <a:cubicBezTo>
                  <a:pt x="34" y="36"/>
                  <a:pt x="33" y="36"/>
                  <a:pt x="32" y="36"/>
                </a:cubicBezTo>
                <a:close/>
                <a:moveTo>
                  <a:pt x="32" y="50"/>
                </a:moveTo>
                <a:cubicBezTo>
                  <a:pt x="30" y="54"/>
                  <a:pt x="29" y="60"/>
                  <a:pt x="29" y="65"/>
                </a:cubicBezTo>
                <a:cubicBezTo>
                  <a:pt x="29" y="71"/>
                  <a:pt x="30" y="76"/>
                  <a:pt x="32" y="81"/>
                </a:cubicBezTo>
                <a:cubicBezTo>
                  <a:pt x="32" y="50"/>
                  <a:pt x="32" y="50"/>
                  <a:pt x="32" y="50"/>
                </a:cubicBezTo>
                <a:close/>
                <a:moveTo>
                  <a:pt x="32" y="28"/>
                </a:moveTo>
                <a:cubicBezTo>
                  <a:pt x="32" y="36"/>
                  <a:pt x="32" y="36"/>
                  <a:pt x="32" y="36"/>
                </a:cubicBezTo>
                <a:cubicBezTo>
                  <a:pt x="32" y="36"/>
                  <a:pt x="31" y="36"/>
                  <a:pt x="30" y="35"/>
                </a:cubicBezTo>
                <a:cubicBezTo>
                  <a:pt x="30" y="35"/>
                  <a:pt x="30" y="35"/>
                  <a:pt x="30" y="35"/>
                </a:cubicBezTo>
                <a:cubicBezTo>
                  <a:pt x="19" y="24"/>
                  <a:pt x="19" y="24"/>
                  <a:pt x="19" y="24"/>
                </a:cubicBezTo>
                <a:cubicBezTo>
                  <a:pt x="17" y="23"/>
                  <a:pt x="17" y="20"/>
                  <a:pt x="19" y="19"/>
                </a:cubicBezTo>
                <a:cubicBezTo>
                  <a:pt x="20" y="18"/>
                  <a:pt x="22" y="18"/>
                  <a:pt x="24" y="19"/>
                </a:cubicBezTo>
                <a:cubicBezTo>
                  <a:pt x="32" y="28"/>
                  <a:pt x="32" y="28"/>
                  <a:pt x="32" y="28"/>
                </a:cubicBezTo>
                <a:close/>
                <a:moveTo>
                  <a:pt x="32" y="94"/>
                </a:moveTo>
                <a:cubicBezTo>
                  <a:pt x="32" y="103"/>
                  <a:pt x="32" y="103"/>
                  <a:pt x="32" y="103"/>
                </a:cubicBezTo>
                <a:cubicBezTo>
                  <a:pt x="24" y="112"/>
                  <a:pt x="24" y="112"/>
                  <a:pt x="24" y="112"/>
                </a:cubicBezTo>
                <a:cubicBezTo>
                  <a:pt x="22" y="113"/>
                  <a:pt x="20" y="113"/>
                  <a:pt x="19" y="112"/>
                </a:cubicBezTo>
                <a:cubicBezTo>
                  <a:pt x="17" y="110"/>
                  <a:pt x="17" y="108"/>
                  <a:pt x="19" y="107"/>
                </a:cubicBezTo>
                <a:cubicBezTo>
                  <a:pt x="30" y="95"/>
                  <a:pt x="30" y="95"/>
                  <a:pt x="30" y="95"/>
                </a:cubicBezTo>
                <a:cubicBezTo>
                  <a:pt x="30" y="95"/>
                  <a:pt x="30" y="95"/>
                  <a:pt x="30" y="95"/>
                </a:cubicBezTo>
                <a:cubicBezTo>
                  <a:pt x="31" y="95"/>
                  <a:pt x="32" y="95"/>
                  <a:pt x="32" y="94"/>
                </a:cubicBezTo>
                <a:close/>
                <a:moveTo>
                  <a:pt x="22" y="65"/>
                </a:moveTo>
                <a:cubicBezTo>
                  <a:pt x="22" y="65"/>
                  <a:pt x="22" y="65"/>
                  <a:pt x="22" y="65"/>
                </a:cubicBezTo>
                <a:cubicBezTo>
                  <a:pt x="22" y="64"/>
                  <a:pt x="21" y="62"/>
                  <a:pt x="19" y="62"/>
                </a:cubicBezTo>
                <a:cubicBezTo>
                  <a:pt x="3" y="62"/>
                  <a:pt x="3" y="62"/>
                  <a:pt x="3" y="62"/>
                </a:cubicBezTo>
                <a:cubicBezTo>
                  <a:pt x="1" y="62"/>
                  <a:pt x="0" y="64"/>
                  <a:pt x="0" y="65"/>
                </a:cubicBezTo>
                <a:cubicBezTo>
                  <a:pt x="0" y="67"/>
                  <a:pt x="1" y="69"/>
                  <a:pt x="3" y="69"/>
                </a:cubicBezTo>
                <a:cubicBezTo>
                  <a:pt x="19" y="69"/>
                  <a:pt x="19" y="69"/>
                  <a:pt x="19" y="69"/>
                </a:cubicBezTo>
                <a:cubicBezTo>
                  <a:pt x="21" y="69"/>
                  <a:pt x="22" y="67"/>
                  <a:pt x="22" y="65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8" name="Freeform 81"/>
          <p:cNvSpPr>
            <a:spLocks noEditPoints="1"/>
          </p:cNvSpPr>
          <p:nvPr/>
        </p:nvSpPr>
        <p:spPr bwMode="auto">
          <a:xfrm>
            <a:off x="4280056" y="1348192"/>
            <a:ext cx="320195" cy="460652"/>
          </a:xfrm>
          <a:custGeom>
            <a:avLst/>
            <a:gdLst>
              <a:gd name="T0" fmla="*/ 98 w 196"/>
              <a:gd name="T1" fmla="*/ 5 h 282"/>
              <a:gd name="T2" fmla="*/ 113 w 196"/>
              <a:gd name="T3" fmla="*/ 0 h 282"/>
              <a:gd name="T4" fmla="*/ 155 w 196"/>
              <a:gd name="T5" fmla="*/ 128 h 282"/>
              <a:gd name="T6" fmla="*/ 108 w 196"/>
              <a:gd name="T7" fmla="*/ 143 h 282"/>
              <a:gd name="T8" fmla="*/ 98 w 196"/>
              <a:gd name="T9" fmla="*/ 111 h 282"/>
              <a:gd name="T10" fmla="*/ 98 w 196"/>
              <a:gd name="T11" fmla="*/ 5 h 282"/>
              <a:gd name="T12" fmla="*/ 98 w 196"/>
              <a:gd name="T13" fmla="*/ 222 h 282"/>
              <a:gd name="T14" fmla="*/ 136 w 196"/>
              <a:gd name="T15" fmla="*/ 209 h 282"/>
              <a:gd name="T16" fmla="*/ 107 w 196"/>
              <a:gd name="T17" fmla="*/ 209 h 282"/>
              <a:gd name="T18" fmla="*/ 107 w 196"/>
              <a:gd name="T19" fmla="*/ 192 h 282"/>
              <a:gd name="T20" fmla="*/ 152 w 196"/>
              <a:gd name="T21" fmla="*/ 192 h 282"/>
              <a:gd name="T22" fmla="*/ 189 w 196"/>
              <a:gd name="T23" fmla="*/ 192 h 282"/>
              <a:gd name="T24" fmla="*/ 196 w 196"/>
              <a:gd name="T25" fmla="*/ 192 h 282"/>
              <a:gd name="T26" fmla="*/ 196 w 196"/>
              <a:gd name="T27" fmla="*/ 209 h 282"/>
              <a:gd name="T28" fmla="*/ 180 w 196"/>
              <a:gd name="T29" fmla="*/ 209 h 282"/>
              <a:gd name="T30" fmla="*/ 134 w 196"/>
              <a:gd name="T31" fmla="*/ 247 h 282"/>
              <a:gd name="T32" fmla="*/ 169 w 196"/>
              <a:gd name="T33" fmla="*/ 267 h 282"/>
              <a:gd name="T34" fmla="*/ 169 w 196"/>
              <a:gd name="T35" fmla="*/ 282 h 282"/>
              <a:gd name="T36" fmla="*/ 98 w 196"/>
              <a:gd name="T37" fmla="*/ 282 h 282"/>
              <a:gd name="T38" fmla="*/ 98 w 196"/>
              <a:gd name="T39" fmla="*/ 268 h 282"/>
              <a:gd name="T40" fmla="*/ 111 w 196"/>
              <a:gd name="T41" fmla="*/ 255 h 282"/>
              <a:gd name="T42" fmla="*/ 98 w 196"/>
              <a:gd name="T43" fmla="*/ 242 h 282"/>
              <a:gd name="T44" fmla="*/ 98 w 196"/>
              <a:gd name="T45" fmla="*/ 222 h 282"/>
              <a:gd name="T46" fmla="*/ 67 w 196"/>
              <a:gd name="T47" fmla="*/ 15 h 282"/>
              <a:gd name="T48" fmla="*/ 98 w 196"/>
              <a:gd name="T49" fmla="*/ 5 h 282"/>
              <a:gd name="T50" fmla="*/ 98 w 196"/>
              <a:gd name="T51" fmla="*/ 111 h 282"/>
              <a:gd name="T52" fmla="*/ 92 w 196"/>
              <a:gd name="T53" fmla="*/ 92 h 282"/>
              <a:gd name="T54" fmla="*/ 33 w 196"/>
              <a:gd name="T55" fmla="*/ 157 h 282"/>
              <a:gd name="T56" fmla="*/ 98 w 196"/>
              <a:gd name="T57" fmla="*/ 222 h 282"/>
              <a:gd name="T58" fmla="*/ 98 w 196"/>
              <a:gd name="T59" fmla="*/ 222 h 282"/>
              <a:gd name="T60" fmla="*/ 98 w 196"/>
              <a:gd name="T61" fmla="*/ 242 h 282"/>
              <a:gd name="T62" fmla="*/ 85 w 196"/>
              <a:gd name="T63" fmla="*/ 255 h 282"/>
              <a:gd name="T64" fmla="*/ 98 w 196"/>
              <a:gd name="T65" fmla="*/ 268 h 282"/>
              <a:gd name="T66" fmla="*/ 98 w 196"/>
              <a:gd name="T67" fmla="*/ 282 h 282"/>
              <a:gd name="T68" fmla="*/ 27 w 196"/>
              <a:gd name="T69" fmla="*/ 282 h 282"/>
              <a:gd name="T70" fmla="*/ 27 w 196"/>
              <a:gd name="T71" fmla="*/ 267 h 282"/>
              <a:gd name="T72" fmla="*/ 61 w 196"/>
              <a:gd name="T73" fmla="*/ 247 h 282"/>
              <a:gd name="T74" fmla="*/ 0 w 196"/>
              <a:gd name="T75" fmla="*/ 157 h 282"/>
              <a:gd name="T76" fmla="*/ 82 w 196"/>
              <a:gd name="T77" fmla="*/ 61 h 282"/>
              <a:gd name="T78" fmla="*/ 67 w 196"/>
              <a:gd name="T79" fmla="*/ 15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96" h="282">
                <a:moveTo>
                  <a:pt x="98" y="5"/>
                </a:moveTo>
                <a:cubicBezTo>
                  <a:pt x="113" y="0"/>
                  <a:pt x="113" y="0"/>
                  <a:pt x="113" y="0"/>
                </a:cubicBezTo>
                <a:cubicBezTo>
                  <a:pt x="155" y="128"/>
                  <a:pt x="155" y="128"/>
                  <a:pt x="155" y="128"/>
                </a:cubicBezTo>
                <a:cubicBezTo>
                  <a:pt x="108" y="143"/>
                  <a:pt x="108" y="143"/>
                  <a:pt x="108" y="143"/>
                </a:cubicBezTo>
                <a:cubicBezTo>
                  <a:pt x="98" y="111"/>
                  <a:pt x="98" y="111"/>
                  <a:pt x="98" y="111"/>
                </a:cubicBezTo>
                <a:cubicBezTo>
                  <a:pt x="98" y="5"/>
                  <a:pt x="98" y="5"/>
                  <a:pt x="98" y="5"/>
                </a:cubicBezTo>
                <a:close/>
                <a:moveTo>
                  <a:pt x="98" y="222"/>
                </a:moveTo>
                <a:cubicBezTo>
                  <a:pt x="112" y="222"/>
                  <a:pt x="125" y="217"/>
                  <a:pt x="136" y="209"/>
                </a:cubicBezTo>
                <a:cubicBezTo>
                  <a:pt x="107" y="209"/>
                  <a:pt x="107" y="209"/>
                  <a:pt x="107" y="209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52" y="192"/>
                  <a:pt x="152" y="192"/>
                  <a:pt x="152" y="192"/>
                </a:cubicBezTo>
                <a:cubicBezTo>
                  <a:pt x="189" y="192"/>
                  <a:pt x="189" y="192"/>
                  <a:pt x="189" y="192"/>
                </a:cubicBezTo>
                <a:cubicBezTo>
                  <a:pt x="196" y="192"/>
                  <a:pt x="196" y="192"/>
                  <a:pt x="196" y="192"/>
                </a:cubicBezTo>
                <a:cubicBezTo>
                  <a:pt x="196" y="209"/>
                  <a:pt x="196" y="209"/>
                  <a:pt x="196" y="209"/>
                </a:cubicBezTo>
                <a:cubicBezTo>
                  <a:pt x="180" y="209"/>
                  <a:pt x="180" y="209"/>
                  <a:pt x="180" y="209"/>
                </a:cubicBezTo>
                <a:cubicBezTo>
                  <a:pt x="169" y="226"/>
                  <a:pt x="153" y="239"/>
                  <a:pt x="134" y="247"/>
                </a:cubicBezTo>
                <a:cubicBezTo>
                  <a:pt x="154" y="251"/>
                  <a:pt x="169" y="257"/>
                  <a:pt x="169" y="267"/>
                </a:cubicBezTo>
                <a:cubicBezTo>
                  <a:pt x="169" y="282"/>
                  <a:pt x="169" y="282"/>
                  <a:pt x="169" y="282"/>
                </a:cubicBezTo>
                <a:cubicBezTo>
                  <a:pt x="98" y="282"/>
                  <a:pt x="98" y="282"/>
                  <a:pt x="98" y="282"/>
                </a:cubicBezTo>
                <a:cubicBezTo>
                  <a:pt x="98" y="268"/>
                  <a:pt x="98" y="268"/>
                  <a:pt x="98" y="268"/>
                </a:cubicBezTo>
                <a:cubicBezTo>
                  <a:pt x="105" y="268"/>
                  <a:pt x="111" y="262"/>
                  <a:pt x="111" y="255"/>
                </a:cubicBezTo>
                <a:cubicBezTo>
                  <a:pt x="111" y="248"/>
                  <a:pt x="105" y="242"/>
                  <a:pt x="98" y="242"/>
                </a:cubicBezTo>
                <a:lnTo>
                  <a:pt x="98" y="222"/>
                </a:lnTo>
                <a:close/>
                <a:moveTo>
                  <a:pt x="67" y="15"/>
                </a:moveTo>
                <a:cubicBezTo>
                  <a:pt x="98" y="5"/>
                  <a:pt x="98" y="5"/>
                  <a:pt x="98" y="5"/>
                </a:cubicBezTo>
                <a:cubicBezTo>
                  <a:pt x="98" y="111"/>
                  <a:pt x="98" y="111"/>
                  <a:pt x="98" y="111"/>
                </a:cubicBezTo>
                <a:cubicBezTo>
                  <a:pt x="92" y="92"/>
                  <a:pt x="92" y="92"/>
                  <a:pt x="92" y="92"/>
                </a:cubicBezTo>
                <a:cubicBezTo>
                  <a:pt x="59" y="95"/>
                  <a:pt x="33" y="123"/>
                  <a:pt x="33" y="157"/>
                </a:cubicBezTo>
                <a:cubicBezTo>
                  <a:pt x="33" y="193"/>
                  <a:pt x="62" y="222"/>
                  <a:pt x="98" y="222"/>
                </a:cubicBezTo>
                <a:cubicBezTo>
                  <a:pt x="98" y="222"/>
                  <a:pt x="98" y="222"/>
                  <a:pt x="98" y="222"/>
                </a:cubicBezTo>
                <a:cubicBezTo>
                  <a:pt x="98" y="242"/>
                  <a:pt x="98" y="242"/>
                  <a:pt x="98" y="242"/>
                </a:cubicBezTo>
                <a:cubicBezTo>
                  <a:pt x="91" y="242"/>
                  <a:pt x="85" y="248"/>
                  <a:pt x="85" y="255"/>
                </a:cubicBezTo>
                <a:cubicBezTo>
                  <a:pt x="85" y="262"/>
                  <a:pt x="91" y="268"/>
                  <a:pt x="98" y="268"/>
                </a:cubicBezTo>
                <a:cubicBezTo>
                  <a:pt x="98" y="282"/>
                  <a:pt x="98" y="282"/>
                  <a:pt x="98" y="282"/>
                </a:cubicBezTo>
                <a:cubicBezTo>
                  <a:pt x="27" y="282"/>
                  <a:pt x="27" y="282"/>
                  <a:pt x="27" y="282"/>
                </a:cubicBezTo>
                <a:cubicBezTo>
                  <a:pt x="27" y="267"/>
                  <a:pt x="27" y="267"/>
                  <a:pt x="27" y="267"/>
                </a:cubicBezTo>
                <a:cubicBezTo>
                  <a:pt x="27" y="257"/>
                  <a:pt x="41" y="251"/>
                  <a:pt x="61" y="247"/>
                </a:cubicBezTo>
                <a:cubicBezTo>
                  <a:pt x="26" y="233"/>
                  <a:pt x="0" y="198"/>
                  <a:pt x="0" y="157"/>
                </a:cubicBezTo>
                <a:cubicBezTo>
                  <a:pt x="0" y="108"/>
                  <a:pt x="36" y="68"/>
                  <a:pt x="82" y="61"/>
                </a:cubicBezTo>
                <a:lnTo>
                  <a:pt x="67" y="15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09" name="Freeform 82"/>
          <p:cNvSpPr>
            <a:spLocks noEditPoints="1"/>
          </p:cNvSpPr>
          <p:nvPr/>
        </p:nvSpPr>
        <p:spPr bwMode="auto">
          <a:xfrm>
            <a:off x="4165786" y="1282725"/>
            <a:ext cx="184499" cy="163074"/>
          </a:xfrm>
          <a:custGeom>
            <a:avLst/>
            <a:gdLst>
              <a:gd name="T0" fmla="*/ 103 w 113"/>
              <a:gd name="T1" fmla="*/ 31 h 100"/>
              <a:gd name="T2" fmla="*/ 57 w 113"/>
              <a:gd name="T3" fmla="*/ 0 h 100"/>
              <a:gd name="T4" fmla="*/ 57 w 113"/>
              <a:gd name="T5" fmla="*/ 9 h 100"/>
              <a:gd name="T6" fmla="*/ 95 w 113"/>
              <a:gd name="T7" fmla="*/ 35 h 100"/>
              <a:gd name="T8" fmla="*/ 72 w 113"/>
              <a:gd name="T9" fmla="*/ 88 h 100"/>
              <a:gd name="T10" fmla="*/ 57 w 113"/>
              <a:gd name="T11" fmla="*/ 91 h 100"/>
              <a:gd name="T12" fmla="*/ 57 w 113"/>
              <a:gd name="T13" fmla="*/ 100 h 100"/>
              <a:gd name="T14" fmla="*/ 75 w 113"/>
              <a:gd name="T15" fmla="*/ 96 h 100"/>
              <a:gd name="T16" fmla="*/ 103 w 113"/>
              <a:gd name="T17" fmla="*/ 31 h 100"/>
              <a:gd name="T18" fmla="*/ 57 w 113"/>
              <a:gd name="T19" fmla="*/ 0 h 100"/>
              <a:gd name="T20" fmla="*/ 38 w 113"/>
              <a:gd name="T21" fmla="*/ 4 h 100"/>
              <a:gd name="T22" fmla="*/ 11 w 113"/>
              <a:gd name="T23" fmla="*/ 68 h 100"/>
              <a:gd name="T24" fmla="*/ 57 w 113"/>
              <a:gd name="T25" fmla="*/ 100 h 100"/>
              <a:gd name="T26" fmla="*/ 57 w 113"/>
              <a:gd name="T27" fmla="*/ 91 h 100"/>
              <a:gd name="T28" fmla="*/ 19 w 113"/>
              <a:gd name="T29" fmla="*/ 65 h 100"/>
              <a:gd name="T30" fmla="*/ 19 w 113"/>
              <a:gd name="T31" fmla="*/ 65 h 100"/>
              <a:gd name="T32" fmla="*/ 42 w 113"/>
              <a:gd name="T33" fmla="*/ 12 h 100"/>
              <a:gd name="T34" fmla="*/ 57 w 113"/>
              <a:gd name="T35" fmla="*/ 9 h 100"/>
              <a:gd name="T36" fmla="*/ 57 w 113"/>
              <a:gd name="T37" fmla="*/ 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3" h="100">
                <a:moveTo>
                  <a:pt x="103" y="31"/>
                </a:moveTo>
                <a:cubicBezTo>
                  <a:pt x="95" y="12"/>
                  <a:pt x="77" y="0"/>
                  <a:pt x="57" y="0"/>
                </a:cubicBezTo>
                <a:cubicBezTo>
                  <a:pt x="57" y="9"/>
                  <a:pt x="57" y="9"/>
                  <a:pt x="57" y="9"/>
                </a:cubicBezTo>
                <a:cubicBezTo>
                  <a:pt x="73" y="9"/>
                  <a:pt x="88" y="19"/>
                  <a:pt x="95" y="35"/>
                </a:cubicBezTo>
                <a:cubicBezTo>
                  <a:pt x="103" y="56"/>
                  <a:pt x="93" y="79"/>
                  <a:pt x="72" y="88"/>
                </a:cubicBezTo>
                <a:cubicBezTo>
                  <a:pt x="67" y="90"/>
                  <a:pt x="62" y="91"/>
                  <a:pt x="57" y="91"/>
                </a:cubicBezTo>
                <a:cubicBezTo>
                  <a:pt x="57" y="100"/>
                  <a:pt x="57" y="100"/>
                  <a:pt x="57" y="100"/>
                </a:cubicBezTo>
                <a:cubicBezTo>
                  <a:pt x="63" y="100"/>
                  <a:pt x="69" y="99"/>
                  <a:pt x="75" y="96"/>
                </a:cubicBezTo>
                <a:cubicBezTo>
                  <a:pt x="101" y="86"/>
                  <a:pt x="113" y="57"/>
                  <a:pt x="103" y="31"/>
                </a:cubicBezTo>
                <a:close/>
                <a:moveTo>
                  <a:pt x="57" y="0"/>
                </a:moveTo>
                <a:cubicBezTo>
                  <a:pt x="51" y="0"/>
                  <a:pt x="44" y="1"/>
                  <a:pt x="38" y="4"/>
                </a:cubicBezTo>
                <a:cubicBezTo>
                  <a:pt x="13" y="14"/>
                  <a:pt x="0" y="43"/>
                  <a:pt x="11" y="68"/>
                </a:cubicBezTo>
                <a:cubicBezTo>
                  <a:pt x="18" y="88"/>
                  <a:pt x="37" y="100"/>
                  <a:pt x="57" y="100"/>
                </a:cubicBezTo>
                <a:cubicBezTo>
                  <a:pt x="57" y="91"/>
                  <a:pt x="57" y="91"/>
                  <a:pt x="57" y="91"/>
                </a:cubicBezTo>
                <a:cubicBezTo>
                  <a:pt x="41" y="90"/>
                  <a:pt x="26" y="81"/>
                  <a:pt x="19" y="65"/>
                </a:cubicBezTo>
                <a:cubicBezTo>
                  <a:pt x="19" y="65"/>
                  <a:pt x="19" y="65"/>
                  <a:pt x="19" y="65"/>
                </a:cubicBezTo>
                <a:cubicBezTo>
                  <a:pt x="11" y="44"/>
                  <a:pt x="21" y="21"/>
                  <a:pt x="42" y="12"/>
                </a:cubicBezTo>
                <a:cubicBezTo>
                  <a:pt x="47" y="10"/>
                  <a:pt x="52" y="9"/>
                  <a:pt x="57" y="9"/>
                </a:cubicBezTo>
                <a:lnTo>
                  <a:pt x="57" y="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0" name="Freeform 83"/>
          <p:cNvSpPr/>
          <p:nvPr/>
        </p:nvSpPr>
        <p:spPr bwMode="auto">
          <a:xfrm>
            <a:off x="4113412" y="1380331"/>
            <a:ext cx="80941" cy="51184"/>
          </a:xfrm>
          <a:custGeom>
            <a:avLst/>
            <a:gdLst>
              <a:gd name="T0" fmla="*/ 7 w 68"/>
              <a:gd name="T1" fmla="*/ 43 h 43"/>
              <a:gd name="T2" fmla="*/ 0 w 68"/>
              <a:gd name="T3" fmla="*/ 25 h 43"/>
              <a:gd name="T4" fmla="*/ 62 w 68"/>
              <a:gd name="T5" fmla="*/ 0 h 43"/>
              <a:gd name="T6" fmla="*/ 68 w 68"/>
              <a:gd name="T7" fmla="*/ 18 h 43"/>
              <a:gd name="T8" fmla="*/ 7 w 68"/>
              <a:gd name="T9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" h="43">
                <a:moveTo>
                  <a:pt x="7" y="43"/>
                </a:moveTo>
                <a:lnTo>
                  <a:pt x="0" y="25"/>
                </a:lnTo>
                <a:lnTo>
                  <a:pt x="62" y="0"/>
                </a:lnTo>
                <a:lnTo>
                  <a:pt x="68" y="18"/>
                </a:lnTo>
                <a:lnTo>
                  <a:pt x="7" y="43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1" name="Freeform 84"/>
          <p:cNvSpPr/>
          <p:nvPr/>
        </p:nvSpPr>
        <p:spPr bwMode="auto">
          <a:xfrm>
            <a:off x="4062229" y="1387473"/>
            <a:ext cx="109509" cy="66658"/>
          </a:xfrm>
          <a:custGeom>
            <a:avLst/>
            <a:gdLst>
              <a:gd name="T0" fmla="*/ 16 w 67"/>
              <a:gd name="T1" fmla="*/ 39 h 41"/>
              <a:gd name="T2" fmla="*/ 2 w 67"/>
              <a:gd name="T3" fmla="*/ 33 h 41"/>
              <a:gd name="T4" fmla="*/ 8 w 67"/>
              <a:gd name="T5" fmla="*/ 19 h 41"/>
              <a:gd name="T6" fmla="*/ 50 w 67"/>
              <a:gd name="T7" fmla="*/ 2 h 41"/>
              <a:gd name="T8" fmla="*/ 64 w 67"/>
              <a:gd name="T9" fmla="*/ 8 h 41"/>
              <a:gd name="T10" fmla="*/ 58 w 67"/>
              <a:gd name="T11" fmla="*/ 22 h 41"/>
              <a:gd name="T12" fmla="*/ 16 w 67"/>
              <a:gd name="T13" fmla="*/ 3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7" h="41">
                <a:moveTo>
                  <a:pt x="16" y="39"/>
                </a:moveTo>
                <a:cubicBezTo>
                  <a:pt x="10" y="41"/>
                  <a:pt x="4" y="39"/>
                  <a:pt x="2" y="33"/>
                </a:cubicBezTo>
                <a:cubicBezTo>
                  <a:pt x="0" y="28"/>
                  <a:pt x="2" y="21"/>
                  <a:pt x="8" y="19"/>
                </a:cubicBezTo>
                <a:cubicBezTo>
                  <a:pt x="50" y="2"/>
                  <a:pt x="50" y="2"/>
                  <a:pt x="50" y="2"/>
                </a:cubicBezTo>
                <a:cubicBezTo>
                  <a:pt x="56" y="0"/>
                  <a:pt x="62" y="3"/>
                  <a:pt x="64" y="8"/>
                </a:cubicBezTo>
                <a:cubicBezTo>
                  <a:pt x="67" y="14"/>
                  <a:pt x="64" y="20"/>
                  <a:pt x="58" y="22"/>
                </a:cubicBezTo>
                <a:lnTo>
                  <a:pt x="16" y="39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2" name="Freeform 85"/>
          <p:cNvSpPr>
            <a:spLocks noEditPoints="1"/>
          </p:cNvSpPr>
          <p:nvPr/>
        </p:nvSpPr>
        <p:spPr bwMode="auto">
          <a:xfrm>
            <a:off x="3999142" y="2256403"/>
            <a:ext cx="334479" cy="119032"/>
          </a:xfrm>
          <a:custGeom>
            <a:avLst/>
            <a:gdLst>
              <a:gd name="T0" fmla="*/ 142 w 205"/>
              <a:gd name="T1" fmla="*/ 5 h 73"/>
              <a:gd name="T2" fmla="*/ 157 w 205"/>
              <a:gd name="T3" fmla="*/ 2 h 73"/>
              <a:gd name="T4" fmla="*/ 164 w 205"/>
              <a:gd name="T5" fmla="*/ 5 h 73"/>
              <a:gd name="T6" fmla="*/ 179 w 205"/>
              <a:gd name="T7" fmla="*/ 2 h 73"/>
              <a:gd name="T8" fmla="*/ 202 w 205"/>
              <a:gd name="T9" fmla="*/ 18 h 73"/>
              <a:gd name="T10" fmla="*/ 187 w 205"/>
              <a:gd name="T11" fmla="*/ 42 h 73"/>
              <a:gd name="T12" fmla="*/ 177 w 205"/>
              <a:gd name="T13" fmla="*/ 43 h 73"/>
              <a:gd name="T14" fmla="*/ 166 w 205"/>
              <a:gd name="T15" fmla="*/ 18 h 73"/>
              <a:gd name="T16" fmla="*/ 172 w 205"/>
              <a:gd name="T17" fmla="*/ 45 h 73"/>
              <a:gd name="T18" fmla="*/ 167 w 205"/>
              <a:gd name="T19" fmla="*/ 50 h 73"/>
              <a:gd name="T20" fmla="*/ 142 w 205"/>
              <a:gd name="T21" fmla="*/ 55 h 73"/>
              <a:gd name="T22" fmla="*/ 142 w 205"/>
              <a:gd name="T23" fmla="*/ 20 h 73"/>
              <a:gd name="T24" fmla="*/ 158 w 205"/>
              <a:gd name="T25" fmla="*/ 17 h 73"/>
              <a:gd name="T26" fmla="*/ 163 w 205"/>
              <a:gd name="T27" fmla="*/ 19 h 73"/>
              <a:gd name="T28" fmla="*/ 161 w 205"/>
              <a:gd name="T29" fmla="*/ 9 h 73"/>
              <a:gd name="T30" fmla="*/ 155 w 205"/>
              <a:gd name="T31" fmla="*/ 5 h 73"/>
              <a:gd name="T32" fmla="*/ 142 w 205"/>
              <a:gd name="T33" fmla="*/ 8 h 73"/>
              <a:gd name="T34" fmla="*/ 142 w 205"/>
              <a:gd name="T35" fmla="*/ 5 h 73"/>
              <a:gd name="T36" fmla="*/ 28 w 205"/>
              <a:gd name="T37" fmla="*/ 30 h 73"/>
              <a:gd name="T38" fmla="*/ 116 w 205"/>
              <a:gd name="T39" fmla="*/ 13 h 73"/>
              <a:gd name="T40" fmla="*/ 121 w 205"/>
              <a:gd name="T41" fmla="*/ 9 h 73"/>
              <a:gd name="T42" fmla="*/ 142 w 205"/>
              <a:gd name="T43" fmla="*/ 5 h 73"/>
              <a:gd name="T44" fmla="*/ 142 w 205"/>
              <a:gd name="T45" fmla="*/ 8 h 73"/>
              <a:gd name="T46" fmla="*/ 124 w 205"/>
              <a:gd name="T47" fmla="*/ 11 h 73"/>
              <a:gd name="T48" fmla="*/ 120 w 205"/>
              <a:gd name="T49" fmla="*/ 17 h 73"/>
              <a:gd name="T50" fmla="*/ 122 w 205"/>
              <a:gd name="T51" fmla="*/ 28 h 73"/>
              <a:gd name="T52" fmla="*/ 122 w 205"/>
              <a:gd name="T53" fmla="*/ 28 h 73"/>
              <a:gd name="T54" fmla="*/ 126 w 205"/>
              <a:gd name="T55" fmla="*/ 24 h 73"/>
              <a:gd name="T56" fmla="*/ 142 w 205"/>
              <a:gd name="T57" fmla="*/ 20 h 73"/>
              <a:gd name="T58" fmla="*/ 142 w 205"/>
              <a:gd name="T59" fmla="*/ 55 h 73"/>
              <a:gd name="T60" fmla="*/ 130 w 205"/>
              <a:gd name="T61" fmla="*/ 57 h 73"/>
              <a:gd name="T62" fmla="*/ 125 w 205"/>
              <a:gd name="T63" fmla="*/ 56 h 73"/>
              <a:gd name="T64" fmla="*/ 35 w 205"/>
              <a:gd name="T65" fmla="*/ 73 h 73"/>
              <a:gd name="T66" fmla="*/ 28 w 205"/>
              <a:gd name="T67" fmla="*/ 70 h 73"/>
              <a:gd name="T68" fmla="*/ 28 w 205"/>
              <a:gd name="T69" fmla="*/ 67 h 73"/>
              <a:gd name="T70" fmla="*/ 35 w 205"/>
              <a:gd name="T71" fmla="*/ 70 h 73"/>
              <a:gd name="T72" fmla="*/ 35 w 205"/>
              <a:gd name="T73" fmla="*/ 70 h 73"/>
              <a:gd name="T74" fmla="*/ 37 w 205"/>
              <a:gd name="T75" fmla="*/ 70 h 73"/>
              <a:gd name="T76" fmla="*/ 42 w 205"/>
              <a:gd name="T77" fmla="*/ 62 h 73"/>
              <a:gd name="T78" fmla="*/ 36 w 205"/>
              <a:gd name="T79" fmla="*/ 57 h 73"/>
              <a:gd name="T80" fmla="*/ 40 w 205"/>
              <a:gd name="T81" fmla="*/ 50 h 73"/>
              <a:gd name="T82" fmla="*/ 34 w 205"/>
              <a:gd name="T83" fmla="*/ 45 h 73"/>
              <a:gd name="T84" fmla="*/ 37 w 205"/>
              <a:gd name="T85" fmla="*/ 38 h 73"/>
              <a:gd name="T86" fmla="*/ 30 w 205"/>
              <a:gd name="T87" fmla="*/ 33 h 73"/>
              <a:gd name="T88" fmla="*/ 28 w 205"/>
              <a:gd name="T89" fmla="*/ 33 h 73"/>
              <a:gd name="T90" fmla="*/ 28 w 205"/>
              <a:gd name="T91" fmla="*/ 34 h 73"/>
              <a:gd name="T92" fmla="*/ 28 w 205"/>
              <a:gd name="T93" fmla="*/ 30 h 73"/>
              <a:gd name="T94" fmla="*/ 26 w 205"/>
              <a:gd name="T95" fmla="*/ 31 h 73"/>
              <a:gd name="T96" fmla="*/ 28 w 205"/>
              <a:gd name="T97" fmla="*/ 30 h 73"/>
              <a:gd name="T98" fmla="*/ 28 w 205"/>
              <a:gd name="T99" fmla="*/ 34 h 73"/>
              <a:gd name="T100" fmla="*/ 13 w 205"/>
              <a:gd name="T101" fmla="*/ 49 h 73"/>
              <a:gd name="T102" fmla="*/ 15 w 205"/>
              <a:gd name="T103" fmla="*/ 62 h 73"/>
              <a:gd name="T104" fmla="*/ 28 w 205"/>
              <a:gd name="T105" fmla="*/ 67 h 73"/>
              <a:gd name="T106" fmla="*/ 28 w 205"/>
              <a:gd name="T107" fmla="*/ 70 h 73"/>
              <a:gd name="T108" fmla="*/ 0 w 205"/>
              <a:gd name="T109" fmla="*/ 58 h 73"/>
              <a:gd name="T110" fmla="*/ 26 w 205"/>
              <a:gd name="T111" fmla="*/ 31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5" h="73">
                <a:moveTo>
                  <a:pt x="142" y="5"/>
                </a:moveTo>
                <a:cubicBezTo>
                  <a:pt x="157" y="2"/>
                  <a:pt x="157" y="2"/>
                  <a:pt x="157" y="2"/>
                </a:cubicBezTo>
                <a:cubicBezTo>
                  <a:pt x="160" y="1"/>
                  <a:pt x="163" y="3"/>
                  <a:pt x="164" y="5"/>
                </a:cubicBezTo>
                <a:cubicBezTo>
                  <a:pt x="179" y="2"/>
                  <a:pt x="179" y="2"/>
                  <a:pt x="179" y="2"/>
                </a:cubicBezTo>
                <a:cubicBezTo>
                  <a:pt x="190" y="0"/>
                  <a:pt x="200" y="7"/>
                  <a:pt x="202" y="18"/>
                </a:cubicBezTo>
                <a:cubicBezTo>
                  <a:pt x="205" y="29"/>
                  <a:pt x="197" y="39"/>
                  <a:pt x="187" y="42"/>
                </a:cubicBezTo>
                <a:cubicBezTo>
                  <a:pt x="177" y="43"/>
                  <a:pt x="177" y="43"/>
                  <a:pt x="177" y="43"/>
                </a:cubicBezTo>
                <a:cubicBezTo>
                  <a:pt x="166" y="18"/>
                  <a:pt x="166" y="18"/>
                  <a:pt x="166" y="18"/>
                </a:cubicBezTo>
                <a:cubicBezTo>
                  <a:pt x="172" y="45"/>
                  <a:pt x="172" y="45"/>
                  <a:pt x="172" y="45"/>
                </a:cubicBezTo>
                <a:cubicBezTo>
                  <a:pt x="172" y="47"/>
                  <a:pt x="170" y="50"/>
                  <a:pt x="167" y="50"/>
                </a:cubicBezTo>
                <a:cubicBezTo>
                  <a:pt x="142" y="55"/>
                  <a:pt x="142" y="55"/>
                  <a:pt x="142" y="55"/>
                </a:cubicBezTo>
                <a:cubicBezTo>
                  <a:pt x="142" y="20"/>
                  <a:pt x="142" y="20"/>
                  <a:pt x="142" y="20"/>
                </a:cubicBezTo>
                <a:cubicBezTo>
                  <a:pt x="158" y="17"/>
                  <a:pt x="158" y="17"/>
                  <a:pt x="158" y="17"/>
                </a:cubicBezTo>
                <a:cubicBezTo>
                  <a:pt x="160" y="17"/>
                  <a:pt x="162" y="18"/>
                  <a:pt x="163" y="1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6"/>
                  <a:pt x="158" y="5"/>
                  <a:pt x="155" y="5"/>
                </a:cubicBezTo>
                <a:cubicBezTo>
                  <a:pt x="142" y="8"/>
                  <a:pt x="142" y="8"/>
                  <a:pt x="142" y="8"/>
                </a:cubicBezTo>
                <a:lnTo>
                  <a:pt x="142" y="5"/>
                </a:lnTo>
                <a:close/>
                <a:moveTo>
                  <a:pt x="28" y="30"/>
                </a:moveTo>
                <a:cubicBezTo>
                  <a:pt x="116" y="13"/>
                  <a:pt x="116" y="13"/>
                  <a:pt x="116" y="13"/>
                </a:cubicBezTo>
                <a:cubicBezTo>
                  <a:pt x="117" y="11"/>
                  <a:pt x="119" y="9"/>
                  <a:pt x="121" y="9"/>
                </a:cubicBezTo>
                <a:cubicBezTo>
                  <a:pt x="142" y="5"/>
                  <a:pt x="142" y="5"/>
                  <a:pt x="142" y="5"/>
                </a:cubicBezTo>
                <a:cubicBezTo>
                  <a:pt x="142" y="8"/>
                  <a:pt x="142" y="8"/>
                  <a:pt x="142" y="8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1" y="12"/>
                  <a:pt x="119" y="15"/>
                  <a:pt x="120" y="17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2" y="26"/>
                  <a:pt x="124" y="24"/>
                  <a:pt x="126" y="24"/>
                </a:cubicBezTo>
                <a:cubicBezTo>
                  <a:pt x="142" y="20"/>
                  <a:pt x="142" y="20"/>
                  <a:pt x="142" y="20"/>
                </a:cubicBezTo>
                <a:cubicBezTo>
                  <a:pt x="142" y="55"/>
                  <a:pt x="142" y="55"/>
                  <a:pt x="142" y="55"/>
                </a:cubicBezTo>
                <a:cubicBezTo>
                  <a:pt x="130" y="57"/>
                  <a:pt x="130" y="57"/>
                  <a:pt x="130" y="57"/>
                </a:cubicBezTo>
                <a:cubicBezTo>
                  <a:pt x="128" y="58"/>
                  <a:pt x="126" y="57"/>
                  <a:pt x="125" y="56"/>
                </a:cubicBezTo>
                <a:cubicBezTo>
                  <a:pt x="35" y="73"/>
                  <a:pt x="35" y="73"/>
                  <a:pt x="35" y="73"/>
                </a:cubicBezTo>
                <a:cubicBezTo>
                  <a:pt x="28" y="70"/>
                  <a:pt x="28" y="70"/>
                  <a:pt x="28" y="70"/>
                </a:cubicBezTo>
                <a:cubicBezTo>
                  <a:pt x="28" y="67"/>
                  <a:pt x="28" y="67"/>
                  <a:pt x="28" y="67"/>
                </a:cubicBezTo>
                <a:cubicBezTo>
                  <a:pt x="35" y="70"/>
                  <a:pt x="35" y="70"/>
                  <a:pt x="35" y="70"/>
                </a:cubicBezTo>
                <a:cubicBezTo>
                  <a:pt x="35" y="70"/>
                  <a:pt x="35" y="70"/>
                  <a:pt x="35" y="70"/>
                </a:cubicBezTo>
                <a:cubicBezTo>
                  <a:pt x="37" y="70"/>
                  <a:pt x="37" y="70"/>
                  <a:pt x="37" y="70"/>
                </a:cubicBezTo>
                <a:cubicBezTo>
                  <a:pt x="41" y="69"/>
                  <a:pt x="43" y="66"/>
                  <a:pt x="42" y="62"/>
                </a:cubicBezTo>
                <a:cubicBezTo>
                  <a:pt x="42" y="59"/>
                  <a:pt x="39" y="57"/>
                  <a:pt x="36" y="57"/>
                </a:cubicBezTo>
                <a:cubicBezTo>
                  <a:pt x="39" y="56"/>
                  <a:pt x="40" y="53"/>
                  <a:pt x="40" y="50"/>
                </a:cubicBezTo>
                <a:cubicBezTo>
                  <a:pt x="39" y="47"/>
                  <a:pt x="37" y="45"/>
                  <a:pt x="34" y="45"/>
                </a:cubicBezTo>
                <a:cubicBezTo>
                  <a:pt x="36" y="44"/>
                  <a:pt x="38" y="41"/>
                  <a:pt x="37" y="38"/>
                </a:cubicBezTo>
                <a:cubicBezTo>
                  <a:pt x="37" y="34"/>
                  <a:pt x="33" y="32"/>
                  <a:pt x="30" y="33"/>
                </a:cubicBezTo>
                <a:cubicBezTo>
                  <a:pt x="28" y="33"/>
                  <a:pt x="28" y="33"/>
                  <a:pt x="28" y="33"/>
                </a:cubicBezTo>
                <a:cubicBezTo>
                  <a:pt x="28" y="34"/>
                  <a:pt x="28" y="34"/>
                  <a:pt x="28" y="34"/>
                </a:cubicBezTo>
                <a:lnTo>
                  <a:pt x="28" y="30"/>
                </a:lnTo>
                <a:close/>
                <a:moveTo>
                  <a:pt x="26" y="31"/>
                </a:moveTo>
                <a:cubicBezTo>
                  <a:pt x="28" y="30"/>
                  <a:pt x="28" y="30"/>
                  <a:pt x="28" y="30"/>
                </a:cubicBezTo>
                <a:cubicBezTo>
                  <a:pt x="28" y="34"/>
                  <a:pt x="28" y="34"/>
                  <a:pt x="28" y="34"/>
                </a:cubicBezTo>
                <a:cubicBezTo>
                  <a:pt x="13" y="49"/>
                  <a:pt x="13" y="49"/>
                  <a:pt x="13" y="49"/>
                </a:cubicBezTo>
                <a:cubicBezTo>
                  <a:pt x="15" y="62"/>
                  <a:pt x="15" y="62"/>
                  <a:pt x="15" y="62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70"/>
                  <a:pt x="28" y="70"/>
                  <a:pt x="28" y="70"/>
                </a:cubicBezTo>
                <a:cubicBezTo>
                  <a:pt x="0" y="58"/>
                  <a:pt x="0" y="58"/>
                  <a:pt x="0" y="58"/>
                </a:cubicBezTo>
                <a:lnTo>
                  <a:pt x="26" y="31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3" name="Freeform 86"/>
          <p:cNvSpPr/>
          <p:nvPr/>
        </p:nvSpPr>
        <p:spPr bwMode="auto">
          <a:xfrm>
            <a:off x="5384669" y="2563504"/>
            <a:ext cx="184499" cy="236873"/>
          </a:xfrm>
          <a:custGeom>
            <a:avLst/>
            <a:gdLst>
              <a:gd name="T0" fmla="*/ 113 w 113"/>
              <a:gd name="T1" fmla="*/ 25 h 145"/>
              <a:gd name="T2" fmla="*/ 108 w 113"/>
              <a:gd name="T3" fmla="*/ 22 h 145"/>
              <a:gd name="T4" fmla="*/ 42 w 113"/>
              <a:gd name="T5" fmla="*/ 128 h 145"/>
              <a:gd name="T6" fmla="*/ 19 w 113"/>
              <a:gd name="T7" fmla="*/ 132 h 145"/>
              <a:gd name="T8" fmla="*/ 12 w 113"/>
              <a:gd name="T9" fmla="*/ 109 h 145"/>
              <a:gd name="T10" fmla="*/ 78 w 113"/>
              <a:gd name="T11" fmla="*/ 3 h 145"/>
              <a:gd name="T12" fmla="*/ 73 w 113"/>
              <a:gd name="T13" fmla="*/ 0 h 145"/>
              <a:gd name="T14" fmla="*/ 6 w 113"/>
              <a:gd name="T15" fmla="*/ 107 h 145"/>
              <a:gd name="T16" fmla="*/ 15 w 113"/>
              <a:gd name="T17" fmla="*/ 138 h 145"/>
              <a:gd name="T18" fmla="*/ 47 w 113"/>
              <a:gd name="T19" fmla="*/ 132 h 145"/>
              <a:gd name="T20" fmla="*/ 113 w 113"/>
              <a:gd name="T21" fmla="*/ 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3" h="145">
                <a:moveTo>
                  <a:pt x="113" y="25"/>
                </a:moveTo>
                <a:cubicBezTo>
                  <a:pt x="108" y="22"/>
                  <a:pt x="108" y="22"/>
                  <a:pt x="108" y="22"/>
                </a:cubicBezTo>
                <a:cubicBezTo>
                  <a:pt x="42" y="128"/>
                  <a:pt x="42" y="128"/>
                  <a:pt x="42" y="128"/>
                </a:cubicBezTo>
                <a:cubicBezTo>
                  <a:pt x="38" y="135"/>
                  <a:pt x="27" y="137"/>
                  <a:pt x="19" y="132"/>
                </a:cubicBezTo>
                <a:cubicBezTo>
                  <a:pt x="11" y="127"/>
                  <a:pt x="8" y="117"/>
                  <a:pt x="12" y="109"/>
                </a:cubicBezTo>
                <a:cubicBezTo>
                  <a:pt x="78" y="3"/>
                  <a:pt x="78" y="3"/>
                  <a:pt x="78" y="3"/>
                </a:cubicBezTo>
                <a:cubicBezTo>
                  <a:pt x="73" y="0"/>
                  <a:pt x="73" y="0"/>
                  <a:pt x="73" y="0"/>
                </a:cubicBezTo>
                <a:cubicBezTo>
                  <a:pt x="6" y="107"/>
                  <a:pt x="6" y="107"/>
                  <a:pt x="6" y="107"/>
                </a:cubicBezTo>
                <a:cubicBezTo>
                  <a:pt x="0" y="117"/>
                  <a:pt x="4" y="131"/>
                  <a:pt x="15" y="138"/>
                </a:cubicBezTo>
                <a:cubicBezTo>
                  <a:pt x="26" y="145"/>
                  <a:pt x="40" y="142"/>
                  <a:pt x="47" y="132"/>
                </a:cubicBezTo>
                <a:lnTo>
                  <a:pt x="113" y="25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4" name="Freeform 87"/>
          <p:cNvSpPr/>
          <p:nvPr/>
        </p:nvSpPr>
        <p:spPr bwMode="auto">
          <a:xfrm>
            <a:off x="5489416" y="2555171"/>
            <a:ext cx="89274" cy="61896"/>
          </a:xfrm>
          <a:custGeom>
            <a:avLst/>
            <a:gdLst>
              <a:gd name="T0" fmla="*/ 54 w 55"/>
              <a:gd name="T1" fmla="*/ 35 h 38"/>
              <a:gd name="T2" fmla="*/ 48 w 55"/>
              <a:gd name="T3" fmla="*/ 37 h 38"/>
              <a:gd name="T4" fmla="*/ 3 w 55"/>
              <a:gd name="T5" fmla="*/ 9 h 38"/>
              <a:gd name="T6" fmla="*/ 2 w 55"/>
              <a:gd name="T7" fmla="*/ 3 h 38"/>
              <a:gd name="T8" fmla="*/ 8 w 55"/>
              <a:gd name="T9" fmla="*/ 1 h 38"/>
              <a:gd name="T10" fmla="*/ 53 w 55"/>
              <a:gd name="T11" fmla="*/ 29 h 38"/>
              <a:gd name="T12" fmla="*/ 54 w 55"/>
              <a:gd name="T13" fmla="*/ 3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" h="38">
                <a:moveTo>
                  <a:pt x="54" y="35"/>
                </a:moveTo>
                <a:cubicBezTo>
                  <a:pt x="53" y="37"/>
                  <a:pt x="50" y="38"/>
                  <a:pt x="48" y="37"/>
                </a:cubicBezTo>
                <a:cubicBezTo>
                  <a:pt x="3" y="9"/>
                  <a:pt x="3" y="9"/>
                  <a:pt x="3" y="9"/>
                </a:cubicBezTo>
                <a:cubicBezTo>
                  <a:pt x="1" y="7"/>
                  <a:pt x="0" y="5"/>
                  <a:pt x="2" y="3"/>
                </a:cubicBezTo>
                <a:cubicBezTo>
                  <a:pt x="3" y="1"/>
                  <a:pt x="6" y="0"/>
                  <a:pt x="8" y="1"/>
                </a:cubicBezTo>
                <a:cubicBezTo>
                  <a:pt x="53" y="29"/>
                  <a:pt x="53" y="29"/>
                  <a:pt x="53" y="29"/>
                </a:cubicBezTo>
                <a:cubicBezTo>
                  <a:pt x="55" y="31"/>
                  <a:pt x="55" y="33"/>
                  <a:pt x="54" y="35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5" name="Freeform 88"/>
          <p:cNvSpPr/>
          <p:nvPr/>
        </p:nvSpPr>
        <p:spPr bwMode="auto">
          <a:xfrm>
            <a:off x="5420378" y="2603975"/>
            <a:ext cx="122603" cy="170215"/>
          </a:xfrm>
          <a:custGeom>
            <a:avLst/>
            <a:gdLst>
              <a:gd name="T0" fmla="*/ 75 w 75"/>
              <a:gd name="T1" fmla="*/ 4 h 104"/>
              <a:gd name="T2" fmla="*/ 69 w 75"/>
              <a:gd name="T3" fmla="*/ 0 h 104"/>
              <a:gd name="T4" fmla="*/ 10 w 75"/>
              <a:gd name="T5" fmla="*/ 95 h 104"/>
              <a:gd name="T6" fmla="*/ 0 w 75"/>
              <a:gd name="T7" fmla="*/ 100 h 104"/>
              <a:gd name="T8" fmla="*/ 1 w 75"/>
              <a:gd name="T9" fmla="*/ 101 h 104"/>
              <a:gd name="T10" fmla="*/ 17 w 75"/>
              <a:gd name="T11" fmla="*/ 98 h 104"/>
              <a:gd name="T12" fmla="*/ 75 w 75"/>
              <a:gd name="T13" fmla="*/ 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" h="104">
                <a:moveTo>
                  <a:pt x="75" y="4"/>
                </a:moveTo>
                <a:cubicBezTo>
                  <a:pt x="69" y="0"/>
                  <a:pt x="69" y="0"/>
                  <a:pt x="69" y="0"/>
                </a:cubicBezTo>
                <a:cubicBezTo>
                  <a:pt x="10" y="95"/>
                  <a:pt x="10" y="95"/>
                  <a:pt x="10" y="95"/>
                </a:cubicBezTo>
                <a:cubicBezTo>
                  <a:pt x="8" y="98"/>
                  <a:pt x="4" y="100"/>
                  <a:pt x="0" y="100"/>
                </a:cubicBezTo>
                <a:cubicBezTo>
                  <a:pt x="0" y="100"/>
                  <a:pt x="1" y="100"/>
                  <a:pt x="1" y="101"/>
                </a:cubicBezTo>
                <a:cubicBezTo>
                  <a:pt x="7" y="104"/>
                  <a:pt x="14" y="103"/>
                  <a:pt x="17" y="98"/>
                </a:cubicBezTo>
                <a:lnTo>
                  <a:pt x="75" y="4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6" name="Freeform 89"/>
          <p:cNvSpPr>
            <a:spLocks noEditPoints="1"/>
          </p:cNvSpPr>
          <p:nvPr/>
        </p:nvSpPr>
        <p:spPr bwMode="auto">
          <a:xfrm>
            <a:off x="5134703" y="1635058"/>
            <a:ext cx="166644" cy="121412"/>
          </a:xfrm>
          <a:custGeom>
            <a:avLst/>
            <a:gdLst>
              <a:gd name="T0" fmla="*/ 84 w 102"/>
              <a:gd name="T1" fmla="*/ 71 h 74"/>
              <a:gd name="T2" fmla="*/ 79 w 102"/>
              <a:gd name="T3" fmla="*/ 69 h 74"/>
              <a:gd name="T4" fmla="*/ 79 w 102"/>
              <a:gd name="T5" fmla="*/ 69 h 74"/>
              <a:gd name="T6" fmla="*/ 79 w 102"/>
              <a:gd name="T7" fmla="*/ 52 h 74"/>
              <a:gd name="T8" fmla="*/ 86 w 102"/>
              <a:gd name="T9" fmla="*/ 49 h 74"/>
              <a:gd name="T10" fmla="*/ 90 w 102"/>
              <a:gd name="T11" fmla="*/ 38 h 74"/>
              <a:gd name="T12" fmla="*/ 79 w 102"/>
              <a:gd name="T13" fmla="*/ 31 h 74"/>
              <a:gd name="T14" fmla="*/ 85 w 102"/>
              <a:gd name="T15" fmla="*/ 20 h 74"/>
              <a:gd name="T16" fmla="*/ 79 w 102"/>
              <a:gd name="T17" fmla="*/ 16 h 74"/>
              <a:gd name="T18" fmla="*/ 72 w 102"/>
              <a:gd name="T19" fmla="*/ 3 h 74"/>
              <a:gd name="T20" fmla="*/ 79 w 102"/>
              <a:gd name="T21" fmla="*/ 16 h 74"/>
              <a:gd name="T22" fmla="*/ 72 w 102"/>
              <a:gd name="T23" fmla="*/ 21 h 74"/>
              <a:gd name="T24" fmla="*/ 72 w 102"/>
              <a:gd name="T25" fmla="*/ 9 h 74"/>
              <a:gd name="T26" fmla="*/ 79 w 102"/>
              <a:gd name="T27" fmla="*/ 73 h 74"/>
              <a:gd name="T28" fmla="*/ 72 w 102"/>
              <a:gd name="T29" fmla="*/ 69 h 74"/>
              <a:gd name="T30" fmla="*/ 79 w 102"/>
              <a:gd name="T31" fmla="*/ 73 h 74"/>
              <a:gd name="T32" fmla="*/ 79 w 102"/>
              <a:gd name="T33" fmla="*/ 34 h 74"/>
              <a:gd name="T34" fmla="*/ 75 w 102"/>
              <a:gd name="T35" fmla="*/ 45 h 74"/>
              <a:gd name="T36" fmla="*/ 79 w 102"/>
              <a:gd name="T37" fmla="*/ 52 h 74"/>
              <a:gd name="T38" fmla="*/ 72 w 102"/>
              <a:gd name="T39" fmla="*/ 25 h 74"/>
              <a:gd name="T40" fmla="*/ 79 w 102"/>
              <a:gd name="T41" fmla="*/ 31 h 74"/>
              <a:gd name="T42" fmla="*/ 72 w 102"/>
              <a:gd name="T43" fmla="*/ 3 h 74"/>
              <a:gd name="T44" fmla="*/ 71 w 102"/>
              <a:gd name="T45" fmla="*/ 8 h 74"/>
              <a:gd name="T46" fmla="*/ 66 w 102"/>
              <a:gd name="T47" fmla="*/ 2 h 74"/>
              <a:gd name="T48" fmla="*/ 66 w 102"/>
              <a:gd name="T49" fmla="*/ 73 h 74"/>
              <a:gd name="T50" fmla="*/ 67 w 102"/>
              <a:gd name="T51" fmla="*/ 65 h 74"/>
              <a:gd name="T52" fmla="*/ 72 w 102"/>
              <a:gd name="T53" fmla="*/ 74 h 74"/>
              <a:gd name="T54" fmla="*/ 72 w 102"/>
              <a:gd name="T55" fmla="*/ 21 h 74"/>
              <a:gd name="T56" fmla="*/ 72 w 102"/>
              <a:gd name="T57" fmla="*/ 52 h 74"/>
              <a:gd name="T58" fmla="*/ 66 w 102"/>
              <a:gd name="T59" fmla="*/ 57 h 74"/>
              <a:gd name="T60" fmla="*/ 69 w 102"/>
              <a:gd name="T61" fmla="*/ 16 h 74"/>
              <a:gd name="T62" fmla="*/ 22 w 102"/>
              <a:gd name="T63" fmla="*/ 10 h 74"/>
              <a:gd name="T64" fmla="*/ 66 w 102"/>
              <a:gd name="T65" fmla="*/ 5 h 74"/>
              <a:gd name="T66" fmla="*/ 64 w 102"/>
              <a:gd name="T67" fmla="*/ 6 h 74"/>
              <a:gd name="T68" fmla="*/ 66 w 102"/>
              <a:gd name="T69" fmla="*/ 16 h 74"/>
              <a:gd name="T70" fmla="*/ 66 w 102"/>
              <a:gd name="T71" fmla="*/ 64 h 74"/>
              <a:gd name="T72" fmla="*/ 37 w 102"/>
              <a:gd name="T73" fmla="*/ 57 h 74"/>
              <a:gd name="T74" fmla="*/ 22 w 102"/>
              <a:gd name="T75" fmla="*/ 49 h 74"/>
              <a:gd name="T76" fmla="*/ 27 w 102"/>
              <a:gd name="T77" fmla="*/ 48 h 74"/>
              <a:gd name="T78" fmla="*/ 22 w 102"/>
              <a:gd name="T79" fmla="*/ 27 h 74"/>
              <a:gd name="T80" fmla="*/ 2 w 102"/>
              <a:gd name="T81" fmla="*/ 41 h 74"/>
              <a:gd name="T82" fmla="*/ 22 w 102"/>
              <a:gd name="T83" fmla="*/ 10 h 74"/>
              <a:gd name="T84" fmla="*/ 17 w 102"/>
              <a:gd name="T85" fmla="*/ 28 h 74"/>
              <a:gd name="T86" fmla="*/ 22 w 102"/>
              <a:gd name="T87" fmla="*/ 49 h 74"/>
              <a:gd name="T88" fmla="*/ 2 w 102"/>
              <a:gd name="T89" fmla="*/ 41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2" h="74">
                <a:moveTo>
                  <a:pt x="79" y="7"/>
                </a:moveTo>
                <a:cubicBezTo>
                  <a:pt x="102" y="22"/>
                  <a:pt x="98" y="62"/>
                  <a:pt x="84" y="71"/>
                </a:cubicBezTo>
                <a:cubicBezTo>
                  <a:pt x="82" y="72"/>
                  <a:pt x="80" y="73"/>
                  <a:pt x="79" y="73"/>
                </a:cubicBezTo>
                <a:cubicBezTo>
                  <a:pt x="79" y="69"/>
                  <a:pt x="79" y="69"/>
                  <a:pt x="79" y="69"/>
                </a:cubicBezTo>
                <a:cubicBezTo>
                  <a:pt x="79" y="69"/>
                  <a:pt x="79" y="69"/>
                  <a:pt x="79" y="69"/>
                </a:cubicBezTo>
                <a:cubicBezTo>
                  <a:pt x="79" y="69"/>
                  <a:pt x="79" y="69"/>
                  <a:pt x="79" y="69"/>
                </a:cubicBezTo>
                <a:cubicBezTo>
                  <a:pt x="83" y="67"/>
                  <a:pt x="85" y="61"/>
                  <a:pt x="83" y="57"/>
                </a:cubicBezTo>
                <a:cubicBezTo>
                  <a:pt x="82" y="55"/>
                  <a:pt x="80" y="53"/>
                  <a:pt x="79" y="52"/>
                </a:cubicBezTo>
                <a:cubicBezTo>
                  <a:pt x="79" y="49"/>
                  <a:pt x="79" y="49"/>
                  <a:pt x="79" y="49"/>
                </a:cubicBezTo>
                <a:cubicBezTo>
                  <a:pt x="81" y="50"/>
                  <a:pt x="84" y="50"/>
                  <a:pt x="86" y="49"/>
                </a:cubicBezTo>
                <a:cubicBezTo>
                  <a:pt x="86" y="49"/>
                  <a:pt x="86" y="49"/>
                  <a:pt x="86" y="49"/>
                </a:cubicBezTo>
                <a:cubicBezTo>
                  <a:pt x="90" y="47"/>
                  <a:pt x="92" y="42"/>
                  <a:pt x="90" y="38"/>
                </a:cubicBezTo>
                <a:cubicBezTo>
                  <a:pt x="88" y="34"/>
                  <a:pt x="83" y="32"/>
                  <a:pt x="79" y="34"/>
                </a:cubicBezTo>
                <a:cubicBezTo>
                  <a:pt x="79" y="31"/>
                  <a:pt x="79" y="31"/>
                  <a:pt x="79" y="31"/>
                </a:cubicBezTo>
                <a:cubicBezTo>
                  <a:pt x="80" y="31"/>
                  <a:pt x="81" y="30"/>
                  <a:pt x="82" y="30"/>
                </a:cubicBezTo>
                <a:cubicBezTo>
                  <a:pt x="86" y="28"/>
                  <a:pt x="87" y="24"/>
                  <a:pt x="85" y="20"/>
                </a:cubicBezTo>
                <a:cubicBezTo>
                  <a:pt x="85" y="20"/>
                  <a:pt x="85" y="20"/>
                  <a:pt x="85" y="20"/>
                </a:cubicBezTo>
                <a:cubicBezTo>
                  <a:pt x="84" y="17"/>
                  <a:pt x="81" y="16"/>
                  <a:pt x="79" y="16"/>
                </a:cubicBezTo>
                <a:lnTo>
                  <a:pt x="79" y="7"/>
                </a:lnTo>
                <a:close/>
                <a:moveTo>
                  <a:pt x="72" y="3"/>
                </a:moveTo>
                <a:cubicBezTo>
                  <a:pt x="74" y="4"/>
                  <a:pt x="76" y="5"/>
                  <a:pt x="79" y="7"/>
                </a:cubicBezTo>
                <a:cubicBezTo>
                  <a:pt x="79" y="16"/>
                  <a:pt x="79" y="16"/>
                  <a:pt x="79" y="16"/>
                </a:cubicBezTo>
                <a:cubicBezTo>
                  <a:pt x="77" y="16"/>
                  <a:pt x="76" y="16"/>
                  <a:pt x="75" y="17"/>
                </a:cubicBezTo>
                <a:cubicBezTo>
                  <a:pt x="73" y="17"/>
                  <a:pt x="72" y="19"/>
                  <a:pt x="72" y="21"/>
                </a:cubicBezTo>
                <a:cubicBezTo>
                  <a:pt x="72" y="13"/>
                  <a:pt x="72" y="13"/>
                  <a:pt x="72" y="13"/>
                </a:cubicBezTo>
                <a:cubicBezTo>
                  <a:pt x="72" y="12"/>
                  <a:pt x="72" y="10"/>
                  <a:pt x="72" y="9"/>
                </a:cubicBezTo>
                <a:cubicBezTo>
                  <a:pt x="72" y="3"/>
                  <a:pt x="72" y="3"/>
                  <a:pt x="72" y="3"/>
                </a:cubicBezTo>
                <a:close/>
                <a:moveTo>
                  <a:pt x="79" y="73"/>
                </a:moveTo>
                <a:cubicBezTo>
                  <a:pt x="76" y="74"/>
                  <a:pt x="74" y="74"/>
                  <a:pt x="72" y="74"/>
                </a:cubicBezTo>
                <a:cubicBezTo>
                  <a:pt x="72" y="69"/>
                  <a:pt x="72" y="69"/>
                  <a:pt x="72" y="69"/>
                </a:cubicBezTo>
                <a:cubicBezTo>
                  <a:pt x="74" y="70"/>
                  <a:pt x="76" y="70"/>
                  <a:pt x="79" y="69"/>
                </a:cubicBezTo>
                <a:cubicBezTo>
                  <a:pt x="79" y="73"/>
                  <a:pt x="79" y="73"/>
                  <a:pt x="79" y="73"/>
                </a:cubicBezTo>
                <a:close/>
                <a:moveTo>
                  <a:pt x="79" y="31"/>
                </a:moveTo>
                <a:cubicBezTo>
                  <a:pt x="79" y="34"/>
                  <a:pt x="79" y="34"/>
                  <a:pt x="79" y="34"/>
                </a:cubicBezTo>
                <a:cubicBezTo>
                  <a:pt x="78" y="34"/>
                  <a:pt x="78" y="34"/>
                  <a:pt x="78" y="34"/>
                </a:cubicBezTo>
                <a:cubicBezTo>
                  <a:pt x="74" y="36"/>
                  <a:pt x="73" y="41"/>
                  <a:pt x="75" y="45"/>
                </a:cubicBezTo>
                <a:cubicBezTo>
                  <a:pt x="76" y="47"/>
                  <a:pt x="77" y="48"/>
                  <a:pt x="79" y="49"/>
                </a:cubicBezTo>
                <a:cubicBezTo>
                  <a:pt x="79" y="52"/>
                  <a:pt x="79" y="52"/>
                  <a:pt x="79" y="52"/>
                </a:cubicBezTo>
                <a:cubicBezTo>
                  <a:pt x="76" y="51"/>
                  <a:pt x="74" y="51"/>
                  <a:pt x="72" y="52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6"/>
                  <a:pt x="72" y="26"/>
                  <a:pt x="72" y="26"/>
                </a:cubicBezTo>
                <a:cubicBezTo>
                  <a:pt x="73" y="29"/>
                  <a:pt x="76" y="31"/>
                  <a:pt x="79" y="31"/>
                </a:cubicBezTo>
                <a:close/>
                <a:moveTo>
                  <a:pt x="66" y="2"/>
                </a:moveTo>
                <a:cubicBezTo>
                  <a:pt x="68" y="2"/>
                  <a:pt x="70" y="3"/>
                  <a:pt x="72" y="3"/>
                </a:cubicBezTo>
                <a:cubicBezTo>
                  <a:pt x="72" y="9"/>
                  <a:pt x="72" y="9"/>
                  <a:pt x="72" y="9"/>
                </a:cubicBezTo>
                <a:cubicBezTo>
                  <a:pt x="71" y="9"/>
                  <a:pt x="71" y="9"/>
                  <a:pt x="71" y="8"/>
                </a:cubicBezTo>
                <a:cubicBezTo>
                  <a:pt x="70" y="7"/>
                  <a:pt x="68" y="5"/>
                  <a:pt x="66" y="5"/>
                </a:cubicBezTo>
                <a:cubicBezTo>
                  <a:pt x="66" y="2"/>
                  <a:pt x="66" y="2"/>
                  <a:pt x="66" y="2"/>
                </a:cubicBezTo>
                <a:close/>
                <a:moveTo>
                  <a:pt x="72" y="74"/>
                </a:moveTo>
                <a:cubicBezTo>
                  <a:pt x="70" y="74"/>
                  <a:pt x="68" y="73"/>
                  <a:pt x="66" y="73"/>
                </a:cubicBezTo>
                <a:cubicBezTo>
                  <a:pt x="66" y="64"/>
                  <a:pt x="66" y="64"/>
                  <a:pt x="66" y="64"/>
                </a:cubicBezTo>
                <a:cubicBezTo>
                  <a:pt x="66" y="64"/>
                  <a:pt x="67" y="64"/>
                  <a:pt x="67" y="65"/>
                </a:cubicBezTo>
                <a:cubicBezTo>
                  <a:pt x="68" y="67"/>
                  <a:pt x="70" y="68"/>
                  <a:pt x="72" y="69"/>
                </a:cubicBezTo>
                <a:cubicBezTo>
                  <a:pt x="72" y="74"/>
                  <a:pt x="72" y="74"/>
                  <a:pt x="72" y="74"/>
                </a:cubicBezTo>
                <a:close/>
                <a:moveTo>
                  <a:pt x="72" y="13"/>
                </a:moveTo>
                <a:cubicBezTo>
                  <a:pt x="72" y="21"/>
                  <a:pt x="72" y="21"/>
                  <a:pt x="72" y="21"/>
                </a:cubicBezTo>
                <a:cubicBezTo>
                  <a:pt x="71" y="22"/>
                  <a:pt x="71" y="24"/>
                  <a:pt x="72" y="25"/>
                </a:cubicBezTo>
                <a:cubicBezTo>
                  <a:pt x="72" y="52"/>
                  <a:pt x="72" y="52"/>
                  <a:pt x="72" y="52"/>
                </a:cubicBezTo>
                <a:cubicBezTo>
                  <a:pt x="71" y="52"/>
                  <a:pt x="71" y="52"/>
                  <a:pt x="71" y="52"/>
                </a:cubicBezTo>
                <a:cubicBezTo>
                  <a:pt x="69" y="54"/>
                  <a:pt x="67" y="55"/>
                  <a:pt x="66" y="57"/>
                </a:cubicBezTo>
                <a:cubicBezTo>
                  <a:pt x="66" y="16"/>
                  <a:pt x="66" y="16"/>
                  <a:pt x="66" y="16"/>
                </a:cubicBezTo>
                <a:cubicBezTo>
                  <a:pt x="67" y="16"/>
                  <a:pt x="68" y="16"/>
                  <a:pt x="69" y="16"/>
                </a:cubicBezTo>
                <a:cubicBezTo>
                  <a:pt x="70" y="15"/>
                  <a:pt x="71" y="14"/>
                  <a:pt x="72" y="13"/>
                </a:cubicBezTo>
                <a:close/>
                <a:moveTo>
                  <a:pt x="22" y="10"/>
                </a:moveTo>
                <a:cubicBezTo>
                  <a:pt x="41" y="2"/>
                  <a:pt x="55" y="0"/>
                  <a:pt x="66" y="2"/>
                </a:cubicBezTo>
                <a:cubicBezTo>
                  <a:pt x="66" y="5"/>
                  <a:pt x="66" y="5"/>
                  <a:pt x="66" y="5"/>
                </a:cubicBezTo>
                <a:cubicBezTo>
                  <a:pt x="65" y="5"/>
                  <a:pt x="65" y="6"/>
                  <a:pt x="64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61" y="7"/>
                  <a:pt x="60" y="11"/>
                  <a:pt x="61" y="13"/>
                </a:cubicBezTo>
                <a:cubicBezTo>
                  <a:pt x="62" y="15"/>
                  <a:pt x="64" y="16"/>
                  <a:pt x="66" y="16"/>
                </a:cubicBezTo>
                <a:cubicBezTo>
                  <a:pt x="66" y="57"/>
                  <a:pt x="66" y="57"/>
                  <a:pt x="66" y="57"/>
                </a:cubicBezTo>
                <a:cubicBezTo>
                  <a:pt x="66" y="59"/>
                  <a:pt x="66" y="62"/>
                  <a:pt x="66" y="64"/>
                </a:cubicBezTo>
                <a:cubicBezTo>
                  <a:pt x="66" y="73"/>
                  <a:pt x="66" y="73"/>
                  <a:pt x="66" y="73"/>
                </a:cubicBezTo>
                <a:cubicBezTo>
                  <a:pt x="56" y="68"/>
                  <a:pt x="48" y="56"/>
                  <a:pt x="37" y="57"/>
                </a:cubicBezTo>
                <a:cubicBezTo>
                  <a:pt x="32" y="57"/>
                  <a:pt x="27" y="58"/>
                  <a:pt x="22" y="57"/>
                </a:cubicBezTo>
                <a:cubicBezTo>
                  <a:pt x="22" y="49"/>
                  <a:pt x="22" y="49"/>
                  <a:pt x="22" y="49"/>
                </a:cubicBezTo>
                <a:cubicBezTo>
                  <a:pt x="24" y="49"/>
                  <a:pt x="25" y="48"/>
                  <a:pt x="27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2" y="45"/>
                  <a:pt x="34" y="38"/>
                  <a:pt x="32" y="33"/>
                </a:cubicBezTo>
                <a:cubicBezTo>
                  <a:pt x="30" y="29"/>
                  <a:pt x="26" y="27"/>
                  <a:pt x="22" y="27"/>
                </a:cubicBezTo>
                <a:lnTo>
                  <a:pt x="22" y="10"/>
                </a:lnTo>
                <a:close/>
                <a:moveTo>
                  <a:pt x="2" y="41"/>
                </a:moveTo>
                <a:cubicBezTo>
                  <a:pt x="0" y="23"/>
                  <a:pt x="18" y="12"/>
                  <a:pt x="18" y="12"/>
                </a:cubicBezTo>
                <a:cubicBezTo>
                  <a:pt x="20" y="12"/>
                  <a:pt x="21" y="11"/>
                  <a:pt x="22" y="10"/>
                </a:cubicBezTo>
                <a:cubicBezTo>
                  <a:pt x="22" y="27"/>
                  <a:pt x="22" y="27"/>
                  <a:pt x="22" y="27"/>
                </a:cubicBezTo>
                <a:cubicBezTo>
                  <a:pt x="20" y="27"/>
                  <a:pt x="19" y="27"/>
                  <a:pt x="17" y="28"/>
                </a:cubicBezTo>
                <a:cubicBezTo>
                  <a:pt x="12" y="31"/>
                  <a:pt x="9" y="37"/>
                  <a:pt x="12" y="43"/>
                </a:cubicBezTo>
                <a:cubicBezTo>
                  <a:pt x="14" y="47"/>
                  <a:pt x="18" y="49"/>
                  <a:pt x="22" y="49"/>
                </a:cubicBezTo>
                <a:cubicBezTo>
                  <a:pt x="22" y="57"/>
                  <a:pt x="22" y="57"/>
                  <a:pt x="22" y="57"/>
                </a:cubicBezTo>
                <a:cubicBezTo>
                  <a:pt x="12" y="57"/>
                  <a:pt x="4" y="53"/>
                  <a:pt x="2" y="41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7" name="Freeform 90"/>
          <p:cNvSpPr/>
          <p:nvPr/>
        </p:nvSpPr>
        <p:spPr bwMode="auto">
          <a:xfrm>
            <a:off x="3745605" y="2430189"/>
            <a:ext cx="154741" cy="199973"/>
          </a:xfrm>
          <a:custGeom>
            <a:avLst/>
            <a:gdLst>
              <a:gd name="T0" fmla="*/ 0 w 95"/>
              <a:gd name="T1" fmla="*/ 21 h 123"/>
              <a:gd name="T2" fmla="*/ 4 w 95"/>
              <a:gd name="T3" fmla="*/ 19 h 123"/>
              <a:gd name="T4" fmla="*/ 59 w 95"/>
              <a:gd name="T5" fmla="*/ 109 h 123"/>
              <a:gd name="T6" fmla="*/ 79 w 95"/>
              <a:gd name="T7" fmla="*/ 112 h 123"/>
              <a:gd name="T8" fmla="*/ 85 w 95"/>
              <a:gd name="T9" fmla="*/ 93 h 123"/>
              <a:gd name="T10" fmla="*/ 29 w 95"/>
              <a:gd name="T11" fmla="*/ 3 h 123"/>
              <a:gd name="T12" fmla="*/ 34 w 95"/>
              <a:gd name="T13" fmla="*/ 0 h 123"/>
              <a:gd name="T14" fmla="*/ 90 w 95"/>
              <a:gd name="T15" fmla="*/ 91 h 123"/>
              <a:gd name="T16" fmla="*/ 82 w 95"/>
              <a:gd name="T17" fmla="*/ 117 h 123"/>
              <a:gd name="T18" fmla="*/ 56 w 95"/>
              <a:gd name="T19" fmla="*/ 112 h 123"/>
              <a:gd name="T20" fmla="*/ 0 w 95"/>
              <a:gd name="T21" fmla="*/ 21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5" h="123">
                <a:moveTo>
                  <a:pt x="0" y="21"/>
                </a:moveTo>
                <a:cubicBezTo>
                  <a:pt x="4" y="19"/>
                  <a:pt x="4" y="19"/>
                  <a:pt x="4" y="19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63" y="115"/>
                  <a:pt x="72" y="117"/>
                  <a:pt x="79" y="112"/>
                </a:cubicBezTo>
                <a:cubicBezTo>
                  <a:pt x="87" y="108"/>
                  <a:pt x="89" y="99"/>
                  <a:pt x="85" y="93"/>
                </a:cubicBezTo>
                <a:cubicBezTo>
                  <a:pt x="29" y="3"/>
                  <a:pt x="29" y="3"/>
                  <a:pt x="29" y="3"/>
                </a:cubicBezTo>
                <a:cubicBezTo>
                  <a:pt x="34" y="0"/>
                  <a:pt x="34" y="0"/>
                  <a:pt x="34" y="0"/>
                </a:cubicBezTo>
                <a:cubicBezTo>
                  <a:pt x="90" y="91"/>
                  <a:pt x="90" y="91"/>
                  <a:pt x="90" y="91"/>
                </a:cubicBezTo>
                <a:cubicBezTo>
                  <a:pt x="95" y="100"/>
                  <a:pt x="92" y="111"/>
                  <a:pt x="82" y="117"/>
                </a:cubicBezTo>
                <a:cubicBezTo>
                  <a:pt x="73" y="123"/>
                  <a:pt x="61" y="121"/>
                  <a:pt x="56" y="112"/>
                </a:cubicBezTo>
                <a:lnTo>
                  <a:pt x="0" y="21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8" name="Freeform 91"/>
          <p:cNvSpPr/>
          <p:nvPr/>
        </p:nvSpPr>
        <p:spPr bwMode="auto">
          <a:xfrm>
            <a:off x="3736083" y="2423047"/>
            <a:ext cx="76180" cy="52374"/>
          </a:xfrm>
          <a:custGeom>
            <a:avLst/>
            <a:gdLst>
              <a:gd name="T0" fmla="*/ 1 w 47"/>
              <a:gd name="T1" fmla="*/ 30 h 32"/>
              <a:gd name="T2" fmla="*/ 6 w 47"/>
              <a:gd name="T3" fmla="*/ 31 h 32"/>
              <a:gd name="T4" fmla="*/ 44 w 47"/>
              <a:gd name="T5" fmla="*/ 7 h 32"/>
              <a:gd name="T6" fmla="*/ 46 w 47"/>
              <a:gd name="T7" fmla="*/ 2 h 32"/>
              <a:gd name="T8" fmla="*/ 41 w 47"/>
              <a:gd name="T9" fmla="*/ 1 h 32"/>
              <a:gd name="T10" fmla="*/ 2 w 47"/>
              <a:gd name="T11" fmla="*/ 25 h 32"/>
              <a:gd name="T12" fmla="*/ 1 w 47"/>
              <a:gd name="T13" fmla="*/ 3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" h="32">
                <a:moveTo>
                  <a:pt x="1" y="30"/>
                </a:moveTo>
                <a:cubicBezTo>
                  <a:pt x="2" y="32"/>
                  <a:pt x="4" y="32"/>
                  <a:pt x="6" y="31"/>
                </a:cubicBezTo>
                <a:cubicBezTo>
                  <a:pt x="44" y="7"/>
                  <a:pt x="44" y="7"/>
                  <a:pt x="44" y="7"/>
                </a:cubicBezTo>
                <a:cubicBezTo>
                  <a:pt x="46" y="6"/>
                  <a:pt x="47" y="4"/>
                  <a:pt x="46" y="2"/>
                </a:cubicBezTo>
                <a:cubicBezTo>
                  <a:pt x="45" y="1"/>
                  <a:pt x="42" y="0"/>
                  <a:pt x="41" y="1"/>
                </a:cubicBezTo>
                <a:cubicBezTo>
                  <a:pt x="2" y="25"/>
                  <a:pt x="2" y="25"/>
                  <a:pt x="2" y="25"/>
                </a:cubicBezTo>
                <a:cubicBezTo>
                  <a:pt x="1" y="26"/>
                  <a:pt x="0" y="28"/>
                  <a:pt x="1" y="30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19" name="Freeform 92"/>
          <p:cNvSpPr/>
          <p:nvPr/>
        </p:nvSpPr>
        <p:spPr bwMode="auto">
          <a:xfrm>
            <a:off x="3767031" y="2465898"/>
            <a:ext cx="104748" cy="144028"/>
          </a:xfrm>
          <a:custGeom>
            <a:avLst/>
            <a:gdLst>
              <a:gd name="T0" fmla="*/ 0 w 64"/>
              <a:gd name="T1" fmla="*/ 3 h 88"/>
              <a:gd name="T2" fmla="*/ 5 w 64"/>
              <a:gd name="T3" fmla="*/ 0 h 88"/>
              <a:gd name="T4" fmla="*/ 55 w 64"/>
              <a:gd name="T5" fmla="*/ 80 h 88"/>
              <a:gd name="T6" fmla="*/ 64 w 64"/>
              <a:gd name="T7" fmla="*/ 85 h 88"/>
              <a:gd name="T8" fmla="*/ 63 w 64"/>
              <a:gd name="T9" fmla="*/ 85 h 88"/>
              <a:gd name="T10" fmla="*/ 49 w 64"/>
              <a:gd name="T11" fmla="*/ 82 h 88"/>
              <a:gd name="T12" fmla="*/ 0 w 64"/>
              <a:gd name="T13" fmla="*/ 3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4" h="88">
                <a:moveTo>
                  <a:pt x="0" y="3"/>
                </a:moveTo>
                <a:cubicBezTo>
                  <a:pt x="5" y="0"/>
                  <a:pt x="5" y="0"/>
                  <a:pt x="5" y="0"/>
                </a:cubicBezTo>
                <a:cubicBezTo>
                  <a:pt x="55" y="80"/>
                  <a:pt x="55" y="80"/>
                  <a:pt x="55" y="80"/>
                </a:cubicBezTo>
                <a:cubicBezTo>
                  <a:pt x="57" y="83"/>
                  <a:pt x="60" y="85"/>
                  <a:pt x="64" y="85"/>
                </a:cubicBezTo>
                <a:cubicBezTo>
                  <a:pt x="63" y="85"/>
                  <a:pt x="63" y="85"/>
                  <a:pt x="63" y="85"/>
                </a:cubicBezTo>
                <a:cubicBezTo>
                  <a:pt x="58" y="88"/>
                  <a:pt x="52" y="87"/>
                  <a:pt x="49" y="82"/>
                </a:cubicBezTo>
                <a:lnTo>
                  <a:pt x="0" y="3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20" name="Freeform 93"/>
          <p:cNvSpPr>
            <a:spLocks noEditPoints="1"/>
          </p:cNvSpPr>
          <p:nvPr/>
        </p:nvSpPr>
        <p:spPr bwMode="auto">
          <a:xfrm>
            <a:off x="4765705" y="3668116"/>
            <a:ext cx="164263" cy="179738"/>
          </a:xfrm>
          <a:custGeom>
            <a:avLst/>
            <a:gdLst>
              <a:gd name="T0" fmla="*/ 78 w 101"/>
              <a:gd name="T1" fmla="*/ 51 h 110"/>
              <a:gd name="T2" fmla="*/ 75 w 101"/>
              <a:gd name="T3" fmla="*/ 63 h 110"/>
              <a:gd name="T4" fmla="*/ 75 w 101"/>
              <a:gd name="T5" fmla="*/ 73 h 110"/>
              <a:gd name="T6" fmla="*/ 77 w 101"/>
              <a:gd name="T7" fmla="*/ 74 h 110"/>
              <a:gd name="T8" fmla="*/ 86 w 101"/>
              <a:gd name="T9" fmla="*/ 86 h 110"/>
              <a:gd name="T10" fmla="*/ 75 w 101"/>
              <a:gd name="T11" fmla="*/ 80 h 110"/>
              <a:gd name="T12" fmla="*/ 75 w 101"/>
              <a:gd name="T13" fmla="*/ 22 h 110"/>
              <a:gd name="T14" fmla="*/ 86 w 101"/>
              <a:gd name="T15" fmla="*/ 15 h 110"/>
              <a:gd name="T16" fmla="*/ 77 w 101"/>
              <a:gd name="T17" fmla="*/ 28 h 110"/>
              <a:gd name="T18" fmla="*/ 75 w 101"/>
              <a:gd name="T19" fmla="*/ 28 h 110"/>
              <a:gd name="T20" fmla="*/ 98 w 101"/>
              <a:gd name="T21" fmla="*/ 48 h 110"/>
              <a:gd name="T22" fmla="*/ 83 w 101"/>
              <a:gd name="T23" fmla="*/ 51 h 110"/>
              <a:gd name="T24" fmla="*/ 98 w 101"/>
              <a:gd name="T25" fmla="*/ 53 h 110"/>
              <a:gd name="T26" fmla="*/ 98 w 101"/>
              <a:gd name="T27" fmla="*/ 48 h 110"/>
              <a:gd name="T28" fmla="*/ 52 w 101"/>
              <a:gd name="T29" fmla="*/ 110 h 110"/>
              <a:gd name="T30" fmla="*/ 66 w 101"/>
              <a:gd name="T31" fmla="*/ 74 h 110"/>
              <a:gd name="T32" fmla="*/ 75 w 101"/>
              <a:gd name="T33" fmla="*/ 39 h 110"/>
              <a:gd name="T34" fmla="*/ 50 w 101"/>
              <a:gd name="T35" fmla="*/ 29 h 110"/>
              <a:gd name="T36" fmla="*/ 72 w 101"/>
              <a:gd name="T37" fmla="*/ 51 h 110"/>
              <a:gd name="T38" fmla="*/ 62 w 101"/>
              <a:gd name="T39" fmla="*/ 70 h 110"/>
              <a:gd name="T40" fmla="*/ 60 w 101"/>
              <a:gd name="T41" fmla="*/ 85 h 110"/>
              <a:gd name="T42" fmla="*/ 50 w 101"/>
              <a:gd name="T43" fmla="*/ 110 h 110"/>
              <a:gd name="T44" fmla="*/ 75 w 101"/>
              <a:gd name="T45" fmla="*/ 28 h 110"/>
              <a:gd name="T46" fmla="*/ 74 w 101"/>
              <a:gd name="T47" fmla="*/ 24 h 110"/>
              <a:gd name="T48" fmla="*/ 75 w 101"/>
              <a:gd name="T49" fmla="*/ 73 h 110"/>
              <a:gd name="T50" fmla="*/ 74 w 101"/>
              <a:gd name="T51" fmla="*/ 78 h 110"/>
              <a:gd name="T52" fmla="*/ 75 w 101"/>
              <a:gd name="T53" fmla="*/ 73 h 110"/>
              <a:gd name="T54" fmla="*/ 50 w 101"/>
              <a:gd name="T55" fmla="*/ 0 h 110"/>
              <a:gd name="T56" fmla="*/ 53 w 101"/>
              <a:gd name="T57" fmla="*/ 3 h 110"/>
              <a:gd name="T58" fmla="*/ 50 w 101"/>
              <a:gd name="T59" fmla="*/ 18 h 110"/>
              <a:gd name="T60" fmla="*/ 50 w 101"/>
              <a:gd name="T61" fmla="*/ 23 h 110"/>
              <a:gd name="T62" fmla="*/ 25 w 101"/>
              <a:gd name="T63" fmla="*/ 63 h 110"/>
              <a:gd name="T64" fmla="*/ 35 w 101"/>
              <a:gd name="T65" fmla="*/ 96 h 110"/>
              <a:gd name="T66" fmla="*/ 50 w 101"/>
              <a:gd name="T67" fmla="*/ 110 h 110"/>
              <a:gd name="T68" fmla="*/ 41 w 101"/>
              <a:gd name="T69" fmla="*/ 85 h 110"/>
              <a:gd name="T70" fmla="*/ 39 w 101"/>
              <a:gd name="T71" fmla="*/ 70 h 110"/>
              <a:gd name="T72" fmla="*/ 34 w 101"/>
              <a:gd name="T73" fmla="*/ 35 h 110"/>
              <a:gd name="T74" fmla="*/ 50 w 101"/>
              <a:gd name="T75" fmla="*/ 23 h 110"/>
              <a:gd name="T76" fmla="*/ 50 w 101"/>
              <a:gd name="T77" fmla="*/ 18 h 110"/>
              <a:gd name="T78" fmla="*/ 48 w 101"/>
              <a:gd name="T79" fmla="*/ 3 h 110"/>
              <a:gd name="T80" fmla="*/ 25 w 101"/>
              <a:gd name="T81" fmla="*/ 80 h 110"/>
              <a:gd name="T82" fmla="*/ 27 w 101"/>
              <a:gd name="T83" fmla="*/ 74 h 110"/>
              <a:gd name="T84" fmla="*/ 25 w 101"/>
              <a:gd name="T85" fmla="*/ 80 h 110"/>
              <a:gd name="T86" fmla="*/ 25 w 101"/>
              <a:gd name="T87" fmla="*/ 22 h 110"/>
              <a:gd name="T88" fmla="*/ 27 w 101"/>
              <a:gd name="T89" fmla="*/ 28 h 110"/>
              <a:gd name="T90" fmla="*/ 25 w 101"/>
              <a:gd name="T91" fmla="*/ 39 h 110"/>
              <a:gd name="T92" fmla="*/ 25 w 101"/>
              <a:gd name="T93" fmla="*/ 63 h 110"/>
              <a:gd name="T94" fmla="*/ 25 w 101"/>
              <a:gd name="T95" fmla="*/ 22 h 110"/>
              <a:gd name="T96" fmla="*/ 23 w 101"/>
              <a:gd name="T97" fmla="*/ 28 h 110"/>
              <a:gd name="T98" fmla="*/ 15 w 101"/>
              <a:gd name="T99" fmla="*/ 19 h 110"/>
              <a:gd name="T100" fmla="*/ 18 w 101"/>
              <a:gd name="T101" fmla="*/ 15 h 110"/>
              <a:gd name="T102" fmla="*/ 25 w 101"/>
              <a:gd name="T103" fmla="*/ 73 h 110"/>
              <a:gd name="T104" fmla="*/ 18 w 101"/>
              <a:gd name="T105" fmla="*/ 86 h 110"/>
              <a:gd name="T106" fmla="*/ 15 w 101"/>
              <a:gd name="T107" fmla="*/ 83 h 110"/>
              <a:gd name="T108" fmla="*/ 23 w 101"/>
              <a:gd name="T109" fmla="*/ 74 h 110"/>
              <a:gd name="T110" fmla="*/ 18 w 101"/>
              <a:gd name="T111" fmla="*/ 51 h 110"/>
              <a:gd name="T112" fmla="*/ 15 w 101"/>
              <a:gd name="T113" fmla="*/ 48 h 110"/>
              <a:gd name="T114" fmla="*/ 0 w 101"/>
              <a:gd name="T115" fmla="*/ 51 h 110"/>
              <a:gd name="T116" fmla="*/ 15 w 101"/>
              <a:gd name="T117" fmla="*/ 53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1" h="110">
                <a:moveTo>
                  <a:pt x="75" y="63"/>
                </a:moveTo>
                <a:cubicBezTo>
                  <a:pt x="77" y="59"/>
                  <a:pt x="78" y="55"/>
                  <a:pt x="78" y="51"/>
                </a:cubicBezTo>
                <a:cubicBezTo>
                  <a:pt x="78" y="47"/>
                  <a:pt x="77" y="43"/>
                  <a:pt x="75" y="39"/>
                </a:cubicBezTo>
                <a:cubicBezTo>
                  <a:pt x="75" y="63"/>
                  <a:pt x="75" y="63"/>
                  <a:pt x="75" y="63"/>
                </a:cubicBezTo>
                <a:close/>
                <a:moveTo>
                  <a:pt x="75" y="80"/>
                </a:moveTo>
                <a:cubicBezTo>
                  <a:pt x="75" y="73"/>
                  <a:pt x="75" y="73"/>
                  <a:pt x="75" y="73"/>
                </a:cubicBezTo>
                <a:cubicBezTo>
                  <a:pt x="76" y="73"/>
                  <a:pt x="77" y="73"/>
                  <a:pt x="77" y="74"/>
                </a:cubicBezTo>
                <a:cubicBezTo>
                  <a:pt x="77" y="74"/>
                  <a:pt x="77" y="74"/>
                  <a:pt x="77" y="74"/>
                </a:cubicBezTo>
                <a:cubicBezTo>
                  <a:pt x="86" y="83"/>
                  <a:pt x="86" y="83"/>
                  <a:pt x="86" y="83"/>
                </a:cubicBezTo>
                <a:cubicBezTo>
                  <a:pt x="87" y="84"/>
                  <a:pt x="87" y="85"/>
                  <a:pt x="86" y="86"/>
                </a:cubicBezTo>
                <a:cubicBezTo>
                  <a:pt x="85" y="87"/>
                  <a:pt x="83" y="87"/>
                  <a:pt x="82" y="86"/>
                </a:cubicBezTo>
                <a:cubicBezTo>
                  <a:pt x="75" y="80"/>
                  <a:pt x="75" y="80"/>
                  <a:pt x="75" y="80"/>
                </a:cubicBezTo>
                <a:close/>
                <a:moveTo>
                  <a:pt x="75" y="28"/>
                </a:moveTo>
                <a:cubicBezTo>
                  <a:pt x="75" y="22"/>
                  <a:pt x="75" y="22"/>
                  <a:pt x="75" y="22"/>
                </a:cubicBezTo>
                <a:cubicBezTo>
                  <a:pt x="82" y="15"/>
                  <a:pt x="82" y="15"/>
                  <a:pt x="82" y="15"/>
                </a:cubicBezTo>
                <a:cubicBezTo>
                  <a:pt x="83" y="14"/>
                  <a:pt x="85" y="14"/>
                  <a:pt x="86" y="15"/>
                </a:cubicBezTo>
                <a:cubicBezTo>
                  <a:pt x="87" y="16"/>
                  <a:pt x="87" y="18"/>
                  <a:pt x="86" y="19"/>
                </a:cubicBezTo>
                <a:cubicBezTo>
                  <a:pt x="77" y="28"/>
                  <a:pt x="77" y="28"/>
                  <a:pt x="77" y="28"/>
                </a:cubicBezTo>
                <a:cubicBezTo>
                  <a:pt x="77" y="28"/>
                  <a:pt x="77" y="28"/>
                  <a:pt x="77" y="28"/>
                </a:cubicBezTo>
                <a:cubicBezTo>
                  <a:pt x="77" y="28"/>
                  <a:pt x="76" y="28"/>
                  <a:pt x="75" y="28"/>
                </a:cubicBezTo>
                <a:close/>
                <a:moveTo>
                  <a:pt x="98" y="48"/>
                </a:moveTo>
                <a:cubicBezTo>
                  <a:pt x="98" y="48"/>
                  <a:pt x="98" y="48"/>
                  <a:pt x="98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4" y="48"/>
                  <a:pt x="83" y="49"/>
                  <a:pt x="83" y="51"/>
                </a:cubicBezTo>
                <a:cubicBezTo>
                  <a:pt x="83" y="52"/>
                  <a:pt x="84" y="53"/>
                  <a:pt x="86" y="53"/>
                </a:cubicBezTo>
                <a:cubicBezTo>
                  <a:pt x="98" y="53"/>
                  <a:pt x="98" y="53"/>
                  <a:pt x="98" y="53"/>
                </a:cubicBezTo>
                <a:cubicBezTo>
                  <a:pt x="100" y="53"/>
                  <a:pt x="101" y="52"/>
                  <a:pt x="101" y="51"/>
                </a:cubicBezTo>
                <a:cubicBezTo>
                  <a:pt x="101" y="49"/>
                  <a:pt x="100" y="48"/>
                  <a:pt x="98" y="48"/>
                </a:cubicBezTo>
                <a:close/>
                <a:moveTo>
                  <a:pt x="50" y="110"/>
                </a:moveTo>
                <a:cubicBezTo>
                  <a:pt x="52" y="110"/>
                  <a:pt x="52" y="110"/>
                  <a:pt x="52" y="110"/>
                </a:cubicBezTo>
                <a:cubicBezTo>
                  <a:pt x="60" y="110"/>
                  <a:pt x="66" y="104"/>
                  <a:pt x="66" y="96"/>
                </a:cubicBezTo>
                <a:cubicBezTo>
                  <a:pt x="66" y="74"/>
                  <a:pt x="66" y="74"/>
                  <a:pt x="66" y="74"/>
                </a:cubicBezTo>
                <a:cubicBezTo>
                  <a:pt x="70" y="71"/>
                  <a:pt x="73" y="67"/>
                  <a:pt x="75" y="63"/>
                </a:cubicBezTo>
                <a:cubicBezTo>
                  <a:pt x="75" y="39"/>
                  <a:pt x="75" y="39"/>
                  <a:pt x="75" y="39"/>
                </a:cubicBezTo>
                <a:cubicBezTo>
                  <a:pt x="71" y="29"/>
                  <a:pt x="61" y="23"/>
                  <a:pt x="50" y="23"/>
                </a:cubicBezTo>
                <a:cubicBezTo>
                  <a:pt x="50" y="29"/>
                  <a:pt x="50" y="29"/>
                  <a:pt x="50" y="29"/>
                </a:cubicBezTo>
                <a:cubicBezTo>
                  <a:pt x="56" y="29"/>
                  <a:pt x="62" y="31"/>
                  <a:pt x="66" y="35"/>
                </a:cubicBezTo>
                <a:cubicBezTo>
                  <a:pt x="70" y="39"/>
                  <a:pt x="72" y="45"/>
                  <a:pt x="72" y="51"/>
                </a:cubicBezTo>
                <a:cubicBezTo>
                  <a:pt x="72" y="59"/>
                  <a:pt x="68" y="66"/>
                  <a:pt x="62" y="70"/>
                </a:cubicBezTo>
                <a:cubicBezTo>
                  <a:pt x="62" y="70"/>
                  <a:pt x="62" y="70"/>
                  <a:pt x="62" y="70"/>
                </a:cubicBezTo>
                <a:cubicBezTo>
                  <a:pt x="61" y="70"/>
                  <a:pt x="60" y="71"/>
                  <a:pt x="60" y="72"/>
                </a:cubicBezTo>
                <a:cubicBezTo>
                  <a:pt x="60" y="85"/>
                  <a:pt x="60" y="85"/>
                  <a:pt x="60" y="85"/>
                </a:cubicBezTo>
                <a:cubicBezTo>
                  <a:pt x="50" y="85"/>
                  <a:pt x="50" y="85"/>
                  <a:pt x="50" y="85"/>
                </a:cubicBezTo>
                <a:cubicBezTo>
                  <a:pt x="50" y="110"/>
                  <a:pt x="50" y="110"/>
                  <a:pt x="50" y="110"/>
                </a:cubicBezTo>
                <a:close/>
                <a:moveTo>
                  <a:pt x="75" y="22"/>
                </a:moveTo>
                <a:cubicBezTo>
                  <a:pt x="75" y="28"/>
                  <a:pt x="75" y="28"/>
                  <a:pt x="75" y="28"/>
                </a:cubicBezTo>
                <a:cubicBezTo>
                  <a:pt x="75" y="28"/>
                  <a:pt x="74" y="28"/>
                  <a:pt x="74" y="28"/>
                </a:cubicBezTo>
                <a:cubicBezTo>
                  <a:pt x="72" y="27"/>
                  <a:pt x="72" y="25"/>
                  <a:pt x="74" y="24"/>
                </a:cubicBezTo>
                <a:cubicBezTo>
                  <a:pt x="75" y="22"/>
                  <a:pt x="75" y="22"/>
                  <a:pt x="75" y="22"/>
                </a:cubicBezTo>
                <a:close/>
                <a:moveTo>
                  <a:pt x="75" y="73"/>
                </a:moveTo>
                <a:cubicBezTo>
                  <a:pt x="75" y="80"/>
                  <a:pt x="75" y="80"/>
                  <a:pt x="75" y="80"/>
                </a:cubicBezTo>
                <a:cubicBezTo>
                  <a:pt x="74" y="78"/>
                  <a:pt x="74" y="78"/>
                  <a:pt x="74" y="78"/>
                </a:cubicBezTo>
                <a:cubicBezTo>
                  <a:pt x="72" y="77"/>
                  <a:pt x="72" y="75"/>
                  <a:pt x="74" y="74"/>
                </a:cubicBezTo>
                <a:cubicBezTo>
                  <a:pt x="74" y="73"/>
                  <a:pt x="75" y="73"/>
                  <a:pt x="75" y="73"/>
                </a:cubicBezTo>
                <a:close/>
                <a:moveTo>
                  <a:pt x="50" y="18"/>
                </a:moveTo>
                <a:cubicBezTo>
                  <a:pt x="50" y="0"/>
                  <a:pt x="50" y="0"/>
                  <a:pt x="50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2" y="0"/>
                  <a:pt x="53" y="2"/>
                  <a:pt x="53" y="3"/>
                </a:cubicBezTo>
                <a:cubicBezTo>
                  <a:pt x="53" y="15"/>
                  <a:pt x="53" y="15"/>
                  <a:pt x="53" y="15"/>
                </a:cubicBezTo>
                <a:cubicBezTo>
                  <a:pt x="53" y="17"/>
                  <a:pt x="52" y="18"/>
                  <a:pt x="50" y="18"/>
                </a:cubicBezTo>
                <a:cubicBezTo>
                  <a:pt x="50" y="18"/>
                  <a:pt x="50" y="18"/>
                  <a:pt x="50" y="18"/>
                </a:cubicBezTo>
                <a:close/>
                <a:moveTo>
                  <a:pt x="50" y="23"/>
                </a:moveTo>
                <a:cubicBezTo>
                  <a:pt x="39" y="23"/>
                  <a:pt x="30" y="29"/>
                  <a:pt x="25" y="39"/>
                </a:cubicBezTo>
                <a:cubicBezTo>
                  <a:pt x="25" y="63"/>
                  <a:pt x="25" y="63"/>
                  <a:pt x="25" y="63"/>
                </a:cubicBezTo>
                <a:cubicBezTo>
                  <a:pt x="27" y="68"/>
                  <a:pt x="31" y="71"/>
                  <a:pt x="35" y="74"/>
                </a:cubicBezTo>
                <a:cubicBezTo>
                  <a:pt x="35" y="96"/>
                  <a:pt x="35" y="96"/>
                  <a:pt x="35" y="96"/>
                </a:cubicBezTo>
                <a:cubicBezTo>
                  <a:pt x="35" y="104"/>
                  <a:pt x="41" y="110"/>
                  <a:pt x="49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0" y="85"/>
                  <a:pt x="50" y="85"/>
                  <a:pt x="50" y="85"/>
                </a:cubicBezTo>
                <a:cubicBezTo>
                  <a:pt x="41" y="85"/>
                  <a:pt x="41" y="85"/>
                  <a:pt x="41" y="85"/>
                </a:cubicBezTo>
                <a:cubicBezTo>
                  <a:pt x="41" y="72"/>
                  <a:pt x="41" y="72"/>
                  <a:pt x="41" y="72"/>
                </a:cubicBezTo>
                <a:cubicBezTo>
                  <a:pt x="41" y="71"/>
                  <a:pt x="40" y="71"/>
                  <a:pt x="39" y="70"/>
                </a:cubicBezTo>
                <a:cubicBezTo>
                  <a:pt x="33" y="66"/>
                  <a:pt x="28" y="59"/>
                  <a:pt x="28" y="51"/>
                </a:cubicBezTo>
                <a:cubicBezTo>
                  <a:pt x="28" y="45"/>
                  <a:pt x="30" y="39"/>
                  <a:pt x="34" y="35"/>
                </a:cubicBezTo>
                <a:cubicBezTo>
                  <a:pt x="39" y="31"/>
                  <a:pt x="44" y="29"/>
                  <a:pt x="50" y="29"/>
                </a:cubicBezTo>
                <a:cubicBezTo>
                  <a:pt x="50" y="23"/>
                  <a:pt x="50" y="23"/>
                  <a:pt x="50" y="23"/>
                </a:cubicBezTo>
                <a:close/>
                <a:moveTo>
                  <a:pt x="50" y="0"/>
                </a:moveTo>
                <a:cubicBezTo>
                  <a:pt x="50" y="18"/>
                  <a:pt x="50" y="18"/>
                  <a:pt x="50" y="18"/>
                </a:cubicBezTo>
                <a:cubicBezTo>
                  <a:pt x="49" y="18"/>
                  <a:pt x="48" y="17"/>
                  <a:pt x="48" y="15"/>
                </a:cubicBezTo>
                <a:cubicBezTo>
                  <a:pt x="48" y="3"/>
                  <a:pt x="48" y="3"/>
                  <a:pt x="48" y="3"/>
                </a:cubicBezTo>
                <a:cubicBezTo>
                  <a:pt x="48" y="2"/>
                  <a:pt x="49" y="1"/>
                  <a:pt x="50" y="0"/>
                </a:cubicBezTo>
                <a:close/>
                <a:moveTo>
                  <a:pt x="25" y="80"/>
                </a:moveTo>
                <a:cubicBezTo>
                  <a:pt x="25" y="73"/>
                  <a:pt x="25" y="73"/>
                  <a:pt x="25" y="73"/>
                </a:cubicBezTo>
                <a:cubicBezTo>
                  <a:pt x="26" y="73"/>
                  <a:pt x="27" y="73"/>
                  <a:pt x="27" y="74"/>
                </a:cubicBezTo>
                <a:cubicBezTo>
                  <a:pt x="28" y="75"/>
                  <a:pt x="28" y="77"/>
                  <a:pt x="27" y="78"/>
                </a:cubicBezTo>
                <a:cubicBezTo>
                  <a:pt x="25" y="80"/>
                  <a:pt x="25" y="80"/>
                  <a:pt x="25" y="80"/>
                </a:cubicBezTo>
                <a:close/>
                <a:moveTo>
                  <a:pt x="25" y="28"/>
                </a:moveTo>
                <a:cubicBezTo>
                  <a:pt x="25" y="22"/>
                  <a:pt x="25" y="22"/>
                  <a:pt x="25" y="22"/>
                </a:cubicBezTo>
                <a:cubicBezTo>
                  <a:pt x="27" y="24"/>
                  <a:pt x="27" y="24"/>
                  <a:pt x="27" y="24"/>
                </a:cubicBezTo>
                <a:cubicBezTo>
                  <a:pt x="28" y="25"/>
                  <a:pt x="28" y="27"/>
                  <a:pt x="27" y="28"/>
                </a:cubicBezTo>
                <a:cubicBezTo>
                  <a:pt x="27" y="28"/>
                  <a:pt x="26" y="28"/>
                  <a:pt x="25" y="28"/>
                </a:cubicBezTo>
                <a:close/>
                <a:moveTo>
                  <a:pt x="25" y="39"/>
                </a:moveTo>
                <a:cubicBezTo>
                  <a:pt x="23" y="42"/>
                  <a:pt x="22" y="46"/>
                  <a:pt x="22" y="51"/>
                </a:cubicBezTo>
                <a:cubicBezTo>
                  <a:pt x="22" y="55"/>
                  <a:pt x="23" y="59"/>
                  <a:pt x="25" y="63"/>
                </a:cubicBezTo>
                <a:cubicBezTo>
                  <a:pt x="25" y="39"/>
                  <a:pt x="25" y="39"/>
                  <a:pt x="25" y="39"/>
                </a:cubicBezTo>
                <a:close/>
                <a:moveTo>
                  <a:pt x="25" y="22"/>
                </a:moveTo>
                <a:cubicBezTo>
                  <a:pt x="25" y="28"/>
                  <a:pt x="25" y="28"/>
                  <a:pt x="25" y="28"/>
                </a:cubicBezTo>
                <a:cubicBezTo>
                  <a:pt x="25" y="28"/>
                  <a:pt x="24" y="28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15" y="19"/>
                  <a:pt x="15" y="19"/>
                  <a:pt x="15" y="19"/>
                </a:cubicBezTo>
                <a:cubicBezTo>
                  <a:pt x="14" y="18"/>
                  <a:pt x="14" y="16"/>
                  <a:pt x="15" y="15"/>
                </a:cubicBezTo>
                <a:cubicBezTo>
                  <a:pt x="16" y="14"/>
                  <a:pt x="17" y="14"/>
                  <a:pt x="18" y="15"/>
                </a:cubicBezTo>
                <a:cubicBezTo>
                  <a:pt x="25" y="22"/>
                  <a:pt x="25" y="22"/>
                  <a:pt x="25" y="22"/>
                </a:cubicBezTo>
                <a:close/>
                <a:moveTo>
                  <a:pt x="25" y="73"/>
                </a:moveTo>
                <a:cubicBezTo>
                  <a:pt x="25" y="80"/>
                  <a:pt x="25" y="80"/>
                  <a:pt x="25" y="80"/>
                </a:cubicBezTo>
                <a:cubicBezTo>
                  <a:pt x="18" y="86"/>
                  <a:pt x="18" y="86"/>
                  <a:pt x="18" y="86"/>
                </a:cubicBezTo>
                <a:cubicBezTo>
                  <a:pt x="17" y="87"/>
                  <a:pt x="16" y="87"/>
                  <a:pt x="15" y="86"/>
                </a:cubicBezTo>
                <a:cubicBezTo>
                  <a:pt x="14" y="85"/>
                  <a:pt x="14" y="84"/>
                  <a:pt x="15" y="83"/>
                </a:cubicBezTo>
                <a:cubicBezTo>
                  <a:pt x="23" y="74"/>
                  <a:pt x="23" y="74"/>
                  <a:pt x="23" y="74"/>
                </a:cubicBezTo>
                <a:cubicBezTo>
                  <a:pt x="23" y="74"/>
                  <a:pt x="23" y="74"/>
                  <a:pt x="23" y="74"/>
                </a:cubicBezTo>
                <a:cubicBezTo>
                  <a:pt x="24" y="74"/>
                  <a:pt x="25" y="73"/>
                  <a:pt x="25" y="73"/>
                </a:cubicBezTo>
                <a:close/>
                <a:moveTo>
                  <a:pt x="18" y="51"/>
                </a:moveTo>
                <a:cubicBezTo>
                  <a:pt x="18" y="51"/>
                  <a:pt x="18" y="51"/>
                  <a:pt x="18" y="51"/>
                </a:cubicBezTo>
                <a:cubicBezTo>
                  <a:pt x="18" y="49"/>
                  <a:pt x="16" y="48"/>
                  <a:pt x="15" y="48"/>
                </a:cubicBezTo>
                <a:cubicBezTo>
                  <a:pt x="3" y="48"/>
                  <a:pt x="3" y="48"/>
                  <a:pt x="3" y="48"/>
                </a:cubicBezTo>
                <a:cubicBezTo>
                  <a:pt x="1" y="48"/>
                  <a:pt x="0" y="49"/>
                  <a:pt x="0" y="51"/>
                </a:cubicBezTo>
                <a:cubicBezTo>
                  <a:pt x="0" y="52"/>
                  <a:pt x="1" y="53"/>
                  <a:pt x="3" y="53"/>
                </a:cubicBezTo>
                <a:cubicBezTo>
                  <a:pt x="15" y="53"/>
                  <a:pt x="15" y="53"/>
                  <a:pt x="15" y="53"/>
                </a:cubicBezTo>
                <a:cubicBezTo>
                  <a:pt x="16" y="53"/>
                  <a:pt x="18" y="52"/>
                  <a:pt x="18" y="51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21" name="Freeform 94"/>
          <p:cNvSpPr/>
          <p:nvPr/>
        </p:nvSpPr>
        <p:spPr bwMode="auto">
          <a:xfrm>
            <a:off x="4566923" y="2483752"/>
            <a:ext cx="47613" cy="45232"/>
          </a:xfrm>
          <a:custGeom>
            <a:avLst/>
            <a:gdLst>
              <a:gd name="T0" fmla="*/ 28 w 29"/>
              <a:gd name="T1" fmla="*/ 16 h 28"/>
              <a:gd name="T2" fmla="*/ 12 w 29"/>
              <a:gd name="T3" fmla="*/ 27 h 28"/>
              <a:gd name="T4" fmla="*/ 1 w 29"/>
              <a:gd name="T5" fmla="*/ 12 h 28"/>
              <a:gd name="T6" fmla="*/ 17 w 29"/>
              <a:gd name="T7" fmla="*/ 1 h 28"/>
              <a:gd name="T8" fmla="*/ 28 w 29"/>
              <a:gd name="T9" fmla="*/ 16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" h="28">
                <a:moveTo>
                  <a:pt x="28" y="16"/>
                </a:moveTo>
                <a:cubicBezTo>
                  <a:pt x="26" y="23"/>
                  <a:pt x="19" y="28"/>
                  <a:pt x="12" y="27"/>
                </a:cubicBezTo>
                <a:cubicBezTo>
                  <a:pt x="5" y="26"/>
                  <a:pt x="0" y="19"/>
                  <a:pt x="1" y="12"/>
                </a:cubicBezTo>
                <a:cubicBezTo>
                  <a:pt x="3" y="4"/>
                  <a:pt x="10" y="0"/>
                  <a:pt x="17" y="1"/>
                </a:cubicBezTo>
                <a:cubicBezTo>
                  <a:pt x="24" y="2"/>
                  <a:pt x="29" y="9"/>
                  <a:pt x="28" y="16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22" name="Freeform 95"/>
          <p:cNvSpPr/>
          <p:nvPr/>
        </p:nvSpPr>
        <p:spPr bwMode="auto">
          <a:xfrm>
            <a:off x="4556209" y="2346867"/>
            <a:ext cx="44042" cy="147599"/>
          </a:xfrm>
          <a:custGeom>
            <a:avLst/>
            <a:gdLst>
              <a:gd name="T0" fmla="*/ 27 w 27"/>
              <a:gd name="T1" fmla="*/ 90 h 91"/>
              <a:gd name="T2" fmla="*/ 12 w 27"/>
              <a:gd name="T3" fmla="*/ 14 h 91"/>
              <a:gd name="T4" fmla="*/ 1 w 27"/>
              <a:gd name="T5" fmla="*/ 0 h 91"/>
              <a:gd name="T6" fmla="*/ 17 w 27"/>
              <a:gd name="T7" fmla="*/ 91 h 91"/>
              <a:gd name="T8" fmla="*/ 27 w 27"/>
              <a:gd name="T9" fmla="*/ 9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" h="91">
                <a:moveTo>
                  <a:pt x="27" y="90"/>
                </a:moveTo>
                <a:cubicBezTo>
                  <a:pt x="27" y="90"/>
                  <a:pt x="12" y="14"/>
                  <a:pt x="12" y="14"/>
                </a:cubicBezTo>
                <a:cubicBezTo>
                  <a:pt x="12" y="14"/>
                  <a:pt x="3" y="0"/>
                  <a:pt x="1" y="0"/>
                </a:cubicBezTo>
                <a:cubicBezTo>
                  <a:pt x="0" y="0"/>
                  <a:pt x="17" y="91"/>
                  <a:pt x="17" y="91"/>
                </a:cubicBezTo>
                <a:lnTo>
                  <a:pt x="27" y="90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23" name="Freeform 96"/>
          <p:cNvSpPr/>
          <p:nvPr/>
        </p:nvSpPr>
        <p:spPr bwMode="auto">
          <a:xfrm>
            <a:off x="4587158" y="2370673"/>
            <a:ext cx="95225" cy="127364"/>
          </a:xfrm>
          <a:custGeom>
            <a:avLst/>
            <a:gdLst>
              <a:gd name="T0" fmla="*/ 1 w 80"/>
              <a:gd name="T1" fmla="*/ 99 h 107"/>
              <a:gd name="T2" fmla="*/ 60 w 80"/>
              <a:gd name="T3" fmla="*/ 13 h 107"/>
              <a:gd name="T4" fmla="*/ 80 w 80"/>
              <a:gd name="T5" fmla="*/ 0 h 107"/>
              <a:gd name="T6" fmla="*/ 71 w 80"/>
              <a:gd name="T7" fmla="*/ 21 h 107"/>
              <a:gd name="T8" fmla="*/ 12 w 80"/>
              <a:gd name="T9" fmla="*/ 107 h 107"/>
              <a:gd name="T10" fmla="*/ 0 w 80"/>
              <a:gd name="T11" fmla="*/ 100 h 107"/>
              <a:gd name="T12" fmla="*/ 1 w 80"/>
              <a:gd name="T13" fmla="*/ 99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0" h="107">
                <a:moveTo>
                  <a:pt x="1" y="99"/>
                </a:moveTo>
                <a:lnTo>
                  <a:pt x="60" y="13"/>
                </a:lnTo>
                <a:lnTo>
                  <a:pt x="80" y="0"/>
                </a:lnTo>
                <a:lnTo>
                  <a:pt x="71" y="21"/>
                </a:lnTo>
                <a:lnTo>
                  <a:pt x="12" y="107"/>
                </a:lnTo>
                <a:lnTo>
                  <a:pt x="0" y="100"/>
                </a:lnTo>
                <a:lnTo>
                  <a:pt x="1" y="99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24" name="Freeform 97"/>
          <p:cNvSpPr/>
          <p:nvPr/>
        </p:nvSpPr>
        <p:spPr bwMode="auto">
          <a:xfrm>
            <a:off x="4578826" y="2518272"/>
            <a:ext cx="11903" cy="23806"/>
          </a:xfrm>
          <a:custGeom>
            <a:avLst/>
            <a:gdLst>
              <a:gd name="T0" fmla="*/ 2 w 7"/>
              <a:gd name="T1" fmla="*/ 3 h 15"/>
              <a:gd name="T2" fmla="*/ 5 w 7"/>
              <a:gd name="T3" fmla="*/ 1 h 15"/>
              <a:gd name="T4" fmla="*/ 7 w 7"/>
              <a:gd name="T5" fmla="*/ 3 h 15"/>
              <a:gd name="T6" fmla="*/ 5 w 7"/>
              <a:gd name="T7" fmla="*/ 13 h 15"/>
              <a:gd name="T8" fmla="*/ 3 w 7"/>
              <a:gd name="T9" fmla="*/ 15 h 15"/>
              <a:gd name="T10" fmla="*/ 1 w 7"/>
              <a:gd name="T11" fmla="*/ 12 h 15"/>
              <a:gd name="T12" fmla="*/ 2 w 7"/>
              <a:gd name="T13" fmla="*/ 3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15">
                <a:moveTo>
                  <a:pt x="2" y="3"/>
                </a:moveTo>
                <a:cubicBezTo>
                  <a:pt x="3" y="1"/>
                  <a:pt x="4" y="0"/>
                  <a:pt x="5" y="1"/>
                </a:cubicBezTo>
                <a:cubicBezTo>
                  <a:pt x="6" y="1"/>
                  <a:pt x="7" y="2"/>
                  <a:pt x="7" y="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4"/>
                  <a:pt x="4" y="15"/>
                  <a:pt x="3" y="15"/>
                </a:cubicBezTo>
                <a:cubicBezTo>
                  <a:pt x="1" y="15"/>
                  <a:pt x="0" y="13"/>
                  <a:pt x="1" y="12"/>
                </a:cubicBezTo>
                <a:lnTo>
                  <a:pt x="2" y="3"/>
                </a:ln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sp>
        <p:nvSpPr>
          <p:cNvPr id="125" name="Freeform 98"/>
          <p:cNvSpPr>
            <a:spLocks noEditPoints="1"/>
          </p:cNvSpPr>
          <p:nvPr/>
        </p:nvSpPr>
        <p:spPr bwMode="auto">
          <a:xfrm>
            <a:off x="4540736" y="1312483"/>
            <a:ext cx="165454" cy="177357"/>
          </a:xfrm>
          <a:custGeom>
            <a:avLst/>
            <a:gdLst>
              <a:gd name="T0" fmla="*/ 78 w 101"/>
              <a:gd name="T1" fmla="*/ 50 h 109"/>
              <a:gd name="T2" fmla="*/ 76 w 101"/>
              <a:gd name="T3" fmla="*/ 62 h 109"/>
              <a:gd name="T4" fmla="*/ 76 w 101"/>
              <a:gd name="T5" fmla="*/ 73 h 109"/>
              <a:gd name="T6" fmla="*/ 78 w 101"/>
              <a:gd name="T7" fmla="*/ 73 h 109"/>
              <a:gd name="T8" fmla="*/ 86 w 101"/>
              <a:gd name="T9" fmla="*/ 86 h 109"/>
              <a:gd name="T10" fmla="*/ 76 w 101"/>
              <a:gd name="T11" fmla="*/ 79 h 109"/>
              <a:gd name="T12" fmla="*/ 76 w 101"/>
              <a:gd name="T13" fmla="*/ 22 h 109"/>
              <a:gd name="T14" fmla="*/ 86 w 101"/>
              <a:gd name="T15" fmla="*/ 15 h 109"/>
              <a:gd name="T16" fmla="*/ 78 w 101"/>
              <a:gd name="T17" fmla="*/ 27 h 109"/>
              <a:gd name="T18" fmla="*/ 76 w 101"/>
              <a:gd name="T19" fmla="*/ 28 h 109"/>
              <a:gd name="T20" fmla="*/ 99 w 101"/>
              <a:gd name="T21" fmla="*/ 48 h 109"/>
              <a:gd name="T22" fmla="*/ 84 w 101"/>
              <a:gd name="T23" fmla="*/ 50 h 109"/>
              <a:gd name="T24" fmla="*/ 99 w 101"/>
              <a:gd name="T25" fmla="*/ 53 h 109"/>
              <a:gd name="T26" fmla="*/ 99 w 101"/>
              <a:gd name="T27" fmla="*/ 48 h 109"/>
              <a:gd name="T28" fmla="*/ 53 w 101"/>
              <a:gd name="T29" fmla="*/ 109 h 109"/>
              <a:gd name="T30" fmla="*/ 66 w 101"/>
              <a:gd name="T31" fmla="*/ 73 h 109"/>
              <a:gd name="T32" fmla="*/ 76 w 101"/>
              <a:gd name="T33" fmla="*/ 38 h 109"/>
              <a:gd name="T34" fmla="*/ 51 w 101"/>
              <a:gd name="T35" fmla="*/ 28 h 109"/>
              <a:gd name="T36" fmla="*/ 73 w 101"/>
              <a:gd name="T37" fmla="*/ 50 h 109"/>
              <a:gd name="T38" fmla="*/ 62 w 101"/>
              <a:gd name="T39" fmla="*/ 69 h 109"/>
              <a:gd name="T40" fmla="*/ 61 w 101"/>
              <a:gd name="T41" fmla="*/ 84 h 109"/>
              <a:gd name="T42" fmla="*/ 51 w 101"/>
              <a:gd name="T43" fmla="*/ 109 h 109"/>
              <a:gd name="T44" fmla="*/ 76 w 101"/>
              <a:gd name="T45" fmla="*/ 28 h 109"/>
              <a:gd name="T46" fmla="*/ 74 w 101"/>
              <a:gd name="T47" fmla="*/ 23 h 109"/>
              <a:gd name="T48" fmla="*/ 76 w 101"/>
              <a:gd name="T49" fmla="*/ 73 h 109"/>
              <a:gd name="T50" fmla="*/ 74 w 101"/>
              <a:gd name="T51" fmla="*/ 77 h 109"/>
              <a:gd name="T52" fmla="*/ 76 w 101"/>
              <a:gd name="T53" fmla="*/ 73 h 109"/>
              <a:gd name="T54" fmla="*/ 51 w 101"/>
              <a:gd name="T55" fmla="*/ 0 h 109"/>
              <a:gd name="T56" fmla="*/ 53 w 101"/>
              <a:gd name="T57" fmla="*/ 2 h 109"/>
              <a:gd name="T58" fmla="*/ 51 w 101"/>
              <a:gd name="T59" fmla="*/ 17 h 109"/>
              <a:gd name="T60" fmla="*/ 51 w 101"/>
              <a:gd name="T61" fmla="*/ 22 h 109"/>
              <a:gd name="T62" fmla="*/ 26 w 101"/>
              <a:gd name="T63" fmla="*/ 62 h 109"/>
              <a:gd name="T64" fmla="*/ 35 w 101"/>
              <a:gd name="T65" fmla="*/ 95 h 109"/>
              <a:gd name="T66" fmla="*/ 51 w 101"/>
              <a:gd name="T67" fmla="*/ 109 h 109"/>
              <a:gd name="T68" fmla="*/ 41 w 101"/>
              <a:gd name="T69" fmla="*/ 84 h 109"/>
              <a:gd name="T70" fmla="*/ 40 w 101"/>
              <a:gd name="T71" fmla="*/ 69 h 109"/>
              <a:gd name="T72" fmla="*/ 35 w 101"/>
              <a:gd name="T73" fmla="*/ 35 h 109"/>
              <a:gd name="T74" fmla="*/ 51 w 101"/>
              <a:gd name="T75" fmla="*/ 22 h 109"/>
              <a:gd name="T76" fmla="*/ 51 w 101"/>
              <a:gd name="T77" fmla="*/ 17 h 109"/>
              <a:gd name="T78" fmla="*/ 48 w 101"/>
              <a:gd name="T79" fmla="*/ 2 h 109"/>
              <a:gd name="T80" fmla="*/ 26 w 101"/>
              <a:gd name="T81" fmla="*/ 79 h 109"/>
              <a:gd name="T82" fmla="*/ 28 w 101"/>
              <a:gd name="T83" fmla="*/ 73 h 109"/>
              <a:gd name="T84" fmla="*/ 26 w 101"/>
              <a:gd name="T85" fmla="*/ 79 h 109"/>
              <a:gd name="T86" fmla="*/ 26 w 101"/>
              <a:gd name="T87" fmla="*/ 21 h 109"/>
              <a:gd name="T88" fmla="*/ 28 w 101"/>
              <a:gd name="T89" fmla="*/ 27 h 109"/>
              <a:gd name="T90" fmla="*/ 26 w 101"/>
              <a:gd name="T91" fmla="*/ 38 h 109"/>
              <a:gd name="T92" fmla="*/ 26 w 101"/>
              <a:gd name="T93" fmla="*/ 62 h 109"/>
              <a:gd name="T94" fmla="*/ 26 w 101"/>
              <a:gd name="T95" fmla="*/ 21 h 109"/>
              <a:gd name="T96" fmla="*/ 24 w 101"/>
              <a:gd name="T97" fmla="*/ 27 h 109"/>
              <a:gd name="T98" fmla="*/ 15 w 101"/>
              <a:gd name="T99" fmla="*/ 18 h 109"/>
              <a:gd name="T100" fmla="*/ 19 w 101"/>
              <a:gd name="T101" fmla="*/ 15 h 109"/>
              <a:gd name="T102" fmla="*/ 26 w 101"/>
              <a:gd name="T103" fmla="*/ 73 h 109"/>
              <a:gd name="T104" fmla="*/ 19 w 101"/>
              <a:gd name="T105" fmla="*/ 86 h 109"/>
              <a:gd name="T106" fmla="*/ 15 w 101"/>
              <a:gd name="T107" fmla="*/ 82 h 109"/>
              <a:gd name="T108" fmla="*/ 24 w 101"/>
              <a:gd name="T109" fmla="*/ 73 h 109"/>
              <a:gd name="T110" fmla="*/ 18 w 101"/>
              <a:gd name="T111" fmla="*/ 50 h 109"/>
              <a:gd name="T112" fmla="*/ 15 w 101"/>
              <a:gd name="T113" fmla="*/ 48 h 109"/>
              <a:gd name="T114" fmla="*/ 0 w 101"/>
              <a:gd name="T115" fmla="*/ 50 h 109"/>
              <a:gd name="T116" fmla="*/ 15 w 101"/>
              <a:gd name="T117" fmla="*/ 53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1" h="109">
                <a:moveTo>
                  <a:pt x="76" y="62"/>
                </a:moveTo>
                <a:cubicBezTo>
                  <a:pt x="78" y="58"/>
                  <a:pt x="78" y="54"/>
                  <a:pt x="78" y="50"/>
                </a:cubicBezTo>
                <a:cubicBezTo>
                  <a:pt x="78" y="46"/>
                  <a:pt x="78" y="42"/>
                  <a:pt x="76" y="38"/>
                </a:cubicBezTo>
                <a:cubicBezTo>
                  <a:pt x="76" y="62"/>
                  <a:pt x="76" y="62"/>
                  <a:pt x="76" y="62"/>
                </a:cubicBezTo>
                <a:close/>
                <a:moveTo>
                  <a:pt x="76" y="79"/>
                </a:moveTo>
                <a:cubicBezTo>
                  <a:pt x="76" y="73"/>
                  <a:pt x="76" y="73"/>
                  <a:pt x="76" y="73"/>
                </a:cubicBezTo>
                <a:cubicBezTo>
                  <a:pt x="77" y="73"/>
                  <a:pt x="77" y="73"/>
                  <a:pt x="78" y="73"/>
                </a:cubicBezTo>
                <a:cubicBezTo>
                  <a:pt x="78" y="73"/>
                  <a:pt x="78" y="73"/>
                  <a:pt x="78" y="73"/>
                </a:cubicBezTo>
                <a:cubicBezTo>
                  <a:pt x="86" y="82"/>
                  <a:pt x="86" y="82"/>
                  <a:pt x="86" y="82"/>
                </a:cubicBezTo>
                <a:cubicBezTo>
                  <a:pt x="87" y="83"/>
                  <a:pt x="87" y="85"/>
                  <a:pt x="86" y="86"/>
                </a:cubicBezTo>
                <a:cubicBezTo>
                  <a:pt x="85" y="87"/>
                  <a:pt x="84" y="87"/>
                  <a:pt x="83" y="86"/>
                </a:cubicBezTo>
                <a:cubicBezTo>
                  <a:pt x="76" y="79"/>
                  <a:pt x="76" y="79"/>
                  <a:pt x="76" y="79"/>
                </a:cubicBezTo>
                <a:close/>
                <a:moveTo>
                  <a:pt x="76" y="28"/>
                </a:moveTo>
                <a:cubicBezTo>
                  <a:pt x="76" y="22"/>
                  <a:pt x="76" y="22"/>
                  <a:pt x="76" y="22"/>
                </a:cubicBezTo>
                <a:cubicBezTo>
                  <a:pt x="83" y="15"/>
                  <a:pt x="83" y="15"/>
                  <a:pt x="83" y="15"/>
                </a:cubicBezTo>
                <a:cubicBezTo>
                  <a:pt x="84" y="14"/>
                  <a:pt x="85" y="14"/>
                  <a:pt x="86" y="15"/>
                </a:cubicBezTo>
                <a:cubicBezTo>
                  <a:pt x="87" y="16"/>
                  <a:pt x="87" y="17"/>
                  <a:pt x="86" y="1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8"/>
                  <a:pt x="77" y="28"/>
                  <a:pt x="76" y="28"/>
                </a:cubicBezTo>
                <a:close/>
                <a:moveTo>
                  <a:pt x="99" y="48"/>
                </a:moveTo>
                <a:cubicBezTo>
                  <a:pt x="99" y="48"/>
                  <a:pt x="99" y="48"/>
                  <a:pt x="99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5" y="48"/>
                  <a:pt x="84" y="49"/>
                  <a:pt x="84" y="50"/>
                </a:cubicBezTo>
                <a:cubicBezTo>
                  <a:pt x="84" y="52"/>
                  <a:pt x="85" y="53"/>
                  <a:pt x="86" y="53"/>
                </a:cubicBezTo>
                <a:cubicBezTo>
                  <a:pt x="99" y="53"/>
                  <a:pt x="99" y="53"/>
                  <a:pt x="99" y="53"/>
                </a:cubicBezTo>
                <a:cubicBezTo>
                  <a:pt x="100" y="53"/>
                  <a:pt x="101" y="52"/>
                  <a:pt x="101" y="50"/>
                </a:cubicBezTo>
                <a:cubicBezTo>
                  <a:pt x="101" y="49"/>
                  <a:pt x="100" y="48"/>
                  <a:pt x="99" y="48"/>
                </a:cubicBezTo>
                <a:close/>
                <a:moveTo>
                  <a:pt x="51" y="109"/>
                </a:moveTo>
                <a:cubicBezTo>
                  <a:pt x="53" y="109"/>
                  <a:pt x="53" y="109"/>
                  <a:pt x="53" y="109"/>
                </a:cubicBezTo>
                <a:cubicBezTo>
                  <a:pt x="60" y="109"/>
                  <a:pt x="66" y="103"/>
                  <a:pt x="66" y="95"/>
                </a:cubicBezTo>
                <a:cubicBezTo>
                  <a:pt x="66" y="73"/>
                  <a:pt x="66" y="73"/>
                  <a:pt x="66" y="73"/>
                </a:cubicBezTo>
                <a:cubicBezTo>
                  <a:pt x="70" y="70"/>
                  <a:pt x="74" y="67"/>
                  <a:pt x="76" y="62"/>
                </a:cubicBezTo>
                <a:cubicBezTo>
                  <a:pt x="76" y="38"/>
                  <a:pt x="76" y="38"/>
                  <a:pt x="76" y="38"/>
                </a:cubicBezTo>
                <a:cubicBezTo>
                  <a:pt x="71" y="29"/>
                  <a:pt x="62" y="22"/>
                  <a:pt x="51" y="22"/>
                </a:cubicBezTo>
                <a:cubicBezTo>
                  <a:pt x="51" y="28"/>
                  <a:pt x="51" y="28"/>
                  <a:pt x="51" y="28"/>
                </a:cubicBezTo>
                <a:cubicBezTo>
                  <a:pt x="57" y="28"/>
                  <a:pt x="62" y="31"/>
                  <a:pt x="66" y="35"/>
                </a:cubicBezTo>
                <a:cubicBezTo>
                  <a:pt x="70" y="39"/>
                  <a:pt x="73" y="44"/>
                  <a:pt x="73" y="50"/>
                </a:cubicBezTo>
                <a:cubicBezTo>
                  <a:pt x="73" y="58"/>
                  <a:pt x="68" y="65"/>
                  <a:pt x="62" y="69"/>
                </a:cubicBezTo>
                <a:cubicBezTo>
                  <a:pt x="62" y="69"/>
                  <a:pt x="62" y="69"/>
                  <a:pt x="62" y="69"/>
                </a:cubicBezTo>
                <a:cubicBezTo>
                  <a:pt x="61" y="70"/>
                  <a:pt x="61" y="71"/>
                  <a:pt x="61" y="72"/>
                </a:cubicBezTo>
                <a:cubicBezTo>
                  <a:pt x="61" y="84"/>
                  <a:pt x="61" y="84"/>
                  <a:pt x="61" y="84"/>
                </a:cubicBezTo>
                <a:cubicBezTo>
                  <a:pt x="51" y="84"/>
                  <a:pt x="51" y="84"/>
                  <a:pt x="51" y="84"/>
                </a:cubicBezTo>
                <a:cubicBezTo>
                  <a:pt x="51" y="109"/>
                  <a:pt x="51" y="109"/>
                  <a:pt x="51" y="109"/>
                </a:cubicBezTo>
                <a:close/>
                <a:moveTo>
                  <a:pt x="76" y="22"/>
                </a:moveTo>
                <a:cubicBezTo>
                  <a:pt x="76" y="28"/>
                  <a:pt x="76" y="28"/>
                  <a:pt x="76" y="28"/>
                </a:cubicBezTo>
                <a:cubicBezTo>
                  <a:pt x="75" y="28"/>
                  <a:pt x="75" y="28"/>
                  <a:pt x="74" y="27"/>
                </a:cubicBezTo>
                <a:cubicBezTo>
                  <a:pt x="73" y="26"/>
                  <a:pt x="73" y="24"/>
                  <a:pt x="74" y="23"/>
                </a:cubicBezTo>
                <a:cubicBezTo>
                  <a:pt x="76" y="22"/>
                  <a:pt x="76" y="22"/>
                  <a:pt x="76" y="22"/>
                </a:cubicBezTo>
                <a:close/>
                <a:moveTo>
                  <a:pt x="76" y="73"/>
                </a:moveTo>
                <a:cubicBezTo>
                  <a:pt x="76" y="79"/>
                  <a:pt x="76" y="79"/>
                  <a:pt x="76" y="79"/>
                </a:cubicBezTo>
                <a:cubicBezTo>
                  <a:pt x="74" y="77"/>
                  <a:pt x="74" y="77"/>
                  <a:pt x="74" y="77"/>
                </a:cubicBezTo>
                <a:cubicBezTo>
                  <a:pt x="73" y="76"/>
                  <a:pt x="73" y="74"/>
                  <a:pt x="74" y="73"/>
                </a:cubicBezTo>
                <a:cubicBezTo>
                  <a:pt x="75" y="73"/>
                  <a:pt x="75" y="73"/>
                  <a:pt x="76" y="73"/>
                </a:cubicBezTo>
                <a:close/>
                <a:moveTo>
                  <a:pt x="51" y="17"/>
                </a:moveTo>
                <a:cubicBezTo>
                  <a:pt x="51" y="0"/>
                  <a:pt x="51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0"/>
                  <a:pt x="53" y="1"/>
                  <a:pt x="53" y="2"/>
                </a:cubicBezTo>
                <a:cubicBezTo>
                  <a:pt x="53" y="15"/>
                  <a:pt x="53" y="15"/>
                  <a:pt x="53" y="15"/>
                </a:cubicBezTo>
                <a:cubicBezTo>
                  <a:pt x="53" y="16"/>
                  <a:pt x="52" y="17"/>
                  <a:pt x="51" y="17"/>
                </a:cubicBezTo>
                <a:cubicBezTo>
                  <a:pt x="51" y="17"/>
                  <a:pt x="51" y="17"/>
                  <a:pt x="51" y="17"/>
                </a:cubicBezTo>
                <a:close/>
                <a:moveTo>
                  <a:pt x="51" y="22"/>
                </a:moveTo>
                <a:cubicBezTo>
                  <a:pt x="40" y="22"/>
                  <a:pt x="30" y="29"/>
                  <a:pt x="26" y="38"/>
                </a:cubicBezTo>
                <a:cubicBezTo>
                  <a:pt x="26" y="62"/>
                  <a:pt x="26" y="62"/>
                  <a:pt x="26" y="62"/>
                </a:cubicBezTo>
                <a:cubicBezTo>
                  <a:pt x="28" y="67"/>
                  <a:pt x="31" y="71"/>
                  <a:pt x="35" y="74"/>
                </a:cubicBezTo>
                <a:cubicBezTo>
                  <a:pt x="35" y="95"/>
                  <a:pt x="35" y="95"/>
                  <a:pt x="35" y="95"/>
                </a:cubicBezTo>
                <a:cubicBezTo>
                  <a:pt x="35" y="103"/>
                  <a:pt x="42" y="109"/>
                  <a:pt x="49" y="109"/>
                </a:cubicBezTo>
                <a:cubicBezTo>
                  <a:pt x="51" y="109"/>
                  <a:pt x="51" y="109"/>
                  <a:pt x="51" y="109"/>
                </a:cubicBezTo>
                <a:cubicBezTo>
                  <a:pt x="51" y="84"/>
                  <a:pt x="51" y="84"/>
                  <a:pt x="51" y="84"/>
                </a:cubicBezTo>
                <a:cubicBezTo>
                  <a:pt x="41" y="84"/>
                  <a:pt x="41" y="84"/>
                  <a:pt x="41" y="84"/>
                </a:cubicBezTo>
                <a:cubicBezTo>
                  <a:pt x="41" y="72"/>
                  <a:pt x="41" y="72"/>
                  <a:pt x="41" y="72"/>
                </a:cubicBezTo>
                <a:cubicBezTo>
                  <a:pt x="41" y="71"/>
                  <a:pt x="41" y="70"/>
                  <a:pt x="40" y="69"/>
                </a:cubicBezTo>
                <a:cubicBezTo>
                  <a:pt x="33" y="66"/>
                  <a:pt x="28" y="58"/>
                  <a:pt x="28" y="50"/>
                </a:cubicBezTo>
                <a:cubicBezTo>
                  <a:pt x="28" y="44"/>
                  <a:pt x="31" y="39"/>
                  <a:pt x="35" y="35"/>
                </a:cubicBezTo>
                <a:cubicBezTo>
                  <a:pt x="39" y="31"/>
                  <a:pt x="44" y="28"/>
                  <a:pt x="51" y="28"/>
                </a:cubicBezTo>
                <a:cubicBezTo>
                  <a:pt x="51" y="22"/>
                  <a:pt x="51" y="22"/>
                  <a:pt x="51" y="22"/>
                </a:cubicBezTo>
                <a:close/>
                <a:moveTo>
                  <a:pt x="51" y="0"/>
                </a:moveTo>
                <a:cubicBezTo>
                  <a:pt x="51" y="17"/>
                  <a:pt x="51" y="17"/>
                  <a:pt x="51" y="17"/>
                </a:cubicBezTo>
                <a:cubicBezTo>
                  <a:pt x="49" y="17"/>
                  <a:pt x="48" y="16"/>
                  <a:pt x="48" y="15"/>
                </a:cubicBezTo>
                <a:cubicBezTo>
                  <a:pt x="48" y="2"/>
                  <a:pt x="48" y="2"/>
                  <a:pt x="48" y="2"/>
                </a:cubicBezTo>
                <a:cubicBezTo>
                  <a:pt x="48" y="1"/>
                  <a:pt x="49" y="0"/>
                  <a:pt x="51" y="0"/>
                </a:cubicBezTo>
                <a:close/>
                <a:moveTo>
                  <a:pt x="26" y="79"/>
                </a:moveTo>
                <a:cubicBezTo>
                  <a:pt x="26" y="73"/>
                  <a:pt x="26" y="73"/>
                  <a:pt x="26" y="73"/>
                </a:cubicBezTo>
                <a:cubicBezTo>
                  <a:pt x="26" y="73"/>
                  <a:pt x="27" y="73"/>
                  <a:pt x="28" y="73"/>
                </a:cubicBezTo>
                <a:cubicBezTo>
                  <a:pt x="29" y="74"/>
                  <a:pt x="29" y="76"/>
                  <a:pt x="28" y="77"/>
                </a:cubicBezTo>
                <a:cubicBezTo>
                  <a:pt x="26" y="79"/>
                  <a:pt x="26" y="79"/>
                  <a:pt x="26" y="79"/>
                </a:cubicBezTo>
                <a:close/>
                <a:moveTo>
                  <a:pt x="26" y="28"/>
                </a:moveTo>
                <a:cubicBezTo>
                  <a:pt x="26" y="21"/>
                  <a:pt x="26" y="21"/>
                  <a:pt x="26" y="21"/>
                </a:cubicBezTo>
                <a:cubicBezTo>
                  <a:pt x="28" y="23"/>
                  <a:pt x="28" y="23"/>
                  <a:pt x="28" y="23"/>
                </a:cubicBezTo>
                <a:cubicBezTo>
                  <a:pt x="29" y="24"/>
                  <a:pt x="29" y="26"/>
                  <a:pt x="28" y="27"/>
                </a:cubicBezTo>
                <a:cubicBezTo>
                  <a:pt x="27" y="28"/>
                  <a:pt x="26" y="28"/>
                  <a:pt x="26" y="28"/>
                </a:cubicBezTo>
                <a:close/>
                <a:moveTo>
                  <a:pt x="26" y="38"/>
                </a:moveTo>
                <a:cubicBezTo>
                  <a:pt x="24" y="42"/>
                  <a:pt x="23" y="46"/>
                  <a:pt x="23" y="50"/>
                </a:cubicBezTo>
                <a:cubicBezTo>
                  <a:pt x="23" y="55"/>
                  <a:pt x="24" y="59"/>
                  <a:pt x="26" y="62"/>
                </a:cubicBezTo>
                <a:cubicBezTo>
                  <a:pt x="26" y="38"/>
                  <a:pt x="26" y="38"/>
                  <a:pt x="26" y="38"/>
                </a:cubicBezTo>
                <a:close/>
                <a:moveTo>
                  <a:pt x="26" y="21"/>
                </a:moveTo>
                <a:cubicBezTo>
                  <a:pt x="26" y="28"/>
                  <a:pt x="26" y="28"/>
                  <a:pt x="26" y="28"/>
                </a:cubicBezTo>
                <a:cubicBezTo>
                  <a:pt x="25" y="28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15" y="18"/>
                  <a:pt x="15" y="18"/>
                  <a:pt x="15" y="18"/>
                </a:cubicBezTo>
                <a:cubicBezTo>
                  <a:pt x="14" y="17"/>
                  <a:pt x="14" y="16"/>
                  <a:pt x="15" y="15"/>
                </a:cubicBezTo>
                <a:cubicBezTo>
                  <a:pt x="16" y="14"/>
                  <a:pt x="18" y="14"/>
                  <a:pt x="19" y="15"/>
                </a:cubicBezTo>
                <a:cubicBezTo>
                  <a:pt x="26" y="21"/>
                  <a:pt x="26" y="21"/>
                  <a:pt x="26" y="21"/>
                </a:cubicBezTo>
                <a:close/>
                <a:moveTo>
                  <a:pt x="26" y="73"/>
                </a:moveTo>
                <a:cubicBezTo>
                  <a:pt x="26" y="79"/>
                  <a:pt x="26" y="79"/>
                  <a:pt x="26" y="79"/>
                </a:cubicBezTo>
                <a:cubicBezTo>
                  <a:pt x="19" y="86"/>
                  <a:pt x="19" y="86"/>
                  <a:pt x="19" y="86"/>
                </a:cubicBezTo>
                <a:cubicBezTo>
                  <a:pt x="18" y="87"/>
                  <a:pt x="16" y="87"/>
                  <a:pt x="15" y="86"/>
                </a:cubicBezTo>
                <a:cubicBezTo>
                  <a:pt x="14" y="85"/>
                  <a:pt x="14" y="83"/>
                  <a:pt x="15" y="82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73"/>
                  <a:pt x="25" y="73"/>
                  <a:pt x="26" y="73"/>
                </a:cubicBezTo>
                <a:close/>
                <a:moveTo>
                  <a:pt x="18" y="50"/>
                </a:moveTo>
                <a:cubicBezTo>
                  <a:pt x="18" y="50"/>
                  <a:pt x="18" y="50"/>
                  <a:pt x="18" y="50"/>
                </a:cubicBezTo>
                <a:cubicBezTo>
                  <a:pt x="18" y="49"/>
                  <a:pt x="17" y="48"/>
                  <a:pt x="15" y="48"/>
                </a:cubicBezTo>
                <a:cubicBezTo>
                  <a:pt x="3" y="48"/>
                  <a:pt x="3" y="48"/>
                  <a:pt x="3" y="48"/>
                </a:cubicBezTo>
                <a:cubicBezTo>
                  <a:pt x="2" y="48"/>
                  <a:pt x="0" y="49"/>
                  <a:pt x="0" y="50"/>
                </a:cubicBezTo>
                <a:cubicBezTo>
                  <a:pt x="0" y="52"/>
                  <a:pt x="2" y="53"/>
                  <a:pt x="3" y="53"/>
                </a:cubicBezTo>
                <a:cubicBezTo>
                  <a:pt x="15" y="53"/>
                  <a:pt x="15" y="53"/>
                  <a:pt x="15" y="53"/>
                </a:cubicBezTo>
                <a:cubicBezTo>
                  <a:pt x="17" y="53"/>
                  <a:pt x="18" y="52"/>
                  <a:pt x="18" y="50"/>
                </a:cubicBezTo>
                <a:close/>
              </a:path>
            </a:pathLst>
          </a:custGeom>
          <a:solidFill>
            <a:srgbClr val="0D0D0D">
              <a:alpha val="21176"/>
            </a:srgbClr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id-ID" sz="1350">
              <a:solidFill>
                <a:srgbClr val="414455"/>
              </a:solidFill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6029782" y="1338795"/>
            <a:ext cx="502789" cy="453321"/>
            <a:chOff x="5424755" y="1340768"/>
            <a:chExt cx="670560" cy="604586"/>
          </a:xfrm>
        </p:grpSpPr>
        <p:grpSp>
          <p:nvGrpSpPr>
            <p:cNvPr id="127" name="组合 12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29" name="组合 12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3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3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3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2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33" name="矩形 132"/>
          <p:cNvSpPr/>
          <p:nvPr/>
        </p:nvSpPr>
        <p:spPr>
          <a:xfrm>
            <a:off x="6623693" y="122240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47"/>
          <p:cNvSpPr>
            <a:spLocks noChangeArrowheads="1"/>
          </p:cNvSpPr>
          <p:nvPr/>
        </p:nvSpPr>
        <p:spPr bwMode="auto">
          <a:xfrm>
            <a:off x="6623693" y="1464587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cxnSp>
        <p:nvCxnSpPr>
          <p:cNvPr id="135" name="直接连接符 134"/>
          <p:cNvCxnSpPr/>
          <p:nvPr/>
        </p:nvCxnSpPr>
        <p:spPr>
          <a:xfrm>
            <a:off x="5535077" y="1487459"/>
            <a:ext cx="548697" cy="1190"/>
          </a:xfrm>
          <a:prstGeom prst="line">
            <a:avLst/>
          </a:prstGeom>
          <a:ln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组合 135"/>
          <p:cNvGrpSpPr/>
          <p:nvPr/>
        </p:nvGrpSpPr>
        <p:grpSpPr>
          <a:xfrm>
            <a:off x="6092552" y="2853355"/>
            <a:ext cx="502789" cy="453321"/>
            <a:chOff x="5424755" y="1340768"/>
            <a:chExt cx="670560" cy="604586"/>
          </a:xfrm>
        </p:grpSpPr>
        <p:grpSp>
          <p:nvGrpSpPr>
            <p:cNvPr id="137" name="组合 13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39" name="组合 13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4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4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4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3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43" name="矩形 142"/>
          <p:cNvSpPr/>
          <p:nvPr/>
        </p:nvSpPr>
        <p:spPr>
          <a:xfrm>
            <a:off x="6686463" y="273696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47"/>
          <p:cNvSpPr>
            <a:spLocks noChangeArrowheads="1"/>
          </p:cNvSpPr>
          <p:nvPr/>
        </p:nvSpPr>
        <p:spPr bwMode="auto">
          <a:xfrm>
            <a:off x="6686463" y="2979148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cxnSp>
        <p:nvCxnSpPr>
          <p:cNvPr id="145" name="直接连接符 144"/>
          <p:cNvCxnSpPr/>
          <p:nvPr/>
        </p:nvCxnSpPr>
        <p:spPr>
          <a:xfrm>
            <a:off x="5597846" y="3003210"/>
            <a:ext cx="548697" cy="0"/>
          </a:xfrm>
          <a:prstGeom prst="line">
            <a:avLst/>
          </a:prstGeom>
          <a:ln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>
          <a:xfrm>
            <a:off x="3051447" y="1491171"/>
            <a:ext cx="548697" cy="1190"/>
          </a:xfrm>
          <a:prstGeom prst="line">
            <a:avLst/>
          </a:prstGeom>
          <a:ln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组合 146"/>
          <p:cNvGrpSpPr/>
          <p:nvPr/>
        </p:nvGrpSpPr>
        <p:grpSpPr>
          <a:xfrm>
            <a:off x="2611428" y="1330386"/>
            <a:ext cx="502789" cy="453321"/>
            <a:chOff x="5424755" y="1340768"/>
            <a:chExt cx="670560" cy="604586"/>
          </a:xfrm>
        </p:grpSpPr>
        <p:grpSp>
          <p:nvGrpSpPr>
            <p:cNvPr id="148" name="组合 147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50" name="组合 14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52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53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51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49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54" name="矩形 153"/>
          <p:cNvSpPr/>
          <p:nvPr/>
        </p:nvSpPr>
        <p:spPr>
          <a:xfrm>
            <a:off x="630588" y="122240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矩形 47"/>
          <p:cNvSpPr>
            <a:spLocks noChangeArrowheads="1"/>
          </p:cNvSpPr>
          <p:nvPr/>
        </p:nvSpPr>
        <p:spPr bwMode="auto">
          <a:xfrm>
            <a:off x="630588" y="1464587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cxnSp>
        <p:nvCxnSpPr>
          <p:cNvPr id="156" name="直接连接符 155"/>
          <p:cNvCxnSpPr/>
          <p:nvPr/>
        </p:nvCxnSpPr>
        <p:spPr>
          <a:xfrm>
            <a:off x="3060225" y="3004136"/>
            <a:ext cx="548697" cy="1190"/>
          </a:xfrm>
          <a:prstGeom prst="line">
            <a:avLst/>
          </a:prstGeom>
          <a:ln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组合 156"/>
          <p:cNvGrpSpPr/>
          <p:nvPr/>
        </p:nvGrpSpPr>
        <p:grpSpPr>
          <a:xfrm>
            <a:off x="2611428" y="2790954"/>
            <a:ext cx="502789" cy="453321"/>
            <a:chOff x="5424755" y="1340768"/>
            <a:chExt cx="670560" cy="604586"/>
          </a:xfrm>
        </p:grpSpPr>
        <p:grpSp>
          <p:nvGrpSpPr>
            <p:cNvPr id="158" name="组合 157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60" name="组合 15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62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63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61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59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64" name="矩形 163"/>
          <p:cNvSpPr/>
          <p:nvPr/>
        </p:nvSpPr>
        <p:spPr>
          <a:xfrm>
            <a:off x="630588" y="2682970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矩形 47"/>
          <p:cNvSpPr>
            <a:spLocks noChangeArrowheads="1"/>
          </p:cNvSpPr>
          <p:nvPr/>
        </p:nvSpPr>
        <p:spPr bwMode="auto">
          <a:xfrm>
            <a:off x="630588" y="2925156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166" name="组合 165"/>
          <p:cNvGrpSpPr/>
          <p:nvPr/>
        </p:nvGrpSpPr>
        <p:grpSpPr>
          <a:xfrm>
            <a:off x="5497097" y="1168410"/>
            <a:ext cx="208734" cy="138347"/>
            <a:chOff x="9482595" y="2565731"/>
            <a:chExt cx="278384" cy="184511"/>
          </a:xfrm>
        </p:grpSpPr>
        <p:sp>
          <p:nvSpPr>
            <p:cNvPr id="167" name="椭圆 166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  <p:sp>
          <p:nvSpPr>
            <p:cNvPr id="168" name="椭圆 167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>
                            <p:stCondLst>
                              <p:cond delay="2500"/>
                            </p:stCondLst>
                            <p:childTnLst>
                              <p:par>
                                <p:cTn id="3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3000"/>
                            </p:stCondLst>
                            <p:childTnLst>
                              <p:par>
                                <p:cTn id="36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0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3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4000"/>
                            </p:stCondLst>
                            <p:childTnLst>
                              <p:par>
                                <p:cTn id="37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7"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0"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4500"/>
                            </p:stCondLst>
                            <p:childTnLst>
                              <p:par>
                                <p:cTn id="3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5000"/>
                            </p:stCondLst>
                            <p:childTnLst>
                              <p:par>
                                <p:cTn id="39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4" dur="4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7" dur="4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5500"/>
                            </p:stCondLst>
                            <p:childTnLst>
                              <p:par>
                                <p:cTn id="4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6000"/>
                            </p:stCondLst>
                            <p:childTnLst>
                              <p:par>
                                <p:cTn id="41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1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4" dur="4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6500"/>
                            </p:stCondLst>
                            <p:childTnLst>
                              <p:par>
                                <p:cTn id="4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9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0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14" grpId="0" bldLvl="0" animBg="1"/>
      <p:bldP spid="20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45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67" grpId="0" bldLvl="0" animBg="1"/>
      <p:bldP spid="68" grpId="0" bldLvl="0" animBg="1"/>
      <p:bldP spid="69" grpId="0" bldLvl="0" animBg="1"/>
      <p:bldP spid="70" grpId="0" bldLvl="0" animBg="1"/>
      <p:bldP spid="71" grpId="0" bldLvl="0" animBg="1"/>
      <p:bldP spid="72" grpId="0" bldLvl="0" animBg="1"/>
      <p:bldP spid="73" grpId="0" bldLvl="0" animBg="1"/>
      <p:bldP spid="74" grpId="0" bldLvl="0" animBg="1"/>
      <p:bldP spid="75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  <p:bldP spid="87" grpId="0" bldLvl="0" animBg="1"/>
      <p:bldP spid="88" grpId="0" bldLvl="0" animBg="1"/>
      <p:bldP spid="89" grpId="0" bldLvl="0" animBg="1"/>
      <p:bldP spid="90" grpId="0" bldLvl="0" animBg="1"/>
      <p:bldP spid="91" grpId="0" bldLvl="0" animBg="1"/>
      <p:bldP spid="92" grpId="0" bldLvl="0" animBg="1"/>
      <p:bldP spid="93" grpId="0" bldLvl="0" animBg="1"/>
      <p:bldP spid="94" grpId="0" bldLvl="0" animBg="1"/>
      <p:bldP spid="95" grpId="0" bldLvl="0" animBg="1"/>
      <p:bldP spid="96" grpId="0" bldLvl="0" animBg="1"/>
      <p:bldP spid="97" grpId="0" bldLvl="0" animBg="1"/>
      <p:bldP spid="98" grpId="0" bldLvl="0" animBg="1"/>
      <p:bldP spid="99" grpId="0" bldLvl="0" animBg="1"/>
      <p:bldP spid="100" grpId="0" bldLvl="0" animBg="1"/>
      <p:bldP spid="101" grpId="0" bldLvl="0" animBg="1"/>
      <p:bldP spid="102" grpId="0" bldLvl="0" animBg="1"/>
      <p:bldP spid="103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08" grpId="0" bldLvl="0" animBg="1"/>
      <p:bldP spid="109" grpId="0" bldLvl="0" animBg="1"/>
      <p:bldP spid="110" grpId="0" bldLvl="0" animBg="1"/>
      <p:bldP spid="111" grpId="0" bldLvl="0" animBg="1"/>
      <p:bldP spid="112" grpId="0" bldLvl="0" animBg="1"/>
      <p:bldP spid="113" grpId="0" bldLvl="0" animBg="1"/>
      <p:bldP spid="114" grpId="0" bldLvl="0" animBg="1"/>
      <p:bldP spid="115" grpId="0" bldLvl="0" animBg="1"/>
      <p:bldP spid="116" grpId="0" bldLvl="0" animBg="1"/>
      <p:bldP spid="117" grpId="0" bldLvl="0" animBg="1"/>
      <p:bldP spid="118" grpId="0" bldLvl="0" animBg="1"/>
      <p:bldP spid="119" grpId="0" bldLvl="0" animBg="1"/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133" grpId="0"/>
      <p:bldP spid="134" grpId="0"/>
      <p:bldP spid="143" grpId="0"/>
      <p:bldP spid="144" grpId="0"/>
      <p:bldP spid="154" grpId="0"/>
      <p:bldP spid="155" grpId="0"/>
      <p:bldP spid="164" grpId="0"/>
      <p:bldP spid="1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0" y="1978413"/>
            <a:ext cx="2789599" cy="12152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9" name="组合 158"/>
          <p:cNvGrpSpPr/>
          <p:nvPr/>
        </p:nvGrpSpPr>
        <p:grpSpPr>
          <a:xfrm>
            <a:off x="2064628" y="1988867"/>
            <a:ext cx="1384430" cy="1248221"/>
            <a:chOff x="3720691" y="2824413"/>
            <a:chExt cx="1341120" cy="1209172"/>
          </a:xfrm>
        </p:grpSpPr>
        <p:sp>
          <p:nvSpPr>
            <p:cNvPr id="16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6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62" name="Freeform 5"/>
          <p:cNvSpPr/>
          <p:nvPr/>
        </p:nvSpPr>
        <p:spPr bwMode="auto">
          <a:xfrm rot="1855731">
            <a:off x="2159429" y="2074341"/>
            <a:ext cx="1194827" cy="1077274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169" name="组合 168"/>
          <p:cNvGrpSpPr/>
          <p:nvPr/>
        </p:nvGrpSpPr>
        <p:grpSpPr>
          <a:xfrm>
            <a:off x="3350801" y="2079269"/>
            <a:ext cx="208734" cy="138347"/>
            <a:chOff x="9482595" y="2565731"/>
            <a:chExt cx="278384" cy="184511"/>
          </a:xfrm>
        </p:grpSpPr>
        <p:sp>
          <p:nvSpPr>
            <p:cNvPr id="170" name="椭圆 169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71" name="椭圆 170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6" name="圆角矩形 15"/>
          <p:cNvSpPr/>
          <p:nvPr/>
        </p:nvSpPr>
        <p:spPr>
          <a:xfrm>
            <a:off x="4086072" y="1950849"/>
            <a:ext cx="4913267" cy="1215263"/>
          </a:xfrm>
          <a:prstGeom prst="round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C0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03935" y="1950849"/>
            <a:ext cx="4157379" cy="1215263"/>
          </a:xfrm>
          <a:prstGeom prst="rect">
            <a:avLst/>
          </a:prstGeom>
          <a:solidFill>
            <a:srgbClr val="5B5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TextBox 17"/>
          <p:cNvSpPr txBox="1"/>
          <p:nvPr/>
        </p:nvSpPr>
        <p:spPr>
          <a:xfrm flipH="1">
            <a:off x="4410024" y="2091923"/>
            <a:ext cx="269960" cy="845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950" b="1" dirty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</a:t>
            </a:r>
            <a:endParaRPr lang="id-ID" sz="4950" b="1" dirty="0">
              <a:solidFill>
                <a:schemeClr val="bg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9" name="文本框 9"/>
          <p:cNvSpPr txBox="1"/>
          <p:nvPr/>
        </p:nvSpPr>
        <p:spPr>
          <a:xfrm>
            <a:off x="5219903" y="2004841"/>
            <a:ext cx="2051694" cy="39306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21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命题背景</a:t>
            </a:r>
            <a:endParaRPr lang="zh-CN" altLang="en-US" sz="2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276508" y="2436776"/>
            <a:ext cx="1077226" cy="171450"/>
            <a:chOff x="4369395" y="3284984"/>
            <a:chExt cx="1436675" cy="228660"/>
          </a:xfrm>
        </p:grpSpPr>
        <p:sp>
          <p:nvSpPr>
            <p:cNvPr id="21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356347" y="2436776"/>
            <a:ext cx="1077226" cy="171450"/>
            <a:chOff x="4369395" y="3284984"/>
            <a:chExt cx="1436675" cy="228660"/>
          </a:xfrm>
        </p:grpSpPr>
        <p:sp>
          <p:nvSpPr>
            <p:cNvPr id="26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研究意义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7436185" y="2436776"/>
            <a:ext cx="1293193" cy="171450"/>
            <a:chOff x="4369395" y="3284984"/>
            <a:chExt cx="1724707" cy="228660"/>
          </a:xfrm>
        </p:grpSpPr>
        <p:sp>
          <p:nvSpPr>
            <p:cNvPr id="31" name="文本框 9"/>
            <p:cNvSpPr txBox="1"/>
            <p:nvPr/>
          </p:nvSpPr>
          <p:spPr>
            <a:xfrm>
              <a:off x="4581935" y="3284984"/>
              <a:ext cx="1512167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国内外相关文献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5273895" y="2653179"/>
            <a:ext cx="1077226" cy="171450"/>
            <a:chOff x="4369395" y="3284984"/>
            <a:chExt cx="1436675" cy="228660"/>
          </a:xfrm>
        </p:grpSpPr>
        <p:sp>
          <p:nvSpPr>
            <p:cNvPr id="36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研究理论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等腰三角形 3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6356347" y="2652744"/>
            <a:ext cx="1077226" cy="171450"/>
            <a:chOff x="4369395" y="3284984"/>
            <a:chExt cx="1436675" cy="228660"/>
          </a:xfrm>
        </p:grpSpPr>
        <p:sp>
          <p:nvSpPr>
            <p:cNvPr id="41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命题假设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43" name="椭圆 4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5" name="Freeform 261"/>
          <p:cNvSpPr/>
          <p:nvPr/>
        </p:nvSpPr>
        <p:spPr bwMode="auto">
          <a:xfrm>
            <a:off x="2476727" y="2379846"/>
            <a:ext cx="509408" cy="509408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ldLvl="0" animBg="1"/>
      <p:bldP spid="162" grpId="0" bldLvl="0" animBg="1"/>
      <p:bldP spid="16" grpId="0" bldLvl="0" animBg="1"/>
      <p:bldP spid="17" grpId="0" bldLvl="0" animBg="1"/>
      <p:bldP spid="18" grpId="0"/>
      <p:bldP spid="19" grpId="0"/>
      <p:bldP spid="5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10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7" name="Freeform 261"/>
          <p:cNvSpPr/>
          <p:nvPr/>
        </p:nvSpPr>
        <p:spPr bwMode="auto">
          <a:xfrm>
            <a:off x="551496" y="281280"/>
            <a:ext cx="220306" cy="220306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9" name="Rectangle 4"/>
          <p:cNvSpPr txBox="1">
            <a:spLocks noChangeArrowheads="1"/>
          </p:cNvSpPr>
          <p:nvPr/>
        </p:nvSpPr>
        <p:spPr bwMode="auto">
          <a:xfrm>
            <a:off x="2628290" y="857910"/>
            <a:ext cx="3925630" cy="25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62" tIns="34281" rIns="68562" bIns="3428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800" b="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</a:t>
            </a:r>
            <a:r>
              <a:rPr lang="zh-CN" altLang="en-US" sz="1800" b="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1800" b="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sz="1800" b="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Rectangle 2"/>
          <p:cNvSpPr/>
          <p:nvPr/>
        </p:nvSpPr>
        <p:spPr>
          <a:xfrm>
            <a:off x="5651838" y="1305984"/>
            <a:ext cx="2581570" cy="1749135"/>
          </a:xfrm>
          <a:prstGeom prst="rect">
            <a:avLst/>
          </a:prstGeom>
          <a:blipFill>
            <a:blip r:embed="rId3" cstate="print"/>
            <a:srcRect/>
            <a:stretch>
              <a:fillRect l="8176" r="-35740"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954540" y="1305984"/>
            <a:ext cx="2375645" cy="1749135"/>
          </a:xfrm>
          <a:prstGeom prst="rect">
            <a:avLst/>
          </a:prstGeom>
          <a:blipFill>
            <a:blip r:embed="rId4" cstate="print"/>
            <a:srcRect/>
            <a:stretch>
              <a:fillRect l="-3587" t="-4012" r="3587" b="-7100"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3" name="弧形 112"/>
          <p:cNvSpPr/>
          <p:nvPr/>
        </p:nvSpPr>
        <p:spPr>
          <a:xfrm>
            <a:off x="3222201" y="790466"/>
            <a:ext cx="377944" cy="377944"/>
          </a:xfrm>
          <a:prstGeom prst="arc">
            <a:avLst>
              <a:gd name="adj1" fmla="val 18916496"/>
              <a:gd name="adj2" fmla="val 2632855"/>
            </a:avLst>
          </a:prstGeom>
          <a:ln>
            <a:solidFill>
              <a:srgbClr val="41445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4" name="Rectangle 2"/>
          <p:cNvSpPr/>
          <p:nvPr/>
        </p:nvSpPr>
        <p:spPr>
          <a:xfrm>
            <a:off x="3222201" y="1305984"/>
            <a:ext cx="2699597" cy="1749135"/>
          </a:xfrm>
          <a:prstGeom prst="rect">
            <a:avLst/>
          </a:prstGeom>
          <a:solidFill>
            <a:schemeClr val="tx1">
              <a:lumMod val="95000"/>
              <a:lumOff val="5000"/>
              <a:alpha val="7059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5" name="TextBox 59"/>
          <p:cNvSpPr txBox="1">
            <a:spLocks noChangeArrowheads="1"/>
          </p:cNvSpPr>
          <p:nvPr/>
        </p:nvSpPr>
        <p:spPr bwMode="auto">
          <a:xfrm flipH="1">
            <a:off x="3330185" y="1600345"/>
            <a:ext cx="1972672" cy="306705"/>
          </a:xfrm>
          <a:prstGeom prst="rect">
            <a:avLst/>
          </a:prstGeom>
          <a:noFill/>
          <a:ln>
            <a:noFill/>
          </a:ln>
        </p:spPr>
        <p:txBody>
          <a:bodyPr wrap="square" lIns="86374" tIns="43187" rIns="86374" bIns="4318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</a:t>
            </a:r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</a:p>
        </p:txBody>
      </p:sp>
      <p:sp>
        <p:nvSpPr>
          <p:cNvPr id="116" name="矩形 47"/>
          <p:cNvSpPr>
            <a:spLocks noChangeArrowheads="1"/>
          </p:cNvSpPr>
          <p:nvPr/>
        </p:nvSpPr>
        <p:spPr bwMode="auto">
          <a:xfrm>
            <a:off x="3330481" y="1858481"/>
            <a:ext cx="2365306" cy="1045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6370" tIns="43185" rIns="86370" bIns="43185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在此录入上述图表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说明，在此录入上述图表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说明，在此录入上述图表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的描述说明。在此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。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在此录入上述图表的描述说明。</a:t>
            </a:r>
          </a:p>
        </p:txBody>
      </p:sp>
      <p:grpSp>
        <p:nvGrpSpPr>
          <p:cNvPr id="117" name="组合 116"/>
          <p:cNvGrpSpPr/>
          <p:nvPr/>
        </p:nvGrpSpPr>
        <p:grpSpPr>
          <a:xfrm>
            <a:off x="1017726" y="3479438"/>
            <a:ext cx="394805" cy="355962"/>
            <a:chOff x="5424755" y="1340768"/>
            <a:chExt cx="670560" cy="604586"/>
          </a:xfrm>
        </p:grpSpPr>
        <p:grpSp>
          <p:nvGrpSpPr>
            <p:cNvPr id="118" name="组合 117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20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2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19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2" name="文本框 9"/>
          <p:cNvSpPr txBox="1"/>
          <p:nvPr/>
        </p:nvSpPr>
        <p:spPr>
          <a:xfrm>
            <a:off x="1494459" y="3490063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128" name="直接连接符 127"/>
          <p:cNvCxnSpPr/>
          <p:nvPr/>
        </p:nvCxnSpPr>
        <p:spPr>
          <a:xfrm>
            <a:off x="1548451" y="3760023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/>
          <p:cNvGrpSpPr/>
          <p:nvPr/>
        </p:nvGrpSpPr>
        <p:grpSpPr>
          <a:xfrm>
            <a:off x="7779502" y="3662230"/>
            <a:ext cx="193989" cy="174903"/>
            <a:chOff x="3720691" y="2824413"/>
            <a:chExt cx="1341120" cy="1209172"/>
          </a:xfrm>
        </p:grpSpPr>
        <p:sp>
          <p:nvSpPr>
            <p:cNvPr id="13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1476027" y="3870662"/>
            <a:ext cx="6407261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grpSp>
        <p:nvGrpSpPr>
          <p:cNvPr id="133" name="组合 132"/>
          <p:cNvGrpSpPr/>
          <p:nvPr/>
        </p:nvGrpSpPr>
        <p:grpSpPr>
          <a:xfrm>
            <a:off x="8250686" y="1167871"/>
            <a:ext cx="208734" cy="138347"/>
            <a:chOff x="9482595" y="2565731"/>
            <a:chExt cx="278384" cy="184511"/>
          </a:xfrm>
        </p:grpSpPr>
        <p:sp>
          <p:nvSpPr>
            <p:cNvPr id="134" name="椭圆 133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5" name="椭圆 134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109" grpId="0" bldLvl="0" animBg="1"/>
      <p:bldP spid="110" grpId="0" bldLvl="0" animBg="1"/>
      <p:bldP spid="111" grpId="0" bldLvl="0" animBg="1"/>
      <p:bldP spid="113" grpId="0" bldLvl="0" animBg="1"/>
      <p:bldP spid="114" grpId="0" bldLvl="0" animBg="1"/>
      <p:bldP spid="115" grpId="0"/>
      <p:bldP spid="116" grpId="0"/>
      <p:bldP spid="122" grpId="0"/>
      <p:bldP spid="1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11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7" name="Freeform 261"/>
          <p:cNvSpPr/>
          <p:nvPr/>
        </p:nvSpPr>
        <p:spPr bwMode="auto">
          <a:xfrm>
            <a:off x="551496" y="281280"/>
            <a:ext cx="220306" cy="220306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肘形连接符 13"/>
          <p:cNvCxnSpPr/>
          <p:nvPr/>
        </p:nvCxnSpPr>
        <p:spPr>
          <a:xfrm flipV="1">
            <a:off x="2790266" y="1582409"/>
            <a:ext cx="2181518" cy="567760"/>
          </a:xfrm>
          <a:prstGeom prst="bentConnector3">
            <a:avLst>
              <a:gd name="adj1" fmla="val 62381"/>
            </a:avLst>
          </a:prstGeom>
          <a:ln w="9525" cap="rnd"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/>
          <p:nvPr/>
        </p:nvCxnSpPr>
        <p:spPr>
          <a:xfrm>
            <a:off x="2790266" y="2389731"/>
            <a:ext cx="2321653" cy="609110"/>
          </a:xfrm>
          <a:prstGeom prst="bentConnector3">
            <a:avLst>
              <a:gd name="adj1" fmla="val 50000"/>
            </a:avLst>
          </a:prstGeom>
          <a:ln w="9525"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/>
          <p:nvPr/>
        </p:nvCxnSpPr>
        <p:spPr>
          <a:xfrm flipV="1">
            <a:off x="3254353" y="2323066"/>
            <a:ext cx="2257351" cy="582990"/>
          </a:xfrm>
          <a:prstGeom prst="bentConnector3">
            <a:avLst>
              <a:gd name="adj1" fmla="val 50000"/>
            </a:avLst>
          </a:prstGeom>
          <a:ln w="9525"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/>
          <p:cNvCxnSpPr/>
          <p:nvPr/>
        </p:nvCxnSpPr>
        <p:spPr>
          <a:xfrm>
            <a:off x="3222201" y="3130419"/>
            <a:ext cx="2321653" cy="609110"/>
          </a:xfrm>
          <a:prstGeom prst="bentConnector3">
            <a:avLst>
              <a:gd name="adj1" fmla="val 55369"/>
            </a:avLst>
          </a:prstGeom>
          <a:ln w="9525"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224499" y="1795819"/>
            <a:ext cx="2213670" cy="1382332"/>
            <a:chOff x="1633091" y="2393556"/>
            <a:chExt cx="2952328" cy="1843589"/>
          </a:xfrm>
        </p:grpSpPr>
        <p:sp>
          <p:nvSpPr>
            <p:cNvPr id="19" name="Freeform 9"/>
            <p:cNvSpPr/>
            <p:nvPr/>
          </p:nvSpPr>
          <p:spPr bwMode="auto">
            <a:xfrm flipH="1">
              <a:off x="1633091" y="2393556"/>
              <a:ext cx="2952328" cy="1843589"/>
            </a:xfrm>
            <a:custGeom>
              <a:avLst/>
              <a:gdLst>
                <a:gd name="T0" fmla="*/ 262 w 320"/>
                <a:gd name="T1" fmla="*/ 70 h 200"/>
                <a:gd name="T2" fmla="*/ 163 w 320"/>
                <a:gd name="T3" fmla="*/ 0 h 200"/>
                <a:gd name="T4" fmla="*/ 63 w 320"/>
                <a:gd name="T5" fmla="*/ 94 h 200"/>
                <a:gd name="T6" fmla="*/ 54 w 320"/>
                <a:gd name="T7" fmla="*/ 93 h 200"/>
                <a:gd name="T8" fmla="*/ 0 w 320"/>
                <a:gd name="T9" fmla="*/ 146 h 200"/>
                <a:gd name="T10" fmla="*/ 43 w 320"/>
                <a:gd name="T11" fmla="*/ 200 h 200"/>
                <a:gd name="T12" fmla="*/ 251 w 320"/>
                <a:gd name="T13" fmla="*/ 200 h 200"/>
                <a:gd name="T14" fmla="*/ 320 w 320"/>
                <a:gd name="T15" fmla="*/ 134 h 200"/>
                <a:gd name="T16" fmla="*/ 262 w 320"/>
                <a:gd name="T17" fmla="*/ 7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0" h="200">
                  <a:moveTo>
                    <a:pt x="262" y="70"/>
                  </a:moveTo>
                  <a:cubicBezTo>
                    <a:pt x="249" y="29"/>
                    <a:pt x="209" y="0"/>
                    <a:pt x="163" y="0"/>
                  </a:cubicBezTo>
                  <a:cubicBezTo>
                    <a:pt x="108" y="0"/>
                    <a:pt x="66" y="41"/>
                    <a:pt x="63" y="94"/>
                  </a:cubicBezTo>
                  <a:cubicBezTo>
                    <a:pt x="60" y="94"/>
                    <a:pt x="57" y="93"/>
                    <a:pt x="54" y="93"/>
                  </a:cubicBezTo>
                  <a:cubicBezTo>
                    <a:pt x="24" y="93"/>
                    <a:pt x="0" y="117"/>
                    <a:pt x="0" y="146"/>
                  </a:cubicBezTo>
                  <a:cubicBezTo>
                    <a:pt x="0" y="171"/>
                    <a:pt x="19" y="195"/>
                    <a:pt x="43" y="200"/>
                  </a:cubicBezTo>
                  <a:cubicBezTo>
                    <a:pt x="251" y="200"/>
                    <a:pt x="251" y="200"/>
                    <a:pt x="251" y="200"/>
                  </a:cubicBezTo>
                  <a:cubicBezTo>
                    <a:pt x="287" y="200"/>
                    <a:pt x="320" y="170"/>
                    <a:pt x="320" y="134"/>
                  </a:cubicBezTo>
                  <a:cubicBezTo>
                    <a:pt x="320" y="101"/>
                    <a:pt x="295" y="74"/>
                    <a:pt x="262" y="70"/>
                  </a:cubicBez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56625" tIns="28312" rIns="56625" bIns="28312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55015">
                <a:defRPr/>
              </a:pPr>
              <a:endParaRPr lang="zh-CN" altLang="en-US" sz="1125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0" name="Freeform 9"/>
            <p:cNvSpPr/>
            <p:nvPr/>
          </p:nvSpPr>
          <p:spPr bwMode="auto">
            <a:xfrm flipH="1">
              <a:off x="1709291" y="2441139"/>
              <a:ext cx="2799928" cy="1748422"/>
            </a:xfrm>
            <a:custGeom>
              <a:avLst/>
              <a:gdLst>
                <a:gd name="T0" fmla="*/ 262 w 320"/>
                <a:gd name="T1" fmla="*/ 70 h 200"/>
                <a:gd name="T2" fmla="*/ 163 w 320"/>
                <a:gd name="T3" fmla="*/ 0 h 200"/>
                <a:gd name="T4" fmla="*/ 63 w 320"/>
                <a:gd name="T5" fmla="*/ 94 h 200"/>
                <a:gd name="T6" fmla="*/ 54 w 320"/>
                <a:gd name="T7" fmla="*/ 93 h 200"/>
                <a:gd name="T8" fmla="*/ 0 w 320"/>
                <a:gd name="T9" fmla="*/ 146 h 200"/>
                <a:gd name="T10" fmla="*/ 43 w 320"/>
                <a:gd name="T11" fmla="*/ 200 h 200"/>
                <a:gd name="T12" fmla="*/ 251 w 320"/>
                <a:gd name="T13" fmla="*/ 200 h 200"/>
                <a:gd name="T14" fmla="*/ 320 w 320"/>
                <a:gd name="T15" fmla="*/ 134 h 200"/>
                <a:gd name="T16" fmla="*/ 262 w 320"/>
                <a:gd name="T17" fmla="*/ 7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0" h="200">
                  <a:moveTo>
                    <a:pt x="262" y="70"/>
                  </a:moveTo>
                  <a:cubicBezTo>
                    <a:pt x="249" y="29"/>
                    <a:pt x="209" y="0"/>
                    <a:pt x="163" y="0"/>
                  </a:cubicBezTo>
                  <a:cubicBezTo>
                    <a:pt x="108" y="0"/>
                    <a:pt x="66" y="41"/>
                    <a:pt x="63" y="94"/>
                  </a:cubicBezTo>
                  <a:cubicBezTo>
                    <a:pt x="60" y="94"/>
                    <a:pt x="57" y="93"/>
                    <a:pt x="54" y="93"/>
                  </a:cubicBezTo>
                  <a:cubicBezTo>
                    <a:pt x="24" y="93"/>
                    <a:pt x="0" y="117"/>
                    <a:pt x="0" y="146"/>
                  </a:cubicBezTo>
                  <a:cubicBezTo>
                    <a:pt x="0" y="171"/>
                    <a:pt x="19" y="195"/>
                    <a:pt x="43" y="200"/>
                  </a:cubicBezTo>
                  <a:cubicBezTo>
                    <a:pt x="251" y="200"/>
                    <a:pt x="251" y="200"/>
                    <a:pt x="251" y="200"/>
                  </a:cubicBezTo>
                  <a:cubicBezTo>
                    <a:pt x="287" y="200"/>
                    <a:pt x="320" y="170"/>
                    <a:pt x="320" y="134"/>
                  </a:cubicBezTo>
                  <a:cubicBezTo>
                    <a:pt x="320" y="101"/>
                    <a:pt x="295" y="74"/>
                    <a:pt x="262" y="70"/>
                  </a:cubicBez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56625" tIns="28312" rIns="56625" bIns="28312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55015">
                <a:defRPr/>
              </a:pPr>
              <a:endParaRPr lang="zh-CN" altLang="en-US" sz="1125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21" name="KSO_Shape"/>
          <p:cNvSpPr/>
          <p:nvPr/>
        </p:nvSpPr>
        <p:spPr bwMode="auto">
          <a:xfrm>
            <a:off x="2011920" y="2249169"/>
            <a:ext cx="475633" cy="475633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15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494459" y="2814705"/>
            <a:ext cx="159545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 algn="ctr"/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47"/>
          <p:cNvSpPr>
            <a:spLocks noChangeArrowheads="1"/>
          </p:cNvSpPr>
          <p:nvPr/>
        </p:nvSpPr>
        <p:spPr bwMode="auto">
          <a:xfrm>
            <a:off x="1406850" y="3328087"/>
            <a:ext cx="1869343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录入上述图表的描述说明，在此录入上述图表的描述说明。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4787967" y="1338795"/>
            <a:ext cx="502789" cy="453321"/>
            <a:chOff x="5424755" y="1340768"/>
            <a:chExt cx="670560" cy="604586"/>
          </a:xfrm>
        </p:grpSpPr>
        <p:grpSp>
          <p:nvGrpSpPr>
            <p:cNvPr id="25" name="组合 2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9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0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8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6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31" name="矩形 30"/>
          <p:cNvSpPr/>
          <p:nvPr/>
        </p:nvSpPr>
        <p:spPr>
          <a:xfrm>
            <a:off x="5427203" y="122240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47"/>
          <p:cNvSpPr>
            <a:spLocks noChangeArrowheads="1"/>
          </p:cNvSpPr>
          <p:nvPr/>
        </p:nvSpPr>
        <p:spPr bwMode="auto">
          <a:xfrm>
            <a:off x="5427203" y="1464587"/>
            <a:ext cx="2276329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5327887" y="2097468"/>
            <a:ext cx="502789" cy="453321"/>
            <a:chOff x="5424755" y="1340768"/>
            <a:chExt cx="670560" cy="604586"/>
          </a:xfrm>
        </p:grpSpPr>
        <p:grpSp>
          <p:nvGrpSpPr>
            <p:cNvPr id="34" name="组合 33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8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9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7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5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0" name="矩形 39"/>
          <p:cNvSpPr/>
          <p:nvPr/>
        </p:nvSpPr>
        <p:spPr>
          <a:xfrm>
            <a:off x="5967122" y="1981075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7"/>
          <p:cNvSpPr>
            <a:spLocks noChangeArrowheads="1"/>
          </p:cNvSpPr>
          <p:nvPr/>
        </p:nvSpPr>
        <p:spPr bwMode="auto">
          <a:xfrm>
            <a:off x="5967122" y="2223261"/>
            <a:ext cx="2276329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4841959" y="2745371"/>
            <a:ext cx="502789" cy="453321"/>
            <a:chOff x="5424755" y="1340768"/>
            <a:chExt cx="670560" cy="604586"/>
          </a:xfrm>
        </p:grpSpPr>
        <p:grpSp>
          <p:nvGrpSpPr>
            <p:cNvPr id="43" name="组合 42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7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48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6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4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5481195" y="2628978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7"/>
          <p:cNvSpPr>
            <a:spLocks noChangeArrowheads="1"/>
          </p:cNvSpPr>
          <p:nvPr/>
        </p:nvSpPr>
        <p:spPr bwMode="auto">
          <a:xfrm>
            <a:off x="5481195" y="2871164"/>
            <a:ext cx="2330321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5327887" y="3447267"/>
            <a:ext cx="502789" cy="453321"/>
            <a:chOff x="5424755" y="1340768"/>
            <a:chExt cx="670560" cy="604586"/>
          </a:xfrm>
        </p:grpSpPr>
        <p:grpSp>
          <p:nvGrpSpPr>
            <p:cNvPr id="52" name="组合 51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56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57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55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53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5967122" y="3330874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47"/>
          <p:cNvSpPr>
            <a:spLocks noChangeArrowheads="1"/>
          </p:cNvSpPr>
          <p:nvPr/>
        </p:nvSpPr>
        <p:spPr bwMode="auto">
          <a:xfrm>
            <a:off x="5967122" y="3573059"/>
            <a:ext cx="2330321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2736274" y="1731958"/>
            <a:ext cx="208734" cy="138347"/>
            <a:chOff x="9482595" y="2565731"/>
            <a:chExt cx="278384" cy="184511"/>
          </a:xfrm>
        </p:grpSpPr>
        <p:sp>
          <p:nvSpPr>
            <p:cNvPr id="61" name="椭圆 60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2" name="椭圆 61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000"/>
                            </p:stCondLst>
                            <p:childTnLst>
                              <p:par>
                                <p:cTn id="1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21" grpId="0" bldLvl="0" animBg="1"/>
      <p:bldP spid="22" grpId="0"/>
      <p:bldP spid="23" grpId="0"/>
      <p:bldP spid="31" grpId="0"/>
      <p:bldP spid="32" grpId="0"/>
      <p:bldP spid="40" grpId="0"/>
      <p:bldP spid="41" grpId="0"/>
      <p:bldP spid="49" grpId="0"/>
      <p:bldP spid="50" grpId="0"/>
      <p:bldP spid="58" grpId="0"/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国内外相关文献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12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7" name="Freeform 261"/>
          <p:cNvSpPr/>
          <p:nvPr/>
        </p:nvSpPr>
        <p:spPr bwMode="auto">
          <a:xfrm>
            <a:off x="551496" y="281280"/>
            <a:ext cx="220306" cy="220306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710427" y="1384378"/>
            <a:ext cx="701895" cy="632838"/>
            <a:chOff x="3720691" y="2824413"/>
            <a:chExt cx="1341120" cy="1209172"/>
          </a:xfrm>
        </p:grpSpPr>
        <p:sp>
          <p:nvSpPr>
            <p:cNvPr id="15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6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7" name="Freeform 55"/>
          <p:cNvSpPr>
            <a:spLocks noEditPoints="1"/>
          </p:cNvSpPr>
          <p:nvPr/>
        </p:nvSpPr>
        <p:spPr bwMode="auto">
          <a:xfrm>
            <a:off x="1953813" y="1575798"/>
            <a:ext cx="243357" cy="254676"/>
          </a:xfrm>
          <a:custGeom>
            <a:avLst/>
            <a:gdLst>
              <a:gd name="T0" fmla="*/ 83 w 129"/>
              <a:gd name="T1" fmla="*/ 92 h 135"/>
              <a:gd name="T2" fmla="*/ 127 w 129"/>
              <a:gd name="T3" fmla="*/ 26 h 135"/>
              <a:gd name="T4" fmla="*/ 127 w 129"/>
              <a:gd name="T5" fmla="*/ 21 h 135"/>
              <a:gd name="T6" fmla="*/ 117 w 129"/>
              <a:gd name="T7" fmla="*/ 10 h 135"/>
              <a:gd name="T8" fmla="*/ 112 w 129"/>
              <a:gd name="T9" fmla="*/ 10 h 135"/>
              <a:gd name="T10" fmla="*/ 107 w 129"/>
              <a:gd name="T11" fmla="*/ 16 h 135"/>
              <a:gd name="T12" fmla="*/ 101 w 129"/>
              <a:gd name="T13" fmla="*/ 16 h 135"/>
              <a:gd name="T14" fmla="*/ 101 w 129"/>
              <a:gd name="T15" fmla="*/ 0 h 135"/>
              <a:gd name="T16" fmla="*/ 27 w 129"/>
              <a:gd name="T17" fmla="*/ 0 h 135"/>
              <a:gd name="T18" fmla="*/ 27 w 129"/>
              <a:gd name="T19" fmla="*/ 16 h 135"/>
              <a:gd name="T20" fmla="*/ 22 w 129"/>
              <a:gd name="T21" fmla="*/ 16 h 135"/>
              <a:gd name="T22" fmla="*/ 17 w 129"/>
              <a:gd name="T23" fmla="*/ 10 h 135"/>
              <a:gd name="T24" fmla="*/ 12 w 129"/>
              <a:gd name="T25" fmla="*/ 10 h 135"/>
              <a:gd name="T26" fmla="*/ 1 w 129"/>
              <a:gd name="T27" fmla="*/ 21 h 135"/>
              <a:gd name="T28" fmla="*/ 1 w 129"/>
              <a:gd name="T29" fmla="*/ 26 h 135"/>
              <a:gd name="T30" fmla="*/ 46 w 129"/>
              <a:gd name="T31" fmla="*/ 92 h 135"/>
              <a:gd name="T32" fmla="*/ 59 w 129"/>
              <a:gd name="T33" fmla="*/ 98 h 135"/>
              <a:gd name="T34" fmla="*/ 59 w 129"/>
              <a:gd name="T35" fmla="*/ 103 h 135"/>
              <a:gd name="T36" fmla="*/ 54 w 129"/>
              <a:gd name="T37" fmla="*/ 106 h 135"/>
              <a:gd name="T38" fmla="*/ 59 w 129"/>
              <a:gd name="T39" fmla="*/ 108 h 135"/>
              <a:gd name="T40" fmla="*/ 59 w 129"/>
              <a:gd name="T41" fmla="*/ 114 h 135"/>
              <a:gd name="T42" fmla="*/ 54 w 129"/>
              <a:gd name="T43" fmla="*/ 119 h 135"/>
              <a:gd name="T44" fmla="*/ 48 w 129"/>
              <a:gd name="T45" fmla="*/ 124 h 135"/>
              <a:gd name="T46" fmla="*/ 43 w 129"/>
              <a:gd name="T47" fmla="*/ 129 h 135"/>
              <a:gd name="T48" fmla="*/ 49 w 129"/>
              <a:gd name="T49" fmla="*/ 135 h 135"/>
              <a:gd name="T50" fmla="*/ 80 w 129"/>
              <a:gd name="T51" fmla="*/ 135 h 135"/>
              <a:gd name="T52" fmla="*/ 85 w 129"/>
              <a:gd name="T53" fmla="*/ 129 h 135"/>
              <a:gd name="T54" fmla="*/ 80 w 129"/>
              <a:gd name="T55" fmla="*/ 124 h 135"/>
              <a:gd name="T56" fmla="*/ 74 w 129"/>
              <a:gd name="T57" fmla="*/ 119 h 135"/>
              <a:gd name="T58" fmla="*/ 69 w 129"/>
              <a:gd name="T59" fmla="*/ 114 h 135"/>
              <a:gd name="T60" fmla="*/ 69 w 129"/>
              <a:gd name="T61" fmla="*/ 108 h 135"/>
              <a:gd name="T62" fmla="*/ 75 w 129"/>
              <a:gd name="T63" fmla="*/ 106 h 135"/>
              <a:gd name="T64" fmla="*/ 69 w 129"/>
              <a:gd name="T65" fmla="*/ 103 h 135"/>
              <a:gd name="T66" fmla="*/ 69 w 129"/>
              <a:gd name="T67" fmla="*/ 98 h 135"/>
              <a:gd name="T68" fmla="*/ 83 w 129"/>
              <a:gd name="T69" fmla="*/ 92 h 135"/>
              <a:gd name="T70" fmla="*/ 101 w 129"/>
              <a:gd name="T71" fmla="*/ 21 h 135"/>
              <a:gd name="T72" fmla="*/ 107 w 129"/>
              <a:gd name="T73" fmla="*/ 21 h 135"/>
              <a:gd name="T74" fmla="*/ 112 w 129"/>
              <a:gd name="T75" fmla="*/ 16 h 135"/>
              <a:gd name="T76" fmla="*/ 117 w 129"/>
              <a:gd name="T77" fmla="*/ 21 h 135"/>
              <a:gd name="T78" fmla="*/ 117 w 129"/>
              <a:gd name="T79" fmla="*/ 26 h 135"/>
              <a:gd name="T80" fmla="*/ 91 w 129"/>
              <a:gd name="T81" fmla="*/ 71 h 135"/>
              <a:gd name="T82" fmla="*/ 101 w 129"/>
              <a:gd name="T83" fmla="*/ 21 h 135"/>
              <a:gd name="T84" fmla="*/ 36 w 129"/>
              <a:gd name="T85" fmla="*/ 72 h 135"/>
              <a:gd name="T86" fmla="*/ 10 w 129"/>
              <a:gd name="T87" fmla="*/ 27 h 135"/>
              <a:gd name="T88" fmla="*/ 10 w 129"/>
              <a:gd name="T89" fmla="*/ 22 h 135"/>
              <a:gd name="T90" fmla="*/ 15 w 129"/>
              <a:gd name="T91" fmla="*/ 17 h 135"/>
              <a:gd name="T92" fmla="*/ 20 w 129"/>
              <a:gd name="T93" fmla="*/ 22 h 135"/>
              <a:gd name="T94" fmla="*/ 26 w 129"/>
              <a:gd name="T95" fmla="*/ 22 h 135"/>
              <a:gd name="T96" fmla="*/ 36 w 129"/>
              <a:gd name="T97" fmla="*/ 7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9" h="135">
                <a:moveTo>
                  <a:pt x="83" y="92"/>
                </a:moveTo>
                <a:cubicBezTo>
                  <a:pt x="129" y="63"/>
                  <a:pt x="127" y="26"/>
                  <a:pt x="127" y="26"/>
                </a:cubicBezTo>
                <a:cubicBezTo>
                  <a:pt x="127" y="21"/>
                  <a:pt x="127" y="21"/>
                  <a:pt x="127" y="21"/>
                </a:cubicBezTo>
                <a:cubicBezTo>
                  <a:pt x="127" y="21"/>
                  <a:pt x="128" y="10"/>
                  <a:pt x="117" y="10"/>
                </a:cubicBezTo>
                <a:cubicBezTo>
                  <a:pt x="114" y="10"/>
                  <a:pt x="112" y="10"/>
                  <a:pt x="112" y="10"/>
                </a:cubicBezTo>
                <a:cubicBezTo>
                  <a:pt x="107" y="10"/>
                  <a:pt x="107" y="16"/>
                  <a:pt x="107" y="16"/>
                </a:cubicBezTo>
                <a:cubicBezTo>
                  <a:pt x="107" y="16"/>
                  <a:pt x="104" y="16"/>
                  <a:pt x="101" y="16"/>
                </a:cubicBezTo>
                <a:cubicBezTo>
                  <a:pt x="101" y="12"/>
                  <a:pt x="101" y="0"/>
                  <a:pt x="101" y="0"/>
                </a:cubicBezTo>
                <a:cubicBezTo>
                  <a:pt x="56" y="7"/>
                  <a:pt x="27" y="0"/>
                  <a:pt x="27" y="0"/>
                </a:cubicBezTo>
                <a:cubicBezTo>
                  <a:pt x="27" y="16"/>
                  <a:pt x="27" y="16"/>
                  <a:pt x="27" y="16"/>
                </a:cubicBezTo>
                <a:cubicBezTo>
                  <a:pt x="23" y="16"/>
                  <a:pt x="22" y="16"/>
                  <a:pt x="22" y="16"/>
                </a:cubicBezTo>
                <a:cubicBezTo>
                  <a:pt x="22" y="16"/>
                  <a:pt x="22" y="10"/>
                  <a:pt x="17" y="10"/>
                </a:cubicBezTo>
                <a:cubicBezTo>
                  <a:pt x="17" y="10"/>
                  <a:pt x="15" y="10"/>
                  <a:pt x="12" y="10"/>
                </a:cubicBezTo>
                <a:cubicBezTo>
                  <a:pt x="1" y="10"/>
                  <a:pt x="1" y="21"/>
                  <a:pt x="1" y="21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63"/>
                  <a:pt x="46" y="92"/>
                </a:cubicBezTo>
                <a:cubicBezTo>
                  <a:pt x="46" y="92"/>
                  <a:pt x="52" y="98"/>
                  <a:pt x="59" y="98"/>
                </a:cubicBezTo>
                <a:cubicBezTo>
                  <a:pt x="59" y="103"/>
                  <a:pt x="59" y="103"/>
                  <a:pt x="59" y="103"/>
                </a:cubicBezTo>
                <a:cubicBezTo>
                  <a:pt x="59" y="103"/>
                  <a:pt x="54" y="103"/>
                  <a:pt x="54" y="106"/>
                </a:cubicBezTo>
                <a:cubicBezTo>
                  <a:pt x="54" y="109"/>
                  <a:pt x="59" y="108"/>
                  <a:pt x="59" y="108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59" y="114"/>
                  <a:pt x="58" y="119"/>
                  <a:pt x="54" y="119"/>
                </a:cubicBezTo>
                <a:cubicBezTo>
                  <a:pt x="54" y="124"/>
                  <a:pt x="48" y="124"/>
                  <a:pt x="48" y="124"/>
                </a:cubicBezTo>
                <a:cubicBezTo>
                  <a:pt x="48" y="124"/>
                  <a:pt x="43" y="125"/>
                  <a:pt x="43" y="129"/>
                </a:cubicBezTo>
                <a:cubicBezTo>
                  <a:pt x="43" y="129"/>
                  <a:pt x="42" y="135"/>
                  <a:pt x="49" y="135"/>
                </a:cubicBezTo>
                <a:cubicBezTo>
                  <a:pt x="56" y="135"/>
                  <a:pt x="80" y="135"/>
                  <a:pt x="80" y="135"/>
                </a:cubicBezTo>
                <a:cubicBezTo>
                  <a:pt x="85" y="135"/>
                  <a:pt x="85" y="129"/>
                  <a:pt x="85" y="129"/>
                </a:cubicBezTo>
                <a:cubicBezTo>
                  <a:pt x="85" y="129"/>
                  <a:pt x="85" y="124"/>
                  <a:pt x="80" y="124"/>
                </a:cubicBezTo>
                <a:cubicBezTo>
                  <a:pt x="74" y="124"/>
                  <a:pt x="74" y="119"/>
                  <a:pt x="74" y="119"/>
                </a:cubicBezTo>
                <a:cubicBezTo>
                  <a:pt x="74" y="119"/>
                  <a:pt x="69" y="119"/>
                  <a:pt x="69" y="114"/>
                </a:cubicBezTo>
                <a:cubicBezTo>
                  <a:pt x="69" y="108"/>
                  <a:pt x="69" y="108"/>
                  <a:pt x="69" y="108"/>
                </a:cubicBezTo>
                <a:cubicBezTo>
                  <a:pt x="69" y="108"/>
                  <a:pt x="75" y="109"/>
                  <a:pt x="75" y="106"/>
                </a:cubicBezTo>
                <a:cubicBezTo>
                  <a:pt x="75" y="103"/>
                  <a:pt x="69" y="103"/>
                  <a:pt x="69" y="103"/>
                </a:cubicBezTo>
                <a:cubicBezTo>
                  <a:pt x="69" y="98"/>
                  <a:pt x="69" y="98"/>
                  <a:pt x="69" y="98"/>
                </a:cubicBezTo>
                <a:cubicBezTo>
                  <a:pt x="75" y="98"/>
                  <a:pt x="79" y="96"/>
                  <a:pt x="83" y="92"/>
                </a:cubicBezTo>
                <a:close/>
                <a:moveTo>
                  <a:pt x="101" y="21"/>
                </a:moveTo>
                <a:cubicBezTo>
                  <a:pt x="103" y="21"/>
                  <a:pt x="107" y="21"/>
                  <a:pt x="107" y="21"/>
                </a:cubicBezTo>
                <a:cubicBezTo>
                  <a:pt x="112" y="21"/>
                  <a:pt x="112" y="16"/>
                  <a:pt x="112" y="16"/>
                </a:cubicBezTo>
                <a:cubicBezTo>
                  <a:pt x="117" y="16"/>
                  <a:pt x="117" y="21"/>
                  <a:pt x="117" y="2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17" y="26"/>
                  <a:pt x="116" y="47"/>
                  <a:pt x="91" y="71"/>
                </a:cubicBezTo>
                <a:cubicBezTo>
                  <a:pt x="96" y="61"/>
                  <a:pt x="101" y="38"/>
                  <a:pt x="101" y="21"/>
                </a:cubicBezTo>
                <a:close/>
                <a:moveTo>
                  <a:pt x="36" y="72"/>
                </a:moveTo>
                <a:cubicBezTo>
                  <a:pt x="11" y="48"/>
                  <a:pt x="10" y="27"/>
                  <a:pt x="10" y="27"/>
                </a:cubicBezTo>
                <a:cubicBezTo>
                  <a:pt x="10" y="22"/>
                  <a:pt x="10" y="22"/>
                  <a:pt x="10" y="22"/>
                </a:cubicBezTo>
                <a:cubicBezTo>
                  <a:pt x="10" y="22"/>
                  <a:pt x="10" y="17"/>
                  <a:pt x="15" y="17"/>
                </a:cubicBezTo>
                <a:cubicBezTo>
                  <a:pt x="15" y="17"/>
                  <a:pt x="15" y="22"/>
                  <a:pt x="20" y="22"/>
                </a:cubicBezTo>
                <a:cubicBezTo>
                  <a:pt x="20" y="22"/>
                  <a:pt x="24" y="22"/>
                  <a:pt x="26" y="22"/>
                </a:cubicBezTo>
                <a:cubicBezTo>
                  <a:pt x="26" y="39"/>
                  <a:pt x="30" y="62"/>
                  <a:pt x="36" y="72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842798" y="2143909"/>
            <a:ext cx="2570474" cy="0"/>
          </a:xfrm>
          <a:prstGeom prst="line">
            <a:avLst/>
          </a:prstGeom>
          <a:ln>
            <a:solidFill>
              <a:srgbClr val="414455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498"/>
          <p:cNvSpPr txBox="1"/>
          <p:nvPr/>
        </p:nvSpPr>
        <p:spPr>
          <a:xfrm>
            <a:off x="3262247" y="1803417"/>
            <a:ext cx="1211580" cy="31178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  <a:endParaRPr lang="zh-CN" altLang="en-US" sz="135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TextBox 503"/>
          <p:cNvSpPr txBox="1"/>
          <p:nvPr/>
        </p:nvSpPr>
        <p:spPr>
          <a:xfrm>
            <a:off x="1748905" y="2211428"/>
            <a:ext cx="27982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粘贴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710427" y="2950144"/>
            <a:ext cx="701895" cy="632838"/>
            <a:chOff x="3720691" y="2824413"/>
            <a:chExt cx="1341120" cy="1209172"/>
          </a:xfrm>
        </p:grpSpPr>
        <p:sp>
          <p:nvSpPr>
            <p:cNvPr id="2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24" name="Freeform 55"/>
          <p:cNvSpPr>
            <a:spLocks noEditPoints="1"/>
          </p:cNvSpPr>
          <p:nvPr/>
        </p:nvSpPr>
        <p:spPr bwMode="auto">
          <a:xfrm>
            <a:off x="1953813" y="3141564"/>
            <a:ext cx="243357" cy="254676"/>
          </a:xfrm>
          <a:custGeom>
            <a:avLst/>
            <a:gdLst>
              <a:gd name="T0" fmla="*/ 83 w 129"/>
              <a:gd name="T1" fmla="*/ 92 h 135"/>
              <a:gd name="T2" fmla="*/ 127 w 129"/>
              <a:gd name="T3" fmla="*/ 26 h 135"/>
              <a:gd name="T4" fmla="*/ 127 w 129"/>
              <a:gd name="T5" fmla="*/ 21 h 135"/>
              <a:gd name="T6" fmla="*/ 117 w 129"/>
              <a:gd name="T7" fmla="*/ 10 h 135"/>
              <a:gd name="T8" fmla="*/ 112 w 129"/>
              <a:gd name="T9" fmla="*/ 10 h 135"/>
              <a:gd name="T10" fmla="*/ 107 w 129"/>
              <a:gd name="T11" fmla="*/ 16 h 135"/>
              <a:gd name="T12" fmla="*/ 101 w 129"/>
              <a:gd name="T13" fmla="*/ 16 h 135"/>
              <a:gd name="T14" fmla="*/ 101 w 129"/>
              <a:gd name="T15" fmla="*/ 0 h 135"/>
              <a:gd name="T16" fmla="*/ 27 w 129"/>
              <a:gd name="T17" fmla="*/ 0 h 135"/>
              <a:gd name="T18" fmla="*/ 27 w 129"/>
              <a:gd name="T19" fmla="*/ 16 h 135"/>
              <a:gd name="T20" fmla="*/ 22 w 129"/>
              <a:gd name="T21" fmla="*/ 16 h 135"/>
              <a:gd name="T22" fmla="*/ 17 w 129"/>
              <a:gd name="T23" fmla="*/ 10 h 135"/>
              <a:gd name="T24" fmla="*/ 12 w 129"/>
              <a:gd name="T25" fmla="*/ 10 h 135"/>
              <a:gd name="T26" fmla="*/ 1 w 129"/>
              <a:gd name="T27" fmla="*/ 21 h 135"/>
              <a:gd name="T28" fmla="*/ 1 w 129"/>
              <a:gd name="T29" fmla="*/ 26 h 135"/>
              <a:gd name="T30" fmla="*/ 46 w 129"/>
              <a:gd name="T31" fmla="*/ 92 h 135"/>
              <a:gd name="T32" fmla="*/ 59 w 129"/>
              <a:gd name="T33" fmla="*/ 98 h 135"/>
              <a:gd name="T34" fmla="*/ 59 w 129"/>
              <a:gd name="T35" fmla="*/ 103 h 135"/>
              <a:gd name="T36" fmla="*/ 54 w 129"/>
              <a:gd name="T37" fmla="*/ 106 h 135"/>
              <a:gd name="T38" fmla="*/ 59 w 129"/>
              <a:gd name="T39" fmla="*/ 108 h 135"/>
              <a:gd name="T40" fmla="*/ 59 w 129"/>
              <a:gd name="T41" fmla="*/ 114 h 135"/>
              <a:gd name="T42" fmla="*/ 54 w 129"/>
              <a:gd name="T43" fmla="*/ 119 h 135"/>
              <a:gd name="T44" fmla="*/ 48 w 129"/>
              <a:gd name="T45" fmla="*/ 124 h 135"/>
              <a:gd name="T46" fmla="*/ 43 w 129"/>
              <a:gd name="T47" fmla="*/ 129 h 135"/>
              <a:gd name="T48" fmla="*/ 49 w 129"/>
              <a:gd name="T49" fmla="*/ 135 h 135"/>
              <a:gd name="T50" fmla="*/ 80 w 129"/>
              <a:gd name="T51" fmla="*/ 135 h 135"/>
              <a:gd name="T52" fmla="*/ 85 w 129"/>
              <a:gd name="T53" fmla="*/ 129 h 135"/>
              <a:gd name="T54" fmla="*/ 80 w 129"/>
              <a:gd name="T55" fmla="*/ 124 h 135"/>
              <a:gd name="T56" fmla="*/ 74 w 129"/>
              <a:gd name="T57" fmla="*/ 119 h 135"/>
              <a:gd name="T58" fmla="*/ 69 w 129"/>
              <a:gd name="T59" fmla="*/ 114 h 135"/>
              <a:gd name="T60" fmla="*/ 69 w 129"/>
              <a:gd name="T61" fmla="*/ 108 h 135"/>
              <a:gd name="T62" fmla="*/ 75 w 129"/>
              <a:gd name="T63" fmla="*/ 106 h 135"/>
              <a:gd name="T64" fmla="*/ 69 w 129"/>
              <a:gd name="T65" fmla="*/ 103 h 135"/>
              <a:gd name="T66" fmla="*/ 69 w 129"/>
              <a:gd name="T67" fmla="*/ 98 h 135"/>
              <a:gd name="T68" fmla="*/ 83 w 129"/>
              <a:gd name="T69" fmla="*/ 92 h 135"/>
              <a:gd name="T70" fmla="*/ 101 w 129"/>
              <a:gd name="T71" fmla="*/ 21 h 135"/>
              <a:gd name="T72" fmla="*/ 107 w 129"/>
              <a:gd name="T73" fmla="*/ 21 h 135"/>
              <a:gd name="T74" fmla="*/ 112 w 129"/>
              <a:gd name="T75" fmla="*/ 16 h 135"/>
              <a:gd name="T76" fmla="*/ 117 w 129"/>
              <a:gd name="T77" fmla="*/ 21 h 135"/>
              <a:gd name="T78" fmla="*/ 117 w 129"/>
              <a:gd name="T79" fmla="*/ 26 h 135"/>
              <a:gd name="T80" fmla="*/ 91 w 129"/>
              <a:gd name="T81" fmla="*/ 71 h 135"/>
              <a:gd name="T82" fmla="*/ 101 w 129"/>
              <a:gd name="T83" fmla="*/ 21 h 135"/>
              <a:gd name="T84" fmla="*/ 36 w 129"/>
              <a:gd name="T85" fmla="*/ 72 h 135"/>
              <a:gd name="T86" fmla="*/ 10 w 129"/>
              <a:gd name="T87" fmla="*/ 27 h 135"/>
              <a:gd name="T88" fmla="*/ 10 w 129"/>
              <a:gd name="T89" fmla="*/ 22 h 135"/>
              <a:gd name="T90" fmla="*/ 15 w 129"/>
              <a:gd name="T91" fmla="*/ 17 h 135"/>
              <a:gd name="T92" fmla="*/ 20 w 129"/>
              <a:gd name="T93" fmla="*/ 22 h 135"/>
              <a:gd name="T94" fmla="*/ 26 w 129"/>
              <a:gd name="T95" fmla="*/ 22 h 135"/>
              <a:gd name="T96" fmla="*/ 36 w 129"/>
              <a:gd name="T97" fmla="*/ 7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9" h="135">
                <a:moveTo>
                  <a:pt x="83" y="92"/>
                </a:moveTo>
                <a:cubicBezTo>
                  <a:pt x="129" y="63"/>
                  <a:pt x="127" y="26"/>
                  <a:pt x="127" y="26"/>
                </a:cubicBezTo>
                <a:cubicBezTo>
                  <a:pt x="127" y="21"/>
                  <a:pt x="127" y="21"/>
                  <a:pt x="127" y="21"/>
                </a:cubicBezTo>
                <a:cubicBezTo>
                  <a:pt x="127" y="21"/>
                  <a:pt x="128" y="10"/>
                  <a:pt x="117" y="10"/>
                </a:cubicBezTo>
                <a:cubicBezTo>
                  <a:pt x="114" y="10"/>
                  <a:pt x="112" y="10"/>
                  <a:pt x="112" y="10"/>
                </a:cubicBezTo>
                <a:cubicBezTo>
                  <a:pt x="107" y="10"/>
                  <a:pt x="107" y="16"/>
                  <a:pt x="107" y="16"/>
                </a:cubicBezTo>
                <a:cubicBezTo>
                  <a:pt x="107" y="16"/>
                  <a:pt x="104" y="16"/>
                  <a:pt x="101" y="16"/>
                </a:cubicBezTo>
                <a:cubicBezTo>
                  <a:pt x="101" y="12"/>
                  <a:pt x="101" y="0"/>
                  <a:pt x="101" y="0"/>
                </a:cubicBezTo>
                <a:cubicBezTo>
                  <a:pt x="56" y="7"/>
                  <a:pt x="27" y="0"/>
                  <a:pt x="27" y="0"/>
                </a:cubicBezTo>
                <a:cubicBezTo>
                  <a:pt x="27" y="16"/>
                  <a:pt x="27" y="16"/>
                  <a:pt x="27" y="16"/>
                </a:cubicBezTo>
                <a:cubicBezTo>
                  <a:pt x="23" y="16"/>
                  <a:pt x="22" y="16"/>
                  <a:pt x="22" y="16"/>
                </a:cubicBezTo>
                <a:cubicBezTo>
                  <a:pt x="22" y="16"/>
                  <a:pt x="22" y="10"/>
                  <a:pt x="17" y="10"/>
                </a:cubicBezTo>
                <a:cubicBezTo>
                  <a:pt x="17" y="10"/>
                  <a:pt x="15" y="10"/>
                  <a:pt x="12" y="10"/>
                </a:cubicBezTo>
                <a:cubicBezTo>
                  <a:pt x="1" y="10"/>
                  <a:pt x="1" y="21"/>
                  <a:pt x="1" y="21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63"/>
                  <a:pt x="46" y="92"/>
                </a:cubicBezTo>
                <a:cubicBezTo>
                  <a:pt x="46" y="92"/>
                  <a:pt x="52" y="98"/>
                  <a:pt x="59" y="98"/>
                </a:cubicBezTo>
                <a:cubicBezTo>
                  <a:pt x="59" y="103"/>
                  <a:pt x="59" y="103"/>
                  <a:pt x="59" y="103"/>
                </a:cubicBezTo>
                <a:cubicBezTo>
                  <a:pt x="59" y="103"/>
                  <a:pt x="54" y="103"/>
                  <a:pt x="54" y="106"/>
                </a:cubicBezTo>
                <a:cubicBezTo>
                  <a:pt x="54" y="109"/>
                  <a:pt x="59" y="108"/>
                  <a:pt x="59" y="108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59" y="114"/>
                  <a:pt x="58" y="119"/>
                  <a:pt x="54" y="119"/>
                </a:cubicBezTo>
                <a:cubicBezTo>
                  <a:pt x="54" y="124"/>
                  <a:pt x="48" y="124"/>
                  <a:pt x="48" y="124"/>
                </a:cubicBezTo>
                <a:cubicBezTo>
                  <a:pt x="48" y="124"/>
                  <a:pt x="43" y="125"/>
                  <a:pt x="43" y="129"/>
                </a:cubicBezTo>
                <a:cubicBezTo>
                  <a:pt x="43" y="129"/>
                  <a:pt x="42" y="135"/>
                  <a:pt x="49" y="135"/>
                </a:cubicBezTo>
                <a:cubicBezTo>
                  <a:pt x="56" y="135"/>
                  <a:pt x="80" y="135"/>
                  <a:pt x="80" y="135"/>
                </a:cubicBezTo>
                <a:cubicBezTo>
                  <a:pt x="85" y="135"/>
                  <a:pt x="85" y="129"/>
                  <a:pt x="85" y="129"/>
                </a:cubicBezTo>
                <a:cubicBezTo>
                  <a:pt x="85" y="129"/>
                  <a:pt x="85" y="124"/>
                  <a:pt x="80" y="124"/>
                </a:cubicBezTo>
                <a:cubicBezTo>
                  <a:pt x="74" y="124"/>
                  <a:pt x="74" y="119"/>
                  <a:pt x="74" y="119"/>
                </a:cubicBezTo>
                <a:cubicBezTo>
                  <a:pt x="74" y="119"/>
                  <a:pt x="69" y="119"/>
                  <a:pt x="69" y="114"/>
                </a:cubicBezTo>
                <a:cubicBezTo>
                  <a:pt x="69" y="108"/>
                  <a:pt x="69" y="108"/>
                  <a:pt x="69" y="108"/>
                </a:cubicBezTo>
                <a:cubicBezTo>
                  <a:pt x="69" y="108"/>
                  <a:pt x="75" y="109"/>
                  <a:pt x="75" y="106"/>
                </a:cubicBezTo>
                <a:cubicBezTo>
                  <a:pt x="75" y="103"/>
                  <a:pt x="69" y="103"/>
                  <a:pt x="69" y="103"/>
                </a:cubicBezTo>
                <a:cubicBezTo>
                  <a:pt x="69" y="98"/>
                  <a:pt x="69" y="98"/>
                  <a:pt x="69" y="98"/>
                </a:cubicBezTo>
                <a:cubicBezTo>
                  <a:pt x="75" y="98"/>
                  <a:pt x="79" y="96"/>
                  <a:pt x="83" y="92"/>
                </a:cubicBezTo>
                <a:close/>
                <a:moveTo>
                  <a:pt x="101" y="21"/>
                </a:moveTo>
                <a:cubicBezTo>
                  <a:pt x="103" y="21"/>
                  <a:pt x="107" y="21"/>
                  <a:pt x="107" y="21"/>
                </a:cubicBezTo>
                <a:cubicBezTo>
                  <a:pt x="112" y="21"/>
                  <a:pt x="112" y="16"/>
                  <a:pt x="112" y="16"/>
                </a:cubicBezTo>
                <a:cubicBezTo>
                  <a:pt x="117" y="16"/>
                  <a:pt x="117" y="21"/>
                  <a:pt x="117" y="2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17" y="26"/>
                  <a:pt x="116" y="47"/>
                  <a:pt x="91" y="71"/>
                </a:cubicBezTo>
                <a:cubicBezTo>
                  <a:pt x="96" y="61"/>
                  <a:pt x="101" y="38"/>
                  <a:pt x="101" y="21"/>
                </a:cubicBezTo>
                <a:close/>
                <a:moveTo>
                  <a:pt x="36" y="72"/>
                </a:moveTo>
                <a:cubicBezTo>
                  <a:pt x="11" y="48"/>
                  <a:pt x="10" y="27"/>
                  <a:pt x="10" y="27"/>
                </a:cubicBezTo>
                <a:cubicBezTo>
                  <a:pt x="10" y="22"/>
                  <a:pt x="10" y="22"/>
                  <a:pt x="10" y="22"/>
                </a:cubicBezTo>
                <a:cubicBezTo>
                  <a:pt x="10" y="22"/>
                  <a:pt x="10" y="17"/>
                  <a:pt x="15" y="17"/>
                </a:cubicBezTo>
                <a:cubicBezTo>
                  <a:pt x="15" y="17"/>
                  <a:pt x="15" y="22"/>
                  <a:pt x="20" y="22"/>
                </a:cubicBezTo>
                <a:cubicBezTo>
                  <a:pt x="20" y="22"/>
                  <a:pt x="24" y="22"/>
                  <a:pt x="26" y="22"/>
                </a:cubicBezTo>
                <a:cubicBezTo>
                  <a:pt x="26" y="39"/>
                  <a:pt x="30" y="62"/>
                  <a:pt x="36" y="72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842798" y="3709676"/>
            <a:ext cx="2570474" cy="0"/>
          </a:xfrm>
          <a:prstGeom prst="line">
            <a:avLst/>
          </a:prstGeom>
          <a:ln>
            <a:solidFill>
              <a:srgbClr val="414455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498"/>
          <p:cNvSpPr txBox="1"/>
          <p:nvPr/>
        </p:nvSpPr>
        <p:spPr>
          <a:xfrm>
            <a:off x="3262247" y="3369183"/>
            <a:ext cx="1211580" cy="31178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  <a:endParaRPr lang="zh-CN" altLang="en-US" sz="135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7" name="TextBox 503"/>
          <p:cNvSpPr txBox="1"/>
          <p:nvPr/>
        </p:nvSpPr>
        <p:spPr>
          <a:xfrm>
            <a:off x="1748905" y="3777194"/>
            <a:ext cx="27982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粘贴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4949943" y="1384378"/>
            <a:ext cx="701895" cy="632838"/>
            <a:chOff x="3720691" y="2824413"/>
            <a:chExt cx="1341120" cy="1209172"/>
          </a:xfrm>
        </p:grpSpPr>
        <p:sp>
          <p:nvSpPr>
            <p:cNvPr id="29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30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cxnSp>
        <p:nvCxnSpPr>
          <p:cNvPr id="31" name="直接连接符 30"/>
          <p:cNvCxnSpPr/>
          <p:nvPr/>
        </p:nvCxnSpPr>
        <p:spPr>
          <a:xfrm>
            <a:off x="5082314" y="2143909"/>
            <a:ext cx="2570474" cy="0"/>
          </a:xfrm>
          <a:prstGeom prst="line">
            <a:avLst/>
          </a:prstGeom>
          <a:ln>
            <a:solidFill>
              <a:srgbClr val="414455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98"/>
          <p:cNvSpPr txBox="1"/>
          <p:nvPr/>
        </p:nvSpPr>
        <p:spPr>
          <a:xfrm>
            <a:off x="6501763" y="1803417"/>
            <a:ext cx="1211580" cy="31178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  <a:endParaRPr lang="zh-CN" altLang="en-US" sz="135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3" name="TextBox 503"/>
          <p:cNvSpPr txBox="1"/>
          <p:nvPr/>
        </p:nvSpPr>
        <p:spPr>
          <a:xfrm>
            <a:off x="4988421" y="2211428"/>
            <a:ext cx="27982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粘贴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流程图: 联系 20"/>
          <p:cNvSpPr/>
          <p:nvPr/>
        </p:nvSpPr>
        <p:spPr>
          <a:xfrm>
            <a:off x="5192950" y="1575798"/>
            <a:ext cx="215880" cy="318385"/>
          </a:xfrm>
          <a:custGeom>
            <a:avLst/>
            <a:gdLst/>
            <a:ahLst/>
            <a:cxnLst/>
            <a:rect l="l" t="t" r="r" b="b"/>
            <a:pathLst>
              <a:path w="977900" h="1447800">
                <a:moveTo>
                  <a:pt x="485775" y="203200"/>
                </a:moveTo>
                <a:lnTo>
                  <a:pt x="546485" y="399665"/>
                </a:lnTo>
                <a:lnTo>
                  <a:pt x="742949" y="399664"/>
                </a:lnTo>
                <a:lnTo>
                  <a:pt x="584005" y="521084"/>
                </a:lnTo>
                <a:lnTo>
                  <a:pt x="644718" y="717549"/>
                </a:lnTo>
                <a:lnTo>
                  <a:pt x="485775" y="596126"/>
                </a:lnTo>
                <a:lnTo>
                  <a:pt x="326832" y="717549"/>
                </a:lnTo>
                <a:lnTo>
                  <a:pt x="387545" y="521084"/>
                </a:lnTo>
                <a:lnTo>
                  <a:pt x="228601" y="399664"/>
                </a:lnTo>
                <a:lnTo>
                  <a:pt x="425065" y="399665"/>
                </a:lnTo>
                <a:close/>
                <a:moveTo>
                  <a:pt x="486229" y="136980"/>
                </a:moveTo>
                <a:cubicBezTo>
                  <a:pt x="290839" y="136980"/>
                  <a:pt x="132444" y="295375"/>
                  <a:pt x="132444" y="490765"/>
                </a:cubicBezTo>
                <a:cubicBezTo>
                  <a:pt x="132444" y="686155"/>
                  <a:pt x="290839" y="844550"/>
                  <a:pt x="486229" y="844550"/>
                </a:cubicBezTo>
                <a:cubicBezTo>
                  <a:pt x="681619" y="844550"/>
                  <a:pt x="840014" y="686155"/>
                  <a:pt x="840014" y="490765"/>
                </a:cubicBezTo>
                <a:cubicBezTo>
                  <a:pt x="840014" y="295375"/>
                  <a:pt x="681619" y="136980"/>
                  <a:pt x="486229" y="136980"/>
                </a:cubicBezTo>
                <a:close/>
                <a:moveTo>
                  <a:pt x="488950" y="0"/>
                </a:moveTo>
                <a:cubicBezTo>
                  <a:pt x="758990" y="0"/>
                  <a:pt x="977900" y="218910"/>
                  <a:pt x="977900" y="488950"/>
                </a:cubicBezTo>
                <a:cubicBezTo>
                  <a:pt x="977900" y="682898"/>
                  <a:pt x="864979" y="850470"/>
                  <a:pt x="700535" y="927935"/>
                </a:cubicBezTo>
                <a:lnTo>
                  <a:pt x="809625" y="1447800"/>
                </a:lnTo>
                <a:lnTo>
                  <a:pt x="506413" y="1206950"/>
                </a:lnTo>
                <a:lnTo>
                  <a:pt x="203200" y="1447800"/>
                </a:lnTo>
                <a:lnTo>
                  <a:pt x="309181" y="942752"/>
                </a:lnTo>
                <a:cubicBezTo>
                  <a:pt x="127925" y="871931"/>
                  <a:pt x="0" y="695380"/>
                  <a:pt x="0" y="488950"/>
                </a:cubicBezTo>
                <a:cubicBezTo>
                  <a:pt x="0" y="218910"/>
                  <a:pt x="218910" y="0"/>
                  <a:pt x="488950" y="0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075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grpSp>
        <p:nvGrpSpPr>
          <p:cNvPr id="35" name="组合 34"/>
          <p:cNvGrpSpPr/>
          <p:nvPr/>
        </p:nvGrpSpPr>
        <p:grpSpPr>
          <a:xfrm>
            <a:off x="4949943" y="2950144"/>
            <a:ext cx="701895" cy="632838"/>
            <a:chOff x="3720691" y="2824413"/>
            <a:chExt cx="1341120" cy="1209172"/>
          </a:xfrm>
        </p:grpSpPr>
        <p:sp>
          <p:nvSpPr>
            <p:cNvPr id="3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3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cxnSp>
        <p:nvCxnSpPr>
          <p:cNvPr id="38" name="直接连接符 37"/>
          <p:cNvCxnSpPr/>
          <p:nvPr/>
        </p:nvCxnSpPr>
        <p:spPr>
          <a:xfrm>
            <a:off x="5082314" y="3709676"/>
            <a:ext cx="2570474" cy="0"/>
          </a:xfrm>
          <a:prstGeom prst="line">
            <a:avLst/>
          </a:prstGeom>
          <a:ln>
            <a:solidFill>
              <a:srgbClr val="414455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498"/>
          <p:cNvSpPr txBox="1"/>
          <p:nvPr/>
        </p:nvSpPr>
        <p:spPr>
          <a:xfrm>
            <a:off x="6501763" y="3369183"/>
            <a:ext cx="1211580" cy="31178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  <a:endParaRPr lang="zh-CN" altLang="en-US" sz="135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TextBox 503"/>
          <p:cNvSpPr txBox="1"/>
          <p:nvPr/>
        </p:nvSpPr>
        <p:spPr>
          <a:xfrm>
            <a:off x="4988421" y="3777194"/>
            <a:ext cx="27982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粘贴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流程图: 联系 20"/>
          <p:cNvSpPr/>
          <p:nvPr/>
        </p:nvSpPr>
        <p:spPr>
          <a:xfrm>
            <a:off x="5192950" y="3141564"/>
            <a:ext cx="215880" cy="318385"/>
          </a:xfrm>
          <a:custGeom>
            <a:avLst/>
            <a:gdLst/>
            <a:ahLst/>
            <a:cxnLst/>
            <a:rect l="l" t="t" r="r" b="b"/>
            <a:pathLst>
              <a:path w="977900" h="1447800">
                <a:moveTo>
                  <a:pt x="485775" y="203200"/>
                </a:moveTo>
                <a:lnTo>
                  <a:pt x="546485" y="399665"/>
                </a:lnTo>
                <a:lnTo>
                  <a:pt x="742949" y="399664"/>
                </a:lnTo>
                <a:lnTo>
                  <a:pt x="584005" y="521084"/>
                </a:lnTo>
                <a:lnTo>
                  <a:pt x="644718" y="717549"/>
                </a:lnTo>
                <a:lnTo>
                  <a:pt x="485775" y="596126"/>
                </a:lnTo>
                <a:lnTo>
                  <a:pt x="326832" y="717549"/>
                </a:lnTo>
                <a:lnTo>
                  <a:pt x="387545" y="521084"/>
                </a:lnTo>
                <a:lnTo>
                  <a:pt x="228601" y="399664"/>
                </a:lnTo>
                <a:lnTo>
                  <a:pt x="425065" y="399665"/>
                </a:lnTo>
                <a:close/>
                <a:moveTo>
                  <a:pt x="486229" y="136980"/>
                </a:moveTo>
                <a:cubicBezTo>
                  <a:pt x="290839" y="136980"/>
                  <a:pt x="132444" y="295375"/>
                  <a:pt x="132444" y="490765"/>
                </a:cubicBezTo>
                <a:cubicBezTo>
                  <a:pt x="132444" y="686155"/>
                  <a:pt x="290839" y="844550"/>
                  <a:pt x="486229" y="844550"/>
                </a:cubicBezTo>
                <a:cubicBezTo>
                  <a:pt x="681619" y="844550"/>
                  <a:pt x="840014" y="686155"/>
                  <a:pt x="840014" y="490765"/>
                </a:cubicBezTo>
                <a:cubicBezTo>
                  <a:pt x="840014" y="295375"/>
                  <a:pt x="681619" y="136980"/>
                  <a:pt x="486229" y="136980"/>
                </a:cubicBezTo>
                <a:close/>
                <a:moveTo>
                  <a:pt x="488950" y="0"/>
                </a:moveTo>
                <a:cubicBezTo>
                  <a:pt x="758990" y="0"/>
                  <a:pt x="977900" y="218910"/>
                  <a:pt x="977900" y="488950"/>
                </a:cubicBezTo>
                <a:cubicBezTo>
                  <a:pt x="977900" y="682898"/>
                  <a:pt x="864979" y="850470"/>
                  <a:pt x="700535" y="927935"/>
                </a:cubicBezTo>
                <a:lnTo>
                  <a:pt x="809625" y="1447800"/>
                </a:lnTo>
                <a:lnTo>
                  <a:pt x="506413" y="1206950"/>
                </a:lnTo>
                <a:lnTo>
                  <a:pt x="203200" y="1447800"/>
                </a:lnTo>
                <a:lnTo>
                  <a:pt x="309181" y="942752"/>
                </a:lnTo>
                <a:cubicBezTo>
                  <a:pt x="127925" y="871931"/>
                  <a:pt x="0" y="695380"/>
                  <a:pt x="0" y="488950"/>
                </a:cubicBezTo>
                <a:cubicBezTo>
                  <a:pt x="0" y="218910"/>
                  <a:pt x="218910" y="0"/>
                  <a:pt x="488950" y="0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075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grpSp>
        <p:nvGrpSpPr>
          <p:cNvPr id="42" name="组合 41"/>
          <p:cNvGrpSpPr/>
          <p:nvPr/>
        </p:nvGrpSpPr>
        <p:grpSpPr>
          <a:xfrm>
            <a:off x="7595548" y="1731958"/>
            <a:ext cx="208734" cy="138347"/>
            <a:chOff x="9482595" y="2565731"/>
            <a:chExt cx="278384" cy="184511"/>
          </a:xfrm>
        </p:grpSpPr>
        <p:sp>
          <p:nvSpPr>
            <p:cNvPr id="43" name="椭圆 42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4" name="椭圆 43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889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389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779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279"/>
                            </p:stCondLst>
                            <p:childTnLst>
                              <p:par>
                                <p:cTn id="7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67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170"/>
                            </p:stCondLst>
                            <p:childTnLst>
                              <p:par>
                                <p:cTn id="9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559"/>
                            </p:stCondLst>
                            <p:childTnLst>
                              <p:par>
                                <p:cTn id="9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17" grpId="0" bldLvl="0" animBg="1"/>
      <p:bldP spid="19" grpId="0"/>
      <p:bldP spid="20" grpId="0"/>
      <p:bldP spid="24" grpId="0" bldLvl="0" animBg="1"/>
      <p:bldP spid="26" grpId="0"/>
      <p:bldP spid="27" grpId="0"/>
      <p:bldP spid="32" grpId="0"/>
      <p:bldP spid="33" grpId="0"/>
      <p:bldP spid="34" grpId="0" bldLvl="0" animBg="1"/>
      <p:bldP spid="39" grpId="0"/>
      <p:bldP spid="40" grpId="0"/>
      <p:bldP spid="41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研究理论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13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7" name="Freeform 261"/>
          <p:cNvSpPr/>
          <p:nvPr/>
        </p:nvSpPr>
        <p:spPr bwMode="auto">
          <a:xfrm>
            <a:off x="551496" y="281280"/>
            <a:ext cx="220306" cy="220306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2191731" y="2572200"/>
            <a:ext cx="1079839" cy="207283"/>
          </a:xfrm>
          <a:custGeom>
            <a:avLst/>
            <a:gdLst>
              <a:gd name="connsiteX0" fmla="*/ 0 w 2304962"/>
              <a:gd name="connsiteY0" fmla="*/ 0 h 442454"/>
              <a:gd name="connsiteX1" fmla="*/ 459306 w 2304962"/>
              <a:gd name="connsiteY1" fmla="*/ 442451 h 442454"/>
              <a:gd name="connsiteX2" fmla="*/ 905972 w 2304962"/>
              <a:gd name="connsiteY2" fmla="*/ 8427 h 442454"/>
              <a:gd name="connsiteX3" fmla="*/ 1369493 w 2304962"/>
              <a:gd name="connsiteY3" fmla="*/ 434023 h 442454"/>
              <a:gd name="connsiteX4" fmla="*/ 1841441 w 2304962"/>
              <a:gd name="connsiteY4" fmla="*/ 4213 h 442454"/>
              <a:gd name="connsiteX5" fmla="*/ 2304962 w 2304962"/>
              <a:gd name="connsiteY5" fmla="*/ 429810 h 442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4962" h="442454">
                <a:moveTo>
                  <a:pt x="0" y="0"/>
                </a:moveTo>
                <a:cubicBezTo>
                  <a:pt x="154155" y="220523"/>
                  <a:pt x="308311" y="441047"/>
                  <a:pt x="459306" y="442451"/>
                </a:cubicBezTo>
                <a:cubicBezTo>
                  <a:pt x="610301" y="443855"/>
                  <a:pt x="754274" y="9832"/>
                  <a:pt x="905972" y="8427"/>
                </a:cubicBezTo>
                <a:cubicBezTo>
                  <a:pt x="1057670" y="7022"/>
                  <a:pt x="1213582" y="434725"/>
                  <a:pt x="1369493" y="434023"/>
                </a:cubicBezTo>
                <a:cubicBezTo>
                  <a:pt x="1525404" y="433321"/>
                  <a:pt x="1685530" y="4915"/>
                  <a:pt x="1841441" y="4213"/>
                </a:cubicBezTo>
                <a:cubicBezTo>
                  <a:pt x="1997352" y="3511"/>
                  <a:pt x="2223495" y="345534"/>
                  <a:pt x="2304962" y="429810"/>
                </a:cubicBezTo>
              </a:path>
            </a:pathLst>
          </a:custGeom>
          <a:noFill/>
          <a:ln w="76200">
            <a:solidFill>
              <a:srgbClr val="414455">
                <a:alpha val="38039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" name="组合 14"/>
          <p:cNvGrpSpPr/>
          <p:nvPr/>
        </p:nvGrpSpPr>
        <p:grpSpPr>
          <a:xfrm>
            <a:off x="1548451" y="2251770"/>
            <a:ext cx="863871" cy="778878"/>
            <a:chOff x="5424755" y="1340768"/>
            <a:chExt cx="670560" cy="604586"/>
          </a:xfrm>
        </p:grpSpPr>
        <p:grpSp>
          <p:nvGrpSpPr>
            <p:cNvPr id="16" name="组合 15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0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1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7" name="TextBox 7"/>
            <p:cNvSpPr>
              <a:spLocks noChangeArrowheads="1"/>
            </p:cNvSpPr>
            <p:nvPr/>
          </p:nvSpPr>
          <p:spPr bwMode="auto">
            <a:xfrm>
              <a:off x="5472003" y="1476608"/>
              <a:ext cx="576064" cy="319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输入</a:t>
              </a:r>
              <a:endParaRPr lang="en-US" altLang="zh-CN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标题</a:t>
              </a:r>
              <a:endParaRPr lang="zh-CN" altLang="en-US" sz="135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085766" y="1983374"/>
            <a:ext cx="1437918" cy="1296445"/>
            <a:chOff x="4702856" y="2924944"/>
            <a:chExt cx="1401009" cy="1263169"/>
          </a:xfrm>
        </p:grpSpPr>
        <p:grpSp>
          <p:nvGrpSpPr>
            <p:cNvPr id="23" name="组合 22"/>
            <p:cNvGrpSpPr/>
            <p:nvPr/>
          </p:nvGrpSpPr>
          <p:grpSpPr>
            <a:xfrm>
              <a:off x="4702856" y="2924944"/>
              <a:ext cx="1401009" cy="1263169"/>
              <a:chOff x="5424755" y="1340768"/>
              <a:chExt cx="670560" cy="604586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7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8" name="Freeform 5"/>
                <p:cNvSpPr/>
                <p:nvPr/>
              </p:nvSpPr>
              <p:spPr bwMode="auto">
                <a:xfrm rot="1855731">
                  <a:off x="3764580" y="2863368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26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24" name="矩形 23"/>
            <p:cNvSpPr/>
            <p:nvPr/>
          </p:nvSpPr>
          <p:spPr>
            <a:xfrm>
              <a:off x="4883891" y="3130414"/>
              <a:ext cx="1159817" cy="812973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在此录入上述图表的描述说明，录入上述图表的描述说明。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243425" y="1392787"/>
            <a:ext cx="502789" cy="453321"/>
            <a:chOff x="5424755" y="1340768"/>
            <a:chExt cx="670560" cy="604586"/>
          </a:xfrm>
        </p:grpSpPr>
        <p:grpSp>
          <p:nvGrpSpPr>
            <p:cNvPr id="30" name="组合 29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4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5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3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1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4882660" y="1276394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47"/>
          <p:cNvSpPr>
            <a:spLocks noChangeArrowheads="1"/>
          </p:cNvSpPr>
          <p:nvPr/>
        </p:nvSpPr>
        <p:spPr bwMode="auto">
          <a:xfrm>
            <a:off x="4882660" y="1518579"/>
            <a:ext cx="222233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4675360" y="2043476"/>
            <a:ext cx="502789" cy="453321"/>
            <a:chOff x="5424755" y="1340768"/>
            <a:chExt cx="670560" cy="604586"/>
          </a:xfrm>
        </p:grpSpPr>
        <p:grpSp>
          <p:nvGrpSpPr>
            <p:cNvPr id="39" name="组合 3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4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0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5314596" y="1927083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7"/>
          <p:cNvSpPr>
            <a:spLocks noChangeArrowheads="1"/>
          </p:cNvSpPr>
          <p:nvPr/>
        </p:nvSpPr>
        <p:spPr bwMode="auto">
          <a:xfrm>
            <a:off x="5314596" y="2169269"/>
            <a:ext cx="222233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4675360" y="2745371"/>
            <a:ext cx="502789" cy="453321"/>
            <a:chOff x="5424755" y="1340768"/>
            <a:chExt cx="670560" cy="604586"/>
          </a:xfrm>
        </p:grpSpPr>
        <p:grpSp>
          <p:nvGrpSpPr>
            <p:cNvPr id="48" name="组合 47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52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53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51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9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54" name="矩形 53"/>
          <p:cNvSpPr/>
          <p:nvPr/>
        </p:nvSpPr>
        <p:spPr>
          <a:xfrm>
            <a:off x="5314596" y="2628978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47"/>
          <p:cNvSpPr>
            <a:spLocks noChangeArrowheads="1"/>
          </p:cNvSpPr>
          <p:nvPr/>
        </p:nvSpPr>
        <p:spPr bwMode="auto">
          <a:xfrm>
            <a:off x="5314596" y="2871164"/>
            <a:ext cx="222233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4243425" y="3393275"/>
            <a:ext cx="502789" cy="453321"/>
            <a:chOff x="5424755" y="1340768"/>
            <a:chExt cx="670560" cy="604586"/>
          </a:xfrm>
        </p:grpSpPr>
        <p:grpSp>
          <p:nvGrpSpPr>
            <p:cNvPr id="57" name="组合 5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59" name="组合 5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6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 b="1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6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 b="1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6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 b="1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5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63" name="矩形 62"/>
          <p:cNvSpPr/>
          <p:nvPr/>
        </p:nvSpPr>
        <p:spPr>
          <a:xfrm>
            <a:off x="4882660" y="327688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47"/>
          <p:cNvSpPr>
            <a:spLocks noChangeArrowheads="1"/>
          </p:cNvSpPr>
          <p:nvPr/>
        </p:nvSpPr>
        <p:spPr bwMode="auto">
          <a:xfrm>
            <a:off x="4882660" y="3519067"/>
            <a:ext cx="222233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65" name="组合 64"/>
          <p:cNvGrpSpPr/>
          <p:nvPr/>
        </p:nvGrpSpPr>
        <p:grpSpPr>
          <a:xfrm>
            <a:off x="2306949" y="2194257"/>
            <a:ext cx="208734" cy="138347"/>
            <a:chOff x="9482595" y="2565731"/>
            <a:chExt cx="278384" cy="184511"/>
          </a:xfrm>
        </p:grpSpPr>
        <p:sp>
          <p:nvSpPr>
            <p:cNvPr id="66" name="椭圆 65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125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125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125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500"/>
                            </p:stCondLst>
                            <p:childTnLst>
                              <p:par>
                                <p:cTn id="9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14" grpId="0" bldLvl="0" animBg="1"/>
      <p:bldP spid="14" grpId="1" bldLvl="0" animBg="1"/>
      <p:bldP spid="14" grpId="2" bldLvl="0" animBg="1"/>
      <p:bldP spid="14" grpId="3" bldLvl="0" animBg="1"/>
      <p:bldP spid="36" grpId="0"/>
      <p:bldP spid="37" grpId="0"/>
      <p:bldP spid="45" grpId="0"/>
      <p:bldP spid="46" grpId="0"/>
      <p:bldP spid="54" grpId="0"/>
      <p:bldP spid="55" grpId="0"/>
      <p:bldP spid="63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命题假设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14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7" name="Freeform 261"/>
          <p:cNvSpPr/>
          <p:nvPr/>
        </p:nvSpPr>
        <p:spPr bwMode="auto">
          <a:xfrm>
            <a:off x="551496" y="281280"/>
            <a:ext cx="220306" cy="220306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362187" y="1754189"/>
            <a:ext cx="1050483" cy="947130"/>
            <a:chOff x="4702856" y="2924944"/>
            <a:chExt cx="1401009" cy="1263169"/>
          </a:xfrm>
        </p:grpSpPr>
        <p:grpSp>
          <p:nvGrpSpPr>
            <p:cNvPr id="15" name="组合 14"/>
            <p:cNvGrpSpPr/>
            <p:nvPr/>
          </p:nvGrpSpPr>
          <p:grpSpPr>
            <a:xfrm>
              <a:off x="4702856" y="2924944"/>
              <a:ext cx="1401009" cy="1263169"/>
              <a:chOff x="5424755" y="1340768"/>
              <a:chExt cx="670560" cy="604586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9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0" name="Freeform 5"/>
                <p:cNvSpPr/>
                <p:nvPr/>
              </p:nvSpPr>
              <p:spPr bwMode="auto">
                <a:xfrm rot="1855731">
                  <a:off x="3764580" y="2863368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8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4801443" y="3356992"/>
              <a:ext cx="1296145" cy="383640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/>
            <a:p>
              <a:pPr algn="ctr"/>
              <a:r>
                <a:rPr lang="zh-CN" altLang="en-US" sz="1350" b="1" dirty="0" smtClean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926395" y="2120318"/>
            <a:ext cx="1201763" cy="1083526"/>
            <a:chOff x="4702856" y="2924944"/>
            <a:chExt cx="1401009" cy="1263169"/>
          </a:xfrm>
        </p:grpSpPr>
        <p:grpSp>
          <p:nvGrpSpPr>
            <p:cNvPr id="22" name="组合 21"/>
            <p:cNvGrpSpPr/>
            <p:nvPr/>
          </p:nvGrpSpPr>
          <p:grpSpPr>
            <a:xfrm>
              <a:off x="4702856" y="2924944"/>
              <a:ext cx="1401009" cy="1263169"/>
              <a:chOff x="5424755" y="1340768"/>
              <a:chExt cx="670560" cy="604586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6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7" name="Freeform 5"/>
                <p:cNvSpPr/>
                <p:nvPr/>
              </p:nvSpPr>
              <p:spPr bwMode="auto">
                <a:xfrm rot="1855731">
                  <a:off x="3764580" y="2863368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5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4801443" y="3356992"/>
              <a:ext cx="1296145" cy="335347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/>
            <a:p>
              <a:pPr algn="ctr"/>
              <a:r>
                <a:rPr lang="zh-CN" altLang="en-US" sz="1350" b="1" dirty="0" smtClean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506462" y="1330386"/>
            <a:ext cx="1437918" cy="1296446"/>
            <a:chOff x="4702856" y="2924944"/>
            <a:chExt cx="1401009" cy="1263169"/>
          </a:xfrm>
        </p:grpSpPr>
        <p:grpSp>
          <p:nvGrpSpPr>
            <p:cNvPr id="29" name="组合 28"/>
            <p:cNvGrpSpPr/>
            <p:nvPr/>
          </p:nvGrpSpPr>
          <p:grpSpPr>
            <a:xfrm>
              <a:off x="4702856" y="2924944"/>
              <a:ext cx="1401009" cy="1263169"/>
              <a:chOff x="5424755" y="1340768"/>
              <a:chExt cx="670560" cy="604586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4" name="Freeform 5"/>
                <p:cNvSpPr/>
                <p:nvPr/>
              </p:nvSpPr>
              <p:spPr bwMode="auto">
                <a:xfrm rot="1855731">
                  <a:off x="3764580" y="2863368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0" name="矩形 29"/>
            <p:cNvSpPr/>
            <p:nvPr/>
          </p:nvSpPr>
          <p:spPr>
            <a:xfrm>
              <a:off x="4768950" y="3444222"/>
              <a:ext cx="1296145" cy="280271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/>
            <a:p>
              <a:pPr algn="ctr"/>
              <a:r>
                <a:rPr lang="zh-CN" altLang="en-US" sz="1350" b="1" dirty="0" smtClean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>
          <a:xfrm>
            <a:off x="2607646" y="2774709"/>
            <a:ext cx="1753172" cy="425447"/>
          </a:xfrm>
          <a:prstGeom prst="line">
            <a:avLst/>
          </a:prstGeom>
          <a:ln>
            <a:solidFill>
              <a:srgbClr val="414455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360819" y="3200156"/>
            <a:ext cx="3188907" cy="0"/>
          </a:xfrm>
          <a:prstGeom prst="line">
            <a:avLst/>
          </a:prstGeom>
          <a:ln>
            <a:solidFill>
              <a:srgbClr val="414455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6"/>
          <p:cNvSpPr/>
          <p:nvPr/>
        </p:nvSpPr>
        <p:spPr bwMode="auto">
          <a:xfrm>
            <a:off x="6575261" y="1919023"/>
            <a:ext cx="758496" cy="1281134"/>
          </a:xfrm>
          <a:custGeom>
            <a:avLst/>
            <a:gdLst>
              <a:gd name="T0" fmla="*/ 283 w 283"/>
              <a:gd name="T1" fmla="*/ 97 h 478"/>
              <a:gd name="T2" fmla="*/ 212 w 283"/>
              <a:gd name="T3" fmla="*/ 50 h 478"/>
              <a:gd name="T4" fmla="*/ 142 w 283"/>
              <a:gd name="T5" fmla="*/ 0 h 478"/>
              <a:gd name="T6" fmla="*/ 71 w 283"/>
              <a:gd name="T7" fmla="*/ 50 h 478"/>
              <a:gd name="T8" fmla="*/ 0 w 283"/>
              <a:gd name="T9" fmla="*/ 97 h 478"/>
              <a:gd name="T10" fmla="*/ 42 w 283"/>
              <a:gd name="T11" fmla="*/ 97 h 478"/>
              <a:gd name="T12" fmla="*/ 42 w 283"/>
              <a:gd name="T13" fmla="*/ 478 h 478"/>
              <a:gd name="T14" fmla="*/ 243 w 283"/>
              <a:gd name="T15" fmla="*/ 478 h 478"/>
              <a:gd name="T16" fmla="*/ 243 w 283"/>
              <a:gd name="T17" fmla="*/ 97 h 478"/>
              <a:gd name="T18" fmla="*/ 283 w 283"/>
              <a:gd name="T19" fmla="*/ 97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3" h="478">
                <a:moveTo>
                  <a:pt x="283" y="97"/>
                </a:moveTo>
                <a:lnTo>
                  <a:pt x="212" y="50"/>
                </a:lnTo>
                <a:lnTo>
                  <a:pt x="142" y="0"/>
                </a:lnTo>
                <a:lnTo>
                  <a:pt x="71" y="50"/>
                </a:lnTo>
                <a:lnTo>
                  <a:pt x="0" y="97"/>
                </a:lnTo>
                <a:lnTo>
                  <a:pt x="42" y="97"/>
                </a:lnTo>
                <a:lnTo>
                  <a:pt x="42" y="478"/>
                </a:lnTo>
                <a:lnTo>
                  <a:pt x="243" y="478"/>
                </a:lnTo>
                <a:lnTo>
                  <a:pt x="243" y="97"/>
                </a:lnTo>
                <a:lnTo>
                  <a:pt x="283" y="97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843"/>
            </a:schemeClr>
          </a:solidFill>
          <a:ln>
            <a:noFill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Freeform 7"/>
          <p:cNvSpPr/>
          <p:nvPr/>
        </p:nvSpPr>
        <p:spPr bwMode="auto">
          <a:xfrm>
            <a:off x="4646191" y="2680198"/>
            <a:ext cx="761176" cy="519958"/>
          </a:xfrm>
          <a:custGeom>
            <a:avLst/>
            <a:gdLst>
              <a:gd name="T0" fmla="*/ 284 w 284"/>
              <a:gd name="T1" fmla="*/ 97 h 194"/>
              <a:gd name="T2" fmla="*/ 213 w 284"/>
              <a:gd name="T3" fmla="*/ 50 h 194"/>
              <a:gd name="T4" fmla="*/ 142 w 284"/>
              <a:gd name="T5" fmla="*/ 0 h 194"/>
              <a:gd name="T6" fmla="*/ 71 w 284"/>
              <a:gd name="T7" fmla="*/ 50 h 194"/>
              <a:gd name="T8" fmla="*/ 0 w 284"/>
              <a:gd name="T9" fmla="*/ 97 h 194"/>
              <a:gd name="T10" fmla="*/ 40 w 284"/>
              <a:gd name="T11" fmla="*/ 97 h 194"/>
              <a:gd name="T12" fmla="*/ 40 w 284"/>
              <a:gd name="T13" fmla="*/ 194 h 194"/>
              <a:gd name="T14" fmla="*/ 241 w 284"/>
              <a:gd name="T15" fmla="*/ 194 h 194"/>
              <a:gd name="T16" fmla="*/ 241 w 284"/>
              <a:gd name="T17" fmla="*/ 97 h 194"/>
              <a:gd name="T18" fmla="*/ 284 w 284"/>
              <a:gd name="T19" fmla="*/ 97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4" h="194">
                <a:moveTo>
                  <a:pt x="284" y="97"/>
                </a:moveTo>
                <a:lnTo>
                  <a:pt x="213" y="50"/>
                </a:lnTo>
                <a:lnTo>
                  <a:pt x="142" y="0"/>
                </a:lnTo>
                <a:lnTo>
                  <a:pt x="71" y="50"/>
                </a:lnTo>
                <a:lnTo>
                  <a:pt x="0" y="97"/>
                </a:lnTo>
                <a:lnTo>
                  <a:pt x="40" y="97"/>
                </a:lnTo>
                <a:lnTo>
                  <a:pt x="40" y="194"/>
                </a:lnTo>
                <a:lnTo>
                  <a:pt x="241" y="194"/>
                </a:lnTo>
                <a:lnTo>
                  <a:pt x="241" y="97"/>
                </a:lnTo>
                <a:lnTo>
                  <a:pt x="284" y="97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843"/>
            </a:schemeClr>
          </a:solidFill>
          <a:ln>
            <a:noFill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Freeform 15"/>
          <p:cNvSpPr/>
          <p:nvPr/>
        </p:nvSpPr>
        <p:spPr bwMode="auto">
          <a:xfrm>
            <a:off x="5606016" y="2379808"/>
            <a:ext cx="761176" cy="820349"/>
          </a:xfrm>
          <a:custGeom>
            <a:avLst/>
            <a:gdLst>
              <a:gd name="T0" fmla="*/ 283 w 283"/>
              <a:gd name="T1" fmla="*/ 97 h 305"/>
              <a:gd name="T2" fmla="*/ 213 w 283"/>
              <a:gd name="T3" fmla="*/ 49 h 305"/>
              <a:gd name="T4" fmla="*/ 142 w 283"/>
              <a:gd name="T5" fmla="*/ 0 h 305"/>
              <a:gd name="T6" fmla="*/ 71 w 283"/>
              <a:gd name="T7" fmla="*/ 49 h 305"/>
              <a:gd name="T8" fmla="*/ 0 w 283"/>
              <a:gd name="T9" fmla="*/ 97 h 305"/>
              <a:gd name="T10" fmla="*/ 41 w 283"/>
              <a:gd name="T11" fmla="*/ 97 h 305"/>
              <a:gd name="T12" fmla="*/ 41 w 283"/>
              <a:gd name="T13" fmla="*/ 305 h 305"/>
              <a:gd name="T14" fmla="*/ 241 w 283"/>
              <a:gd name="T15" fmla="*/ 305 h 305"/>
              <a:gd name="T16" fmla="*/ 241 w 283"/>
              <a:gd name="T17" fmla="*/ 97 h 305"/>
              <a:gd name="T18" fmla="*/ 283 w 283"/>
              <a:gd name="T19" fmla="*/ 97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3" h="305">
                <a:moveTo>
                  <a:pt x="283" y="97"/>
                </a:moveTo>
                <a:lnTo>
                  <a:pt x="213" y="49"/>
                </a:lnTo>
                <a:lnTo>
                  <a:pt x="142" y="0"/>
                </a:lnTo>
                <a:lnTo>
                  <a:pt x="71" y="49"/>
                </a:lnTo>
                <a:lnTo>
                  <a:pt x="0" y="97"/>
                </a:lnTo>
                <a:lnTo>
                  <a:pt x="41" y="97"/>
                </a:lnTo>
                <a:lnTo>
                  <a:pt x="41" y="305"/>
                </a:lnTo>
                <a:lnTo>
                  <a:pt x="241" y="305"/>
                </a:lnTo>
                <a:lnTo>
                  <a:pt x="241" y="97"/>
                </a:lnTo>
                <a:lnTo>
                  <a:pt x="283" y="97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843"/>
            </a:schemeClr>
          </a:solidFill>
          <a:ln>
            <a:noFill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TextBox 14"/>
          <p:cNvSpPr txBox="1"/>
          <p:nvPr/>
        </p:nvSpPr>
        <p:spPr>
          <a:xfrm>
            <a:off x="4719002" y="2366325"/>
            <a:ext cx="582930" cy="41148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ctr"/>
            <a:r>
              <a:rPr lang="en-US" altLang="zh-CN" sz="210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20%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41" name="TextBox 18"/>
          <p:cNvSpPr txBox="1"/>
          <p:nvPr/>
        </p:nvSpPr>
        <p:spPr>
          <a:xfrm>
            <a:off x="5695139" y="1994671"/>
            <a:ext cx="582930" cy="41148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ctr"/>
            <a:r>
              <a:rPr lang="en-US" altLang="zh-CN" sz="210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50%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42" name="TextBox 19"/>
          <p:cNvSpPr txBox="1"/>
          <p:nvPr/>
        </p:nvSpPr>
        <p:spPr>
          <a:xfrm>
            <a:off x="6663045" y="1550510"/>
            <a:ext cx="582930" cy="41148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ctr"/>
            <a:r>
              <a:rPr lang="en-US" altLang="zh-CN" sz="210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80%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43" name="TextBox 29"/>
          <p:cNvSpPr txBox="1"/>
          <p:nvPr/>
        </p:nvSpPr>
        <p:spPr>
          <a:xfrm flipH="1">
            <a:off x="4360819" y="3396705"/>
            <a:ext cx="2089636" cy="304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44" name="TextBox 30"/>
          <p:cNvSpPr txBox="1"/>
          <p:nvPr/>
        </p:nvSpPr>
        <p:spPr>
          <a:xfrm>
            <a:off x="4360818" y="3578101"/>
            <a:ext cx="3450698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。您的内容打在这里，或者通过复制您的文本后。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816112" y="1408006"/>
            <a:ext cx="208734" cy="138347"/>
            <a:chOff x="9482595" y="2565731"/>
            <a:chExt cx="278384" cy="184511"/>
          </a:xfrm>
        </p:grpSpPr>
        <p:sp>
          <p:nvSpPr>
            <p:cNvPr id="46" name="椭圆 45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7" name="椭圆 46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2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7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19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37" grpId="0" bldLvl="0" animBg="1"/>
      <p:bldP spid="38" grpId="0" bldLvl="0" animBg="1"/>
      <p:bldP spid="39" grpId="0" bldLvl="0" animBg="1"/>
      <p:bldP spid="40" grpId="0"/>
      <p:bldP spid="41" grpId="0"/>
      <p:bldP spid="42" grpId="0"/>
      <p:bldP spid="43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命题假设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15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7" name="Freeform 261"/>
          <p:cNvSpPr/>
          <p:nvPr/>
        </p:nvSpPr>
        <p:spPr bwMode="auto">
          <a:xfrm>
            <a:off x="551496" y="281280"/>
            <a:ext cx="220306" cy="220306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003272" y="1191295"/>
            <a:ext cx="917863" cy="917863"/>
            <a:chOff x="1057027" y="2420888"/>
            <a:chExt cx="864096" cy="864096"/>
          </a:xfrm>
        </p:grpSpPr>
        <p:sp>
          <p:nvSpPr>
            <p:cNvPr id="49" name="椭圆 48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0" name="椭圆 49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51" name="Oval 12"/>
          <p:cNvSpPr/>
          <p:nvPr/>
        </p:nvSpPr>
        <p:spPr>
          <a:xfrm>
            <a:off x="1872403" y="1060426"/>
            <a:ext cx="1179602" cy="1179602"/>
          </a:xfrm>
          <a:prstGeom prst="ellipse">
            <a:avLst/>
          </a:prstGeom>
          <a:noFill/>
          <a:ln w="101600" cap="rnd" cmpd="sng">
            <a:solidFill>
              <a:schemeClr val="tx1">
                <a:lumMod val="95000"/>
                <a:lumOff val="5000"/>
                <a:alpha val="10196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52" name="Arc 14"/>
          <p:cNvSpPr/>
          <p:nvPr/>
        </p:nvSpPr>
        <p:spPr>
          <a:xfrm rot="249144">
            <a:off x="1879849" y="1060426"/>
            <a:ext cx="1179602" cy="1179602"/>
          </a:xfrm>
          <a:prstGeom prst="arc">
            <a:avLst>
              <a:gd name="adj1" fmla="val 16018236"/>
              <a:gd name="adj2" fmla="val 7971649"/>
            </a:avLst>
          </a:prstGeom>
          <a:noFill/>
          <a:ln w="101600" cap="rnd" cmpd="sng">
            <a:solidFill>
              <a:srgbClr val="414455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3" name="文本框 9"/>
          <p:cNvSpPr txBox="1"/>
          <p:nvPr/>
        </p:nvSpPr>
        <p:spPr>
          <a:xfrm>
            <a:off x="2046297" y="1546353"/>
            <a:ext cx="797961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65%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656435" y="2193792"/>
            <a:ext cx="193989" cy="174903"/>
            <a:chOff x="3720691" y="2824413"/>
            <a:chExt cx="1341120" cy="1209172"/>
          </a:xfrm>
        </p:grpSpPr>
        <p:sp>
          <p:nvSpPr>
            <p:cNvPr id="55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56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57" name="矩形 56"/>
          <p:cNvSpPr/>
          <p:nvPr/>
        </p:nvSpPr>
        <p:spPr>
          <a:xfrm>
            <a:off x="1718585" y="2381138"/>
            <a:ext cx="1788668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8" name="矩形 47"/>
          <p:cNvSpPr>
            <a:spLocks noChangeArrowheads="1"/>
          </p:cNvSpPr>
          <p:nvPr/>
        </p:nvSpPr>
        <p:spPr bwMode="auto">
          <a:xfrm>
            <a:off x="1718070" y="2623323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4108958" y="1178462"/>
            <a:ext cx="917863" cy="917863"/>
            <a:chOff x="1057027" y="2420888"/>
            <a:chExt cx="864096" cy="864096"/>
          </a:xfrm>
        </p:grpSpPr>
        <p:sp>
          <p:nvSpPr>
            <p:cNvPr id="60" name="椭圆 59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1" name="椭圆 60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62" name="Oval 12"/>
          <p:cNvSpPr/>
          <p:nvPr/>
        </p:nvSpPr>
        <p:spPr>
          <a:xfrm>
            <a:off x="3978088" y="1047593"/>
            <a:ext cx="1179602" cy="1179602"/>
          </a:xfrm>
          <a:prstGeom prst="ellipse">
            <a:avLst/>
          </a:prstGeom>
          <a:noFill/>
          <a:ln w="101600" cap="rnd" cmpd="sng">
            <a:solidFill>
              <a:schemeClr val="tx1">
                <a:lumMod val="95000"/>
                <a:lumOff val="5000"/>
                <a:alpha val="10196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63" name="Arc 14"/>
          <p:cNvSpPr/>
          <p:nvPr/>
        </p:nvSpPr>
        <p:spPr>
          <a:xfrm rot="249144">
            <a:off x="3985535" y="1047593"/>
            <a:ext cx="1179602" cy="1179602"/>
          </a:xfrm>
          <a:prstGeom prst="arc">
            <a:avLst>
              <a:gd name="adj1" fmla="val 16018236"/>
              <a:gd name="adj2" fmla="val 12749509"/>
            </a:avLst>
          </a:prstGeom>
          <a:noFill/>
          <a:ln w="101600" cap="rnd" cmpd="sng">
            <a:solidFill>
              <a:srgbClr val="414455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4" name="文本框 9"/>
          <p:cNvSpPr txBox="1"/>
          <p:nvPr/>
        </p:nvSpPr>
        <p:spPr>
          <a:xfrm>
            <a:off x="4151982" y="1533520"/>
            <a:ext cx="797961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95%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762121" y="2180960"/>
            <a:ext cx="193989" cy="174903"/>
            <a:chOff x="3720691" y="2824413"/>
            <a:chExt cx="1341120" cy="1209172"/>
          </a:xfrm>
        </p:grpSpPr>
        <p:sp>
          <p:nvSpPr>
            <p:cNvPr id="6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9" name="矩形 68"/>
          <p:cNvSpPr/>
          <p:nvPr/>
        </p:nvSpPr>
        <p:spPr>
          <a:xfrm>
            <a:off x="3824271" y="2368305"/>
            <a:ext cx="1788668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3" name="矩形 47"/>
          <p:cNvSpPr>
            <a:spLocks noChangeArrowheads="1"/>
          </p:cNvSpPr>
          <p:nvPr/>
        </p:nvSpPr>
        <p:spPr bwMode="auto">
          <a:xfrm>
            <a:off x="3823756" y="2610490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6229736" y="1178462"/>
            <a:ext cx="917863" cy="917863"/>
            <a:chOff x="1057027" y="2420888"/>
            <a:chExt cx="864096" cy="864096"/>
          </a:xfrm>
        </p:grpSpPr>
        <p:sp>
          <p:nvSpPr>
            <p:cNvPr id="75" name="椭圆 74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6" name="椭圆 75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77" name="Oval 12"/>
          <p:cNvSpPr/>
          <p:nvPr/>
        </p:nvSpPr>
        <p:spPr>
          <a:xfrm>
            <a:off x="6098867" y="1047593"/>
            <a:ext cx="1179602" cy="1179602"/>
          </a:xfrm>
          <a:prstGeom prst="ellipse">
            <a:avLst/>
          </a:prstGeom>
          <a:noFill/>
          <a:ln w="101600" cap="rnd" cmpd="sng">
            <a:solidFill>
              <a:schemeClr val="tx1">
                <a:lumMod val="95000"/>
                <a:lumOff val="5000"/>
                <a:alpha val="10196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78" name="Arc 14"/>
          <p:cNvSpPr/>
          <p:nvPr/>
        </p:nvSpPr>
        <p:spPr>
          <a:xfrm rot="249144">
            <a:off x="6106313" y="1047593"/>
            <a:ext cx="1179602" cy="1179602"/>
          </a:xfrm>
          <a:prstGeom prst="arc">
            <a:avLst>
              <a:gd name="adj1" fmla="val 16018236"/>
              <a:gd name="adj2" fmla="val 5714737"/>
            </a:avLst>
          </a:prstGeom>
          <a:noFill/>
          <a:ln w="101600" cap="rnd" cmpd="sng">
            <a:solidFill>
              <a:srgbClr val="414455"/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9" name="文本框 9"/>
          <p:cNvSpPr txBox="1"/>
          <p:nvPr/>
        </p:nvSpPr>
        <p:spPr>
          <a:xfrm>
            <a:off x="6272761" y="1533520"/>
            <a:ext cx="797961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45%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5882899" y="2180960"/>
            <a:ext cx="193989" cy="174903"/>
            <a:chOff x="3720691" y="2824413"/>
            <a:chExt cx="1341120" cy="1209172"/>
          </a:xfrm>
        </p:grpSpPr>
        <p:sp>
          <p:nvSpPr>
            <p:cNvPr id="8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84" name="矩形 83"/>
          <p:cNvSpPr/>
          <p:nvPr/>
        </p:nvSpPr>
        <p:spPr>
          <a:xfrm>
            <a:off x="5945050" y="2368305"/>
            <a:ext cx="1788668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5" name="矩形 47"/>
          <p:cNvSpPr>
            <a:spLocks noChangeArrowheads="1"/>
          </p:cNvSpPr>
          <p:nvPr/>
        </p:nvSpPr>
        <p:spPr bwMode="auto">
          <a:xfrm>
            <a:off x="5944534" y="2610490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1017726" y="3587422"/>
            <a:ext cx="394805" cy="355962"/>
            <a:chOff x="5424755" y="1340768"/>
            <a:chExt cx="670560" cy="604586"/>
          </a:xfrm>
        </p:grpSpPr>
        <p:grpSp>
          <p:nvGrpSpPr>
            <p:cNvPr id="87" name="组合 8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8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9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8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91" name="文本框 9"/>
          <p:cNvSpPr txBox="1"/>
          <p:nvPr/>
        </p:nvSpPr>
        <p:spPr>
          <a:xfrm>
            <a:off x="1494459" y="3598047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92" name="直接连接符 91"/>
          <p:cNvCxnSpPr/>
          <p:nvPr/>
        </p:nvCxnSpPr>
        <p:spPr>
          <a:xfrm>
            <a:off x="1548451" y="3868007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>
          <a:xfrm>
            <a:off x="7779502" y="3770214"/>
            <a:ext cx="193989" cy="174903"/>
            <a:chOff x="3720691" y="2824413"/>
            <a:chExt cx="1341120" cy="1209172"/>
          </a:xfrm>
        </p:grpSpPr>
        <p:sp>
          <p:nvSpPr>
            <p:cNvPr id="9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9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1476027" y="3978646"/>
            <a:ext cx="6407261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grpSp>
        <p:nvGrpSpPr>
          <p:cNvPr id="97" name="组合 96"/>
          <p:cNvGrpSpPr/>
          <p:nvPr/>
        </p:nvGrpSpPr>
        <p:grpSpPr>
          <a:xfrm>
            <a:off x="7062863" y="976071"/>
            <a:ext cx="208734" cy="138347"/>
            <a:chOff x="9482595" y="2565731"/>
            <a:chExt cx="278384" cy="184511"/>
          </a:xfrm>
        </p:grpSpPr>
        <p:sp>
          <p:nvSpPr>
            <p:cNvPr id="98" name="椭圆 97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9" name="椭圆 98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500"/>
                            </p:stCondLst>
                            <p:childTnLst>
                              <p:par>
                                <p:cTn id="1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0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500"/>
                            </p:stCondLst>
                            <p:childTnLst>
                              <p:par>
                                <p:cTn id="13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6000"/>
                            </p:stCondLst>
                            <p:childTnLst>
                              <p:par>
                                <p:cTn id="1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51" grpId="0" bldLvl="0" animBg="1"/>
      <p:bldP spid="52" grpId="0" bldLvl="0" animBg="1"/>
      <p:bldP spid="53" grpId="0"/>
      <p:bldP spid="57" grpId="0"/>
      <p:bldP spid="58" grpId="0"/>
      <p:bldP spid="62" grpId="0" bldLvl="0" animBg="1"/>
      <p:bldP spid="63" grpId="0" bldLvl="0" animBg="1"/>
      <p:bldP spid="64" grpId="0"/>
      <p:bldP spid="69" grpId="0"/>
      <p:bldP spid="73" grpId="0"/>
      <p:bldP spid="77" grpId="0" bldLvl="0" animBg="1"/>
      <p:bldP spid="78" grpId="0" bldLvl="0" animBg="1"/>
      <p:bldP spid="79" grpId="0"/>
      <p:bldP spid="84" grpId="0"/>
      <p:bldP spid="85" grpId="0"/>
      <p:bldP spid="91" grpId="0"/>
      <p:bldP spid="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0" y="1978413"/>
            <a:ext cx="2789599" cy="12152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9" name="组合 158"/>
          <p:cNvGrpSpPr/>
          <p:nvPr/>
        </p:nvGrpSpPr>
        <p:grpSpPr>
          <a:xfrm>
            <a:off x="2064628" y="1988867"/>
            <a:ext cx="1384430" cy="1248221"/>
            <a:chOff x="3720691" y="2824413"/>
            <a:chExt cx="1341120" cy="1209172"/>
          </a:xfrm>
        </p:grpSpPr>
        <p:sp>
          <p:nvSpPr>
            <p:cNvPr id="16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6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62" name="Freeform 5"/>
          <p:cNvSpPr/>
          <p:nvPr/>
        </p:nvSpPr>
        <p:spPr bwMode="auto">
          <a:xfrm rot="1855731">
            <a:off x="2159429" y="2074341"/>
            <a:ext cx="1194827" cy="1077274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169" name="组合 168"/>
          <p:cNvGrpSpPr/>
          <p:nvPr/>
        </p:nvGrpSpPr>
        <p:grpSpPr>
          <a:xfrm>
            <a:off x="3350801" y="2079269"/>
            <a:ext cx="208734" cy="138347"/>
            <a:chOff x="9482595" y="2565731"/>
            <a:chExt cx="278384" cy="184511"/>
          </a:xfrm>
        </p:grpSpPr>
        <p:sp>
          <p:nvSpPr>
            <p:cNvPr id="170" name="椭圆 169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71" name="椭圆 170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6" name="圆角矩形 15"/>
          <p:cNvSpPr/>
          <p:nvPr/>
        </p:nvSpPr>
        <p:spPr>
          <a:xfrm>
            <a:off x="4086072" y="1950849"/>
            <a:ext cx="4913267" cy="1215263"/>
          </a:xfrm>
          <a:prstGeom prst="round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C0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03935" y="1950849"/>
            <a:ext cx="4157379" cy="1215263"/>
          </a:xfrm>
          <a:prstGeom prst="rect">
            <a:avLst/>
          </a:prstGeom>
          <a:solidFill>
            <a:srgbClr val="5B5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TextBox 17"/>
          <p:cNvSpPr txBox="1"/>
          <p:nvPr/>
        </p:nvSpPr>
        <p:spPr>
          <a:xfrm flipH="1">
            <a:off x="4410024" y="2091923"/>
            <a:ext cx="269960" cy="845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950" b="1" dirty="0" smtClean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</a:t>
            </a:r>
            <a:endParaRPr lang="id-ID" sz="4950" b="1" dirty="0">
              <a:solidFill>
                <a:schemeClr val="bg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9" name="文本框 9"/>
          <p:cNvSpPr txBox="1"/>
          <p:nvPr/>
        </p:nvSpPr>
        <p:spPr>
          <a:xfrm>
            <a:off x="5219903" y="2004841"/>
            <a:ext cx="2051694" cy="39306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21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研究综述</a:t>
            </a:r>
            <a:endParaRPr lang="zh-CN" altLang="en-US" sz="2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276508" y="2436776"/>
            <a:ext cx="1077226" cy="171450"/>
            <a:chOff x="4369395" y="3284984"/>
            <a:chExt cx="1436675" cy="228660"/>
          </a:xfrm>
        </p:grpSpPr>
        <p:sp>
          <p:nvSpPr>
            <p:cNvPr id="21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研究目标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356347" y="2436776"/>
            <a:ext cx="1077226" cy="171450"/>
            <a:chOff x="4369395" y="3284984"/>
            <a:chExt cx="1436675" cy="228660"/>
          </a:xfrm>
        </p:grpSpPr>
        <p:sp>
          <p:nvSpPr>
            <p:cNvPr id="26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研究思路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7436185" y="2436776"/>
            <a:ext cx="1293193" cy="171450"/>
            <a:chOff x="4369395" y="3284984"/>
            <a:chExt cx="1724707" cy="228660"/>
          </a:xfrm>
        </p:grpSpPr>
        <p:sp>
          <p:nvSpPr>
            <p:cNvPr id="31" name="文本框 9"/>
            <p:cNvSpPr txBox="1"/>
            <p:nvPr/>
          </p:nvSpPr>
          <p:spPr>
            <a:xfrm>
              <a:off x="4581935" y="3284984"/>
              <a:ext cx="1512167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研究方案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/>
        </p:nvGrpSpPr>
        <p:grpSpPr>
          <a:xfrm>
            <a:off x="2441288" y="2318905"/>
            <a:ext cx="672929" cy="577247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46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273895" y="2637263"/>
            <a:ext cx="1077226" cy="171450"/>
            <a:chOff x="4369395" y="3284984"/>
            <a:chExt cx="1436675" cy="228660"/>
          </a:xfrm>
        </p:grpSpPr>
        <p:sp>
          <p:nvSpPr>
            <p:cNvPr id="50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关键技术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6353734" y="2637263"/>
            <a:ext cx="1077226" cy="171450"/>
            <a:chOff x="4369395" y="3284984"/>
            <a:chExt cx="1436675" cy="228660"/>
          </a:xfrm>
        </p:grpSpPr>
        <p:sp>
          <p:nvSpPr>
            <p:cNvPr id="56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实验难点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58" name="椭圆 5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等腰三角形 5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7433572" y="2637263"/>
            <a:ext cx="1293193" cy="171450"/>
            <a:chOff x="4369395" y="3284984"/>
            <a:chExt cx="1724707" cy="228660"/>
          </a:xfrm>
        </p:grpSpPr>
        <p:sp>
          <p:nvSpPr>
            <p:cNvPr id="61" name="文本框 9"/>
            <p:cNvSpPr txBox="1"/>
            <p:nvPr/>
          </p:nvSpPr>
          <p:spPr>
            <a:xfrm>
              <a:off x="4581935" y="3284984"/>
              <a:ext cx="1512167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研究成果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4" name="椭圆 63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等腰三角形 64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ldLvl="0" animBg="1"/>
      <p:bldP spid="162" grpId="0" bldLvl="0" animBg="1"/>
      <p:bldP spid="16" grpId="0" bldLvl="0" animBg="1"/>
      <p:bldP spid="17" grpId="0" bldLvl="0" animBg="1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17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56" name="组合 55"/>
          <p:cNvGrpSpPr>
            <a:grpSpLocks noChangeAspect="1"/>
          </p:cNvGrpSpPr>
          <p:nvPr/>
        </p:nvGrpSpPr>
        <p:grpSpPr>
          <a:xfrm>
            <a:off x="545241" y="255081"/>
            <a:ext cx="273335" cy="234470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5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60" name="任意多边形 59"/>
          <p:cNvSpPr/>
          <p:nvPr/>
        </p:nvSpPr>
        <p:spPr>
          <a:xfrm>
            <a:off x="-24057" y="2234886"/>
            <a:ext cx="9177704" cy="953678"/>
          </a:xfrm>
          <a:custGeom>
            <a:avLst/>
            <a:gdLst>
              <a:gd name="connsiteX0" fmla="*/ 0 w 12721389"/>
              <a:gd name="connsiteY0" fmla="*/ 532365 h 1078137"/>
              <a:gd name="connsiteX1" fmla="*/ 3593431 w 12721389"/>
              <a:gd name="connsiteY1" fmla="*/ 51102 h 1078137"/>
              <a:gd name="connsiteX2" fmla="*/ 7908758 w 12721389"/>
              <a:gd name="connsiteY2" fmla="*/ 1077797 h 1078137"/>
              <a:gd name="connsiteX3" fmla="*/ 11774905 w 12721389"/>
              <a:gd name="connsiteY3" fmla="*/ 163397 h 1078137"/>
              <a:gd name="connsiteX4" fmla="*/ 12721389 w 12721389"/>
              <a:gd name="connsiteY4" fmla="*/ 35060 h 1078137"/>
              <a:gd name="connsiteX0-1" fmla="*/ 0 w 12721389"/>
              <a:gd name="connsiteY0-2" fmla="*/ 532365 h 1078137"/>
              <a:gd name="connsiteX1-3" fmla="*/ 3593431 w 12721389"/>
              <a:gd name="connsiteY1-4" fmla="*/ 51102 h 1078137"/>
              <a:gd name="connsiteX2-5" fmla="*/ 7908758 w 12721389"/>
              <a:gd name="connsiteY2-6" fmla="*/ 1077797 h 1078137"/>
              <a:gd name="connsiteX3-7" fmla="*/ 11774905 w 12721389"/>
              <a:gd name="connsiteY3-8" fmla="*/ 163397 h 1078137"/>
              <a:gd name="connsiteX4-9" fmla="*/ 12721389 w 12721389"/>
              <a:gd name="connsiteY4-10" fmla="*/ 35060 h 1078137"/>
              <a:gd name="connsiteX0-11" fmla="*/ 0 w 12721389"/>
              <a:gd name="connsiteY0-12" fmla="*/ 503854 h 1049626"/>
              <a:gd name="connsiteX1-13" fmla="*/ 3593431 w 12721389"/>
              <a:gd name="connsiteY1-14" fmla="*/ 22591 h 1049626"/>
              <a:gd name="connsiteX2-15" fmla="*/ 7908758 w 12721389"/>
              <a:gd name="connsiteY2-16" fmla="*/ 1049286 h 1049626"/>
              <a:gd name="connsiteX3-17" fmla="*/ 11774905 w 12721389"/>
              <a:gd name="connsiteY3-18" fmla="*/ 134886 h 1049626"/>
              <a:gd name="connsiteX4-19" fmla="*/ 12721389 w 12721389"/>
              <a:gd name="connsiteY4-20" fmla="*/ 6549 h 1049626"/>
              <a:gd name="connsiteX0-21" fmla="*/ 0 w 12368463"/>
              <a:gd name="connsiteY0-22" fmla="*/ 498433 h 1044197"/>
              <a:gd name="connsiteX1-23" fmla="*/ 3593431 w 12368463"/>
              <a:gd name="connsiteY1-24" fmla="*/ 17170 h 1044197"/>
              <a:gd name="connsiteX2-25" fmla="*/ 7908758 w 12368463"/>
              <a:gd name="connsiteY2-26" fmla="*/ 1043865 h 1044197"/>
              <a:gd name="connsiteX3-27" fmla="*/ 11774905 w 12368463"/>
              <a:gd name="connsiteY3-28" fmla="*/ 129465 h 1044197"/>
              <a:gd name="connsiteX4-29" fmla="*/ 12368463 w 12368463"/>
              <a:gd name="connsiteY4-30" fmla="*/ 113423 h 1044197"/>
              <a:gd name="connsiteX0-31" fmla="*/ 0 w 12368463"/>
              <a:gd name="connsiteY0-32" fmla="*/ 498433 h 1044197"/>
              <a:gd name="connsiteX1-33" fmla="*/ 3593431 w 12368463"/>
              <a:gd name="connsiteY1-34" fmla="*/ 17170 h 1044197"/>
              <a:gd name="connsiteX2-35" fmla="*/ 7908758 w 12368463"/>
              <a:gd name="connsiteY2-36" fmla="*/ 1043865 h 1044197"/>
              <a:gd name="connsiteX3-37" fmla="*/ 11774905 w 12368463"/>
              <a:gd name="connsiteY3-38" fmla="*/ 129465 h 1044197"/>
              <a:gd name="connsiteX4-39" fmla="*/ 12368463 w 12368463"/>
              <a:gd name="connsiteY4-40" fmla="*/ 113423 h 1044197"/>
              <a:gd name="connsiteX0-41" fmla="*/ 0 w 12368463"/>
              <a:gd name="connsiteY0-42" fmla="*/ 498433 h 1045860"/>
              <a:gd name="connsiteX1-43" fmla="*/ 3593431 w 12368463"/>
              <a:gd name="connsiteY1-44" fmla="*/ 17170 h 1045860"/>
              <a:gd name="connsiteX2-45" fmla="*/ 7908758 w 12368463"/>
              <a:gd name="connsiteY2-46" fmla="*/ 1043865 h 1045860"/>
              <a:gd name="connsiteX3-47" fmla="*/ 11357810 w 12368463"/>
              <a:gd name="connsiteY3-48" fmla="*/ 273844 h 1045860"/>
              <a:gd name="connsiteX4-49" fmla="*/ 12368463 w 12368463"/>
              <a:gd name="connsiteY4-50" fmla="*/ 113423 h 1045860"/>
              <a:gd name="connsiteX0-51" fmla="*/ 0 w 12368463"/>
              <a:gd name="connsiteY0-52" fmla="*/ 503294 h 1146765"/>
              <a:gd name="connsiteX1-53" fmla="*/ 3593431 w 12368463"/>
              <a:gd name="connsiteY1-54" fmla="*/ 22031 h 1146765"/>
              <a:gd name="connsiteX2-55" fmla="*/ 8855242 w 12368463"/>
              <a:gd name="connsiteY2-56" fmla="*/ 1144979 h 1146765"/>
              <a:gd name="connsiteX3-57" fmla="*/ 11357810 w 12368463"/>
              <a:gd name="connsiteY3-58" fmla="*/ 278705 h 1146765"/>
              <a:gd name="connsiteX4-59" fmla="*/ 12368463 w 12368463"/>
              <a:gd name="connsiteY4-60" fmla="*/ 118284 h 1146765"/>
              <a:gd name="connsiteX0-61" fmla="*/ 0 w 12368463"/>
              <a:gd name="connsiteY0-62" fmla="*/ 503294 h 1157827"/>
              <a:gd name="connsiteX1-63" fmla="*/ 3593431 w 12368463"/>
              <a:gd name="connsiteY1-64" fmla="*/ 22031 h 1157827"/>
              <a:gd name="connsiteX2-65" fmla="*/ 8855242 w 12368463"/>
              <a:gd name="connsiteY2-66" fmla="*/ 1144979 h 1157827"/>
              <a:gd name="connsiteX3-67" fmla="*/ 11357810 w 12368463"/>
              <a:gd name="connsiteY3-68" fmla="*/ 599547 h 1157827"/>
              <a:gd name="connsiteX4-69" fmla="*/ 12368463 w 12368463"/>
              <a:gd name="connsiteY4-70" fmla="*/ 118284 h 1157827"/>
              <a:gd name="connsiteX0-71" fmla="*/ 0 w 12368463"/>
              <a:gd name="connsiteY0-72" fmla="*/ 503294 h 1161527"/>
              <a:gd name="connsiteX1-73" fmla="*/ 3593431 w 12368463"/>
              <a:gd name="connsiteY1-74" fmla="*/ 22031 h 1161527"/>
              <a:gd name="connsiteX2-75" fmla="*/ 8855242 w 12368463"/>
              <a:gd name="connsiteY2-76" fmla="*/ 1144979 h 1161527"/>
              <a:gd name="connsiteX3-77" fmla="*/ 11357810 w 12368463"/>
              <a:gd name="connsiteY3-78" fmla="*/ 599547 h 1161527"/>
              <a:gd name="connsiteX4-79" fmla="*/ 12368463 w 12368463"/>
              <a:gd name="connsiteY4-80" fmla="*/ 118284 h 1161527"/>
              <a:gd name="connsiteX0-81" fmla="*/ 0 w 12609094"/>
              <a:gd name="connsiteY0-82" fmla="*/ 503294 h 1157530"/>
              <a:gd name="connsiteX1-83" fmla="*/ 3593431 w 12609094"/>
              <a:gd name="connsiteY1-84" fmla="*/ 22031 h 1157530"/>
              <a:gd name="connsiteX2-85" fmla="*/ 8855242 w 12609094"/>
              <a:gd name="connsiteY2-86" fmla="*/ 1144979 h 1157530"/>
              <a:gd name="connsiteX3-87" fmla="*/ 11357810 w 12609094"/>
              <a:gd name="connsiteY3-88" fmla="*/ 599547 h 1157530"/>
              <a:gd name="connsiteX4-89" fmla="*/ 12609094 w 12609094"/>
              <a:gd name="connsiteY4-90" fmla="*/ 198494 h 1157530"/>
              <a:gd name="connsiteX0-91" fmla="*/ 0 w 12609094"/>
              <a:gd name="connsiteY0-92" fmla="*/ 503294 h 1157530"/>
              <a:gd name="connsiteX1-93" fmla="*/ 3593431 w 12609094"/>
              <a:gd name="connsiteY1-94" fmla="*/ 22031 h 1157530"/>
              <a:gd name="connsiteX2-95" fmla="*/ 8855242 w 12609094"/>
              <a:gd name="connsiteY2-96" fmla="*/ 1144979 h 1157530"/>
              <a:gd name="connsiteX3-97" fmla="*/ 11357810 w 12609094"/>
              <a:gd name="connsiteY3-98" fmla="*/ 599547 h 1157530"/>
              <a:gd name="connsiteX4-99" fmla="*/ 12609094 w 12609094"/>
              <a:gd name="connsiteY4-100" fmla="*/ 198494 h 1157530"/>
              <a:gd name="connsiteX0-101" fmla="*/ 0 w 12609094"/>
              <a:gd name="connsiteY0-102" fmla="*/ 503294 h 1157530"/>
              <a:gd name="connsiteX1-103" fmla="*/ 3593431 w 12609094"/>
              <a:gd name="connsiteY1-104" fmla="*/ 22031 h 1157530"/>
              <a:gd name="connsiteX2-105" fmla="*/ 8678779 w 12609094"/>
              <a:gd name="connsiteY2-106" fmla="*/ 1144979 h 1157530"/>
              <a:gd name="connsiteX3-107" fmla="*/ 11357810 w 12609094"/>
              <a:gd name="connsiteY3-108" fmla="*/ 599547 h 1157530"/>
              <a:gd name="connsiteX4-109" fmla="*/ 12609094 w 12609094"/>
              <a:gd name="connsiteY4-110" fmla="*/ 198494 h 1157530"/>
              <a:gd name="connsiteX0-111" fmla="*/ 0 w 12609094"/>
              <a:gd name="connsiteY0-112" fmla="*/ 503294 h 1145790"/>
              <a:gd name="connsiteX1-113" fmla="*/ 3593431 w 12609094"/>
              <a:gd name="connsiteY1-114" fmla="*/ 22031 h 1145790"/>
              <a:gd name="connsiteX2-115" fmla="*/ 8678779 w 12609094"/>
              <a:gd name="connsiteY2-116" fmla="*/ 1144979 h 1145790"/>
              <a:gd name="connsiteX3-117" fmla="*/ 12609094 w 12609094"/>
              <a:gd name="connsiteY3-118" fmla="*/ 198494 h 1145790"/>
              <a:gd name="connsiteX0-119" fmla="*/ 0 w 12609094"/>
              <a:gd name="connsiteY0-120" fmla="*/ 458098 h 1100219"/>
              <a:gd name="connsiteX1-121" fmla="*/ 4010526 w 12609094"/>
              <a:gd name="connsiteY1-122" fmla="*/ 24961 h 1100219"/>
              <a:gd name="connsiteX2-123" fmla="*/ 8678779 w 12609094"/>
              <a:gd name="connsiteY2-124" fmla="*/ 1099783 h 1100219"/>
              <a:gd name="connsiteX3-125" fmla="*/ 12609094 w 12609094"/>
              <a:gd name="connsiteY3-126" fmla="*/ 153298 h 1100219"/>
              <a:gd name="connsiteX0-127" fmla="*/ 0 w 12609094"/>
              <a:gd name="connsiteY0-128" fmla="*/ 459006 h 1117160"/>
              <a:gd name="connsiteX1-129" fmla="*/ 4010526 w 12609094"/>
              <a:gd name="connsiteY1-130" fmla="*/ 25869 h 1117160"/>
              <a:gd name="connsiteX2-131" fmla="*/ 8999621 w 12609094"/>
              <a:gd name="connsiteY2-132" fmla="*/ 1116733 h 1117160"/>
              <a:gd name="connsiteX3-133" fmla="*/ 12609094 w 12609094"/>
              <a:gd name="connsiteY3-134" fmla="*/ 154206 h 1117160"/>
              <a:gd name="connsiteX0-135" fmla="*/ 0 w 12288251"/>
              <a:gd name="connsiteY0-136" fmla="*/ 459006 h 1118949"/>
              <a:gd name="connsiteX1-137" fmla="*/ 4010526 w 12288251"/>
              <a:gd name="connsiteY1-138" fmla="*/ 25869 h 1118949"/>
              <a:gd name="connsiteX2-139" fmla="*/ 8999621 w 12288251"/>
              <a:gd name="connsiteY2-140" fmla="*/ 1116733 h 1118949"/>
              <a:gd name="connsiteX3-141" fmla="*/ 12288251 w 12288251"/>
              <a:gd name="connsiteY3-142" fmla="*/ 298585 h 1118949"/>
              <a:gd name="connsiteX0-143" fmla="*/ 0 w 12288251"/>
              <a:gd name="connsiteY0-144" fmla="*/ 459006 h 1119678"/>
              <a:gd name="connsiteX1-145" fmla="*/ 4010526 w 12288251"/>
              <a:gd name="connsiteY1-146" fmla="*/ 25869 h 1119678"/>
              <a:gd name="connsiteX2-147" fmla="*/ 8999621 w 12288251"/>
              <a:gd name="connsiteY2-148" fmla="*/ 1116733 h 1119678"/>
              <a:gd name="connsiteX3-149" fmla="*/ 12288251 w 12288251"/>
              <a:gd name="connsiteY3-150" fmla="*/ 298585 h 1119678"/>
              <a:gd name="connsiteX0-151" fmla="*/ 0 w 12336378"/>
              <a:gd name="connsiteY0-152" fmla="*/ 459006 h 1119678"/>
              <a:gd name="connsiteX1-153" fmla="*/ 4010526 w 12336378"/>
              <a:gd name="connsiteY1-154" fmla="*/ 25869 h 1119678"/>
              <a:gd name="connsiteX2-155" fmla="*/ 8999621 w 12336378"/>
              <a:gd name="connsiteY2-156" fmla="*/ 1116733 h 1119678"/>
              <a:gd name="connsiteX3-157" fmla="*/ 12336378 w 12336378"/>
              <a:gd name="connsiteY3-158" fmla="*/ 298585 h 1119678"/>
              <a:gd name="connsiteX0-159" fmla="*/ 0 w 12336378"/>
              <a:gd name="connsiteY0-160" fmla="*/ 459006 h 1119864"/>
              <a:gd name="connsiteX1-161" fmla="*/ 4010526 w 12336378"/>
              <a:gd name="connsiteY1-162" fmla="*/ 25869 h 1119864"/>
              <a:gd name="connsiteX2-163" fmla="*/ 8999621 w 12336378"/>
              <a:gd name="connsiteY2-164" fmla="*/ 1116733 h 1119864"/>
              <a:gd name="connsiteX3-165" fmla="*/ 12336378 w 12336378"/>
              <a:gd name="connsiteY3-166" fmla="*/ 298585 h 1119864"/>
              <a:gd name="connsiteX0-167" fmla="*/ 0 w 12336378"/>
              <a:gd name="connsiteY0-168" fmla="*/ 459920 h 1136723"/>
              <a:gd name="connsiteX1-169" fmla="*/ 4010526 w 12336378"/>
              <a:gd name="connsiteY1-170" fmla="*/ 26783 h 1136723"/>
              <a:gd name="connsiteX2-171" fmla="*/ 9160042 w 12336378"/>
              <a:gd name="connsiteY2-172" fmla="*/ 1133689 h 1136723"/>
              <a:gd name="connsiteX3-173" fmla="*/ 12336378 w 12336378"/>
              <a:gd name="connsiteY3-174" fmla="*/ 299499 h 1136723"/>
              <a:gd name="connsiteX0-175" fmla="*/ 0 w 12336378"/>
              <a:gd name="connsiteY0-176" fmla="*/ 489883 h 1167372"/>
              <a:gd name="connsiteX1-177" fmla="*/ 3930315 w 12336378"/>
              <a:gd name="connsiteY1-178" fmla="*/ 24662 h 1167372"/>
              <a:gd name="connsiteX2-179" fmla="*/ 9160042 w 12336378"/>
              <a:gd name="connsiteY2-180" fmla="*/ 1163652 h 1167372"/>
              <a:gd name="connsiteX3-181" fmla="*/ 12336378 w 12336378"/>
              <a:gd name="connsiteY3-182" fmla="*/ 329462 h 1167372"/>
              <a:gd name="connsiteX0-183" fmla="*/ 0 w 12336378"/>
              <a:gd name="connsiteY0-184" fmla="*/ 489883 h 1167372"/>
              <a:gd name="connsiteX1-185" fmla="*/ 3930315 w 12336378"/>
              <a:gd name="connsiteY1-186" fmla="*/ 24662 h 1167372"/>
              <a:gd name="connsiteX2-187" fmla="*/ 9160042 w 12336378"/>
              <a:gd name="connsiteY2-188" fmla="*/ 1163652 h 1167372"/>
              <a:gd name="connsiteX3-189" fmla="*/ 12336378 w 12336378"/>
              <a:gd name="connsiteY3-190" fmla="*/ 329462 h 1167372"/>
              <a:gd name="connsiteX0-191" fmla="*/ 0 w 12336378"/>
              <a:gd name="connsiteY0-192" fmla="*/ 489883 h 1166384"/>
              <a:gd name="connsiteX1-193" fmla="*/ 3930315 w 12336378"/>
              <a:gd name="connsiteY1-194" fmla="*/ 24662 h 1166384"/>
              <a:gd name="connsiteX2-195" fmla="*/ 9160042 w 12336378"/>
              <a:gd name="connsiteY2-196" fmla="*/ 1163652 h 1166384"/>
              <a:gd name="connsiteX3-197" fmla="*/ 12336378 w 12336378"/>
              <a:gd name="connsiteY3-198" fmla="*/ 329462 h 1166384"/>
              <a:gd name="connsiteX0-199" fmla="*/ 0 w 12256167"/>
              <a:gd name="connsiteY0-200" fmla="*/ 489883 h 1168885"/>
              <a:gd name="connsiteX1-201" fmla="*/ 3930315 w 12256167"/>
              <a:gd name="connsiteY1-202" fmla="*/ 24662 h 1168885"/>
              <a:gd name="connsiteX2-203" fmla="*/ 9160042 w 12256167"/>
              <a:gd name="connsiteY2-204" fmla="*/ 1163652 h 1168885"/>
              <a:gd name="connsiteX3-205" fmla="*/ 12256167 w 12256167"/>
              <a:gd name="connsiteY3-206" fmla="*/ 425715 h 1168885"/>
              <a:gd name="connsiteX0-207" fmla="*/ 0 w 12240125"/>
              <a:gd name="connsiteY0-208" fmla="*/ 238646 h 1254532"/>
              <a:gd name="connsiteX1-209" fmla="*/ 3914273 w 12240125"/>
              <a:gd name="connsiteY1-210" fmla="*/ 110309 h 1254532"/>
              <a:gd name="connsiteX2-211" fmla="*/ 9144000 w 12240125"/>
              <a:gd name="connsiteY2-212" fmla="*/ 1249299 h 1254532"/>
              <a:gd name="connsiteX3-213" fmla="*/ 12240125 w 12240125"/>
              <a:gd name="connsiteY3-214" fmla="*/ 511362 h 1254532"/>
              <a:gd name="connsiteX0-215" fmla="*/ 0 w 12240125"/>
              <a:gd name="connsiteY0-216" fmla="*/ 259219 h 1275890"/>
              <a:gd name="connsiteX1-217" fmla="*/ 3978441 w 12240125"/>
              <a:gd name="connsiteY1-218" fmla="*/ 98798 h 1275890"/>
              <a:gd name="connsiteX2-219" fmla="*/ 9144000 w 12240125"/>
              <a:gd name="connsiteY2-220" fmla="*/ 1269872 h 1275890"/>
              <a:gd name="connsiteX3-221" fmla="*/ 12240125 w 12240125"/>
              <a:gd name="connsiteY3-222" fmla="*/ 531935 h 1275890"/>
              <a:gd name="connsiteX0-223" fmla="*/ 0 w 12240125"/>
              <a:gd name="connsiteY0-224" fmla="*/ 259219 h 1271902"/>
              <a:gd name="connsiteX1-225" fmla="*/ 3978441 w 12240125"/>
              <a:gd name="connsiteY1-226" fmla="*/ 98798 h 1271902"/>
              <a:gd name="connsiteX2-227" fmla="*/ 9144000 w 12240125"/>
              <a:gd name="connsiteY2-228" fmla="*/ 1269872 h 1271902"/>
              <a:gd name="connsiteX3-229" fmla="*/ 12240125 w 12240125"/>
              <a:gd name="connsiteY3-230" fmla="*/ 531935 h 1271902"/>
              <a:gd name="connsiteX0-231" fmla="*/ 0 w 12240125"/>
              <a:gd name="connsiteY0-232" fmla="*/ 259219 h 1271902"/>
              <a:gd name="connsiteX1-233" fmla="*/ 3978441 w 12240125"/>
              <a:gd name="connsiteY1-234" fmla="*/ 98798 h 1271902"/>
              <a:gd name="connsiteX2-235" fmla="*/ 8999621 w 12240125"/>
              <a:gd name="connsiteY2-236" fmla="*/ 1269872 h 1271902"/>
              <a:gd name="connsiteX3-237" fmla="*/ 12240125 w 12240125"/>
              <a:gd name="connsiteY3-238" fmla="*/ 531935 h 12719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240125" h="1271902">
                <a:moveTo>
                  <a:pt x="0" y="259219"/>
                </a:moveTo>
                <a:cubicBezTo>
                  <a:pt x="1137652" y="-26865"/>
                  <a:pt x="2478504" y="-69644"/>
                  <a:pt x="3978441" y="98798"/>
                </a:cubicBezTo>
                <a:cubicBezTo>
                  <a:pt x="5478378" y="267240"/>
                  <a:pt x="7606632" y="1229768"/>
                  <a:pt x="8999621" y="1269872"/>
                </a:cubicBezTo>
                <a:cubicBezTo>
                  <a:pt x="10392610" y="1309976"/>
                  <a:pt x="11902573" y="745162"/>
                  <a:pt x="12240125" y="531935"/>
                </a:cubicBezTo>
              </a:path>
            </a:pathLst>
          </a:custGeom>
          <a:noFill/>
          <a:ln w="9525">
            <a:solidFill>
              <a:srgbClr val="41445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61" name="组合 60"/>
          <p:cNvGrpSpPr/>
          <p:nvPr/>
        </p:nvGrpSpPr>
        <p:grpSpPr>
          <a:xfrm>
            <a:off x="1222839" y="2021346"/>
            <a:ext cx="502789" cy="453321"/>
            <a:chOff x="5424755" y="1340768"/>
            <a:chExt cx="670560" cy="604586"/>
          </a:xfrm>
        </p:grpSpPr>
        <p:grpSp>
          <p:nvGrpSpPr>
            <p:cNvPr id="62" name="组合 6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6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66" name="Freeform 126"/>
          <p:cNvSpPr>
            <a:spLocks noChangeAspect="1" noEditPoints="1"/>
          </p:cNvSpPr>
          <p:nvPr/>
        </p:nvSpPr>
        <p:spPr bwMode="auto">
          <a:xfrm>
            <a:off x="1372691" y="2127333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2774415" y="2032281"/>
            <a:ext cx="502789" cy="453321"/>
            <a:chOff x="5424755" y="1340768"/>
            <a:chExt cx="670560" cy="604586"/>
          </a:xfrm>
        </p:grpSpPr>
        <p:grpSp>
          <p:nvGrpSpPr>
            <p:cNvPr id="69" name="组合 6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4356537" y="2442830"/>
            <a:ext cx="502789" cy="453321"/>
            <a:chOff x="5424755" y="1340768"/>
            <a:chExt cx="670560" cy="604586"/>
          </a:xfrm>
        </p:grpSpPr>
        <p:grpSp>
          <p:nvGrpSpPr>
            <p:cNvPr id="77" name="组合 7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5797458" y="2820774"/>
            <a:ext cx="502789" cy="453321"/>
            <a:chOff x="5424755" y="1340768"/>
            <a:chExt cx="670560" cy="604586"/>
          </a:xfrm>
        </p:grpSpPr>
        <p:grpSp>
          <p:nvGrpSpPr>
            <p:cNvPr id="83" name="组合 82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85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6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84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7309232" y="2928758"/>
            <a:ext cx="502789" cy="453321"/>
            <a:chOff x="5424755" y="1340768"/>
            <a:chExt cx="670560" cy="604586"/>
          </a:xfrm>
        </p:grpSpPr>
        <p:grpSp>
          <p:nvGrpSpPr>
            <p:cNvPr id="88" name="组合 87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0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9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89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92" name="Freeform 261"/>
          <p:cNvSpPr/>
          <p:nvPr/>
        </p:nvSpPr>
        <p:spPr bwMode="auto">
          <a:xfrm>
            <a:off x="2902532" y="2160965"/>
            <a:ext cx="244343" cy="244343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3" name="组合 92"/>
          <p:cNvGrpSpPr>
            <a:grpSpLocks noChangeAspect="1"/>
          </p:cNvGrpSpPr>
          <p:nvPr/>
        </p:nvGrpSpPr>
        <p:grpSpPr>
          <a:xfrm>
            <a:off x="4477223" y="2562639"/>
            <a:ext cx="265649" cy="227877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94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5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6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7" name="Freeform 9"/>
          <p:cNvSpPr>
            <a:spLocks noEditPoints="1"/>
          </p:cNvSpPr>
          <p:nvPr/>
        </p:nvSpPr>
        <p:spPr bwMode="auto">
          <a:xfrm rot="19469485">
            <a:off x="5902900" y="2896282"/>
            <a:ext cx="283701" cy="302301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Freeform 206"/>
          <p:cNvSpPr>
            <a:spLocks noChangeAspect="1" noEditPoints="1"/>
          </p:cNvSpPr>
          <p:nvPr/>
        </p:nvSpPr>
        <p:spPr bwMode="auto">
          <a:xfrm>
            <a:off x="7448539" y="3019894"/>
            <a:ext cx="228407" cy="27609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13689" y="2596236"/>
            <a:ext cx="1649730" cy="758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在此输入详细文字介绍，</a:t>
            </a:r>
            <a:endParaRPr lang="en-US" altLang="zh-CN" sz="1050" kern="100" dirty="0" smtClean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和详细信息。</a:t>
            </a:r>
          </a:p>
        </p:txBody>
      </p:sp>
      <p:sp>
        <p:nvSpPr>
          <p:cNvPr id="100" name="矩形 99"/>
          <p:cNvSpPr/>
          <p:nvPr/>
        </p:nvSpPr>
        <p:spPr>
          <a:xfrm>
            <a:off x="2182126" y="2631924"/>
            <a:ext cx="1649730" cy="758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</a:t>
            </a:r>
            <a:r>
              <a:rPr lang="zh-CN" altLang="en-US" sz="1050" kern="100" dirty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输入详细文字介绍，</a:t>
            </a:r>
            <a:endParaRPr lang="en-US" altLang="zh-CN" sz="1050" kern="100" dirty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和详细信息。</a:t>
            </a:r>
          </a:p>
        </p:txBody>
      </p:sp>
      <p:sp>
        <p:nvSpPr>
          <p:cNvPr id="101" name="矩形 100"/>
          <p:cNvSpPr/>
          <p:nvPr/>
        </p:nvSpPr>
        <p:spPr>
          <a:xfrm>
            <a:off x="3747387" y="3009868"/>
            <a:ext cx="1649730" cy="758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</a:t>
            </a:r>
            <a:r>
              <a:rPr lang="zh-CN" altLang="en-US" sz="1050" kern="100" dirty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输入详细文字介绍，</a:t>
            </a:r>
            <a:endParaRPr lang="en-US" altLang="zh-CN" sz="1050" kern="100" dirty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和详细信息。</a:t>
            </a:r>
          </a:p>
        </p:txBody>
      </p:sp>
      <p:sp>
        <p:nvSpPr>
          <p:cNvPr id="102" name="矩形 101"/>
          <p:cNvSpPr/>
          <p:nvPr/>
        </p:nvSpPr>
        <p:spPr>
          <a:xfrm>
            <a:off x="5205170" y="2002325"/>
            <a:ext cx="1649730" cy="758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</a:t>
            </a:r>
            <a:r>
              <a:rPr lang="zh-CN" altLang="en-US" sz="1050" kern="100" dirty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输入详细文字介绍，</a:t>
            </a:r>
            <a:endParaRPr lang="en-US" altLang="zh-CN" sz="1050" kern="100" dirty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和详细信息。</a:t>
            </a:r>
          </a:p>
        </p:txBody>
      </p:sp>
      <p:sp>
        <p:nvSpPr>
          <p:cNvPr id="103" name="矩形 102"/>
          <p:cNvSpPr/>
          <p:nvPr/>
        </p:nvSpPr>
        <p:spPr>
          <a:xfrm>
            <a:off x="6716944" y="2092005"/>
            <a:ext cx="1649730" cy="758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</a:t>
            </a:r>
            <a:r>
              <a:rPr lang="zh-CN" altLang="en-US" sz="1050" kern="100" dirty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输入详细文字介绍，</a:t>
            </a:r>
            <a:endParaRPr lang="en-US" altLang="zh-CN" sz="1050" kern="100" dirty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和详细信息。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8027484" y="2001917"/>
            <a:ext cx="208734" cy="138347"/>
            <a:chOff x="9482595" y="2565731"/>
            <a:chExt cx="278384" cy="184511"/>
          </a:xfrm>
        </p:grpSpPr>
        <p:sp>
          <p:nvSpPr>
            <p:cNvPr id="105" name="椭圆 104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ldLvl="0" animBg="1"/>
      <p:bldP spid="66" grpId="0" bldLvl="0" animBg="1"/>
      <p:bldP spid="92" grpId="0" bldLvl="0" animBg="1"/>
      <p:bldP spid="97" grpId="0" bldLvl="0" animBg="1"/>
      <p:bldP spid="98" grpId="0" bldLvl="0" animBg="1"/>
      <p:bldP spid="99" grpId="0"/>
      <p:bldP spid="100" grpId="0"/>
      <p:bldP spid="101" grpId="0"/>
      <p:bldP spid="102" grpId="0"/>
      <p:bldP spid="10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18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56" name="组合 55"/>
          <p:cNvGrpSpPr>
            <a:grpSpLocks noChangeAspect="1"/>
          </p:cNvGrpSpPr>
          <p:nvPr/>
        </p:nvGrpSpPr>
        <p:grpSpPr>
          <a:xfrm>
            <a:off x="545241" y="255081"/>
            <a:ext cx="273335" cy="234470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5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074567" y="1038615"/>
            <a:ext cx="3009207" cy="3723626"/>
            <a:chOff x="865232" y="1286330"/>
            <a:chExt cx="4013321" cy="4966128"/>
          </a:xfrm>
        </p:grpSpPr>
        <p:pic>
          <p:nvPicPr>
            <p:cNvPr id="87" name="Picture 3"/>
            <p:cNvPicPr>
              <a:picLocks noChangeAspect="1"/>
            </p:cNvPicPr>
            <p:nvPr/>
          </p:nvPicPr>
          <p:blipFill rotWithShape="1">
            <a:blip r:embed="rId3" cstate="print"/>
            <a:srcRect l="5354" t="8440" r="6203" b="10137"/>
            <a:stretch>
              <a:fillRect/>
            </a:stretch>
          </p:blipFill>
          <p:spPr>
            <a:xfrm>
              <a:off x="865232" y="1286330"/>
              <a:ext cx="4013321" cy="4966128"/>
            </a:xfrm>
            <a:prstGeom prst="rect">
              <a:avLst/>
            </a:prstGeom>
          </p:spPr>
        </p:pic>
        <p:sp>
          <p:nvSpPr>
            <p:cNvPr id="88" name="Rectangle 4"/>
            <p:cNvSpPr/>
            <p:nvPr/>
          </p:nvSpPr>
          <p:spPr>
            <a:xfrm>
              <a:off x="1454929" y="1875864"/>
              <a:ext cx="2838784" cy="3697941"/>
            </a:xfrm>
            <a:prstGeom prst="rect">
              <a:avLst/>
            </a:prstGeom>
            <a:blipFill>
              <a:blip r:embed="rId4" cstate="print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rgbClr val="414455"/>
                </a:solidFill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5543855" y="1823686"/>
            <a:ext cx="863871" cy="778878"/>
            <a:chOff x="5424755" y="1340768"/>
            <a:chExt cx="670560" cy="604586"/>
          </a:xfrm>
        </p:grpSpPr>
        <p:grpSp>
          <p:nvGrpSpPr>
            <p:cNvPr id="90" name="组合 89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92" name="组合 91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94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95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93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91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96" name="矩形 95"/>
          <p:cNvSpPr/>
          <p:nvPr/>
        </p:nvSpPr>
        <p:spPr>
          <a:xfrm>
            <a:off x="6508776" y="1846676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7" name="矩形 47"/>
          <p:cNvSpPr>
            <a:spLocks noChangeArrowheads="1"/>
          </p:cNvSpPr>
          <p:nvPr/>
        </p:nvSpPr>
        <p:spPr bwMode="auto">
          <a:xfrm>
            <a:off x="6508260" y="2088862"/>
            <a:ext cx="216712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2790266" y="2849533"/>
            <a:ext cx="863871" cy="778878"/>
            <a:chOff x="5424755" y="1340768"/>
            <a:chExt cx="670560" cy="604586"/>
          </a:xfrm>
        </p:grpSpPr>
        <p:grpSp>
          <p:nvGrpSpPr>
            <p:cNvPr id="99" name="组合 9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0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0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0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00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05" name="矩形 104"/>
          <p:cNvSpPr/>
          <p:nvPr/>
        </p:nvSpPr>
        <p:spPr>
          <a:xfrm>
            <a:off x="577112" y="2818531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6" name="矩形 47"/>
          <p:cNvSpPr>
            <a:spLocks noChangeArrowheads="1"/>
          </p:cNvSpPr>
          <p:nvPr/>
        </p:nvSpPr>
        <p:spPr bwMode="auto">
          <a:xfrm>
            <a:off x="576596" y="3060717"/>
            <a:ext cx="216712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5875040" y="1006434"/>
            <a:ext cx="208734" cy="138347"/>
            <a:chOff x="9482595" y="2565731"/>
            <a:chExt cx="278384" cy="184511"/>
          </a:xfrm>
        </p:grpSpPr>
        <p:sp>
          <p:nvSpPr>
            <p:cNvPr id="108" name="椭圆 107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5543855" y="3281468"/>
            <a:ext cx="863871" cy="778878"/>
            <a:chOff x="5424755" y="1340768"/>
            <a:chExt cx="670560" cy="604586"/>
          </a:xfrm>
        </p:grpSpPr>
        <p:grpSp>
          <p:nvGrpSpPr>
            <p:cNvPr id="111" name="组合 110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13" name="组合 112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15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16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14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12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17" name="矩形 116"/>
          <p:cNvSpPr/>
          <p:nvPr/>
        </p:nvSpPr>
        <p:spPr>
          <a:xfrm>
            <a:off x="6508776" y="3304459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8" name="矩形 47"/>
          <p:cNvSpPr>
            <a:spLocks noChangeArrowheads="1"/>
          </p:cNvSpPr>
          <p:nvPr/>
        </p:nvSpPr>
        <p:spPr bwMode="auto">
          <a:xfrm>
            <a:off x="6508260" y="3546644"/>
            <a:ext cx="216712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mc:AlternateContent xmlns:mc="http://schemas.openxmlformats.org/markup-compatibility/2006">
    <mc:Choice xmlns:p14="http://schemas.microsoft.com/office/powerpoint/2010/main" xmlns="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2" presetClass="entr" presetSubtype="1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1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3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1" dur="4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4" dur="4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6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44" dur="40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47" dur="4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9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1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57" dur="4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60" dur="400"/>
                                            <p:tgtEl>
                                              <p:spTgt spid="1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62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6" grpId="0"/>
          <p:bldP spid="97" grpId="0"/>
          <p:bldP spid="105" grpId="0"/>
          <p:bldP spid="106" grpId="0"/>
          <p:bldP spid="117" grpId="0"/>
          <p:bldP spid="118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3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1" dur="4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4" dur="4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6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44" dur="40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47" dur="4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9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1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57" dur="4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4" presetClass="entr" presetSubtype="1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60" dur="400"/>
                                            <p:tgtEl>
                                              <p:spTgt spid="1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62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6" grpId="0"/>
          <p:bldP spid="97" grpId="0"/>
          <p:bldP spid="105" grpId="0"/>
          <p:bldP spid="106" grpId="0"/>
          <p:bldP spid="117" grpId="0"/>
          <p:bldP spid="118" grpId="0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研究方案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19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56" name="组合 55"/>
          <p:cNvGrpSpPr>
            <a:grpSpLocks noChangeAspect="1"/>
          </p:cNvGrpSpPr>
          <p:nvPr/>
        </p:nvGrpSpPr>
        <p:grpSpPr>
          <a:xfrm>
            <a:off x="545241" y="255081"/>
            <a:ext cx="273335" cy="234470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5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7" name="矩形 5"/>
          <p:cNvSpPr/>
          <p:nvPr/>
        </p:nvSpPr>
        <p:spPr>
          <a:xfrm rot="14179741">
            <a:off x="4337043" y="2260066"/>
            <a:ext cx="597509" cy="548919"/>
          </a:xfrm>
          <a:custGeom>
            <a:avLst/>
            <a:gdLst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-1" fmla="*/ 0 w 1080120"/>
              <a:gd name="connsiteY0-2" fmla="*/ 0 h 1407198"/>
              <a:gd name="connsiteX1-3" fmla="*/ 1080120 w 1080120"/>
              <a:gd name="connsiteY1-4" fmla="*/ 0 h 1407198"/>
              <a:gd name="connsiteX2-5" fmla="*/ 1080120 w 1080120"/>
              <a:gd name="connsiteY2-6" fmla="*/ 1407198 h 1407198"/>
              <a:gd name="connsiteX3-7" fmla="*/ 0 w 1080120"/>
              <a:gd name="connsiteY3-8" fmla="*/ 1407198 h 1407198"/>
              <a:gd name="connsiteX4-9" fmla="*/ 0 w 1080120"/>
              <a:gd name="connsiteY4-10" fmla="*/ 0 h 1407198"/>
              <a:gd name="connsiteX0-11" fmla="*/ 0 w 1080120"/>
              <a:gd name="connsiteY0-12" fmla="*/ 0 h 1407198"/>
              <a:gd name="connsiteX1-13" fmla="*/ 1080120 w 1080120"/>
              <a:gd name="connsiteY1-14" fmla="*/ 0 h 1407198"/>
              <a:gd name="connsiteX2-15" fmla="*/ 1080120 w 1080120"/>
              <a:gd name="connsiteY2-16" fmla="*/ 1407198 h 1407198"/>
              <a:gd name="connsiteX3-17" fmla="*/ 0 w 1080120"/>
              <a:gd name="connsiteY3-18" fmla="*/ 1407198 h 1407198"/>
              <a:gd name="connsiteX4-19" fmla="*/ 0 w 1080120"/>
              <a:gd name="connsiteY4-20" fmla="*/ 0 h 1407198"/>
              <a:gd name="connsiteX0-21" fmla="*/ 0 w 1080120"/>
              <a:gd name="connsiteY0-22" fmla="*/ 0 h 1407198"/>
              <a:gd name="connsiteX1-23" fmla="*/ 1080120 w 1080120"/>
              <a:gd name="connsiteY1-24" fmla="*/ 0 h 1407198"/>
              <a:gd name="connsiteX2-25" fmla="*/ 1080120 w 1080120"/>
              <a:gd name="connsiteY2-26" fmla="*/ 1407198 h 1407198"/>
              <a:gd name="connsiteX3-27" fmla="*/ 0 w 1080120"/>
              <a:gd name="connsiteY3-28" fmla="*/ 1407198 h 1407198"/>
              <a:gd name="connsiteX4-29" fmla="*/ 0 w 1080120"/>
              <a:gd name="connsiteY4-30" fmla="*/ 0 h 1407198"/>
              <a:gd name="connsiteX0-31" fmla="*/ 0 w 1080120"/>
              <a:gd name="connsiteY0-32" fmla="*/ 0 h 1407198"/>
              <a:gd name="connsiteX1-33" fmla="*/ 1080120 w 1080120"/>
              <a:gd name="connsiteY1-34" fmla="*/ 0 h 1407198"/>
              <a:gd name="connsiteX2-35" fmla="*/ 1080120 w 1080120"/>
              <a:gd name="connsiteY2-36" fmla="*/ 1407198 h 1407198"/>
              <a:gd name="connsiteX3-37" fmla="*/ 0 w 1080120"/>
              <a:gd name="connsiteY3-38" fmla="*/ 1407198 h 1407198"/>
              <a:gd name="connsiteX4-39" fmla="*/ 0 w 1080120"/>
              <a:gd name="connsiteY4-40" fmla="*/ 0 h 1407198"/>
              <a:gd name="connsiteX0-41" fmla="*/ 0 w 1080120"/>
              <a:gd name="connsiteY0-42" fmla="*/ 0 h 1407198"/>
              <a:gd name="connsiteX1-43" fmla="*/ 1080120 w 1080120"/>
              <a:gd name="connsiteY1-44" fmla="*/ 0 h 1407198"/>
              <a:gd name="connsiteX2-45" fmla="*/ 1080120 w 1080120"/>
              <a:gd name="connsiteY2-46" fmla="*/ 1407198 h 1407198"/>
              <a:gd name="connsiteX3-47" fmla="*/ 0 w 1080120"/>
              <a:gd name="connsiteY3-48" fmla="*/ 1407198 h 1407198"/>
              <a:gd name="connsiteX4-49" fmla="*/ 0 w 1080120"/>
              <a:gd name="connsiteY4-50" fmla="*/ 0 h 1407198"/>
              <a:gd name="connsiteX0-51" fmla="*/ 0 w 1080120"/>
              <a:gd name="connsiteY0-52" fmla="*/ 0 h 1407198"/>
              <a:gd name="connsiteX1-53" fmla="*/ 1080120 w 1080120"/>
              <a:gd name="connsiteY1-54" fmla="*/ 0 h 1407198"/>
              <a:gd name="connsiteX2-55" fmla="*/ 1080120 w 1080120"/>
              <a:gd name="connsiteY2-56" fmla="*/ 1407198 h 1407198"/>
              <a:gd name="connsiteX3-57" fmla="*/ 0 w 1080120"/>
              <a:gd name="connsiteY3-58" fmla="*/ 1407198 h 1407198"/>
              <a:gd name="connsiteX4-59" fmla="*/ 0 w 1080120"/>
              <a:gd name="connsiteY4-60" fmla="*/ 0 h 14071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80120" h="1407198">
                <a:moveTo>
                  <a:pt x="0" y="0"/>
                </a:moveTo>
                <a:lnTo>
                  <a:pt x="1080120" y="0"/>
                </a:lnTo>
                <a:cubicBezTo>
                  <a:pt x="831575" y="585667"/>
                  <a:pt x="892944" y="1005638"/>
                  <a:pt x="1080120" y="1407198"/>
                </a:cubicBezTo>
                <a:lnTo>
                  <a:pt x="0" y="1407198"/>
                </a:lnTo>
                <a:cubicBezTo>
                  <a:pt x="171833" y="1017912"/>
                  <a:pt x="260819" y="542709"/>
                  <a:pt x="0" y="0"/>
                </a:cubicBezTo>
                <a:close/>
              </a:path>
            </a:pathLst>
          </a:custGeom>
          <a:solidFill>
            <a:srgbClr val="414455">
              <a:alpha val="1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矩形 5"/>
          <p:cNvSpPr/>
          <p:nvPr/>
        </p:nvSpPr>
        <p:spPr>
          <a:xfrm rot="19358775">
            <a:off x="5023709" y="2404290"/>
            <a:ext cx="597509" cy="548919"/>
          </a:xfrm>
          <a:custGeom>
            <a:avLst/>
            <a:gdLst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-1" fmla="*/ 0 w 1080120"/>
              <a:gd name="connsiteY0-2" fmla="*/ 0 h 1407198"/>
              <a:gd name="connsiteX1-3" fmla="*/ 1080120 w 1080120"/>
              <a:gd name="connsiteY1-4" fmla="*/ 0 h 1407198"/>
              <a:gd name="connsiteX2-5" fmla="*/ 1080120 w 1080120"/>
              <a:gd name="connsiteY2-6" fmla="*/ 1407198 h 1407198"/>
              <a:gd name="connsiteX3-7" fmla="*/ 0 w 1080120"/>
              <a:gd name="connsiteY3-8" fmla="*/ 1407198 h 1407198"/>
              <a:gd name="connsiteX4-9" fmla="*/ 0 w 1080120"/>
              <a:gd name="connsiteY4-10" fmla="*/ 0 h 1407198"/>
              <a:gd name="connsiteX0-11" fmla="*/ 0 w 1080120"/>
              <a:gd name="connsiteY0-12" fmla="*/ 0 h 1407198"/>
              <a:gd name="connsiteX1-13" fmla="*/ 1080120 w 1080120"/>
              <a:gd name="connsiteY1-14" fmla="*/ 0 h 1407198"/>
              <a:gd name="connsiteX2-15" fmla="*/ 1080120 w 1080120"/>
              <a:gd name="connsiteY2-16" fmla="*/ 1407198 h 1407198"/>
              <a:gd name="connsiteX3-17" fmla="*/ 0 w 1080120"/>
              <a:gd name="connsiteY3-18" fmla="*/ 1407198 h 1407198"/>
              <a:gd name="connsiteX4-19" fmla="*/ 0 w 1080120"/>
              <a:gd name="connsiteY4-20" fmla="*/ 0 h 1407198"/>
              <a:gd name="connsiteX0-21" fmla="*/ 0 w 1080120"/>
              <a:gd name="connsiteY0-22" fmla="*/ 0 h 1407198"/>
              <a:gd name="connsiteX1-23" fmla="*/ 1080120 w 1080120"/>
              <a:gd name="connsiteY1-24" fmla="*/ 0 h 1407198"/>
              <a:gd name="connsiteX2-25" fmla="*/ 1080120 w 1080120"/>
              <a:gd name="connsiteY2-26" fmla="*/ 1407198 h 1407198"/>
              <a:gd name="connsiteX3-27" fmla="*/ 0 w 1080120"/>
              <a:gd name="connsiteY3-28" fmla="*/ 1407198 h 1407198"/>
              <a:gd name="connsiteX4-29" fmla="*/ 0 w 1080120"/>
              <a:gd name="connsiteY4-30" fmla="*/ 0 h 1407198"/>
              <a:gd name="connsiteX0-31" fmla="*/ 0 w 1080120"/>
              <a:gd name="connsiteY0-32" fmla="*/ 0 h 1407198"/>
              <a:gd name="connsiteX1-33" fmla="*/ 1080120 w 1080120"/>
              <a:gd name="connsiteY1-34" fmla="*/ 0 h 1407198"/>
              <a:gd name="connsiteX2-35" fmla="*/ 1080120 w 1080120"/>
              <a:gd name="connsiteY2-36" fmla="*/ 1407198 h 1407198"/>
              <a:gd name="connsiteX3-37" fmla="*/ 0 w 1080120"/>
              <a:gd name="connsiteY3-38" fmla="*/ 1407198 h 1407198"/>
              <a:gd name="connsiteX4-39" fmla="*/ 0 w 1080120"/>
              <a:gd name="connsiteY4-40" fmla="*/ 0 h 1407198"/>
              <a:gd name="connsiteX0-41" fmla="*/ 0 w 1080120"/>
              <a:gd name="connsiteY0-42" fmla="*/ 0 h 1407198"/>
              <a:gd name="connsiteX1-43" fmla="*/ 1080120 w 1080120"/>
              <a:gd name="connsiteY1-44" fmla="*/ 0 h 1407198"/>
              <a:gd name="connsiteX2-45" fmla="*/ 1080120 w 1080120"/>
              <a:gd name="connsiteY2-46" fmla="*/ 1407198 h 1407198"/>
              <a:gd name="connsiteX3-47" fmla="*/ 0 w 1080120"/>
              <a:gd name="connsiteY3-48" fmla="*/ 1407198 h 1407198"/>
              <a:gd name="connsiteX4-49" fmla="*/ 0 w 1080120"/>
              <a:gd name="connsiteY4-50" fmla="*/ 0 h 1407198"/>
              <a:gd name="connsiteX0-51" fmla="*/ 0 w 1080120"/>
              <a:gd name="connsiteY0-52" fmla="*/ 0 h 1407198"/>
              <a:gd name="connsiteX1-53" fmla="*/ 1080120 w 1080120"/>
              <a:gd name="connsiteY1-54" fmla="*/ 0 h 1407198"/>
              <a:gd name="connsiteX2-55" fmla="*/ 1080120 w 1080120"/>
              <a:gd name="connsiteY2-56" fmla="*/ 1407198 h 1407198"/>
              <a:gd name="connsiteX3-57" fmla="*/ 0 w 1080120"/>
              <a:gd name="connsiteY3-58" fmla="*/ 1407198 h 1407198"/>
              <a:gd name="connsiteX4-59" fmla="*/ 0 w 1080120"/>
              <a:gd name="connsiteY4-60" fmla="*/ 0 h 14071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80120" h="1407198">
                <a:moveTo>
                  <a:pt x="0" y="0"/>
                </a:moveTo>
                <a:lnTo>
                  <a:pt x="1080120" y="0"/>
                </a:lnTo>
                <a:cubicBezTo>
                  <a:pt x="831575" y="585667"/>
                  <a:pt x="892944" y="1005638"/>
                  <a:pt x="1080120" y="1407198"/>
                </a:cubicBezTo>
                <a:lnTo>
                  <a:pt x="0" y="1407198"/>
                </a:lnTo>
                <a:cubicBezTo>
                  <a:pt x="171833" y="1017912"/>
                  <a:pt x="260819" y="542709"/>
                  <a:pt x="0" y="0"/>
                </a:cubicBezTo>
                <a:close/>
              </a:path>
            </a:pathLst>
          </a:custGeom>
          <a:solidFill>
            <a:srgbClr val="414455">
              <a:alpha val="1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矩形 5"/>
          <p:cNvSpPr/>
          <p:nvPr/>
        </p:nvSpPr>
        <p:spPr>
          <a:xfrm rot="18719445">
            <a:off x="3499441" y="2171464"/>
            <a:ext cx="597509" cy="548919"/>
          </a:xfrm>
          <a:custGeom>
            <a:avLst/>
            <a:gdLst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-1" fmla="*/ 0 w 1080120"/>
              <a:gd name="connsiteY0-2" fmla="*/ 0 h 1407198"/>
              <a:gd name="connsiteX1-3" fmla="*/ 1080120 w 1080120"/>
              <a:gd name="connsiteY1-4" fmla="*/ 0 h 1407198"/>
              <a:gd name="connsiteX2-5" fmla="*/ 1080120 w 1080120"/>
              <a:gd name="connsiteY2-6" fmla="*/ 1407198 h 1407198"/>
              <a:gd name="connsiteX3-7" fmla="*/ 0 w 1080120"/>
              <a:gd name="connsiteY3-8" fmla="*/ 1407198 h 1407198"/>
              <a:gd name="connsiteX4-9" fmla="*/ 0 w 1080120"/>
              <a:gd name="connsiteY4-10" fmla="*/ 0 h 1407198"/>
              <a:gd name="connsiteX0-11" fmla="*/ 0 w 1080120"/>
              <a:gd name="connsiteY0-12" fmla="*/ 0 h 1407198"/>
              <a:gd name="connsiteX1-13" fmla="*/ 1080120 w 1080120"/>
              <a:gd name="connsiteY1-14" fmla="*/ 0 h 1407198"/>
              <a:gd name="connsiteX2-15" fmla="*/ 1080120 w 1080120"/>
              <a:gd name="connsiteY2-16" fmla="*/ 1407198 h 1407198"/>
              <a:gd name="connsiteX3-17" fmla="*/ 0 w 1080120"/>
              <a:gd name="connsiteY3-18" fmla="*/ 1407198 h 1407198"/>
              <a:gd name="connsiteX4-19" fmla="*/ 0 w 1080120"/>
              <a:gd name="connsiteY4-20" fmla="*/ 0 h 1407198"/>
              <a:gd name="connsiteX0-21" fmla="*/ 0 w 1080120"/>
              <a:gd name="connsiteY0-22" fmla="*/ 0 h 1407198"/>
              <a:gd name="connsiteX1-23" fmla="*/ 1080120 w 1080120"/>
              <a:gd name="connsiteY1-24" fmla="*/ 0 h 1407198"/>
              <a:gd name="connsiteX2-25" fmla="*/ 1080120 w 1080120"/>
              <a:gd name="connsiteY2-26" fmla="*/ 1407198 h 1407198"/>
              <a:gd name="connsiteX3-27" fmla="*/ 0 w 1080120"/>
              <a:gd name="connsiteY3-28" fmla="*/ 1407198 h 1407198"/>
              <a:gd name="connsiteX4-29" fmla="*/ 0 w 1080120"/>
              <a:gd name="connsiteY4-30" fmla="*/ 0 h 1407198"/>
              <a:gd name="connsiteX0-31" fmla="*/ 0 w 1080120"/>
              <a:gd name="connsiteY0-32" fmla="*/ 0 h 1407198"/>
              <a:gd name="connsiteX1-33" fmla="*/ 1080120 w 1080120"/>
              <a:gd name="connsiteY1-34" fmla="*/ 0 h 1407198"/>
              <a:gd name="connsiteX2-35" fmla="*/ 1080120 w 1080120"/>
              <a:gd name="connsiteY2-36" fmla="*/ 1407198 h 1407198"/>
              <a:gd name="connsiteX3-37" fmla="*/ 0 w 1080120"/>
              <a:gd name="connsiteY3-38" fmla="*/ 1407198 h 1407198"/>
              <a:gd name="connsiteX4-39" fmla="*/ 0 w 1080120"/>
              <a:gd name="connsiteY4-40" fmla="*/ 0 h 1407198"/>
              <a:gd name="connsiteX0-41" fmla="*/ 0 w 1080120"/>
              <a:gd name="connsiteY0-42" fmla="*/ 0 h 1407198"/>
              <a:gd name="connsiteX1-43" fmla="*/ 1080120 w 1080120"/>
              <a:gd name="connsiteY1-44" fmla="*/ 0 h 1407198"/>
              <a:gd name="connsiteX2-45" fmla="*/ 1080120 w 1080120"/>
              <a:gd name="connsiteY2-46" fmla="*/ 1407198 h 1407198"/>
              <a:gd name="connsiteX3-47" fmla="*/ 0 w 1080120"/>
              <a:gd name="connsiteY3-48" fmla="*/ 1407198 h 1407198"/>
              <a:gd name="connsiteX4-49" fmla="*/ 0 w 1080120"/>
              <a:gd name="connsiteY4-50" fmla="*/ 0 h 1407198"/>
              <a:gd name="connsiteX0-51" fmla="*/ 0 w 1080120"/>
              <a:gd name="connsiteY0-52" fmla="*/ 0 h 1407198"/>
              <a:gd name="connsiteX1-53" fmla="*/ 1080120 w 1080120"/>
              <a:gd name="connsiteY1-54" fmla="*/ 0 h 1407198"/>
              <a:gd name="connsiteX2-55" fmla="*/ 1080120 w 1080120"/>
              <a:gd name="connsiteY2-56" fmla="*/ 1407198 h 1407198"/>
              <a:gd name="connsiteX3-57" fmla="*/ 0 w 1080120"/>
              <a:gd name="connsiteY3-58" fmla="*/ 1407198 h 1407198"/>
              <a:gd name="connsiteX4-59" fmla="*/ 0 w 1080120"/>
              <a:gd name="connsiteY4-60" fmla="*/ 0 h 14071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80120" h="1407198">
                <a:moveTo>
                  <a:pt x="0" y="0"/>
                </a:moveTo>
                <a:lnTo>
                  <a:pt x="1080120" y="0"/>
                </a:lnTo>
                <a:cubicBezTo>
                  <a:pt x="831575" y="585667"/>
                  <a:pt x="892944" y="1005638"/>
                  <a:pt x="1080120" y="1407198"/>
                </a:cubicBezTo>
                <a:lnTo>
                  <a:pt x="0" y="1407198"/>
                </a:lnTo>
                <a:cubicBezTo>
                  <a:pt x="171833" y="1017912"/>
                  <a:pt x="260819" y="542709"/>
                  <a:pt x="0" y="0"/>
                </a:cubicBezTo>
                <a:close/>
              </a:path>
            </a:pathLst>
          </a:custGeom>
          <a:solidFill>
            <a:srgbClr val="414455">
              <a:alpha val="1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0" name="组合 19"/>
          <p:cNvGrpSpPr/>
          <p:nvPr/>
        </p:nvGrpSpPr>
        <p:grpSpPr>
          <a:xfrm>
            <a:off x="3006233" y="1762321"/>
            <a:ext cx="809879" cy="809879"/>
            <a:chOff x="1057027" y="2420888"/>
            <a:chExt cx="864096" cy="864096"/>
          </a:xfrm>
        </p:grpSpPr>
        <p:sp>
          <p:nvSpPr>
            <p:cNvPr id="21" name="椭圆 20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椭圆 21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3" name="Freeform 92"/>
          <p:cNvSpPr>
            <a:spLocks noEditPoints="1"/>
          </p:cNvSpPr>
          <p:nvPr/>
        </p:nvSpPr>
        <p:spPr bwMode="auto">
          <a:xfrm>
            <a:off x="3276193" y="2075689"/>
            <a:ext cx="274344" cy="280544"/>
          </a:xfrm>
          <a:custGeom>
            <a:avLst/>
            <a:gdLst>
              <a:gd name="T0" fmla="*/ 161 w 195"/>
              <a:gd name="T1" fmla="*/ 101 h 200"/>
              <a:gd name="T2" fmla="*/ 152 w 195"/>
              <a:gd name="T3" fmla="*/ 99 h 200"/>
              <a:gd name="T4" fmla="*/ 159 w 195"/>
              <a:gd name="T5" fmla="*/ 87 h 200"/>
              <a:gd name="T6" fmla="*/ 161 w 195"/>
              <a:gd name="T7" fmla="*/ 87 h 200"/>
              <a:gd name="T8" fmla="*/ 184 w 195"/>
              <a:gd name="T9" fmla="*/ 46 h 200"/>
              <a:gd name="T10" fmla="*/ 164 w 195"/>
              <a:gd name="T11" fmla="*/ 23 h 200"/>
              <a:gd name="T12" fmla="*/ 164 w 195"/>
              <a:gd name="T13" fmla="*/ 9 h 200"/>
              <a:gd name="T14" fmla="*/ 195 w 195"/>
              <a:gd name="T15" fmla="*/ 46 h 200"/>
              <a:gd name="T16" fmla="*/ 161 w 195"/>
              <a:gd name="T17" fmla="*/ 101 h 200"/>
              <a:gd name="T18" fmla="*/ 98 w 195"/>
              <a:gd name="T19" fmla="*/ 130 h 200"/>
              <a:gd name="T20" fmla="*/ 36 w 195"/>
              <a:gd name="T21" fmla="*/ 40 h 200"/>
              <a:gd name="T22" fmla="*/ 36 w 195"/>
              <a:gd name="T23" fmla="*/ 0 h 200"/>
              <a:gd name="T24" fmla="*/ 160 w 195"/>
              <a:gd name="T25" fmla="*/ 0 h 200"/>
              <a:gd name="T26" fmla="*/ 160 w 195"/>
              <a:gd name="T27" fmla="*/ 40 h 200"/>
              <a:gd name="T28" fmla="*/ 98 w 195"/>
              <a:gd name="T29" fmla="*/ 130 h 200"/>
              <a:gd name="T30" fmla="*/ 67 w 195"/>
              <a:gd name="T31" fmla="*/ 12 h 200"/>
              <a:gd name="T32" fmla="*/ 52 w 195"/>
              <a:gd name="T33" fmla="*/ 12 h 200"/>
              <a:gd name="T34" fmla="*/ 99 w 195"/>
              <a:gd name="T35" fmla="*/ 119 h 200"/>
              <a:gd name="T36" fmla="*/ 67 w 195"/>
              <a:gd name="T37" fmla="*/ 12 h 200"/>
              <a:gd name="T38" fmla="*/ 34 w 195"/>
              <a:gd name="T39" fmla="*/ 87 h 200"/>
              <a:gd name="T40" fmla="*/ 36 w 195"/>
              <a:gd name="T41" fmla="*/ 87 h 200"/>
              <a:gd name="T42" fmla="*/ 43 w 195"/>
              <a:gd name="T43" fmla="*/ 99 h 200"/>
              <a:gd name="T44" fmla="*/ 34 w 195"/>
              <a:gd name="T45" fmla="*/ 101 h 200"/>
              <a:gd name="T46" fmla="*/ 0 w 195"/>
              <a:gd name="T47" fmla="*/ 46 h 200"/>
              <a:gd name="T48" fmla="*/ 31 w 195"/>
              <a:gd name="T49" fmla="*/ 9 h 200"/>
              <a:gd name="T50" fmla="*/ 31 w 195"/>
              <a:gd name="T51" fmla="*/ 23 h 200"/>
              <a:gd name="T52" fmla="*/ 11 w 195"/>
              <a:gd name="T53" fmla="*/ 46 h 200"/>
              <a:gd name="T54" fmla="*/ 34 w 195"/>
              <a:gd name="T55" fmla="*/ 87 h 200"/>
              <a:gd name="T56" fmla="*/ 87 w 195"/>
              <a:gd name="T57" fmla="*/ 147 h 200"/>
              <a:gd name="T58" fmla="*/ 97 w 195"/>
              <a:gd name="T59" fmla="*/ 136 h 200"/>
              <a:gd name="T60" fmla="*/ 108 w 195"/>
              <a:gd name="T61" fmla="*/ 147 h 200"/>
              <a:gd name="T62" fmla="*/ 97 w 195"/>
              <a:gd name="T63" fmla="*/ 157 h 200"/>
              <a:gd name="T64" fmla="*/ 87 w 195"/>
              <a:gd name="T65" fmla="*/ 147 h 200"/>
              <a:gd name="T66" fmla="*/ 128 w 195"/>
              <a:gd name="T67" fmla="*/ 170 h 200"/>
              <a:gd name="T68" fmla="*/ 118 w 195"/>
              <a:gd name="T69" fmla="*/ 180 h 200"/>
              <a:gd name="T70" fmla="*/ 78 w 195"/>
              <a:gd name="T71" fmla="*/ 180 h 200"/>
              <a:gd name="T72" fmla="*/ 68 w 195"/>
              <a:gd name="T73" fmla="*/ 170 h 200"/>
              <a:gd name="T74" fmla="*/ 78 w 195"/>
              <a:gd name="T75" fmla="*/ 160 h 200"/>
              <a:gd name="T76" fmla="*/ 118 w 195"/>
              <a:gd name="T77" fmla="*/ 160 h 200"/>
              <a:gd name="T78" fmla="*/ 128 w 195"/>
              <a:gd name="T79" fmla="*/ 170 h 200"/>
              <a:gd name="T80" fmla="*/ 58 w 195"/>
              <a:gd name="T81" fmla="*/ 184 h 200"/>
              <a:gd name="T82" fmla="*/ 134 w 195"/>
              <a:gd name="T83" fmla="*/ 184 h 200"/>
              <a:gd name="T84" fmla="*/ 144 w 195"/>
              <a:gd name="T85" fmla="*/ 200 h 200"/>
              <a:gd name="T86" fmla="*/ 48 w 195"/>
              <a:gd name="T87" fmla="*/ 200 h 200"/>
              <a:gd name="T88" fmla="*/ 58 w 195"/>
              <a:gd name="T89" fmla="*/ 18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5" h="200">
                <a:moveTo>
                  <a:pt x="161" y="101"/>
                </a:moveTo>
                <a:cubicBezTo>
                  <a:pt x="158" y="101"/>
                  <a:pt x="155" y="100"/>
                  <a:pt x="152" y="99"/>
                </a:cubicBezTo>
                <a:cubicBezTo>
                  <a:pt x="155" y="96"/>
                  <a:pt x="157" y="92"/>
                  <a:pt x="159" y="87"/>
                </a:cubicBezTo>
                <a:cubicBezTo>
                  <a:pt x="159" y="87"/>
                  <a:pt x="160" y="87"/>
                  <a:pt x="161" y="87"/>
                </a:cubicBezTo>
                <a:cubicBezTo>
                  <a:pt x="176" y="87"/>
                  <a:pt x="184" y="64"/>
                  <a:pt x="184" y="46"/>
                </a:cubicBezTo>
                <a:cubicBezTo>
                  <a:pt x="184" y="31"/>
                  <a:pt x="175" y="23"/>
                  <a:pt x="164" y="23"/>
                </a:cubicBezTo>
                <a:cubicBezTo>
                  <a:pt x="164" y="18"/>
                  <a:pt x="164" y="13"/>
                  <a:pt x="164" y="9"/>
                </a:cubicBezTo>
                <a:cubicBezTo>
                  <a:pt x="181" y="9"/>
                  <a:pt x="195" y="23"/>
                  <a:pt x="195" y="46"/>
                </a:cubicBezTo>
                <a:cubicBezTo>
                  <a:pt x="195" y="71"/>
                  <a:pt x="182" y="101"/>
                  <a:pt x="161" y="101"/>
                </a:cubicBezTo>
                <a:close/>
                <a:moveTo>
                  <a:pt x="98" y="130"/>
                </a:moveTo>
                <a:cubicBezTo>
                  <a:pt x="65" y="130"/>
                  <a:pt x="36" y="90"/>
                  <a:pt x="36" y="40"/>
                </a:cubicBezTo>
                <a:cubicBezTo>
                  <a:pt x="36" y="37"/>
                  <a:pt x="36" y="3"/>
                  <a:pt x="36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3"/>
                  <a:pt x="160" y="37"/>
                  <a:pt x="160" y="40"/>
                </a:cubicBezTo>
                <a:cubicBezTo>
                  <a:pt x="160" y="90"/>
                  <a:pt x="131" y="130"/>
                  <a:pt x="98" y="130"/>
                </a:cubicBezTo>
                <a:close/>
                <a:moveTo>
                  <a:pt x="67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2" y="12"/>
                  <a:pt x="50" y="116"/>
                  <a:pt x="99" y="119"/>
                </a:cubicBezTo>
                <a:cubicBezTo>
                  <a:pt x="62" y="92"/>
                  <a:pt x="67" y="12"/>
                  <a:pt x="67" y="12"/>
                </a:cubicBezTo>
                <a:close/>
                <a:moveTo>
                  <a:pt x="34" y="87"/>
                </a:moveTo>
                <a:cubicBezTo>
                  <a:pt x="35" y="87"/>
                  <a:pt x="36" y="87"/>
                  <a:pt x="36" y="87"/>
                </a:cubicBezTo>
                <a:cubicBezTo>
                  <a:pt x="38" y="92"/>
                  <a:pt x="40" y="96"/>
                  <a:pt x="43" y="99"/>
                </a:cubicBezTo>
                <a:cubicBezTo>
                  <a:pt x="40" y="100"/>
                  <a:pt x="37" y="101"/>
                  <a:pt x="34" y="101"/>
                </a:cubicBezTo>
                <a:cubicBezTo>
                  <a:pt x="13" y="101"/>
                  <a:pt x="0" y="71"/>
                  <a:pt x="0" y="46"/>
                </a:cubicBezTo>
                <a:cubicBezTo>
                  <a:pt x="0" y="23"/>
                  <a:pt x="14" y="9"/>
                  <a:pt x="31" y="9"/>
                </a:cubicBezTo>
                <a:cubicBezTo>
                  <a:pt x="31" y="13"/>
                  <a:pt x="31" y="18"/>
                  <a:pt x="31" y="23"/>
                </a:cubicBezTo>
                <a:cubicBezTo>
                  <a:pt x="20" y="23"/>
                  <a:pt x="11" y="31"/>
                  <a:pt x="11" y="46"/>
                </a:cubicBezTo>
                <a:cubicBezTo>
                  <a:pt x="11" y="64"/>
                  <a:pt x="19" y="87"/>
                  <a:pt x="34" y="87"/>
                </a:cubicBezTo>
                <a:close/>
                <a:moveTo>
                  <a:pt x="87" y="147"/>
                </a:moveTo>
                <a:cubicBezTo>
                  <a:pt x="87" y="141"/>
                  <a:pt x="91" y="136"/>
                  <a:pt x="97" y="136"/>
                </a:cubicBezTo>
                <a:cubicBezTo>
                  <a:pt x="103" y="136"/>
                  <a:pt x="108" y="141"/>
                  <a:pt x="108" y="147"/>
                </a:cubicBezTo>
                <a:cubicBezTo>
                  <a:pt x="108" y="153"/>
                  <a:pt x="103" y="157"/>
                  <a:pt x="97" y="157"/>
                </a:cubicBezTo>
                <a:cubicBezTo>
                  <a:pt x="91" y="157"/>
                  <a:pt x="87" y="153"/>
                  <a:pt x="87" y="147"/>
                </a:cubicBezTo>
                <a:close/>
                <a:moveTo>
                  <a:pt x="128" y="170"/>
                </a:moveTo>
                <a:cubicBezTo>
                  <a:pt x="128" y="176"/>
                  <a:pt x="123" y="180"/>
                  <a:pt x="118" y="180"/>
                </a:cubicBezTo>
                <a:cubicBezTo>
                  <a:pt x="78" y="180"/>
                  <a:pt x="78" y="180"/>
                  <a:pt x="78" y="180"/>
                </a:cubicBezTo>
                <a:cubicBezTo>
                  <a:pt x="72" y="180"/>
                  <a:pt x="68" y="176"/>
                  <a:pt x="68" y="170"/>
                </a:cubicBezTo>
                <a:cubicBezTo>
                  <a:pt x="68" y="165"/>
                  <a:pt x="72" y="160"/>
                  <a:pt x="78" y="160"/>
                </a:cubicBezTo>
                <a:cubicBezTo>
                  <a:pt x="118" y="160"/>
                  <a:pt x="118" y="160"/>
                  <a:pt x="118" y="160"/>
                </a:cubicBezTo>
                <a:cubicBezTo>
                  <a:pt x="123" y="160"/>
                  <a:pt x="128" y="165"/>
                  <a:pt x="128" y="170"/>
                </a:cubicBezTo>
                <a:close/>
                <a:moveTo>
                  <a:pt x="58" y="184"/>
                </a:moveTo>
                <a:cubicBezTo>
                  <a:pt x="134" y="184"/>
                  <a:pt x="134" y="184"/>
                  <a:pt x="134" y="184"/>
                </a:cubicBezTo>
                <a:cubicBezTo>
                  <a:pt x="143" y="184"/>
                  <a:pt x="144" y="195"/>
                  <a:pt x="144" y="200"/>
                </a:cubicBezTo>
                <a:cubicBezTo>
                  <a:pt x="102" y="200"/>
                  <a:pt x="88" y="200"/>
                  <a:pt x="48" y="200"/>
                </a:cubicBezTo>
                <a:cubicBezTo>
                  <a:pt x="48" y="195"/>
                  <a:pt x="48" y="184"/>
                  <a:pt x="58" y="184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24" name="椭圆 23"/>
          <p:cNvSpPr/>
          <p:nvPr/>
        </p:nvSpPr>
        <p:spPr>
          <a:xfrm>
            <a:off x="3259353" y="1565245"/>
            <a:ext cx="269960" cy="269960"/>
          </a:xfrm>
          <a:prstGeom prst="ellipse">
            <a:avLst/>
          </a:prstGeom>
          <a:solidFill>
            <a:srgbClr val="414455">
              <a:alpha val="7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标题 4"/>
          <p:cNvSpPr txBox="1"/>
          <p:nvPr/>
        </p:nvSpPr>
        <p:spPr>
          <a:xfrm>
            <a:off x="3240078" y="1573270"/>
            <a:ext cx="334261" cy="269960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50" b="1" dirty="0" smtClean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01</a:t>
            </a:r>
          </a:p>
        </p:txBody>
      </p:sp>
      <p:sp>
        <p:nvSpPr>
          <p:cNvPr id="26" name="矩形 25"/>
          <p:cNvSpPr/>
          <p:nvPr/>
        </p:nvSpPr>
        <p:spPr>
          <a:xfrm>
            <a:off x="1325549" y="1870305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7" name="矩形 47"/>
          <p:cNvSpPr>
            <a:spLocks noChangeArrowheads="1"/>
          </p:cNvSpPr>
          <p:nvPr/>
        </p:nvSpPr>
        <p:spPr bwMode="auto">
          <a:xfrm>
            <a:off x="1325034" y="2166482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3762121" y="2397445"/>
            <a:ext cx="809879" cy="809879"/>
            <a:chOff x="1057027" y="2420888"/>
            <a:chExt cx="864096" cy="864096"/>
          </a:xfrm>
        </p:grpSpPr>
        <p:sp>
          <p:nvSpPr>
            <p:cNvPr id="29" name="椭圆 28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0" name="椭圆 29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31" name="Freeform 61"/>
          <p:cNvSpPr>
            <a:spLocks noEditPoints="1"/>
          </p:cNvSpPr>
          <p:nvPr/>
        </p:nvSpPr>
        <p:spPr bwMode="auto">
          <a:xfrm>
            <a:off x="4067339" y="2649986"/>
            <a:ext cx="269439" cy="260508"/>
          </a:xfrm>
          <a:custGeom>
            <a:avLst/>
            <a:gdLst>
              <a:gd name="T0" fmla="*/ 186 w 200"/>
              <a:gd name="T1" fmla="*/ 114 h 192"/>
              <a:gd name="T2" fmla="*/ 182 w 200"/>
              <a:gd name="T3" fmla="*/ 154 h 192"/>
              <a:gd name="T4" fmla="*/ 149 w 200"/>
              <a:gd name="T5" fmla="*/ 191 h 192"/>
              <a:gd name="T6" fmla="*/ 68 w 200"/>
              <a:gd name="T7" fmla="*/ 172 h 192"/>
              <a:gd name="T8" fmla="*/ 68 w 200"/>
              <a:gd name="T9" fmla="*/ 171 h 192"/>
              <a:gd name="T10" fmla="*/ 68 w 200"/>
              <a:gd name="T11" fmla="*/ 191 h 192"/>
              <a:gd name="T12" fmla="*/ 48 w 200"/>
              <a:gd name="T13" fmla="*/ 191 h 192"/>
              <a:gd name="T14" fmla="*/ 28 w 200"/>
              <a:gd name="T15" fmla="*/ 191 h 192"/>
              <a:gd name="T16" fmla="*/ 20 w 200"/>
              <a:gd name="T17" fmla="*/ 191 h 192"/>
              <a:gd name="T18" fmla="*/ 0 w 200"/>
              <a:gd name="T19" fmla="*/ 171 h 192"/>
              <a:gd name="T20" fmla="*/ 0 w 200"/>
              <a:gd name="T21" fmla="*/ 79 h 192"/>
              <a:gd name="T22" fmla="*/ 20 w 200"/>
              <a:gd name="T23" fmla="*/ 59 h 192"/>
              <a:gd name="T24" fmla="*/ 28 w 200"/>
              <a:gd name="T25" fmla="*/ 59 h 192"/>
              <a:gd name="T26" fmla="*/ 48 w 200"/>
              <a:gd name="T27" fmla="*/ 59 h 192"/>
              <a:gd name="T28" fmla="*/ 68 w 200"/>
              <a:gd name="T29" fmla="*/ 59 h 192"/>
              <a:gd name="T30" fmla="*/ 68 w 200"/>
              <a:gd name="T31" fmla="*/ 79 h 192"/>
              <a:gd name="T32" fmla="*/ 68 w 200"/>
              <a:gd name="T33" fmla="*/ 79 h 192"/>
              <a:gd name="T34" fmla="*/ 125 w 200"/>
              <a:gd name="T35" fmla="*/ 1 h 192"/>
              <a:gd name="T36" fmla="*/ 153 w 200"/>
              <a:gd name="T37" fmla="*/ 67 h 192"/>
              <a:gd name="T38" fmla="*/ 197 w 200"/>
              <a:gd name="T39" fmla="*/ 89 h 192"/>
              <a:gd name="T40" fmla="*/ 186 w 200"/>
              <a:gd name="T41" fmla="*/ 114 h 192"/>
              <a:gd name="T42" fmla="*/ 138 w 200"/>
              <a:gd name="T43" fmla="*/ 78 h 192"/>
              <a:gd name="T44" fmla="*/ 132 w 200"/>
              <a:gd name="T45" fmla="*/ 13 h 192"/>
              <a:gd name="T46" fmla="*/ 68 w 200"/>
              <a:gd name="T47" fmla="*/ 94 h 192"/>
              <a:gd name="T48" fmla="*/ 68 w 200"/>
              <a:gd name="T49" fmla="*/ 101 h 192"/>
              <a:gd name="T50" fmla="*/ 68 w 200"/>
              <a:gd name="T51" fmla="*/ 157 h 192"/>
              <a:gd name="T52" fmla="*/ 148 w 200"/>
              <a:gd name="T53" fmla="*/ 179 h 192"/>
              <a:gd name="T54" fmla="*/ 165 w 200"/>
              <a:gd name="T55" fmla="*/ 150 h 192"/>
              <a:gd name="T56" fmla="*/ 170 w 200"/>
              <a:gd name="T57" fmla="*/ 113 h 192"/>
              <a:gd name="T58" fmla="*/ 182 w 200"/>
              <a:gd name="T59" fmla="*/ 92 h 192"/>
              <a:gd name="T60" fmla="*/ 138 w 200"/>
              <a:gd name="T61" fmla="*/ 78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0" h="192">
                <a:moveTo>
                  <a:pt x="186" y="114"/>
                </a:moveTo>
                <a:cubicBezTo>
                  <a:pt x="200" y="118"/>
                  <a:pt x="196" y="152"/>
                  <a:pt x="182" y="154"/>
                </a:cubicBezTo>
                <a:cubicBezTo>
                  <a:pt x="185" y="163"/>
                  <a:pt x="186" y="192"/>
                  <a:pt x="149" y="191"/>
                </a:cubicBezTo>
                <a:cubicBezTo>
                  <a:pt x="105" y="191"/>
                  <a:pt x="97" y="172"/>
                  <a:pt x="68" y="17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91"/>
                  <a:pt x="68" y="191"/>
                  <a:pt x="68" y="191"/>
                </a:cubicBezTo>
                <a:cubicBezTo>
                  <a:pt x="48" y="191"/>
                  <a:pt x="48" y="191"/>
                  <a:pt x="48" y="191"/>
                </a:cubicBezTo>
                <a:cubicBezTo>
                  <a:pt x="28" y="191"/>
                  <a:pt x="28" y="191"/>
                  <a:pt x="28" y="191"/>
                </a:cubicBezTo>
                <a:cubicBezTo>
                  <a:pt x="20" y="191"/>
                  <a:pt x="20" y="191"/>
                  <a:pt x="20" y="191"/>
                </a:cubicBezTo>
                <a:cubicBezTo>
                  <a:pt x="9" y="191"/>
                  <a:pt x="0" y="182"/>
                  <a:pt x="0" y="171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68"/>
                  <a:pt x="9" y="59"/>
                  <a:pt x="20" y="59"/>
                </a:cubicBezTo>
                <a:cubicBezTo>
                  <a:pt x="28" y="59"/>
                  <a:pt x="28" y="59"/>
                  <a:pt x="28" y="59"/>
                </a:cubicBezTo>
                <a:cubicBezTo>
                  <a:pt x="48" y="59"/>
                  <a:pt x="48" y="59"/>
                  <a:pt x="48" y="59"/>
                </a:cubicBezTo>
                <a:cubicBezTo>
                  <a:pt x="68" y="59"/>
                  <a:pt x="68" y="59"/>
                  <a:pt x="68" y="59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79"/>
                  <a:pt x="68" y="79"/>
                  <a:pt x="68" y="79"/>
                </a:cubicBezTo>
                <a:cubicBezTo>
                  <a:pt x="115" y="60"/>
                  <a:pt x="113" y="2"/>
                  <a:pt x="125" y="1"/>
                </a:cubicBezTo>
                <a:cubicBezTo>
                  <a:pt x="196" y="0"/>
                  <a:pt x="153" y="67"/>
                  <a:pt x="153" y="67"/>
                </a:cubicBezTo>
                <a:cubicBezTo>
                  <a:pt x="153" y="67"/>
                  <a:pt x="193" y="54"/>
                  <a:pt x="197" y="89"/>
                </a:cubicBezTo>
                <a:cubicBezTo>
                  <a:pt x="196" y="99"/>
                  <a:pt x="197" y="105"/>
                  <a:pt x="186" y="114"/>
                </a:cubicBezTo>
                <a:close/>
                <a:moveTo>
                  <a:pt x="138" y="78"/>
                </a:moveTo>
                <a:cubicBezTo>
                  <a:pt x="138" y="78"/>
                  <a:pt x="171" y="12"/>
                  <a:pt x="132" y="13"/>
                </a:cubicBezTo>
                <a:cubicBezTo>
                  <a:pt x="125" y="13"/>
                  <a:pt x="128" y="74"/>
                  <a:pt x="68" y="94"/>
                </a:cubicBezTo>
                <a:cubicBezTo>
                  <a:pt x="68" y="93"/>
                  <a:pt x="68" y="96"/>
                  <a:pt x="68" y="101"/>
                </a:cubicBezTo>
                <a:cubicBezTo>
                  <a:pt x="68" y="157"/>
                  <a:pt x="68" y="157"/>
                  <a:pt x="68" y="157"/>
                </a:cubicBezTo>
                <a:cubicBezTo>
                  <a:pt x="91" y="157"/>
                  <a:pt x="118" y="179"/>
                  <a:pt x="148" y="179"/>
                </a:cubicBezTo>
                <a:cubicBezTo>
                  <a:pt x="173" y="179"/>
                  <a:pt x="170" y="158"/>
                  <a:pt x="165" y="150"/>
                </a:cubicBezTo>
                <a:cubicBezTo>
                  <a:pt x="185" y="144"/>
                  <a:pt x="180" y="116"/>
                  <a:pt x="170" y="113"/>
                </a:cubicBezTo>
                <a:cubicBezTo>
                  <a:pt x="179" y="102"/>
                  <a:pt x="181" y="99"/>
                  <a:pt x="182" y="92"/>
                </a:cubicBezTo>
                <a:cubicBezTo>
                  <a:pt x="179" y="68"/>
                  <a:pt x="138" y="78"/>
                  <a:pt x="138" y="78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32" name="椭圆 31"/>
          <p:cNvSpPr/>
          <p:nvPr/>
        </p:nvSpPr>
        <p:spPr>
          <a:xfrm>
            <a:off x="3621986" y="2734176"/>
            <a:ext cx="269960" cy="269960"/>
          </a:xfrm>
          <a:prstGeom prst="ellipse">
            <a:avLst/>
          </a:prstGeom>
          <a:solidFill>
            <a:srgbClr val="414455">
              <a:alpha val="7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3" name="标题 4"/>
          <p:cNvSpPr txBox="1"/>
          <p:nvPr/>
        </p:nvSpPr>
        <p:spPr>
          <a:xfrm>
            <a:off x="3589835" y="2742200"/>
            <a:ext cx="334261" cy="269960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50" b="1" dirty="0" smtClean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02</a:t>
            </a:r>
          </a:p>
        </p:txBody>
      </p:sp>
      <p:sp>
        <p:nvSpPr>
          <p:cNvPr id="34" name="矩形 33"/>
          <p:cNvSpPr/>
          <p:nvPr/>
        </p:nvSpPr>
        <p:spPr>
          <a:xfrm>
            <a:off x="2459380" y="3029041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5" name="矩形 47"/>
          <p:cNvSpPr>
            <a:spLocks noChangeArrowheads="1"/>
          </p:cNvSpPr>
          <p:nvPr/>
        </p:nvSpPr>
        <p:spPr bwMode="auto">
          <a:xfrm>
            <a:off x="2458865" y="3325219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657963" y="1835205"/>
            <a:ext cx="809879" cy="809879"/>
            <a:chOff x="1057027" y="2420888"/>
            <a:chExt cx="864096" cy="864096"/>
          </a:xfrm>
        </p:grpSpPr>
        <p:sp>
          <p:nvSpPr>
            <p:cNvPr id="37" name="椭圆 36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8" name="椭圆 37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39" name="Freeform 34"/>
          <p:cNvSpPr>
            <a:spLocks noEditPoints="1"/>
          </p:cNvSpPr>
          <p:nvPr/>
        </p:nvSpPr>
        <p:spPr bwMode="auto">
          <a:xfrm>
            <a:off x="4934587" y="2069452"/>
            <a:ext cx="278938" cy="280488"/>
          </a:xfrm>
          <a:custGeom>
            <a:avLst/>
            <a:gdLst>
              <a:gd name="T0" fmla="*/ 180 w 199"/>
              <a:gd name="T1" fmla="*/ 80 h 199"/>
              <a:gd name="T2" fmla="*/ 118 w 199"/>
              <a:gd name="T3" fmla="*/ 19 h 199"/>
              <a:gd name="T4" fmla="*/ 137 w 199"/>
              <a:gd name="T5" fmla="*/ 0 h 199"/>
              <a:gd name="T6" fmla="*/ 199 w 199"/>
              <a:gd name="T7" fmla="*/ 62 h 199"/>
              <a:gd name="T8" fmla="*/ 180 w 199"/>
              <a:gd name="T9" fmla="*/ 80 h 199"/>
              <a:gd name="T10" fmla="*/ 162 w 199"/>
              <a:gd name="T11" fmla="*/ 98 h 199"/>
              <a:gd name="T12" fmla="*/ 160 w 199"/>
              <a:gd name="T13" fmla="*/ 99 h 199"/>
              <a:gd name="T14" fmla="*/ 149 w 199"/>
              <a:gd name="T15" fmla="*/ 99 h 199"/>
              <a:gd name="T16" fmla="*/ 137 w 199"/>
              <a:gd name="T17" fmla="*/ 99 h 199"/>
              <a:gd name="T18" fmla="*/ 124 w 199"/>
              <a:gd name="T19" fmla="*/ 149 h 199"/>
              <a:gd name="T20" fmla="*/ 25 w 199"/>
              <a:gd name="T21" fmla="*/ 199 h 199"/>
              <a:gd name="T22" fmla="*/ 13 w 199"/>
              <a:gd name="T23" fmla="*/ 199 h 199"/>
              <a:gd name="T24" fmla="*/ 52 w 199"/>
              <a:gd name="T25" fmla="*/ 159 h 199"/>
              <a:gd name="T26" fmla="*/ 62 w 199"/>
              <a:gd name="T27" fmla="*/ 161 h 199"/>
              <a:gd name="T28" fmla="*/ 87 w 199"/>
              <a:gd name="T29" fmla="*/ 137 h 199"/>
              <a:gd name="T30" fmla="*/ 62 w 199"/>
              <a:gd name="T31" fmla="*/ 112 h 199"/>
              <a:gd name="T32" fmla="*/ 37 w 199"/>
              <a:gd name="T33" fmla="*/ 137 h 199"/>
              <a:gd name="T34" fmla="*/ 40 w 199"/>
              <a:gd name="T35" fmla="*/ 147 h 199"/>
              <a:gd name="T36" fmla="*/ 0 w 199"/>
              <a:gd name="T37" fmla="*/ 186 h 199"/>
              <a:gd name="T38" fmla="*/ 0 w 199"/>
              <a:gd name="T39" fmla="*/ 174 h 199"/>
              <a:gd name="T40" fmla="*/ 50 w 199"/>
              <a:gd name="T41" fmla="*/ 75 h 199"/>
              <a:gd name="T42" fmla="*/ 100 w 199"/>
              <a:gd name="T43" fmla="*/ 62 h 199"/>
              <a:gd name="T44" fmla="*/ 100 w 199"/>
              <a:gd name="T45" fmla="*/ 50 h 199"/>
              <a:gd name="T46" fmla="*/ 100 w 199"/>
              <a:gd name="T47" fmla="*/ 38 h 199"/>
              <a:gd name="T48" fmla="*/ 100 w 199"/>
              <a:gd name="T49" fmla="*/ 37 h 199"/>
              <a:gd name="T50" fmla="*/ 106 w 199"/>
              <a:gd name="T51" fmla="*/ 31 h 199"/>
              <a:gd name="T52" fmla="*/ 167 w 199"/>
              <a:gd name="T53" fmla="*/ 93 h 199"/>
              <a:gd name="T54" fmla="*/ 162 w 199"/>
              <a:gd name="T55" fmla="*/ 98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9" h="199">
                <a:moveTo>
                  <a:pt x="180" y="80"/>
                </a:moveTo>
                <a:cubicBezTo>
                  <a:pt x="118" y="19"/>
                  <a:pt x="118" y="19"/>
                  <a:pt x="118" y="19"/>
                </a:cubicBezTo>
                <a:cubicBezTo>
                  <a:pt x="137" y="0"/>
                  <a:pt x="137" y="0"/>
                  <a:pt x="137" y="0"/>
                </a:cubicBezTo>
                <a:cubicBezTo>
                  <a:pt x="199" y="62"/>
                  <a:pt x="199" y="62"/>
                  <a:pt x="199" y="62"/>
                </a:cubicBezTo>
                <a:lnTo>
                  <a:pt x="180" y="80"/>
                </a:lnTo>
                <a:close/>
                <a:moveTo>
                  <a:pt x="162" y="98"/>
                </a:moveTo>
                <a:cubicBezTo>
                  <a:pt x="161" y="99"/>
                  <a:pt x="161" y="99"/>
                  <a:pt x="160" y="99"/>
                </a:cubicBezTo>
                <a:cubicBezTo>
                  <a:pt x="149" y="99"/>
                  <a:pt x="149" y="99"/>
                  <a:pt x="149" y="99"/>
                </a:cubicBezTo>
                <a:cubicBezTo>
                  <a:pt x="137" y="99"/>
                  <a:pt x="137" y="99"/>
                  <a:pt x="137" y="99"/>
                </a:cubicBezTo>
                <a:cubicBezTo>
                  <a:pt x="124" y="149"/>
                  <a:pt x="124" y="149"/>
                  <a:pt x="124" y="149"/>
                </a:cubicBezTo>
                <a:cubicBezTo>
                  <a:pt x="25" y="199"/>
                  <a:pt x="25" y="199"/>
                  <a:pt x="25" y="199"/>
                </a:cubicBezTo>
                <a:cubicBezTo>
                  <a:pt x="13" y="199"/>
                  <a:pt x="13" y="199"/>
                  <a:pt x="13" y="199"/>
                </a:cubicBezTo>
                <a:cubicBezTo>
                  <a:pt x="52" y="159"/>
                  <a:pt x="52" y="159"/>
                  <a:pt x="52" y="159"/>
                </a:cubicBezTo>
                <a:cubicBezTo>
                  <a:pt x="55" y="161"/>
                  <a:pt x="59" y="161"/>
                  <a:pt x="62" y="161"/>
                </a:cubicBezTo>
                <a:cubicBezTo>
                  <a:pt x="76" y="161"/>
                  <a:pt x="87" y="150"/>
                  <a:pt x="87" y="137"/>
                </a:cubicBezTo>
                <a:cubicBezTo>
                  <a:pt x="87" y="123"/>
                  <a:pt x="76" y="112"/>
                  <a:pt x="62" y="112"/>
                </a:cubicBezTo>
                <a:cubicBezTo>
                  <a:pt x="49" y="112"/>
                  <a:pt x="37" y="123"/>
                  <a:pt x="37" y="137"/>
                </a:cubicBezTo>
                <a:cubicBezTo>
                  <a:pt x="37" y="140"/>
                  <a:pt x="38" y="144"/>
                  <a:pt x="40" y="147"/>
                </a:cubicBezTo>
                <a:cubicBezTo>
                  <a:pt x="0" y="186"/>
                  <a:pt x="0" y="186"/>
                  <a:pt x="0" y="186"/>
                </a:cubicBezTo>
                <a:cubicBezTo>
                  <a:pt x="0" y="174"/>
                  <a:pt x="0" y="174"/>
                  <a:pt x="0" y="174"/>
                </a:cubicBezTo>
                <a:cubicBezTo>
                  <a:pt x="50" y="75"/>
                  <a:pt x="50" y="75"/>
                  <a:pt x="50" y="75"/>
                </a:cubicBezTo>
                <a:cubicBezTo>
                  <a:pt x="100" y="62"/>
                  <a:pt x="100" y="62"/>
                  <a:pt x="100" y="62"/>
                </a:cubicBezTo>
                <a:cubicBezTo>
                  <a:pt x="100" y="50"/>
                  <a:pt x="100" y="50"/>
                  <a:pt x="100" y="50"/>
                </a:cubicBezTo>
                <a:cubicBezTo>
                  <a:pt x="100" y="38"/>
                  <a:pt x="100" y="38"/>
                  <a:pt x="100" y="38"/>
                </a:cubicBezTo>
                <a:cubicBezTo>
                  <a:pt x="100" y="37"/>
                  <a:pt x="100" y="37"/>
                  <a:pt x="100" y="37"/>
                </a:cubicBezTo>
                <a:cubicBezTo>
                  <a:pt x="106" y="31"/>
                  <a:pt x="106" y="31"/>
                  <a:pt x="106" y="31"/>
                </a:cubicBezTo>
                <a:cubicBezTo>
                  <a:pt x="167" y="93"/>
                  <a:pt x="167" y="93"/>
                  <a:pt x="167" y="93"/>
                </a:cubicBezTo>
                <a:lnTo>
                  <a:pt x="162" y="98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40" name="椭圆 39"/>
          <p:cNvSpPr/>
          <p:nvPr/>
        </p:nvSpPr>
        <p:spPr>
          <a:xfrm>
            <a:off x="4593841" y="1808288"/>
            <a:ext cx="269960" cy="269960"/>
          </a:xfrm>
          <a:prstGeom prst="ellipse">
            <a:avLst/>
          </a:prstGeom>
          <a:solidFill>
            <a:srgbClr val="414455">
              <a:alpha val="7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1" name="标题 4"/>
          <p:cNvSpPr txBox="1"/>
          <p:nvPr/>
        </p:nvSpPr>
        <p:spPr>
          <a:xfrm>
            <a:off x="4561690" y="1816312"/>
            <a:ext cx="334261" cy="269960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50" b="1" dirty="0" smtClean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03</a:t>
            </a:r>
          </a:p>
        </p:txBody>
      </p:sp>
      <p:sp>
        <p:nvSpPr>
          <p:cNvPr id="42" name="矩形 41"/>
          <p:cNvSpPr/>
          <p:nvPr/>
        </p:nvSpPr>
        <p:spPr>
          <a:xfrm>
            <a:off x="5652354" y="1492361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3" name="矩形 47"/>
          <p:cNvSpPr>
            <a:spLocks noChangeArrowheads="1"/>
          </p:cNvSpPr>
          <p:nvPr/>
        </p:nvSpPr>
        <p:spPr bwMode="auto">
          <a:xfrm>
            <a:off x="5651838" y="1788539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5226753" y="2696502"/>
            <a:ext cx="809879" cy="809879"/>
            <a:chOff x="1057027" y="2420888"/>
            <a:chExt cx="864096" cy="864096"/>
          </a:xfrm>
        </p:grpSpPr>
        <p:sp>
          <p:nvSpPr>
            <p:cNvPr id="45" name="椭圆 44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6" name="椭圆 45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47" name="Freeform 71"/>
          <p:cNvSpPr>
            <a:spLocks noEditPoints="1"/>
          </p:cNvSpPr>
          <p:nvPr/>
        </p:nvSpPr>
        <p:spPr bwMode="auto">
          <a:xfrm>
            <a:off x="5467842" y="2935327"/>
            <a:ext cx="304309" cy="297621"/>
          </a:xfrm>
          <a:custGeom>
            <a:avLst/>
            <a:gdLst>
              <a:gd name="T0" fmla="*/ 160 w 200"/>
              <a:gd name="T1" fmla="*/ 194 h 196"/>
              <a:gd name="T2" fmla="*/ 120 w 200"/>
              <a:gd name="T3" fmla="*/ 154 h 196"/>
              <a:gd name="T4" fmla="*/ 160 w 200"/>
              <a:gd name="T5" fmla="*/ 114 h 196"/>
              <a:gd name="T6" fmla="*/ 200 w 200"/>
              <a:gd name="T7" fmla="*/ 154 h 196"/>
              <a:gd name="T8" fmla="*/ 160 w 200"/>
              <a:gd name="T9" fmla="*/ 194 h 196"/>
              <a:gd name="T10" fmla="*/ 184 w 200"/>
              <a:gd name="T11" fmla="*/ 148 h 196"/>
              <a:gd name="T12" fmla="*/ 168 w 200"/>
              <a:gd name="T13" fmla="*/ 148 h 196"/>
              <a:gd name="T14" fmla="*/ 168 w 200"/>
              <a:gd name="T15" fmla="*/ 132 h 196"/>
              <a:gd name="T16" fmla="*/ 152 w 200"/>
              <a:gd name="T17" fmla="*/ 132 h 196"/>
              <a:gd name="T18" fmla="*/ 152 w 200"/>
              <a:gd name="T19" fmla="*/ 148 h 196"/>
              <a:gd name="T20" fmla="*/ 136 w 200"/>
              <a:gd name="T21" fmla="*/ 148 h 196"/>
              <a:gd name="T22" fmla="*/ 136 w 200"/>
              <a:gd name="T23" fmla="*/ 164 h 196"/>
              <a:gd name="T24" fmla="*/ 152 w 200"/>
              <a:gd name="T25" fmla="*/ 164 h 196"/>
              <a:gd name="T26" fmla="*/ 152 w 200"/>
              <a:gd name="T27" fmla="*/ 180 h 196"/>
              <a:gd name="T28" fmla="*/ 168 w 200"/>
              <a:gd name="T29" fmla="*/ 180 h 196"/>
              <a:gd name="T30" fmla="*/ 168 w 200"/>
              <a:gd name="T31" fmla="*/ 164 h 196"/>
              <a:gd name="T32" fmla="*/ 184 w 200"/>
              <a:gd name="T33" fmla="*/ 164 h 196"/>
              <a:gd name="T34" fmla="*/ 184 w 200"/>
              <a:gd name="T35" fmla="*/ 148 h 196"/>
              <a:gd name="T36" fmla="*/ 80 w 200"/>
              <a:gd name="T37" fmla="*/ 128 h 196"/>
              <a:gd name="T38" fmla="*/ 16 w 200"/>
              <a:gd name="T39" fmla="*/ 64 h 196"/>
              <a:gd name="T40" fmla="*/ 80 w 200"/>
              <a:gd name="T41" fmla="*/ 0 h 196"/>
              <a:gd name="T42" fmla="*/ 144 w 200"/>
              <a:gd name="T43" fmla="*/ 64 h 196"/>
              <a:gd name="T44" fmla="*/ 80 w 200"/>
              <a:gd name="T45" fmla="*/ 128 h 196"/>
              <a:gd name="T46" fmla="*/ 70 w 200"/>
              <a:gd name="T47" fmla="*/ 17 h 196"/>
              <a:gd name="T48" fmla="*/ 31 w 200"/>
              <a:gd name="T49" fmla="*/ 64 h 196"/>
              <a:gd name="T50" fmla="*/ 80 w 200"/>
              <a:gd name="T51" fmla="*/ 113 h 196"/>
              <a:gd name="T52" fmla="*/ 129 w 200"/>
              <a:gd name="T53" fmla="*/ 64 h 196"/>
              <a:gd name="T54" fmla="*/ 70 w 200"/>
              <a:gd name="T55" fmla="*/ 17 h 196"/>
              <a:gd name="T56" fmla="*/ 40 w 200"/>
              <a:gd name="T57" fmla="*/ 132 h 196"/>
              <a:gd name="T58" fmla="*/ 113 w 200"/>
              <a:gd name="T59" fmla="*/ 132 h 196"/>
              <a:gd name="T60" fmla="*/ 108 w 200"/>
              <a:gd name="T61" fmla="*/ 154 h 196"/>
              <a:gd name="T62" fmla="*/ 129 w 200"/>
              <a:gd name="T63" fmla="*/ 196 h 196"/>
              <a:gd name="T64" fmla="*/ 0 w 200"/>
              <a:gd name="T65" fmla="*/ 196 h 196"/>
              <a:gd name="T66" fmla="*/ 20 w 200"/>
              <a:gd name="T67" fmla="*/ 148 h 196"/>
              <a:gd name="T68" fmla="*/ 40 w 200"/>
              <a:gd name="T69" fmla="*/ 132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0" h="196">
                <a:moveTo>
                  <a:pt x="160" y="194"/>
                </a:moveTo>
                <a:cubicBezTo>
                  <a:pt x="138" y="194"/>
                  <a:pt x="120" y="176"/>
                  <a:pt x="120" y="154"/>
                </a:cubicBezTo>
                <a:cubicBezTo>
                  <a:pt x="120" y="132"/>
                  <a:pt x="138" y="114"/>
                  <a:pt x="160" y="114"/>
                </a:cubicBezTo>
                <a:cubicBezTo>
                  <a:pt x="182" y="114"/>
                  <a:pt x="200" y="132"/>
                  <a:pt x="200" y="154"/>
                </a:cubicBezTo>
                <a:cubicBezTo>
                  <a:pt x="200" y="176"/>
                  <a:pt x="182" y="194"/>
                  <a:pt x="160" y="194"/>
                </a:cubicBezTo>
                <a:close/>
                <a:moveTo>
                  <a:pt x="184" y="148"/>
                </a:moveTo>
                <a:cubicBezTo>
                  <a:pt x="168" y="148"/>
                  <a:pt x="168" y="148"/>
                  <a:pt x="168" y="148"/>
                </a:cubicBezTo>
                <a:cubicBezTo>
                  <a:pt x="168" y="132"/>
                  <a:pt x="168" y="132"/>
                  <a:pt x="168" y="132"/>
                </a:cubicBezTo>
                <a:cubicBezTo>
                  <a:pt x="152" y="132"/>
                  <a:pt x="152" y="132"/>
                  <a:pt x="152" y="132"/>
                </a:cubicBezTo>
                <a:cubicBezTo>
                  <a:pt x="152" y="148"/>
                  <a:pt x="152" y="148"/>
                  <a:pt x="152" y="148"/>
                </a:cubicBezTo>
                <a:cubicBezTo>
                  <a:pt x="136" y="148"/>
                  <a:pt x="136" y="148"/>
                  <a:pt x="136" y="148"/>
                </a:cubicBezTo>
                <a:cubicBezTo>
                  <a:pt x="136" y="164"/>
                  <a:pt x="136" y="164"/>
                  <a:pt x="136" y="164"/>
                </a:cubicBezTo>
                <a:cubicBezTo>
                  <a:pt x="152" y="164"/>
                  <a:pt x="152" y="164"/>
                  <a:pt x="152" y="164"/>
                </a:cubicBezTo>
                <a:cubicBezTo>
                  <a:pt x="152" y="180"/>
                  <a:pt x="152" y="180"/>
                  <a:pt x="152" y="180"/>
                </a:cubicBezTo>
                <a:cubicBezTo>
                  <a:pt x="168" y="180"/>
                  <a:pt x="168" y="180"/>
                  <a:pt x="168" y="180"/>
                </a:cubicBezTo>
                <a:cubicBezTo>
                  <a:pt x="168" y="164"/>
                  <a:pt x="168" y="164"/>
                  <a:pt x="168" y="164"/>
                </a:cubicBezTo>
                <a:cubicBezTo>
                  <a:pt x="184" y="164"/>
                  <a:pt x="184" y="164"/>
                  <a:pt x="184" y="164"/>
                </a:cubicBezTo>
                <a:lnTo>
                  <a:pt x="184" y="148"/>
                </a:lnTo>
                <a:close/>
                <a:moveTo>
                  <a:pt x="80" y="128"/>
                </a:moveTo>
                <a:cubicBezTo>
                  <a:pt x="45" y="128"/>
                  <a:pt x="16" y="99"/>
                  <a:pt x="16" y="64"/>
                </a:cubicBezTo>
                <a:cubicBezTo>
                  <a:pt x="16" y="29"/>
                  <a:pt x="45" y="0"/>
                  <a:pt x="80" y="0"/>
                </a:cubicBezTo>
                <a:cubicBezTo>
                  <a:pt x="116" y="0"/>
                  <a:pt x="144" y="29"/>
                  <a:pt x="144" y="64"/>
                </a:cubicBezTo>
                <a:cubicBezTo>
                  <a:pt x="144" y="99"/>
                  <a:pt x="116" y="128"/>
                  <a:pt x="80" y="128"/>
                </a:cubicBezTo>
                <a:close/>
                <a:moveTo>
                  <a:pt x="70" y="17"/>
                </a:moveTo>
                <a:cubicBezTo>
                  <a:pt x="50" y="24"/>
                  <a:pt x="74" y="49"/>
                  <a:pt x="31" y="64"/>
                </a:cubicBezTo>
                <a:cubicBezTo>
                  <a:pt x="31" y="91"/>
                  <a:pt x="53" y="113"/>
                  <a:pt x="80" y="113"/>
                </a:cubicBezTo>
                <a:cubicBezTo>
                  <a:pt x="107" y="113"/>
                  <a:pt x="129" y="91"/>
                  <a:pt x="129" y="64"/>
                </a:cubicBezTo>
                <a:cubicBezTo>
                  <a:pt x="104" y="43"/>
                  <a:pt x="62" y="53"/>
                  <a:pt x="70" y="17"/>
                </a:cubicBezTo>
                <a:close/>
                <a:moveTo>
                  <a:pt x="40" y="132"/>
                </a:moveTo>
                <a:cubicBezTo>
                  <a:pt x="113" y="132"/>
                  <a:pt x="113" y="132"/>
                  <a:pt x="113" y="132"/>
                </a:cubicBezTo>
                <a:cubicBezTo>
                  <a:pt x="110" y="139"/>
                  <a:pt x="108" y="146"/>
                  <a:pt x="108" y="154"/>
                </a:cubicBezTo>
                <a:cubicBezTo>
                  <a:pt x="108" y="171"/>
                  <a:pt x="117" y="187"/>
                  <a:pt x="129" y="196"/>
                </a:cubicBezTo>
                <a:cubicBezTo>
                  <a:pt x="0" y="196"/>
                  <a:pt x="0" y="196"/>
                  <a:pt x="0" y="196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20" y="148"/>
                  <a:pt x="25" y="132"/>
                  <a:pt x="40" y="132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48" name="椭圆 47"/>
          <p:cNvSpPr/>
          <p:nvPr/>
        </p:nvSpPr>
        <p:spPr>
          <a:xfrm>
            <a:off x="5781663" y="2626192"/>
            <a:ext cx="269960" cy="269960"/>
          </a:xfrm>
          <a:prstGeom prst="ellipse">
            <a:avLst/>
          </a:prstGeom>
          <a:solidFill>
            <a:srgbClr val="414455">
              <a:alpha val="7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9" name="标题 4"/>
          <p:cNvSpPr txBox="1"/>
          <p:nvPr/>
        </p:nvSpPr>
        <p:spPr>
          <a:xfrm>
            <a:off x="5749512" y="2634217"/>
            <a:ext cx="334261" cy="269960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50" b="1" dirty="0" smtClean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04</a:t>
            </a:r>
          </a:p>
        </p:txBody>
      </p:sp>
      <p:sp>
        <p:nvSpPr>
          <p:cNvPr id="50" name="矩形 49"/>
          <p:cNvSpPr/>
          <p:nvPr/>
        </p:nvSpPr>
        <p:spPr>
          <a:xfrm>
            <a:off x="6238816" y="2651098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1" name="矩形 47"/>
          <p:cNvSpPr>
            <a:spLocks noChangeArrowheads="1"/>
          </p:cNvSpPr>
          <p:nvPr/>
        </p:nvSpPr>
        <p:spPr bwMode="auto">
          <a:xfrm>
            <a:off x="6238300" y="2947275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7271597" y="2595829"/>
            <a:ext cx="208734" cy="138347"/>
            <a:chOff x="9482595" y="2565731"/>
            <a:chExt cx="278384" cy="184511"/>
          </a:xfrm>
        </p:grpSpPr>
        <p:sp>
          <p:nvSpPr>
            <p:cNvPr id="53" name="椭圆 52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4" name="椭圆 53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500"/>
                            </p:stCondLst>
                            <p:childTnLst>
                              <p:par>
                                <p:cTn id="1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 bldLvl="0" animBg="1"/>
      <p:bldP spid="19" grpId="0" bldLvl="0" animBg="1"/>
      <p:bldP spid="23" grpId="0" bldLvl="0" animBg="1"/>
      <p:bldP spid="24" grpId="0" bldLvl="0" animBg="1"/>
      <p:bldP spid="25" grpId="0"/>
      <p:bldP spid="26" grpId="0"/>
      <p:bldP spid="27" grpId="0"/>
      <p:bldP spid="31" grpId="0" bldLvl="0" animBg="1"/>
      <p:bldP spid="32" grpId="0" bldLvl="0" animBg="1"/>
      <p:bldP spid="33" grpId="0"/>
      <p:bldP spid="34" grpId="0"/>
      <p:bldP spid="35" grpId="0"/>
      <p:bldP spid="39" grpId="0" bldLvl="0" animBg="1"/>
      <p:bldP spid="40" grpId="0" bldLvl="0" animBg="1"/>
      <p:bldP spid="41" grpId="0"/>
      <p:bldP spid="42" grpId="0"/>
      <p:bldP spid="43" grpId="0"/>
      <p:bldP spid="47" grpId="0" bldLvl="0" animBg="1"/>
      <p:bldP spid="48" grpId="0" bldLvl="0" animBg="1"/>
      <p:bldP spid="49" grpId="0"/>
      <p:bldP spid="50" grpId="0"/>
      <p:bldP spid="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研究方案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20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56" name="组合 55"/>
          <p:cNvGrpSpPr>
            <a:grpSpLocks noChangeAspect="1"/>
          </p:cNvGrpSpPr>
          <p:nvPr/>
        </p:nvGrpSpPr>
        <p:grpSpPr>
          <a:xfrm>
            <a:off x="545241" y="255081"/>
            <a:ext cx="273335" cy="234470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5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cxnSp>
        <p:nvCxnSpPr>
          <p:cNvPr id="55" name="直接连接符 54"/>
          <p:cNvCxnSpPr/>
          <p:nvPr/>
        </p:nvCxnSpPr>
        <p:spPr>
          <a:xfrm flipV="1">
            <a:off x="2736274" y="1492361"/>
            <a:ext cx="1808673" cy="525747"/>
          </a:xfrm>
          <a:prstGeom prst="line">
            <a:avLst/>
          </a:prstGeom>
          <a:ln w="76200">
            <a:solidFill>
              <a:srgbClr val="414455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3265328" y="1492361"/>
            <a:ext cx="1279619" cy="1152991"/>
          </a:xfrm>
          <a:prstGeom prst="line">
            <a:avLst/>
          </a:prstGeom>
          <a:ln w="76200">
            <a:solidFill>
              <a:srgbClr val="414455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4057289" y="1492361"/>
            <a:ext cx="487658" cy="1520504"/>
          </a:xfrm>
          <a:prstGeom prst="line">
            <a:avLst/>
          </a:prstGeom>
          <a:ln w="76200">
            <a:solidFill>
              <a:srgbClr val="414455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 flipV="1">
            <a:off x="4544947" y="1492361"/>
            <a:ext cx="430794" cy="1556276"/>
          </a:xfrm>
          <a:prstGeom prst="line">
            <a:avLst/>
          </a:prstGeom>
          <a:ln w="76200">
            <a:solidFill>
              <a:srgbClr val="414455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H="1" flipV="1">
            <a:off x="4544947" y="1492361"/>
            <a:ext cx="1235164" cy="1152991"/>
          </a:xfrm>
          <a:prstGeom prst="line">
            <a:avLst/>
          </a:prstGeom>
          <a:ln w="76200">
            <a:solidFill>
              <a:srgbClr val="414455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4544947" y="1492361"/>
            <a:ext cx="1827442" cy="567836"/>
          </a:xfrm>
          <a:prstGeom prst="line">
            <a:avLst/>
          </a:prstGeom>
          <a:ln w="76200">
            <a:solidFill>
              <a:srgbClr val="414455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/>
          <p:cNvGrpSpPr/>
          <p:nvPr/>
        </p:nvGrpSpPr>
        <p:grpSpPr>
          <a:xfrm>
            <a:off x="3983980" y="996773"/>
            <a:ext cx="1176039" cy="1060333"/>
            <a:chOff x="3720691" y="2824413"/>
            <a:chExt cx="1341120" cy="1209172"/>
          </a:xfrm>
        </p:grpSpPr>
        <p:sp>
          <p:nvSpPr>
            <p:cNvPr id="6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6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69" name="Freeform 5"/>
          <p:cNvSpPr/>
          <p:nvPr/>
        </p:nvSpPr>
        <p:spPr bwMode="auto">
          <a:xfrm rot="1855731">
            <a:off x="4060113" y="1075080"/>
            <a:ext cx="1014977" cy="91511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73" name="文本框 9"/>
          <p:cNvSpPr txBox="1"/>
          <p:nvPr/>
        </p:nvSpPr>
        <p:spPr>
          <a:xfrm>
            <a:off x="4167061" y="1283701"/>
            <a:ext cx="809879" cy="52387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</a:t>
            </a:r>
            <a:endParaRPr lang="en-US" altLang="zh-CN" sz="1500" b="1" dirty="0" smtClean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  <a:endParaRPr lang="zh-CN" altLang="en-US" sz="150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2484879" y="1802778"/>
            <a:ext cx="502789" cy="453321"/>
            <a:chOff x="5424755" y="1340768"/>
            <a:chExt cx="670560" cy="604586"/>
          </a:xfrm>
        </p:grpSpPr>
        <p:grpSp>
          <p:nvGrpSpPr>
            <p:cNvPr id="75" name="组合 7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77" name="组合 7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79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80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78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76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3081512" y="2418692"/>
            <a:ext cx="502789" cy="453321"/>
            <a:chOff x="5424755" y="1340768"/>
            <a:chExt cx="670560" cy="604586"/>
          </a:xfrm>
        </p:grpSpPr>
        <p:grpSp>
          <p:nvGrpSpPr>
            <p:cNvPr id="83" name="组合 82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87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88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86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84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3795101" y="2871719"/>
            <a:ext cx="502789" cy="453321"/>
            <a:chOff x="5424755" y="1340768"/>
            <a:chExt cx="670560" cy="604586"/>
          </a:xfrm>
        </p:grpSpPr>
        <p:grpSp>
          <p:nvGrpSpPr>
            <p:cNvPr id="90" name="组合 89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92" name="组合 91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94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95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93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91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4724346" y="2934279"/>
            <a:ext cx="502789" cy="453321"/>
            <a:chOff x="5424755" y="1340768"/>
            <a:chExt cx="670560" cy="604586"/>
          </a:xfrm>
        </p:grpSpPr>
        <p:grpSp>
          <p:nvGrpSpPr>
            <p:cNvPr id="97" name="组合 9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0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0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0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9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5528716" y="2518382"/>
            <a:ext cx="502789" cy="453321"/>
            <a:chOff x="5424755" y="1340768"/>
            <a:chExt cx="670560" cy="604586"/>
          </a:xfrm>
        </p:grpSpPr>
        <p:grpSp>
          <p:nvGrpSpPr>
            <p:cNvPr id="104" name="组合 103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06" name="组合 105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08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09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07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05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05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6120994" y="1899758"/>
            <a:ext cx="502789" cy="453321"/>
            <a:chOff x="5424755" y="1340768"/>
            <a:chExt cx="670560" cy="604586"/>
          </a:xfrm>
        </p:grpSpPr>
        <p:grpSp>
          <p:nvGrpSpPr>
            <p:cNvPr id="111" name="组合 110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13" name="组合 112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15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16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14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12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06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17" name="矩形 116"/>
          <p:cNvSpPr/>
          <p:nvPr/>
        </p:nvSpPr>
        <p:spPr>
          <a:xfrm>
            <a:off x="1680735" y="1907845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2274647" y="2501757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976542" y="2987684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5244203" y="2994645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6029782" y="261670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6677685" y="1961837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017726" y="3587422"/>
            <a:ext cx="394805" cy="355962"/>
            <a:chOff x="5424755" y="1340768"/>
            <a:chExt cx="670560" cy="604586"/>
          </a:xfrm>
        </p:grpSpPr>
        <p:grpSp>
          <p:nvGrpSpPr>
            <p:cNvPr id="129" name="组合 12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3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3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3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33" name="文本框 9"/>
          <p:cNvSpPr txBox="1"/>
          <p:nvPr/>
        </p:nvSpPr>
        <p:spPr>
          <a:xfrm>
            <a:off x="1494459" y="3598047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134" name="直接连接符 133"/>
          <p:cNvCxnSpPr/>
          <p:nvPr/>
        </p:nvCxnSpPr>
        <p:spPr>
          <a:xfrm>
            <a:off x="1548451" y="3868007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组合 134"/>
          <p:cNvGrpSpPr/>
          <p:nvPr/>
        </p:nvGrpSpPr>
        <p:grpSpPr>
          <a:xfrm>
            <a:off x="7779502" y="3770214"/>
            <a:ext cx="193989" cy="174903"/>
            <a:chOff x="3720691" y="2824413"/>
            <a:chExt cx="1341120" cy="1209172"/>
          </a:xfrm>
        </p:grpSpPr>
        <p:sp>
          <p:nvSpPr>
            <p:cNvPr id="13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476027" y="3978646"/>
            <a:ext cx="6407261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grpSp>
        <p:nvGrpSpPr>
          <p:cNvPr id="139" name="组合 138"/>
          <p:cNvGrpSpPr/>
          <p:nvPr/>
        </p:nvGrpSpPr>
        <p:grpSpPr>
          <a:xfrm>
            <a:off x="5011169" y="1030063"/>
            <a:ext cx="208734" cy="138347"/>
            <a:chOff x="9482595" y="2565731"/>
            <a:chExt cx="278384" cy="184511"/>
          </a:xfrm>
        </p:grpSpPr>
        <p:sp>
          <p:nvSpPr>
            <p:cNvPr id="140" name="椭圆 139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1" name="椭圆 140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500"/>
                            </p:stCondLst>
                            <p:childTnLst>
                              <p:par>
                                <p:cTn id="7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000"/>
                            </p:stCondLst>
                            <p:childTnLst>
                              <p:par>
                                <p:cTn id="8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500"/>
                            </p:stCondLst>
                            <p:childTnLst>
                              <p:par>
                                <p:cTn id="1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000"/>
                            </p:stCondLst>
                            <p:childTnLst>
                              <p:par>
                                <p:cTn id="1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80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8500"/>
                            </p:stCondLst>
                            <p:childTnLst>
                              <p:par>
                                <p:cTn id="13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9000"/>
                            </p:stCondLst>
                            <p:childTnLst>
                              <p:par>
                                <p:cTn id="1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bldLvl="0" animBg="1"/>
      <p:bldP spid="73" grpId="0"/>
      <p:bldP spid="117" grpId="0"/>
      <p:bldP spid="118" grpId="0"/>
      <p:bldP spid="119" grpId="0"/>
      <p:bldP spid="120" grpId="0"/>
      <p:bldP spid="121" grpId="0"/>
      <p:bldP spid="122" grpId="0"/>
      <p:bldP spid="133" grpId="0"/>
      <p:bldP spid="1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21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56" name="组合 55"/>
          <p:cNvGrpSpPr>
            <a:grpSpLocks noChangeAspect="1"/>
          </p:cNvGrpSpPr>
          <p:nvPr/>
        </p:nvGrpSpPr>
        <p:grpSpPr>
          <a:xfrm>
            <a:off x="545241" y="255081"/>
            <a:ext cx="273335" cy="234470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5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>
          <a:xfrm>
            <a:off x="1006366" y="2464216"/>
            <a:ext cx="7183093" cy="0"/>
          </a:xfrm>
          <a:prstGeom prst="straightConnector1">
            <a:avLst/>
          </a:prstGeom>
          <a:ln w="152400">
            <a:solidFill>
              <a:srgbClr val="A6A6A6">
                <a:alpha val="52941"/>
              </a:srgbClr>
            </a:solidFill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332483" y="2237556"/>
            <a:ext cx="502789" cy="453321"/>
            <a:chOff x="5424755" y="1340768"/>
            <a:chExt cx="670560" cy="604586"/>
          </a:xfrm>
        </p:grpSpPr>
        <p:grpSp>
          <p:nvGrpSpPr>
            <p:cNvPr id="19" name="组合 1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0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271077" y="2248249"/>
            <a:ext cx="502789" cy="453321"/>
            <a:chOff x="5424755" y="1340768"/>
            <a:chExt cx="670560" cy="604586"/>
          </a:xfrm>
        </p:grpSpPr>
        <p:grpSp>
          <p:nvGrpSpPr>
            <p:cNvPr id="26" name="组合 25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0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1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7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205801" y="2248249"/>
            <a:ext cx="502789" cy="453321"/>
            <a:chOff x="5424755" y="1340768"/>
            <a:chExt cx="670560" cy="604586"/>
          </a:xfrm>
        </p:grpSpPr>
        <p:grpSp>
          <p:nvGrpSpPr>
            <p:cNvPr id="33" name="组合 32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7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8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6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4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069211" y="2248249"/>
            <a:ext cx="502789" cy="453321"/>
            <a:chOff x="5424755" y="1340768"/>
            <a:chExt cx="670560" cy="604586"/>
          </a:xfrm>
        </p:grpSpPr>
        <p:grpSp>
          <p:nvGrpSpPr>
            <p:cNvPr id="40" name="组合 39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4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45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3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1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007804" y="2258942"/>
            <a:ext cx="502789" cy="453321"/>
            <a:chOff x="5424755" y="1340768"/>
            <a:chExt cx="670560" cy="604586"/>
          </a:xfrm>
        </p:grpSpPr>
        <p:grpSp>
          <p:nvGrpSpPr>
            <p:cNvPr id="47" name="组合 4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5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5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5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05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942529" y="2258942"/>
            <a:ext cx="502789" cy="453321"/>
            <a:chOff x="5424755" y="1340768"/>
            <a:chExt cx="670560" cy="604586"/>
          </a:xfrm>
        </p:grpSpPr>
        <p:grpSp>
          <p:nvGrpSpPr>
            <p:cNvPr id="54" name="组合 53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60" name="组合 5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62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63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61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55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06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914384" y="2248249"/>
            <a:ext cx="502789" cy="453321"/>
            <a:chOff x="5424755" y="1340768"/>
            <a:chExt cx="670560" cy="604586"/>
          </a:xfrm>
        </p:grpSpPr>
        <p:grpSp>
          <p:nvGrpSpPr>
            <p:cNvPr id="65" name="组合 6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67" name="组合 6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7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7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6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66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07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5" name="矩形 74"/>
          <p:cNvSpPr/>
          <p:nvPr/>
        </p:nvSpPr>
        <p:spPr>
          <a:xfrm>
            <a:off x="846556" y="2572200"/>
            <a:ext cx="1457782" cy="918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endParaRPr lang="en-US" altLang="zh-CN" sz="1200" kern="100" dirty="0" smtClean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</a:t>
            </a: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在此输入详细文字介绍，和详细信息。</a:t>
            </a:r>
          </a:p>
        </p:txBody>
      </p:sp>
      <p:sp>
        <p:nvSpPr>
          <p:cNvPr id="76" name="矩形 75"/>
          <p:cNvSpPr/>
          <p:nvPr/>
        </p:nvSpPr>
        <p:spPr>
          <a:xfrm>
            <a:off x="1818411" y="1306168"/>
            <a:ext cx="1457782" cy="918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endParaRPr lang="en-US" altLang="zh-CN" sz="1200" kern="100" dirty="0" smtClean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</a:t>
            </a: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在此输入详细文字介绍，和详细信息。</a:t>
            </a:r>
          </a:p>
        </p:txBody>
      </p:sp>
      <p:sp>
        <p:nvSpPr>
          <p:cNvPr id="77" name="矩形 76"/>
          <p:cNvSpPr/>
          <p:nvPr/>
        </p:nvSpPr>
        <p:spPr>
          <a:xfrm>
            <a:off x="3600145" y="1306168"/>
            <a:ext cx="1457782" cy="918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endParaRPr lang="en-US" altLang="zh-CN" sz="1200" kern="100" dirty="0" smtClean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</a:t>
            </a: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在此输入详细文字介绍，和详细信息。</a:t>
            </a:r>
          </a:p>
        </p:txBody>
      </p:sp>
      <p:sp>
        <p:nvSpPr>
          <p:cNvPr id="78" name="矩形 77"/>
          <p:cNvSpPr/>
          <p:nvPr/>
        </p:nvSpPr>
        <p:spPr>
          <a:xfrm>
            <a:off x="5435871" y="1330386"/>
            <a:ext cx="1457782" cy="918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endParaRPr lang="en-US" altLang="zh-CN" sz="1200" kern="100" dirty="0" smtClean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</a:t>
            </a: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在此输入详细文字介绍，和详细信息。</a:t>
            </a:r>
          </a:p>
        </p:txBody>
      </p:sp>
      <p:sp>
        <p:nvSpPr>
          <p:cNvPr id="79" name="矩形 78"/>
          <p:cNvSpPr/>
          <p:nvPr/>
        </p:nvSpPr>
        <p:spPr>
          <a:xfrm>
            <a:off x="2736274" y="2572200"/>
            <a:ext cx="1457782" cy="918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endParaRPr lang="en-US" altLang="zh-CN" sz="1200" kern="100" dirty="0" smtClean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</a:t>
            </a: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在此输入详细文字介绍，和详细信息。</a:t>
            </a:r>
          </a:p>
        </p:txBody>
      </p:sp>
      <p:sp>
        <p:nvSpPr>
          <p:cNvPr id="80" name="矩形 79"/>
          <p:cNvSpPr/>
          <p:nvPr/>
        </p:nvSpPr>
        <p:spPr>
          <a:xfrm>
            <a:off x="4572000" y="2572200"/>
            <a:ext cx="1457782" cy="918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endParaRPr lang="en-US" altLang="zh-CN" sz="1200" kern="100" dirty="0" smtClean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</a:t>
            </a: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在此输入详细文字介绍，和详细信息。</a:t>
            </a:r>
          </a:p>
        </p:txBody>
      </p:sp>
      <p:sp>
        <p:nvSpPr>
          <p:cNvPr id="82" name="矩形 81"/>
          <p:cNvSpPr/>
          <p:nvPr/>
        </p:nvSpPr>
        <p:spPr>
          <a:xfrm>
            <a:off x="6461718" y="2572200"/>
            <a:ext cx="1457782" cy="918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endParaRPr lang="en-US" altLang="zh-CN" sz="1200" kern="100" dirty="0" smtClean="0">
              <a:solidFill>
                <a:schemeClr val="bg1">
                  <a:lumMod val="50000"/>
                </a:schemeClr>
              </a:solidFill>
              <a:latin typeface="Impact MT St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</a:t>
            </a:r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1050" kern="100" dirty="0" smtClean="0">
                <a:solidFill>
                  <a:schemeClr val="bg1">
                    <a:lumMod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在此输入详细文字介绍，和详细信息。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7278831" y="2112922"/>
            <a:ext cx="208734" cy="138347"/>
            <a:chOff x="9482595" y="2565731"/>
            <a:chExt cx="278384" cy="184511"/>
          </a:xfrm>
        </p:grpSpPr>
        <p:sp>
          <p:nvSpPr>
            <p:cNvPr id="84" name="椭圆 83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500"/>
                            </p:stCondLst>
                            <p:childTnLst>
                              <p:par>
                                <p:cTn id="9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  <p:bldP spid="77" grpId="0"/>
      <p:bldP spid="78" grpId="0"/>
      <p:bldP spid="79" grpId="0"/>
      <p:bldP spid="80" grpId="0"/>
      <p:bldP spid="8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22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56" name="组合 55"/>
          <p:cNvGrpSpPr>
            <a:grpSpLocks noChangeAspect="1"/>
          </p:cNvGrpSpPr>
          <p:nvPr/>
        </p:nvGrpSpPr>
        <p:grpSpPr>
          <a:xfrm>
            <a:off x="545241" y="255081"/>
            <a:ext cx="273335" cy="234470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5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54540" y="1538762"/>
            <a:ext cx="3691923" cy="2221261"/>
            <a:chOff x="3022028" y="1587732"/>
            <a:chExt cx="6120680" cy="3682533"/>
          </a:xfrm>
        </p:grpSpPr>
        <p:pic>
          <p:nvPicPr>
            <p:cNvPr id="87" name="Picture 2" descr="C:\Users\Administrator\Desktop\ppt展示模板-8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2028" y="1587732"/>
              <a:ext cx="6120680" cy="36825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矩形 87"/>
            <p:cNvSpPr/>
            <p:nvPr/>
          </p:nvSpPr>
          <p:spPr>
            <a:xfrm>
              <a:off x="3937348" y="2060861"/>
              <a:ext cx="4320480" cy="2376251"/>
            </a:xfrm>
            <a:prstGeom prst="rect">
              <a:avLst/>
            </a:prstGeom>
            <a:blipFill>
              <a:blip r:embed="rId4" cstate="print">
                <a:extLst>
                  <a:ext uri="{BEBA8EAE-BF5A-486C-A8C5-ECC9F3942E4B}">
                    <a14:imgProps xmlns:a14="http://schemas.microsoft.com/office/drawing/2010/main" xmlns="">
                      <a14:imgLayer r:embed="rId5">
                        <a14:imgEffect>
                          <a14:brightnessContrast bright="22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2911" t="-6812" r="-2911" b="-6812"/>
              </a:stretch>
            </a:blip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4733975" y="1392787"/>
            <a:ext cx="502789" cy="453321"/>
            <a:chOff x="5424755" y="1340768"/>
            <a:chExt cx="670560" cy="604586"/>
          </a:xfrm>
        </p:grpSpPr>
        <p:grpSp>
          <p:nvGrpSpPr>
            <p:cNvPr id="90" name="组合 89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92" name="组合 91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94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95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93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91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96" name="矩形 95"/>
          <p:cNvSpPr/>
          <p:nvPr/>
        </p:nvSpPr>
        <p:spPr>
          <a:xfrm>
            <a:off x="5373211" y="1276394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47"/>
          <p:cNvSpPr>
            <a:spLocks noChangeArrowheads="1"/>
          </p:cNvSpPr>
          <p:nvPr/>
        </p:nvSpPr>
        <p:spPr bwMode="auto">
          <a:xfrm>
            <a:off x="5373211" y="1518579"/>
            <a:ext cx="276225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98" name="组合 97"/>
          <p:cNvGrpSpPr/>
          <p:nvPr/>
        </p:nvGrpSpPr>
        <p:grpSpPr>
          <a:xfrm>
            <a:off x="4733975" y="2064887"/>
            <a:ext cx="502789" cy="453321"/>
            <a:chOff x="5424755" y="1340768"/>
            <a:chExt cx="670560" cy="604586"/>
          </a:xfrm>
        </p:grpSpPr>
        <p:grpSp>
          <p:nvGrpSpPr>
            <p:cNvPr id="99" name="组合 9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0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0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0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00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05" name="矩形 104"/>
          <p:cNvSpPr/>
          <p:nvPr/>
        </p:nvSpPr>
        <p:spPr>
          <a:xfrm>
            <a:off x="5373211" y="1948494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47"/>
          <p:cNvSpPr>
            <a:spLocks noChangeArrowheads="1"/>
          </p:cNvSpPr>
          <p:nvPr/>
        </p:nvSpPr>
        <p:spPr bwMode="auto">
          <a:xfrm>
            <a:off x="5373211" y="2190679"/>
            <a:ext cx="276225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107" name="组合 106"/>
          <p:cNvGrpSpPr/>
          <p:nvPr/>
        </p:nvGrpSpPr>
        <p:grpSpPr>
          <a:xfrm>
            <a:off x="4733975" y="2723961"/>
            <a:ext cx="502789" cy="453321"/>
            <a:chOff x="5424755" y="1340768"/>
            <a:chExt cx="670560" cy="604586"/>
          </a:xfrm>
        </p:grpSpPr>
        <p:grpSp>
          <p:nvGrpSpPr>
            <p:cNvPr id="108" name="组合 107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10" name="组合 10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12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13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11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09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14" name="矩形 113"/>
          <p:cNvSpPr/>
          <p:nvPr/>
        </p:nvSpPr>
        <p:spPr>
          <a:xfrm>
            <a:off x="5373211" y="2607568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 47"/>
          <p:cNvSpPr>
            <a:spLocks noChangeArrowheads="1"/>
          </p:cNvSpPr>
          <p:nvPr/>
        </p:nvSpPr>
        <p:spPr bwMode="auto">
          <a:xfrm>
            <a:off x="5373211" y="2849753"/>
            <a:ext cx="276225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116" name="组合 115"/>
          <p:cNvGrpSpPr/>
          <p:nvPr/>
        </p:nvGrpSpPr>
        <p:grpSpPr>
          <a:xfrm>
            <a:off x="4733975" y="3393275"/>
            <a:ext cx="502789" cy="453321"/>
            <a:chOff x="5424755" y="1340768"/>
            <a:chExt cx="670560" cy="604586"/>
          </a:xfrm>
        </p:grpSpPr>
        <p:grpSp>
          <p:nvGrpSpPr>
            <p:cNvPr id="117" name="组合 11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19" name="组合 11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2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2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2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1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8" name="矩形 127"/>
          <p:cNvSpPr/>
          <p:nvPr/>
        </p:nvSpPr>
        <p:spPr>
          <a:xfrm>
            <a:off x="5373211" y="327688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 47"/>
          <p:cNvSpPr>
            <a:spLocks noChangeArrowheads="1"/>
          </p:cNvSpPr>
          <p:nvPr/>
        </p:nvSpPr>
        <p:spPr bwMode="auto">
          <a:xfrm>
            <a:off x="5373211" y="3519067"/>
            <a:ext cx="276225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130" name="组合 129"/>
          <p:cNvGrpSpPr/>
          <p:nvPr/>
        </p:nvGrpSpPr>
        <p:grpSpPr>
          <a:xfrm>
            <a:off x="4201290" y="1546353"/>
            <a:ext cx="208734" cy="138347"/>
            <a:chOff x="9482595" y="2565731"/>
            <a:chExt cx="278384" cy="184511"/>
          </a:xfrm>
        </p:grpSpPr>
        <p:sp>
          <p:nvSpPr>
            <p:cNvPr id="131" name="椭圆 130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7" grpId="0"/>
      <p:bldP spid="105" grpId="0"/>
      <p:bldP spid="106" grpId="0"/>
      <p:bldP spid="114" grpId="0"/>
      <p:bldP spid="115" grpId="0"/>
      <p:bldP spid="128" grpId="0"/>
      <p:bldP spid="1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实验难点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23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56" name="组合 55"/>
          <p:cNvGrpSpPr>
            <a:grpSpLocks noChangeAspect="1"/>
          </p:cNvGrpSpPr>
          <p:nvPr/>
        </p:nvGrpSpPr>
        <p:grpSpPr>
          <a:xfrm>
            <a:off x="522604" y="255081"/>
            <a:ext cx="273335" cy="234470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5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7" name="椭圆 16"/>
          <p:cNvSpPr/>
          <p:nvPr/>
        </p:nvSpPr>
        <p:spPr>
          <a:xfrm>
            <a:off x="3006233" y="1600345"/>
            <a:ext cx="1969623" cy="1969623"/>
          </a:xfrm>
          <a:prstGeom prst="ellips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414455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194056" y="1600345"/>
            <a:ext cx="1969623" cy="1969623"/>
          </a:xfrm>
          <a:prstGeom prst="ellips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414455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964148" y="2067465"/>
            <a:ext cx="1201763" cy="1083526"/>
            <a:chOff x="4702856" y="2924944"/>
            <a:chExt cx="1401009" cy="1263169"/>
          </a:xfrm>
        </p:grpSpPr>
        <p:grpSp>
          <p:nvGrpSpPr>
            <p:cNvPr id="20" name="组合 19"/>
            <p:cNvGrpSpPr/>
            <p:nvPr/>
          </p:nvGrpSpPr>
          <p:grpSpPr>
            <a:xfrm>
              <a:off x="4702856" y="2924944"/>
              <a:ext cx="1401009" cy="1263169"/>
              <a:chOff x="5424755" y="1340768"/>
              <a:chExt cx="670560" cy="604586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4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5" name="Freeform 5"/>
                <p:cNvSpPr/>
                <p:nvPr/>
              </p:nvSpPr>
              <p:spPr bwMode="auto">
                <a:xfrm rot="1855731">
                  <a:off x="3764580" y="2863368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3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1" name="矩形 20"/>
            <p:cNvSpPr/>
            <p:nvPr/>
          </p:nvSpPr>
          <p:spPr>
            <a:xfrm>
              <a:off x="4801443" y="3356992"/>
              <a:ext cx="1296145" cy="335347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/>
            <a:p>
              <a:pPr algn="ctr"/>
              <a:r>
                <a:rPr lang="zh-CN" altLang="en-US" sz="1350" b="1" dirty="0" smtClean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267995" y="1494189"/>
            <a:ext cx="502789" cy="453321"/>
            <a:chOff x="5424755" y="1340768"/>
            <a:chExt cx="670560" cy="604586"/>
          </a:xfrm>
        </p:grpSpPr>
        <p:grpSp>
          <p:nvGrpSpPr>
            <p:cNvPr id="27" name="组合 2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8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773404" y="2356232"/>
            <a:ext cx="502789" cy="453321"/>
            <a:chOff x="5424755" y="1340768"/>
            <a:chExt cx="670560" cy="604586"/>
          </a:xfrm>
        </p:grpSpPr>
        <p:grpSp>
          <p:nvGrpSpPr>
            <p:cNvPr id="34" name="组合 33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8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9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7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5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259331" y="3166112"/>
            <a:ext cx="502789" cy="453321"/>
            <a:chOff x="5424755" y="1340768"/>
            <a:chExt cx="670560" cy="604586"/>
          </a:xfrm>
        </p:grpSpPr>
        <p:grpSp>
          <p:nvGrpSpPr>
            <p:cNvPr id="41" name="组合 40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5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46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4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2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419009" y="1492361"/>
            <a:ext cx="502789" cy="453321"/>
            <a:chOff x="5424755" y="1340768"/>
            <a:chExt cx="670560" cy="604586"/>
          </a:xfrm>
        </p:grpSpPr>
        <p:grpSp>
          <p:nvGrpSpPr>
            <p:cNvPr id="48" name="组合 47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52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53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51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9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867806" y="2356232"/>
            <a:ext cx="502789" cy="453321"/>
            <a:chOff x="5424755" y="1340768"/>
            <a:chExt cx="670560" cy="604586"/>
          </a:xfrm>
        </p:grpSpPr>
        <p:grpSp>
          <p:nvGrpSpPr>
            <p:cNvPr id="55" name="组合 5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61" name="组合 6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6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6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6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60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05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419009" y="3144726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69" name="组合 6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74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75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73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67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06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6" name="矩形 75"/>
          <p:cNvSpPr/>
          <p:nvPr/>
        </p:nvSpPr>
        <p:spPr>
          <a:xfrm>
            <a:off x="2204649" y="1330386"/>
            <a:ext cx="95489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 algn="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47"/>
          <p:cNvSpPr>
            <a:spLocks noChangeArrowheads="1"/>
          </p:cNvSpPr>
          <p:nvPr/>
        </p:nvSpPr>
        <p:spPr bwMode="auto">
          <a:xfrm>
            <a:off x="1269824" y="1582318"/>
            <a:ext cx="1898386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</a:t>
            </a:r>
            <a:endParaRPr lang="en-US" altLang="zh-CN" sz="1050" dirty="0" smtClean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  <a:p>
            <a:pPr algn="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明，录入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sp>
        <p:nvSpPr>
          <p:cNvPr id="78" name="矩形 77"/>
          <p:cNvSpPr/>
          <p:nvPr/>
        </p:nvSpPr>
        <p:spPr>
          <a:xfrm>
            <a:off x="1727390" y="2248249"/>
            <a:ext cx="95489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 algn="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47"/>
          <p:cNvSpPr>
            <a:spLocks noChangeArrowheads="1"/>
          </p:cNvSpPr>
          <p:nvPr/>
        </p:nvSpPr>
        <p:spPr bwMode="auto">
          <a:xfrm>
            <a:off x="792564" y="2500181"/>
            <a:ext cx="1898386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</a:t>
            </a:r>
            <a:endParaRPr lang="en-US" altLang="zh-CN" sz="1050" dirty="0" smtClean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  <a:p>
            <a:pPr algn="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明，录入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sp>
        <p:nvSpPr>
          <p:cNvPr id="80" name="矩形 79"/>
          <p:cNvSpPr/>
          <p:nvPr/>
        </p:nvSpPr>
        <p:spPr>
          <a:xfrm>
            <a:off x="2204649" y="3213142"/>
            <a:ext cx="95489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 algn="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47"/>
          <p:cNvSpPr>
            <a:spLocks noChangeArrowheads="1"/>
          </p:cNvSpPr>
          <p:nvPr/>
        </p:nvSpPr>
        <p:spPr bwMode="auto">
          <a:xfrm>
            <a:off x="1269824" y="3465075"/>
            <a:ext cx="1898386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</a:t>
            </a:r>
            <a:endParaRPr lang="en-US" altLang="zh-CN" sz="1050" dirty="0" smtClean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  <a:p>
            <a:pPr algn="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明，录入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sp>
        <p:nvSpPr>
          <p:cNvPr id="83" name="矩形 82"/>
          <p:cNvSpPr/>
          <p:nvPr/>
        </p:nvSpPr>
        <p:spPr>
          <a:xfrm>
            <a:off x="5921798" y="1330386"/>
            <a:ext cx="95489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 algn="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47"/>
          <p:cNvSpPr>
            <a:spLocks noChangeArrowheads="1"/>
          </p:cNvSpPr>
          <p:nvPr/>
        </p:nvSpPr>
        <p:spPr bwMode="auto">
          <a:xfrm>
            <a:off x="6075479" y="1582318"/>
            <a:ext cx="1898386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</a:t>
            </a:r>
            <a:endParaRPr lang="en-US" altLang="zh-CN" sz="1050" dirty="0" smtClean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明，录入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sp>
        <p:nvSpPr>
          <p:cNvPr id="85" name="矩形 84"/>
          <p:cNvSpPr/>
          <p:nvPr/>
        </p:nvSpPr>
        <p:spPr>
          <a:xfrm>
            <a:off x="6308037" y="2248249"/>
            <a:ext cx="95489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 algn="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47"/>
          <p:cNvSpPr>
            <a:spLocks noChangeArrowheads="1"/>
          </p:cNvSpPr>
          <p:nvPr/>
        </p:nvSpPr>
        <p:spPr bwMode="auto">
          <a:xfrm>
            <a:off x="6507042" y="2500181"/>
            <a:ext cx="1898386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</a:t>
            </a:r>
            <a:endParaRPr lang="en-US" altLang="zh-CN" sz="1050" dirty="0" smtClean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明，录入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sp>
        <p:nvSpPr>
          <p:cNvPr id="87" name="矩形 86"/>
          <p:cNvSpPr/>
          <p:nvPr/>
        </p:nvSpPr>
        <p:spPr>
          <a:xfrm>
            <a:off x="5876101" y="3105158"/>
            <a:ext cx="95489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 algn="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47"/>
          <p:cNvSpPr>
            <a:spLocks noChangeArrowheads="1"/>
          </p:cNvSpPr>
          <p:nvPr/>
        </p:nvSpPr>
        <p:spPr bwMode="auto">
          <a:xfrm>
            <a:off x="6075106" y="3357091"/>
            <a:ext cx="1898386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</a:t>
            </a:r>
            <a:endParaRPr lang="en-US" altLang="zh-CN" sz="1050" dirty="0" smtClean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明，录入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cxnSp>
        <p:nvCxnSpPr>
          <p:cNvPr id="89" name="直接箭头连接符 88"/>
          <p:cNvCxnSpPr/>
          <p:nvPr/>
        </p:nvCxnSpPr>
        <p:spPr>
          <a:xfrm>
            <a:off x="3762121" y="1870305"/>
            <a:ext cx="298338" cy="3137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3384177" y="2572200"/>
            <a:ext cx="45869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 flipV="1">
            <a:off x="3708129" y="3047745"/>
            <a:ext cx="340585" cy="16539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H="1">
            <a:off x="5160527" y="1943868"/>
            <a:ext cx="354949" cy="2401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H="1">
            <a:off x="5274798" y="2626192"/>
            <a:ext cx="4850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74" idx="8"/>
          </p:cNvCxnSpPr>
          <p:nvPr/>
        </p:nvCxnSpPr>
        <p:spPr>
          <a:xfrm flipH="1" flipV="1">
            <a:off x="5111920" y="3004136"/>
            <a:ext cx="361266" cy="22013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/>
          <p:cNvGrpSpPr/>
          <p:nvPr/>
        </p:nvGrpSpPr>
        <p:grpSpPr>
          <a:xfrm>
            <a:off x="6785669" y="3058128"/>
            <a:ext cx="208734" cy="138347"/>
            <a:chOff x="9482595" y="2565731"/>
            <a:chExt cx="278384" cy="184511"/>
          </a:xfrm>
        </p:grpSpPr>
        <p:sp>
          <p:nvSpPr>
            <p:cNvPr id="96" name="椭圆 95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7" name="椭圆 96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 bldLvl="0" animBg="1"/>
      <p:bldP spid="76" grpId="0"/>
      <p:bldP spid="77" grpId="0"/>
      <p:bldP spid="78" grpId="0"/>
      <p:bldP spid="79" grpId="0"/>
      <p:bldP spid="80" grpId="0"/>
      <p:bldP spid="82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70" name="组合 6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7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</a:t>
            </a:r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4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56" name="组合 55"/>
          <p:cNvGrpSpPr>
            <a:grpSpLocks noChangeAspect="1"/>
          </p:cNvGrpSpPr>
          <p:nvPr/>
        </p:nvGrpSpPr>
        <p:grpSpPr>
          <a:xfrm>
            <a:off x="545241" y="255081"/>
            <a:ext cx="273335" cy="234470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5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2790266" y="1568961"/>
            <a:ext cx="3575645" cy="3594853"/>
            <a:chOff x="3513680" y="1931126"/>
            <a:chExt cx="5164640" cy="5192384"/>
          </a:xfrm>
        </p:grpSpPr>
        <p:pic>
          <p:nvPicPr>
            <p:cNvPr id="50" name="Picture 2" descr="E:\lizzy\PPT-by lizzy\自制PNG\iphone5-b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t="-1" b="43229"/>
            <a:stretch>
              <a:fillRect/>
            </a:stretch>
          </p:blipFill>
          <p:spPr bwMode="auto">
            <a:xfrm>
              <a:off x="3513680" y="1931126"/>
              <a:ext cx="5164640" cy="5192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矩形 50"/>
            <p:cNvSpPr/>
            <p:nvPr/>
          </p:nvSpPr>
          <p:spPr>
            <a:xfrm>
              <a:off x="4405360" y="3112169"/>
              <a:ext cx="3276704" cy="4011341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597846" y="2421420"/>
            <a:ext cx="502789" cy="453321"/>
            <a:chOff x="5424755" y="1340768"/>
            <a:chExt cx="670560" cy="604586"/>
          </a:xfrm>
        </p:grpSpPr>
        <p:grpSp>
          <p:nvGrpSpPr>
            <p:cNvPr id="53" name="组合 52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55" name="组合 54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6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6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6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54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63" name="矩形 62"/>
          <p:cNvSpPr/>
          <p:nvPr/>
        </p:nvSpPr>
        <p:spPr>
          <a:xfrm>
            <a:off x="6237082" y="2305027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5597846" y="3555250"/>
            <a:ext cx="502789" cy="453321"/>
            <a:chOff x="5424755" y="1340768"/>
            <a:chExt cx="670560" cy="604586"/>
          </a:xfrm>
        </p:grpSpPr>
        <p:grpSp>
          <p:nvGrpSpPr>
            <p:cNvPr id="65" name="组合 6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67" name="组合 6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7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7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6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66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5" name="矩形 74"/>
          <p:cNvSpPr/>
          <p:nvPr/>
        </p:nvSpPr>
        <p:spPr>
          <a:xfrm>
            <a:off x="6237082" y="3438858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47"/>
          <p:cNvSpPr>
            <a:spLocks noChangeArrowheads="1"/>
          </p:cNvSpPr>
          <p:nvPr/>
        </p:nvSpPr>
        <p:spPr bwMode="auto">
          <a:xfrm>
            <a:off x="6237082" y="3681043"/>
            <a:ext cx="2060361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2929878" y="3058128"/>
            <a:ext cx="502789" cy="453321"/>
            <a:chOff x="5424755" y="1340768"/>
            <a:chExt cx="670560" cy="604586"/>
          </a:xfrm>
        </p:grpSpPr>
        <p:grpSp>
          <p:nvGrpSpPr>
            <p:cNvPr id="78" name="组合 77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80" name="组合 7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8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8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8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79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85" name="矩形 84"/>
          <p:cNvSpPr/>
          <p:nvPr/>
        </p:nvSpPr>
        <p:spPr>
          <a:xfrm>
            <a:off x="900548" y="289615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47"/>
          <p:cNvSpPr>
            <a:spLocks noChangeArrowheads="1"/>
          </p:cNvSpPr>
          <p:nvPr/>
        </p:nvSpPr>
        <p:spPr bwMode="auto">
          <a:xfrm>
            <a:off x="900548" y="3138337"/>
            <a:ext cx="2051694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87" name="组合 86"/>
          <p:cNvGrpSpPr/>
          <p:nvPr/>
        </p:nvGrpSpPr>
        <p:grpSpPr>
          <a:xfrm>
            <a:off x="5759822" y="1569982"/>
            <a:ext cx="208734" cy="138347"/>
            <a:chOff x="9482595" y="2565731"/>
            <a:chExt cx="278384" cy="184511"/>
          </a:xfrm>
        </p:grpSpPr>
        <p:sp>
          <p:nvSpPr>
            <p:cNvPr id="88" name="椭圆 87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89" name="椭圆 88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75" grpId="0"/>
      <p:bldP spid="76" grpId="0"/>
      <p:bldP spid="85" grpId="0"/>
      <p:bldP spid="8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0" y="1978413"/>
            <a:ext cx="2789599" cy="12152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9" name="组合 158"/>
          <p:cNvGrpSpPr/>
          <p:nvPr/>
        </p:nvGrpSpPr>
        <p:grpSpPr>
          <a:xfrm>
            <a:off x="2064628" y="1988867"/>
            <a:ext cx="1384430" cy="1248221"/>
            <a:chOff x="3720691" y="2824413"/>
            <a:chExt cx="1341120" cy="1209172"/>
          </a:xfrm>
        </p:grpSpPr>
        <p:sp>
          <p:nvSpPr>
            <p:cNvPr id="16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6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62" name="Freeform 5"/>
          <p:cNvSpPr/>
          <p:nvPr/>
        </p:nvSpPr>
        <p:spPr bwMode="auto">
          <a:xfrm rot="1855731">
            <a:off x="2159429" y="2074341"/>
            <a:ext cx="1194827" cy="1077274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169" name="组合 168"/>
          <p:cNvGrpSpPr/>
          <p:nvPr/>
        </p:nvGrpSpPr>
        <p:grpSpPr>
          <a:xfrm>
            <a:off x="3350801" y="2079269"/>
            <a:ext cx="208734" cy="138347"/>
            <a:chOff x="9482595" y="2565731"/>
            <a:chExt cx="278384" cy="184511"/>
          </a:xfrm>
        </p:grpSpPr>
        <p:sp>
          <p:nvSpPr>
            <p:cNvPr id="170" name="椭圆 169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71" name="椭圆 170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6" name="圆角矩形 15"/>
          <p:cNvSpPr/>
          <p:nvPr/>
        </p:nvSpPr>
        <p:spPr>
          <a:xfrm>
            <a:off x="4086072" y="1950849"/>
            <a:ext cx="4913267" cy="1215263"/>
          </a:xfrm>
          <a:prstGeom prst="round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C0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03935" y="1950849"/>
            <a:ext cx="4157379" cy="1215263"/>
          </a:xfrm>
          <a:prstGeom prst="rect">
            <a:avLst/>
          </a:prstGeom>
          <a:solidFill>
            <a:srgbClr val="5B5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TextBox 17"/>
          <p:cNvSpPr txBox="1"/>
          <p:nvPr/>
        </p:nvSpPr>
        <p:spPr>
          <a:xfrm flipH="1">
            <a:off x="4410024" y="2091923"/>
            <a:ext cx="269960" cy="845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950" b="1" dirty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4</a:t>
            </a:r>
            <a:endParaRPr lang="id-ID" sz="4950" b="1" dirty="0">
              <a:solidFill>
                <a:schemeClr val="bg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9" name="文本框 9"/>
          <p:cNvSpPr txBox="1"/>
          <p:nvPr/>
        </p:nvSpPr>
        <p:spPr>
          <a:xfrm>
            <a:off x="5219903" y="2004841"/>
            <a:ext cx="2051694" cy="39306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21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成果应用</a:t>
            </a:r>
            <a:endParaRPr lang="zh-CN" altLang="en-US" sz="2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276508" y="2436776"/>
            <a:ext cx="1077226" cy="171450"/>
            <a:chOff x="4369395" y="3284984"/>
            <a:chExt cx="1436675" cy="228660"/>
          </a:xfrm>
        </p:grpSpPr>
        <p:sp>
          <p:nvSpPr>
            <p:cNvPr id="21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可行性论证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356347" y="2436776"/>
            <a:ext cx="1077226" cy="171450"/>
            <a:chOff x="4369395" y="3284984"/>
            <a:chExt cx="1436675" cy="228660"/>
          </a:xfrm>
        </p:grpSpPr>
        <p:sp>
          <p:nvSpPr>
            <p:cNvPr id="26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应用前景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7436185" y="2436776"/>
            <a:ext cx="1293193" cy="171450"/>
            <a:chOff x="4369395" y="3284984"/>
            <a:chExt cx="1724707" cy="228660"/>
          </a:xfrm>
        </p:grpSpPr>
        <p:sp>
          <p:nvSpPr>
            <p:cNvPr id="31" name="文本框 9"/>
            <p:cNvSpPr txBox="1"/>
            <p:nvPr/>
          </p:nvSpPr>
          <p:spPr>
            <a:xfrm>
              <a:off x="4581935" y="3284984"/>
              <a:ext cx="1512167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前景分析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5273895" y="2637263"/>
            <a:ext cx="1077226" cy="171450"/>
            <a:chOff x="4369395" y="3284984"/>
            <a:chExt cx="1436675" cy="228660"/>
          </a:xfrm>
        </p:grpSpPr>
        <p:sp>
          <p:nvSpPr>
            <p:cNvPr id="50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案例对比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6353734" y="2637263"/>
            <a:ext cx="1077226" cy="171450"/>
            <a:chOff x="4369395" y="3284984"/>
            <a:chExt cx="1436675" cy="228660"/>
          </a:xfrm>
        </p:grpSpPr>
        <p:sp>
          <p:nvSpPr>
            <p:cNvPr id="56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难点评估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58" name="椭圆 5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等腰三角形 5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7433572" y="2637263"/>
            <a:ext cx="1293193" cy="171450"/>
            <a:chOff x="4369395" y="3284984"/>
            <a:chExt cx="1724707" cy="228660"/>
          </a:xfrm>
        </p:grpSpPr>
        <p:sp>
          <p:nvSpPr>
            <p:cNvPr id="61" name="文本框 9"/>
            <p:cNvSpPr txBox="1"/>
            <p:nvPr/>
          </p:nvSpPr>
          <p:spPr>
            <a:xfrm>
              <a:off x="4581935" y="3284984"/>
              <a:ext cx="1512167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相关对策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4" name="椭圆 63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等腰三角形 64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5" name="Freeform 9"/>
          <p:cNvSpPr>
            <a:spLocks noEditPoints="1"/>
          </p:cNvSpPr>
          <p:nvPr/>
        </p:nvSpPr>
        <p:spPr bwMode="auto">
          <a:xfrm rot="19469485">
            <a:off x="2427150" y="2247010"/>
            <a:ext cx="659384" cy="702614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5273895" y="2842595"/>
            <a:ext cx="1077226" cy="171450"/>
            <a:chOff x="4369395" y="3284984"/>
            <a:chExt cx="1436675" cy="228660"/>
          </a:xfrm>
        </p:grpSpPr>
        <p:sp>
          <p:nvSpPr>
            <p:cNvPr id="67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未来发展趋势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等腰三角形 69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1" name="组合 70"/>
          <p:cNvGrpSpPr/>
          <p:nvPr/>
        </p:nvGrpSpPr>
        <p:grpSpPr>
          <a:xfrm>
            <a:off x="6353734" y="2842595"/>
            <a:ext cx="1077226" cy="171450"/>
            <a:chOff x="4369395" y="3284984"/>
            <a:chExt cx="1436675" cy="228660"/>
          </a:xfrm>
        </p:grpSpPr>
        <p:sp>
          <p:nvSpPr>
            <p:cNvPr id="72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重点分布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74" name="椭圆 73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等腰三角形 74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ldLvl="0" animBg="1"/>
      <p:bldP spid="162" grpId="0" bldLvl="0" animBg="1"/>
      <p:bldP spid="16" grpId="0" bldLvl="0" animBg="1"/>
      <p:bldP spid="17" grpId="0" bldLvl="0" animBg="1"/>
      <p:bldP spid="18" grpId="0"/>
      <p:bldP spid="19" grpId="0"/>
      <p:bldP spid="55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可行性论证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26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6" name="Freeform 9"/>
          <p:cNvSpPr>
            <a:spLocks noEditPoints="1"/>
          </p:cNvSpPr>
          <p:nvPr/>
        </p:nvSpPr>
        <p:spPr bwMode="auto">
          <a:xfrm rot="19469485">
            <a:off x="538712" y="241453"/>
            <a:ext cx="251789" cy="268296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5126258" y="2101578"/>
            <a:ext cx="353543" cy="318759"/>
            <a:chOff x="3720691" y="2824413"/>
            <a:chExt cx="1341120" cy="1209172"/>
          </a:xfrm>
        </p:grpSpPr>
        <p:sp>
          <p:nvSpPr>
            <p:cNvPr id="58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59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284456" y="1323502"/>
            <a:ext cx="1201763" cy="1083526"/>
            <a:chOff x="4702856" y="2924944"/>
            <a:chExt cx="1401009" cy="1263169"/>
          </a:xfrm>
        </p:grpSpPr>
        <p:grpSp>
          <p:nvGrpSpPr>
            <p:cNvPr id="61" name="组合 60"/>
            <p:cNvGrpSpPr/>
            <p:nvPr/>
          </p:nvGrpSpPr>
          <p:grpSpPr>
            <a:xfrm>
              <a:off x="4702856" y="2924944"/>
              <a:ext cx="1401009" cy="1263169"/>
              <a:chOff x="5424755" y="1340768"/>
              <a:chExt cx="670560" cy="604586"/>
            </a:xfrm>
          </p:grpSpPr>
          <p:grpSp>
            <p:nvGrpSpPr>
              <p:cNvPr id="63" name="组合 62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68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70" name="Freeform 5"/>
                <p:cNvSpPr/>
                <p:nvPr/>
              </p:nvSpPr>
              <p:spPr bwMode="auto">
                <a:xfrm rot="1855731">
                  <a:off x="3764580" y="2863368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64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62" name="矩形 61"/>
            <p:cNvSpPr/>
            <p:nvPr/>
          </p:nvSpPr>
          <p:spPr>
            <a:xfrm>
              <a:off x="4749023" y="3356992"/>
              <a:ext cx="1296145" cy="335347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/>
            <a:p>
              <a:pPr algn="ctr"/>
              <a:r>
                <a:rPr lang="zh-CN" altLang="en-US" sz="1350" b="1" dirty="0" smtClean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647322" y="1822349"/>
            <a:ext cx="1045005" cy="942190"/>
            <a:chOff x="4702856" y="2924944"/>
            <a:chExt cx="1401009" cy="1263169"/>
          </a:xfrm>
        </p:grpSpPr>
        <p:grpSp>
          <p:nvGrpSpPr>
            <p:cNvPr id="72" name="组合 71"/>
            <p:cNvGrpSpPr/>
            <p:nvPr/>
          </p:nvGrpSpPr>
          <p:grpSpPr>
            <a:xfrm>
              <a:off x="4702856" y="2924944"/>
              <a:ext cx="1401009" cy="1263169"/>
              <a:chOff x="5424755" y="1340768"/>
              <a:chExt cx="670560" cy="604586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78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79" name="Freeform 5"/>
                <p:cNvSpPr/>
                <p:nvPr/>
              </p:nvSpPr>
              <p:spPr bwMode="auto">
                <a:xfrm rot="1855731">
                  <a:off x="3764580" y="2863368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77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75" name="矩形 74"/>
            <p:cNvSpPr/>
            <p:nvPr/>
          </p:nvSpPr>
          <p:spPr>
            <a:xfrm>
              <a:off x="4767661" y="3356992"/>
              <a:ext cx="1296145" cy="385651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/>
            <a:p>
              <a:pPr algn="ctr"/>
              <a:r>
                <a:rPr lang="zh-CN" altLang="en-US" sz="1350" b="1" dirty="0" smtClean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438169" y="2661748"/>
            <a:ext cx="353543" cy="318759"/>
            <a:chOff x="3720691" y="2824413"/>
            <a:chExt cx="1341120" cy="1209172"/>
          </a:xfrm>
        </p:grpSpPr>
        <p:sp>
          <p:nvSpPr>
            <p:cNvPr id="81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82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4529151" y="1191825"/>
            <a:ext cx="242492" cy="218634"/>
            <a:chOff x="3720691" y="2824413"/>
            <a:chExt cx="1341120" cy="1209172"/>
          </a:xfrm>
        </p:grpSpPr>
        <p:sp>
          <p:nvSpPr>
            <p:cNvPr id="8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8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723870" y="2470385"/>
            <a:ext cx="86719" cy="78187"/>
            <a:chOff x="3720691" y="2824413"/>
            <a:chExt cx="1341120" cy="1209172"/>
          </a:xfrm>
        </p:grpSpPr>
        <p:sp>
          <p:nvSpPr>
            <p:cNvPr id="8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8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cxnSp>
        <p:nvCxnSpPr>
          <p:cNvPr id="89" name="直接箭头连接符 88"/>
          <p:cNvCxnSpPr/>
          <p:nvPr/>
        </p:nvCxnSpPr>
        <p:spPr>
          <a:xfrm>
            <a:off x="5435870" y="1944306"/>
            <a:ext cx="1997703" cy="0"/>
          </a:xfrm>
          <a:prstGeom prst="straightConnector1">
            <a:avLst/>
          </a:prstGeom>
          <a:ln>
            <a:solidFill>
              <a:srgbClr val="414455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29"/>
          <p:cNvSpPr txBox="1"/>
          <p:nvPr/>
        </p:nvSpPr>
        <p:spPr>
          <a:xfrm flipH="1">
            <a:off x="5494649" y="1685063"/>
            <a:ext cx="204690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350" b="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55%</a:t>
            </a:r>
            <a:endParaRPr lang="zh-CN" altLang="en-US" sz="1350" b="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91" name="TextBox 30"/>
          <p:cNvSpPr txBox="1"/>
          <p:nvPr/>
        </p:nvSpPr>
        <p:spPr>
          <a:xfrm>
            <a:off x="5494649" y="1954660"/>
            <a:ext cx="2046908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>
            <a:off x="1710426" y="2058576"/>
            <a:ext cx="1997703" cy="0"/>
          </a:xfrm>
          <a:prstGeom prst="straightConnector1">
            <a:avLst/>
          </a:prstGeom>
          <a:ln>
            <a:solidFill>
              <a:srgbClr val="414455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29"/>
          <p:cNvSpPr txBox="1"/>
          <p:nvPr/>
        </p:nvSpPr>
        <p:spPr>
          <a:xfrm flipH="1">
            <a:off x="1710427" y="1793047"/>
            <a:ext cx="1985232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350" b="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45%</a:t>
            </a:r>
            <a:endParaRPr lang="zh-CN" altLang="en-US" sz="1350" b="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94" name="TextBox 30"/>
          <p:cNvSpPr txBox="1"/>
          <p:nvPr/>
        </p:nvSpPr>
        <p:spPr>
          <a:xfrm>
            <a:off x="1710427" y="2062644"/>
            <a:ext cx="2046908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5003935" y="1114418"/>
            <a:ext cx="208734" cy="138347"/>
            <a:chOff x="9482595" y="2565731"/>
            <a:chExt cx="278384" cy="184511"/>
          </a:xfrm>
        </p:grpSpPr>
        <p:sp>
          <p:nvSpPr>
            <p:cNvPr id="96" name="椭圆 95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7" name="椭圆 96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1017726" y="3209478"/>
            <a:ext cx="394805" cy="355962"/>
            <a:chOff x="5424755" y="1340768"/>
            <a:chExt cx="670560" cy="604586"/>
          </a:xfrm>
        </p:grpSpPr>
        <p:grpSp>
          <p:nvGrpSpPr>
            <p:cNvPr id="99" name="组合 9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0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0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0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03" name="文本框 9"/>
          <p:cNvSpPr txBox="1"/>
          <p:nvPr/>
        </p:nvSpPr>
        <p:spPr>
          <a:xfrm>
            <a:off x="1494459" y="3220103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104" name="直接连接符 103"/>
          <p:cNvCxnSpPr/>
          <p:nvPr/>
        </p:nvCxnSpPr>
        <p:spPr>
          <a:xfrm>
            <a:off x="1548451" y="3490063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/>
          <p:cNvGrpSpPr/>
          <p:nvPr/>
        </p:nvGrpSpPr>
        <p:grpSpPr>
          <a:xfrm>
            <a:off x="7779502" y="3392271"/>
            <a:ext cx="193989" cy="174903"/>
            <a:chOff x="3720691" y="2824413"/>
            <a:chExt cx="1341120" cy="1209172"/>
          </a:xfrm>
        </p:grpSpPr>
        <p:sp>
          <p:nvSpPr>
            <p:cNvPr id="10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0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1476027" y="3600702"/>
            <a:ext cx="6407261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8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4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960"/>
                            </p:stCondLst>
                            <p:childTnLst>
                              <p:par>
                                <p:cTn id="7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46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46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960"/>
                            </p:stCondLst>
                            <p:childTnLst>
                              <p:par>
                                <p:cTn id="9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46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90" grpId="0"/>
      <p:bldP spid="91" grpId="0"/>
      <p:bldP spid="93" grpId="0"/>
      <p:bldP spid="94" grpId="0"/>
      <p:bldP spid="103" grpId="0"/>
      <p:bldP spid="10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应用前景</a:t>
            </a: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</a:t>
            </a:r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7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6" name="Freeform 9"/>
          <p:cNvSpPr>
            <a:spLocks noEditPoints="1"/>
          </p:cNvSpPr>
          <p:nvPr/>
        </p:nvSpPr>
        <p:spPr bwMode="auto">
          <a:xfrm rot="19469485">
            <a:off x="538712" y="241453"/>
            <a:ext cx="251789" cy="268296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79143" y="1322373"/>
            <a:ext cx="900214" cy="900214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/>
          <p:nvPr/>
        </p:nvSpPr>
        <p:spPr>
          <a:xfrm>
            <a:off x="2257586" y="1322373"/>
            <a:ext cx="900214" cy="900214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矩形 15"/>
          <p:cNvSpPr/>
          <p:nvPr/>
        </p:nvSpPr>
        <p:spPr>
          <a:xfrm>
            <a:off x="3236028" y="1322373"/>
            <a:ext cx="900214" cy="900214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16"/>
          <p:cNvSpPr/>
          <p:nvPr/>
        </p:nvSpPr>
        <p:spPr>
          <a:xfrm>
            <a:off x="1279143" y="2293453"/>
            <a:ext cx="900214" cy="900214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矩形 17"/>
          <p:cNvSpPr/>
          <p:nvPr/>
        </p:nvSpPr>
        <p:spPr>
          <a:xfrm>
            <a:off x="2257586" y="2293453"/>
            <a:ext cx="900214" cy="900214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矩形 18"/>
          <p:cNvSpPr/>
          <p:nvPr/>
        </p:nvSpPr>
        <p:spPr>
          <a:xfrm>
            <a:off x="3236028" y="2293453"/>
            <a:ext cx="900214" cy="900214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矩形 19"/>
          <p:cNvSpPr/>
          <p:nvPr/>
        </p:nvSpPr>
        <p:spPr>
          <a:xfrm>
            <a:off x="1279143" y="3264532"/>
            <a:ext cx="900214" cy="900214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矩形 20"/>
          <p:cNvSpPr/>
          <p:nvPr/>
        </p:nvSpPr>
        <p:spPr>
          <a:xfrm>
            <a:off x="2257586" y="3264532"/>
            <a:ext cx="900214" cy="900214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矩形 21"/>
          <p:cNvSpPr/>
          <p:nvPr/>
        </p:nvSpPr>
        <p:spPr>
          <a:xfrm>
            <a:off x="3236028" y="3264532"/>
            <a:ext cx="900214" cy="900214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矩形 22"/>
          <p:cNvSpPr/>
          <p:nvPr/>
        </p:nvSpPr>
        <p:spPr>
          <a:xfrm>
            <a:off x="1279143" y="1322373"/>
            <a:ext cx="901565" cy="901565"/>
          </a:xfrm>
          <a:prstGeom prst="rect">
            <a:avLst/>
          </a:prstGeom>
          <a:blipFill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矩形 23"/>
          <p:cNvSpPr/>
          <p:nvPr/>
        </p:nvSpPr>
        <p:spPr>
          <a:xfrm>
            <a:off x="2256234" y="2292102"/>
            <a:ext cx="901565" cy="901565"/>
          </a:xfrm>
          <a:prstGeom prst="rect">
            <a:avLst/>
          </a:prstGeom>
          <a:blipFill>
            <a:blip r:embed="rId4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矩形 24"/>
          <p:cNvSpPr/>
          <p:nvPr/>
        </p:nvSpPr>
        <p:spPr>
          <a:xfrm>
            <a:off x="3234676" y="1322373"/>
            <a:ext cx="901565" cy="901565"/>
          </a:xfrm>
          <a:prstGeom prst="rect">
            <a:avLst/>
          </a:prstGeom>
          <a:blipFill>
            <a:blip r:embed="rId5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矩形 25"/>
          <p:cNvSpPr/>
          <p:nvPr/>
        </p:nvSpPr>
        <p:spPr>
          <a:xfrm>
            <a:off x="3234676" y="3263181"/>
            <a:ext cx="901565" cy="901565"/>
          </a:xfrm>
          <a:prstGeom prst="rect">
            <a:avLst/>
          </a:prstGeom>
          <a:blipFill>
            <a:blip r:embed="rId6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矩形 26"/>
          <p:cNvSpPr/>
          <p:nvPr/>
        </p:nvSpPr>
        <p:spPr>
          <a:xfrm>
            <a:off x="1279143" y="3263181"/>
            <a:ext cx="901565" cy="901565"/>
          </a:xfrm>
          <a:prstGeom prst="rect">
            <a:avLst/>
          </a:prstGeom>
          <a:blipFill>
            <a:blip r:embed="rId7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线形标注 2(带强调线) 2"/>
          <p:cNvSpPr/>
          <p:nvPr/>
        </p:nvSpPr>
        <p:spPr bwMode="auto">
          <a:xfrm>
            <a:off x="4887778" y="1367480"/>
            <a:ext cx="3257815" cy="428099"/>
          </a:xfrm>
          <a:prstGeom prst="accentCallout2">
            <a:avLst>
              <a:gd name="adj1" fmla="val 21366"/>
              <a:gd name="adj2" fmla="val -1991"/>
              <a:gd name="adj3" fmla="val 18745"/>
              <a:gd name="adj4" fmla="val -80296"/>
              <a:gd name="adj5" fmla="val 71150"/>
              <a:gd name="adj6" fmla="val -91293"/>
            </a:avLst>
          </a:prstGeom>
          <a:noFill/>
          <a:ln w="15875" cmpd="sng">
            <a:solidFill>
              <a:schemeClr val="bg1">
                <a:lumMod val="50000"/>
              </a:schemeClr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56625" tIns="28312" rIns="56625" bIns="28312" anchor="ctr"/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说明，在此录入上述图表的综合描述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说明。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线形标注 2(带强调线) 3"/>
          <p:cNvSpPr/>
          <p:nvPr/>
        </p:nvSpPr>
        <p:spPr bwMode="auto">
          <a:xfrm>
            <a:off x="4887778" y="1936933"/>
            <a:ext cx="3257814" cy="429498"/>
          </a:xfrm>
          <a:prstGeom prst="accentCallout2">
            <a:avLst>
              <a:gd name="adj1" fmla="val 21366"/>
              <a:gd name="adj2" fmla="val -1991"/>
              <a:gd name="adj3" fmla="val 20681"/>
              <a:gd name="adj4" fmla="val -22926"/>
              <a:gd name="adj5" fmla="val -26193"/>
              <a:gd name="adj6" fmla="val -33071"/>
            </a:avLst>
          </a:prstGeom>
          <a:noFill/>
          <a:ln w="15875" cmpd="sng">
            <a:solidFill>
              <a:schemeClr val="bg1">
                <a:lumMod val="50000"/>
              </a:schemeClr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56625" tIns="28312" rIns="56625" bIns="28312" anchor="ctr"/>
          <a:lstStyle/>
          <a:p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说明，在此录入上述图表的综合描述说明。</a:t>
            </a:r>
          </a:p>
        </p:txBody>
      </p:sp>
      <p:sp>
        <p:nvSpPr>
          <p:cNvPr id="30" name="线形标注 2(带强调线) 4"/>
          <p:cNvSpPr/>
          <p:nvPr/>
        </p:nvSpPr>
        <p:spPr bwMode="auto">
          <a:xfrm>
            <a:off x="4887778" y="2499909"/>
            <a:ext cx="3257814" cy="429498"/>
          </a:xfrm>
          <a:prstGeom prst="accentCallout2">
            <a:avLst>
              <a:gd name="adj1" fmla="val 21366"/>
              <a:gd name="adj2" fmla="val -1991"/>
              <a:gd name="adj3" fmla="val 22171"/>
              <a:gd name="adj4" fmla="val -43032"/>
              <a:gd name="adj5" fmla="val 22153"/>
              <a:gd name="adj6" fmla="val -59153"/>
            </a:avLst>
          </a:prstGeom>
          <a:noFill/>
          <a:ln w="15875" cmpd="sng">
            <a:solidFill>
              <a:schemeClr val="bg1">
                <a:lumMod val="50000"/>
              </a:schemeClr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56625" tIns="28312" rIns="56625" bIns="28312" anchor="ctr"/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说明，在此录入上述图表的综合描述说明。</a:t>
            </a:r>
          </a:p>
        </p:txBody>
      </p:sp>
      <p:sp>
        <p:nvSpPr>
          <p:cNvPr id="31" name="线形标注 2(带强调线) 5"/>
          <p:cNvSpPr/>
          <p:nvPr/>
        </p:nvSpPr>
        <p:spPr bwMode="auto">
          <a:xfrm>
            <a:off x="4887778" y="3070657"/>
            <a:ext cx="3257815" cy="428099"/>
          </a:xfrm>
          <a:prstGeom prst="accentCallout2">
            <a:avLst>
              <a:gd name="adj1" fmla="val 61112"/>
              <a:gd name="adj2" fmla="val -1968"/>
              <a:gd name="adj3" fmla="val 65431"/>
              <a:gd name="adj4" fmla="val -83939"/>
              <a:gd name="adj5" fmla="val 111780"/>
              <a:gd name="adj6" fmla="val -90238"/>
            </a:avLst>
          </a:prstGeom>
          <a:noFill/>
          <a:ln w="15875" cmpd="sng">
            <a:solidFill>
              <a:schemeClr val="bg1">
                <a:lumMod val="50000"/>
              </a:schemeClr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56625" tIns="28312" rIns="56625" bIns="28312" anchor="ctr"/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说明，在此录入上述图表的综合描述说明。</a:t>
            </a:r>
          </a:p>
        </p:txBody>
      </p:sp>
      <p:sp>
        <p:nvSpPr>
          <p:cNvPr id="32" name="线形标注 2(带强调线) 6"/>
          <p:cNvSpPr/>
          <p:nvPr/>
        </p:nvSpPr>
        <p:spPr bwMode="auto">
          <a:xfrm>
            <a:off x="4887779" y="3640110"/>
            <a:ext cx="3257814" cy="429498"/>
          </a:xfrm>
          <a:prstGeom prst="accentCallout2">
            <a:avLst>
              <a:gd name="adj1" fmla="val 21366"/>
              <a:gd name="adj2" fmla="val -1991"/>
              <a:gd name="adj3" fmla="val 22616"/>
              <a:gd name="adj4" fmla="val -23181"/>
              <a:gd name="adj5" fmla="val -39750"/>
              <a:gd name="adj6" fmla="val -31556"/>
            </a:avLst>
          </a:prstGeom>
          <a:noFill/>
          <a:ln w="15875" cmpd="sng">
            <a:solidFill>
              <a:schemeClr val="bg1">
                <a:lumMod val="50000"/>
              </a:schemeClr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56625" tIns="28312" rIns="56625" bIns="28312" anchor="ctr"/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</a:t>
            </a: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的描述</a:t>
            </a:r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说明，在此录入上述图表的综合描述说明。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4140064" y="1192038"/>
            <a:ext cx="208734" cy="138347"/>
            <a:chOff x="9482595" y="2565731"/>
            <a:chExt cx="278384" cy="184511"/>
          </a:xfrm>
        </p:grpSpPr>
        <p:sp>
          <p:nvSpPr>
            <p:cNvPr id="34" name="椭圆 33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5" name="椭圆 34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3" presetClass="entr" presetSubtype="52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1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1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1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1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1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1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6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3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1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0" presetID="2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6" presetClass="emph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3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1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6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6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6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6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600"/>
                            </p:stCondLst>
                            <p:childTnLst>
                              <p:par>
                                <p:cTn id="1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14" grpId="0" bldLvl="0" animBg="1"/>
      <p:bldP spid="14" grpId="1" bldLvl="0" animBg="1"/>
      <p:bldP spid="15" grpId="0" bldLvl="0" animBg="1"/>
      <p:bldP spid="15" grpId="1" bldLvl="0" animBg="1"/>
      <p:bldP spid="16" grpId="0" bldLvl="0" animBg="1"/>
      <p:bldP spid="16" grpId="1" bldLvl="0" animBg="1"/>
      <p:bldP spid="17" grpId="0" bldLvl="0" animBg="1"/>
      <p:bldP spid="17" grpId="1" bldLvl="0" animBg="1"/>
      <p:bldP spid="18" grpId="0" bldLvl="0" animBg="1"/>
      <p:bldP spid="18" grpId="1" bldLvl="0" animBg="1"/>
      <p:bldP spid="19" grpId="0" bldLvl="0" animBg="1"/>
      <p:bldP spid="19" grpId="1" bldLvl="0" animBg="1"/>
      <p:bldP spid="20" grpId="0" bldLvl="0" animBg="1"/>
      <p:bldP spid="20" grpId="1" bldLvl="0" animBg="1"/>
      <p:bldP spid="21" grpId="0" bldLvl="0" animBg="1"/>
      <p:bldP spid="21" grpId="1" bldLvl="0" animBg="1"/>
      <p:bldP spid="22" grpId="0" bldLvl="0" animBg="1"/>
      <p:bldP spid="22" grpId="1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前景分析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28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6" name="Freeform 9"/>
          <p:cNvSpPr>
            <a:spLocks noEditPoints="1"/>
          </p:cNvSpPr>
          <p:nvPr/>
        </p:nvSpPr>
        <p:spPr bwMode="auto">
          <a:xfrm rot="19469485">
            <a:off x="538712" y="241453"/>
            <a:ext cx="251789" cy="268296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332483" y="1383115"/>
            <a:ext cx="1187823" cy="1187823"/>
            <a:chOff x="1057027" y="2420888"/>
            <a:chExt cx="864096" cy="864096"/>
          </a:xfrm>
        </p:grpSpPr>
        <p:sp>
          <p:nvSpPr>
            <p:cNvPr id="15" name="椭圆 14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6" name="椭圆 15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7" name="椭圆 16"/>
          <p:cNvSpPr/>
          <p:nvPr/>
        </p:nvSpPr>
        <p:spPr>
          <a:xfrm>
            <a:off x="1509201" y="1559410"/>
            <a:ext cx="835232" cy="835232"/>
          </a:xfrm>
          <a:prstGeom prst="ellipse">
            <a:avLst/>
          </a:prstGeom>
          <a:noFill/>
          <a:ln w="190500">
            <a:solidFill>
              <a:schemeClr val="bg1">
                <a:lumMod val="50000"/>
                <a:alpha val="5019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弧形 17"/>
          <p:cNvSpPr/>
          <p:nvPr/>
        </p:nvSpPr>
        <p:spPr>
          <a:xfrm>
            <a:off x="1509201" y="1559410"/>
            <a:ext cx="835232" cy="835232"/>
          </a:xfrm>
          <a:prstGeom prst="arc">
            <a:avLst>
              <a:gd name="adj1" fmla="val 12287900"/>
              <a:gd name="adj2" fmla="val 1569112"/>
            </a:avLst>
          </a:prstGeom>
          <a:ln w="190500"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文本框 9"/>
          <p:cNvSpPr txBox="1"/>
          <p:nvPr/>
        </p:nvSpPr>
        <p:spPr>
          <a:xfrm>
            <a:off x="1550616" y="1856306"/>
            <a:ext cx="755887" cy="27940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sz="150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50%</a:t>
            </a:r>
            <a:endParaRPr lang="zh-CN" altLang="en-US" sz="150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630455" y="1382651"/>
            <a:ext cx="193989" cy="174903"/>
            <a:chOff x="3720691" y="2824413"/>
            <a:chExt cx="1341120" cy="1209172"/>
          </a:xfrm>
        </p:grpSpPr>
        <p:sp>
          <p:nvSpPr>
            <p:cNvPr id="21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2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2692606" y="1569996"/>
            <a:ext cx="1788668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矩形 47"/>
          <p:cNvSpPr>
            <a:spLocks noChangeArrowheads="1"/>
          </p:cNvSpPr>
          <p:nvPr/>
        </p:nvSpPr>
        <p:spPr bwMode="auto">
          <a:xfrm>
            <a:off x="2692091" y="1812182"/>
            <a:ext cx="2098042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943963" y="1384378"/>
            <a:ext cx="1187823" cy="1187823"/>
            <a:chOff x="1057027" y="2420888"/>
            <a:chExt cx="864096" cy="864096"/>
          </a:xfrm>
        </p:grpSpPr>
        <p:sp>
          <p:nvSpPr>
            <p:cNvPr id="26" name="椭圆 25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椭圆 26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8" name="椭圆 27"/>
          <p:cNvSpPr/>
          <p:nvPr/>
        </p:nvSpPr>
        <p:spPr>
          <a:xfrm>
            <a:off x="5120258" y="1569996"/>
            <a:ext cx="835232" cy="835232"/>
          </a:xfrm>
          <a:prstGeom prst="ellipse">
            <a:avLst/>
          </a:prstGeom>
          <a:noFill/>
          <a:ln w="190500">
            <a:solidFill>
              <a:schemeClr val="bg1">
                <a:lumMod val="50000"/>
                <a:alpha val="5019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弧形 28"/>
          <p:cNvSpPr/>
          <p:nvPr/>
        </p:nvSpPr>
        <p:spPr>
          <a:xfrm>
            <a:off x="5120258" y="1569996"/>
            <a:ext cx="835232" cy="835232"/>
          </a:xfrm>
          <a:prstGeom prst="arc">
            <a:avLst>
              <a:gd name="adj1" fmla="val 10413717"/>
              <a:gd name="adj2" fmla="val 1569112"/>
            </a:avLst>
          </a:prstGeom>
          <a:ln w="190500"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文本框 9"/>
          <p:cNvSpPr txBox="1"/>
          <p:nvPr/>
        </p:nvSpPr>
        <p:spPr>
          <a:xfrm>
            <a:off x="5162096" y="1857569"/>
            <a:ext cx="755887" cy="27940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sz="1500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6</a:t>
            </a:r>
            <a:r>
              <a:rPr lang="en-US" altLang="zh-CN" sz="150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0%</a:t>
            </a:r>
            <a:endParaRPr lang="zh-CN" altLang="en-US" sz="150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241935" y="1383913"/>
            <a:ext cx="193989" cy="174903"/>
            <a:chOff x="3720691" y="2824413"/>
            <a:chExt cx="1341120" cy="1209172"/>
          </a:xfrm>
        </p:grpSpPr>
        <p:sp>
          <p:nvSpPr>
            <p:cNvPr id="3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6304085" y="1571259"/>
            <a:ext cx="1788668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5" name="矩形 47"/>
          <p:cNvSpPr>
            <a:spLocks noChangeArrowheads="1"/>
          </p:cNvSpPr>
          <p:nvPr/>
        </p:nvSpPr>
        <p:spPr bwMode="auto">
          <a:xfrm>
            <a:off x="6303570" y="1813444"/>
            <a:ext cx="2098042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438169" y="3058592"/>
            <a:ext cx="1187823" cy="1187823"/>
            <a:chOff x="1057027" y="2420888"/>
            <a:chExt cx="864096" cy="864096"/>
          </a:xfrm>
        </p:grpSpPr>
        <p:sp>
          <p:nvSpPr>
            <p:cNvPr id="37" name="椭圆 36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8" name="椭圆 37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39" name="椭圆 38"/>
          <p:cNvSpPr/>
          <p:nvPr/>
        </p:nvSpPr>
        <p:spPr>
          <a:xfrm>
            <a:off x="3614887" y="3234887"/>
            <a:ext cx="835232" cy="835232"/>
          </a:xfrm>
          <a:prstGeom prst="ellipse">
            <a:avLst/>
          </a:prstGeom>
          <a:noFill/>
          <a:ln w="190500">
            <a:solidFill>
              <a:schemeClr val="bg1">
                <a:lumMod val="50000"/>
                <a:alpha val="5019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0" name="弧形 39"/>
          <p:cNvSpPr/>
          <p:nvPr/>
        </p:nvSpPr>
        <p:spPr>
          <a:xfrm>
            <a:off x="3614887" y="3234887"/>
            <a:ext cx="835232" cy="835232"/>
          </a:xfrm>
          <a:prstGeom prst="arc">
            <a:avLst>
              <a:gd name="adj1" fmla="val 4362280"/>
              <a:gd name="adj2" fmla="val 1569112"/>
            </a:avLst>
          </a:prstGeom>
          <a:ln w="190500">
            <a:solidFill>
              <a:srgbClr val="41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1" name="文本框 9"/>
          <p:cNvSpPr txBox="1"/>
          <p:nvPr/>
        </p:nvSpPr>
        <p:spPr>
          <a:xfrm>
            <a:off x="3656302" y="3531783"/>
            <a:ext cx="755887" cy="27940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sz="150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90%</a:t>
            </a:r>
            <a:endParaRPr lang="zh-CN" altLang="en-US" sz="150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736141" y="3058128"/>
            <a:ext cx="193989" cy="174903"/>
            <a:chOff x="3720691" y="2824413"/>
            <a:chExt cx="1341120" cy="1209172"/>
          </a:xfrm>
        </p:grpSpPr>
        <p:sp>
          <p:nvSpPr>
            <p:cNvPr id="43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4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4798291" y="3245473"/>
            <a:ext cx="1788668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6" name="矩形 47"/>
          <p:cNvSpPr>
            <a:spLocks noChangeArrowheads="1"/>
          </p:cNvSpPr>
          <p:nvPr/>
        </p:nvSpPr>
        <p:spPr bwMode="auto">
          <a:xfrm>
            <a:off x="4797776" y="3487659"/>
            <a:ext cx="2098042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248048" y="2919780"/>
            <a:ext cx="208734" cy="138347"/>
            <a:chOff x="9482595" y="2565731"/>
            <a:chExt cx="278384" cy="184511"/>
          </a:xfrm>
        </p:grpSpPr>
        <p:sp>
          <p:nvSpPr>
            <p:cNvPr id="48" name="椭圆 47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9" name="椭圆 48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5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000"/>
                            </p:stCondLst>
                            <p:childTnLst>
                              <p:par>
                                <p:cTn id="8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000"/>
                            </p:stCondLst>
                            <p:childTnLst>
                              <p:par>
                                <p:cTn id="9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000"/>
                            </p:stCondLst>
                            <p:childTnLst>
                              <p:par>
                                <p:cTn id="1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17" grpId="0" bldLvl="0" animBg="1"/>
      <p:bldP spid="18" grpId="0" bldLvl="0" animBg="1"/>
      <p:bldP spid="19" grpId="0"/>
      <p:bldP spid="23" grpId="0"/>
      <p:bldP spid="24" grpId="0"/>
      <p:bldP spid="28" grpId="0" bldLvl="0" animBg="1"/>
      <p:bldP spid="29" grpId="0" bldLvl="0" animBg="1"/>
      <p:bldP spid="30" grpId="0"/>
      <p:bldP spid="34" grpId="0"/>
      <p:bldP spid="35" grpId="0"/>
      <p:bldP spid="39" grpId="0" bldLvl="0" animBg="1"/>
      <p:bldP spid="40" grpId="0" bldLvl="0" animBg="1"/>
      <p:bldP spid="41" grpId="0"/>
      <p:bldP spid="45" grpId="0"/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案例对比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29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6" name="Freeform 9"/>
          <p:cNvSpPr>
            <a:spLocks noEditPoints="1"/>
          </p:cNvSpPr>
          <p:nvPr/>
        </p:nvSpPr>
        <p:spPr bwMode="auto">
          <a:xfrm rot="19469485">
            <a:off x="538712" y="241453"/>
            <a:ext cx="251789" cy="268296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088370" y="1384378"/>
            <a:ext cx="647903" cy="647903"/>
            <a:chOff x="1057027" y="2420888"/>
            <a:chExt cx="864096" cy="864096"/>
          </a:xfrm>
        </p:grpSpPr>
        <p:sp>
          <p:nvSpPr>
            <p:cNvPr id="15" name="椭圆 14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6" name="椭圆 15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7" name="Freeform 95"/>
          <p:cNvSpPr>
            <a:spLocks noEditPoints="1"/>
          </p:cNvSpPr>
          <p:nvPr/>
        </p:nvSpPr>
        <p:spPr bwMode="auto">
          <a:xfrm>
            <a:off x="2254628" y="1558124"/>
            <a:ext cx="315850" cy="314085"/>
          </a:xfrm>
          <a:custGeom>
            <a:avLst/>
            <a:gdLst>
              <a:gd name="T0" fmla="*/ 128 w 197"/>
              <a:gd name="T1" fmla="*/ 100 h 196"/>
              <a:gd name="T2" fmla="*/ 147 w 197"/>
              <a:gd name="T3" fmla="*/ 104 h 196"/>
              <a:gd name="T4" fmla="*/ 197 w 197"/>
              <a:gd name="T5" fmla="*/ 54 h 196"/>
              <a:gd name="T6" fmla="*/ 196 w 197"/>
              <a:gd name="T7" fmla="*/ 45 h 196"/>
              <a:gd name="T8" fmla="*/ 161 w 197"/>
              <a:gd name="T9" fmla="*/ 83 h 196"/>
              <a:gd name="T10" fmla="*/ 127 w 197"/>
              <a:gd name="T11" fmla="*/ 77 h 196"/>
              <a:gd name="T12" fmla="*/ 115 w 197"/>
              <a:gd name="T13" fmla="*/ 45 h 196"/>
              <a:gd name="T14" fmla="*/ 154 w 197"/>
              <a:gd name="T15" fmla="*/ 4 h 196"/>
              <a:gd name="T16" fmla="*/ 147 w 197"/>
              <a:gd name="T17" fmla="*/ 3 h 196"/>
              <a:gd name="T18" fmla="*/ 96 w 197"/>
              <a:gd name="T19" fmla="*/ 54 h 196"/>
              <a:gd name="T20" fmla="*/ 101 w 197"/>
              <a:gd name="T21" fmla="*/ 74 h 196"/>
              <a:gd name="T22" fmla="*/ 53 w 197"/>
              <a:gd name="T23" fmla="*/ 133 h 196"/>
              <a:gd name="T24" fmla="*/ 44 w 197"/>
              <a:gd name="T25" fmla="*/ 131 h 196"/>
              <a:gd name="T26" fmla="*/ 12 w 197"/>
              <a:gd name="T27" fmla="*/ 162 h 196"/>
              <a:gd name="T28" fmla="*/ 44 w 197"/>
              <a:gd name="T29" fmla="*/ 194 h 196"/>
              <a:gd name="T30" fmla="*/ 75 w 197"/>
              <a:gd name="T31" fmla="*/ 162 h 196"/>
              <a:gd name="T32" fmla="*/ 72 w 197"/>
              <a:gd name="T33" fmla="*/ 151 h 196"/>
              <a:gd name="T34" fmla="*/ 128 w 197"/>
              <a:gd name="T35" fmla="*/ 100 h 196"/>
              <a:gd name="T36" fmla="*/ 44 w 197"/>
              <a:gd name="T37" fmla="*/ 179 h 196"/>
              <a:gd name="T38" fmla="*/ 27 w 197"/>
              <a:gd name="T39" fmla="*/ 162 h 196"/>
              <a:gd name="T40" fmla="*/ 44 w 197"/>
              <a:gd name="T41" fmla="*/ 146 h 196"/>
              <a:gd name="T42" fmla="*/ 60 w 197"/>
              <a:gd name="T43" fmla="*/ 162 h 196"/>
              <a:gd name="T44" fmla="*/ 44 w 197"/>
              <a:gd name="T45" fmla="*/ 179 h 196"/>
              <a:gd name="T46" fmla="*/ 47 w 197"/>
              <a:gd name="T47" fmla="*/ 61 h 196"/>
              <a:gd name="T48" fmla="*/ 76 w 197"/>
              <a:gd name="T49" fmla="*/ 92 h 196"/>
              <a:gd name="T50" fmla="*/ 90 w 197"/>
              <a:gd name="T51" fmla="*/ 77 h 196"/>
              <a:gd name="T52" fmla="*/ 61 w 197"/>
              <a:gd name="T53" fmla="*/ 47 h 196"/>
              <a:gd name="T54" fmla="*/ 68 w 197"/>
              <a:gd name="T55" fmla="*/ 40 h 196"/>
              <a:gd name="T56" fmla="*/ 28 w 197"/>
              <a:gd name="T57" fmla="*/ 0 h 196"/>
              <a:gd name="T58" fmla="*/ 0 w 197"/>
              <a:gd name="T59" fmla="*/ 29 h 196"/>
              <a:gd name="T60" fmla="*/ 39 w 197"/>
              <a:gd name="T61" fmla="*/ 68 h 196"/>
              <a:gd name="T62" fmla="*/ 47 w 197"/>
              <a:gd name="T63" fmla="*/ 61 h 196"/>
              <a:gd name="T64" fmla="*/ 138 w 197"/>
              <a:gd name="T65" fmla="*/ 107 h 196"/>
              <a:gd name="T66" fmla="*/ 97 w 197"/>
              <a:gd name="T67" fmla="*/ 143 h 196"/>
              <a:gd name="T68" fmla="*/ 142 w 197"/>
              <a:gd name="T69" fmla="*/ 188 h 196"/>
              <a:gd name="T70" fmla="*/ 170 w 197"/>
              <a:gd name="T71" fmla="*/ 188 h 196"/>
              <a:gd name="T72" fmla="*/ 182 w 197"/>
              <a:gd name="T73" fmla="*/ 177 h 196"/>
              <a:gd name="T74" fmla="*/ 182 w 197"/>
              <a:gd name="T75" fmla="*/ 149 h 196"/>
              <a:gd name="T76" fmla="*/ 138 w 197"/>
              <a:gd name="T77" fmla="*/ 107 h 196"/>
              <a:gd name="T78" fmla="*/ 158 w 197"/>
              <a:gd name="T79" fmla="*/ 180 h 196"/>
              <a:gd name="T80" fmla="*/ 151 w 197"/>
              <a:gd name="T81" fmla="*/ 180 h 196"/>
              <a:gd name="T82" fmla="*/ 114 w 197"/>
              <a:gd name="T83" fmla="*/ 144 h 196"/>
              <a:gd name="T84" fmla="*/ 114 w 197"/>
              <a:gd name="T85" fmla="*/ 137 h 196"/>
              <a:gd name="T86" fmla="*/ 121 w 197"/>
              <a:gd name="T87" fmla="*/ 137 h 196"/>
              <a:gd name="T88" fmla="*/ 158 w 197"/>
              <a:gd name="T89" fmla="*/ 173 h 196"/>
              <a:gd name="T90" fmla="*/ 158 w 197"/>
              <a:gd name="T91" fmla="*/ 180 h 196"/>
              <a:gd name="T92" fmla="*/ 174 w 197"/>
              <a:gd name="T93" fmla="*/ 164 h 196"/>
              <a:gd name="T94" fmla="*/ 167 w 197"/>
              <a:gd name="T95" fmla="*/ 164 h 196"/>
              <a:gd name="T96" fmla="*/ 130 w 197"/>
              <a:gd name="T97" fmla="*/ 128 h 196"/>
              <a:gd name="T98" fmla="*/ 130 w 197"/>
              <a:gd name="T99" fmla="*/ 121 h 196"/>
              <a:gd name="T100" fmla="*/ 137 w 197"/>
              <a:gd name="T101" fmla="*/ 121 h 196"/>
              <a:gd name="T102" fmla="*/ 174 w 197"/>
              <a:gd name="T103" fmla="*/ 157 h 196"/>
              <a:gd name="T104" fmla="*/ 174 w 197"/>
              <a:gd name="T105" fmla="*/ 164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97" h="196">
                <a:moveTo>
                  <a:pt x="128" y="100"/>
                </a:moveTo>
                <a:cubicBezTo>
                  <a:pt x="134" y="103"/>
                  <a:pt x="140" y="104"/>
                  <a:pt x="147" y="104"/>
                </a:cubicBezTo>
                <a:cubicBezTo>
                  <a:pt x="175" y="104"/>
                  <a:pt x="197" y="82"/>
                  <a:pt x="197" y="54"/>
                </a:cubicBezTo>
                <a:cubicBezTo>
                  <a:pt x="197" y="51"/>
                  <a:pt x="197" y="48"/>
                  <a:pt x="196" y="45"/>
                </a:cubicBezTo>
                <a:cubicBezTo>
                  <a:pt x="161" y="83"/>
                  <a:pt x="161" y="83"/>
                  <a:pt x="161" y="83"/>
                </a:cubicBezTo>
                <a:cubicBezTo>
                  <a:pt x="127" y="77"/>
                  <a:pt x="127" y="77"/>
                  <a:pt x="127" y="77"/>
                </a:cubicBezTo>
                <a:cubicBezTo>
                  <a:pt x="115" y="45"/>
                  <a:pt x="115" y="45"/>
                  <a:pt x="115" y="45"/>
                </a:cubicBezTo>
                <a:cubicBezTo>
                  <a:pt x="154" y="4"/>
                  <a:pt x="154" y="4"/>
                  <a:pt x="154" y="4"/>
                </a:cubicBezTo>
                <a:cubicBezTo>
                  <a:pt x="152" y="3"/>
                  <a:pt x="149" y="3"/>
                  <a:pt x="147" y="3"/>
                </a:cubicBezTo>
                <a:cubicBezTo>
                  <a:pt x="119" y="3"/>
                  <a:pt x="96" y="26"/>
                  <a:pt x="96" y="54"/>
                </a:cubicBezTo>
                <a:cubicBezTo>
                  <a:pt x="96" y="61"/>
                  <a:pt x="98" y="68"/>
                  <a:pt x="101" y="74"/>
                </a:cubicBezTo>
                <a:cubicBezTo>
                  <a:pt x="85" y="101"/>
                  <a:pt x="62" y="124"/>
                  <a:pt x="53" y="133"/>
                </a:cubicBezTo>
                <a:cubicBezTo>
                  <a:pt x="50" y="132"/>
                  <a:pt x="47" y="131"/>
                  <a:pt x="44" y="131"/>
                </a:cubicBezTo>
                <a:cubicBezTo>
                  <a:pt x="26" y="131"/>
                  <a:pt x="12" y="145"/>
                  <a:pt x="12" y="162"/>
                </a:cubicBezTo>
                <a:cubicBezTo>
                  <a:pt x="12" y="180"/>
                  <a:pt x="26" y="194"/>
                  <a:pt x="44" y="194"/>
                </a:cubicBezTo>
                <a:cubicBezTo>
                  <a:pt x="61" y="194"/>
                  <a:pt x="75" y="180"/>
                  <a:pt x="75" y="162"/>
                </a:cubicBezTo>
                <a:cubicBezTo>
                  <a:pt x="75" y="158"/>
                  <a:pt x="74" y="154"/>
                  <a:pt x="72" y="151"/>
                </a:cubicBezTo>
                <a:cubicBezTo>
                  <a:pt x="79" y="141"/>
                  <a:pt x="98" y="119"/>
                  <a:pt x="128" y="100"/>
                </a:cubicBezTo>
                <a:close/>
                <a:moveTo>
                  <a:pt x="44" y="179"/>
                </a:moveTo>
                <a:cubicBezTo>
                  <a:pt x="34" y="179"/>
                  <a:pt x="27" y="172"/>
                  <a:pt x="27" y="162"/>
                </a:cubicBezTo>
                <a:cubicBezTo>
                  <a:pt x="27" y="153"/>
                  <a:pt x="34" y="146"/>
                  <a:pt x="44" y="146"/>
                </a:cubicBezTo>
                <a:cubicBezTo>
                  <a:pt x="53" y="146"/>
                  <a:pt x="60" y="153"/>
                  <a:pt x="60" y="162"/>
                </a:cubicBezTo>
                <a:cubicBezTo>
                  <a:pt x="60" y="172"/>
                  <a:pt x="53" y="179"/>
                  <a:pt x="44" y="179"/>
                </a:cubicBezTo>
                <a:close/>
                <a:moveTo>
                  <a:pt x="47" y="61"/>
                </a:moveTo>
                <a:cubicBezTo>
                  <a:pt x="76" y="92"/>
                  <a:pt x="76" y="92"/>
                  <a:pt x="76" y="92"/>
                </a:cubicBezTo>
                <a:cubicBezTo>
                  <a:pt x="90" y="77"/>
                  <a:pt x="90" y="77"/>
                  <a:pt x="90" y="77"/>
                </a:cubicBezTo>
                <a:cubicBezTo>
                  <a:pt x="61" y="47"/>
                  <a:pt x="61" y="47"/>
                  <a:pt x="61" y="47"/>
                </a:cubicBezTo>
                <a:cubicBezTo>
                  <a:pt x="68" y="40"/>
                  <a:pt x="68" y="40"/>
                  <a:pt x="68" y="40"/>
                </a:cubicBezTo>
                <a:cubicBezTo>
                  <a:pt x="28" y="0"/>
                  <a:pt x="28" y="0"/>
                  <a:pt x="28" y="0"/>
                </a:cubicBezTo>
                <a:cubicBezTo>
                  <a:pt x="0" y="29"/>
                  <a:pt x="0" y="29"/>
                  <a:pt x="0" y="29"/>
                </a:cubicBezTo>
                <a:cubicBezTo>
                  <a:pt x="39" y="68"/>
                  <a:pt x="39" y="68"/>
                  <a:pt x="39" y="68"/>
                </a:cubicBezTo>
                <a:lnTo>
                  <a:pt x="47" y="61"/>
                </a:lnTo>
                <a:close/>
                <a:moveTo>
                  <a:pt x="138" y="107"/>
                </a:moveTo>
                <a:cubicBezTo>
                  <a:pt x="138" y="107"/>
                  <a:pt x="114" y="114"/>
                  <a:pt x="97" y="143"/>
                </a:cubicBezTo>
                <a:cubicBezTo>
                  <a:pt x="97" y="141"/>
                  <a:pt x="142" y="188"/>
                  <a:pt x="142" y="188"/>
                </a:cubicBezTo>
                <a:cubicBezTo>
                  <a:pt x="150" y="196"/>
                  <a:pt x="163" y="196"/>
                  <a:pt x="170" y="188"/>
                </a:cubicBezTo>
                <a:cubicBezTo>
                  <a:pt x="182" y="177"/>
                  <a:pt x="182" y="177"/>
                  <a:pt x="182" y="177"/>
                </a:cubicBezTo>
                <a:cubicBezTo>
                  <a:pt x="189" y="169"/>
                  <a:pt x="189" y="156"/>
                  <a:pt x="182" y="149"/>
                </a:cubicBezTo>
                <a:lnTo>
                  <a:pt x="138" y="107"/>
                </a:lnTo>
                <a:close/>
                <a:moveTo>
                  <a:pt x="158" y="180"/>
                </a:moveTo>
                <a:cubicBezTo>
                  <a:pt x="156" y="182"/>
                  <a:pt x="153" y="182"/>
                  <a:pt x="151" y="180"/>
                </a:cubicBezTo>
                <a:cubicBezTo>
                  <a:pt x="114" y="144"/>
                  <a:pt x="114" y="144"/>
                  <a:pt x="114" y="144"/>
                </a:cubicBezTo>
                <a:cubicBezTo>
                  <a:pt x="112" y="142"/>
                  <a:pt x="112" y="139"/>
                  <a:pt x="114" y="137"/>
                </a:cubicBezTo>
                <a:cubicBezTo>
                  <a:pt x="116" y="135"/>
                  <a:pt x="120" y="135"/>
                  <a:pt x="121" y="137"/>
                </a:cubicBezTo>
                <a:cubicBezTo>
                  <a:pt x="158" y="173"/>
                  <a:pt x="158" y="173"/>
                  <a:pt x="158" y="173"/>
                </a:cubicBezTo>
                <a:cubicBezTo>
                  <a:pt x="160" y="175"/>
                  <a:pt x="160" y="178"/>
                  <a:pt x="158" y="180"/>
                </a:cubicBezTo>
                <a:close/>
                <a:moveTo>
                  <a:pt x="174" y="164"/>
                </a:moveTo>
                <a:cubicBezTo>
                  <a:pt x="172" y="166"/>
                  <a:pt x="169" y="166"/>
                  <a:pt x="167" y="164"/>
                </a:cubicBezTo>
                <a:cubicBezTo>
                  <a:pt x="130" y="128"/>
                  <a:pt x="130" y="128"/>
                  <a:pt x="130" y="128"/>
                </a:cubicBezTo>
                <a:cubicBezTo>
                  <a:pt x="128" y="126"/>
                  <a:pt x="128" y="123"/>
                  <a:pt x="130" y="121"/>
                </a:cubicBezTo>
                <a:cubicBezTo>
                  <a:pt x="132" y="119"/>
                  <a:pt x="136" y="119"/>
                  <a:pt x="137" y="121"/>
                </a:cubicBezTo>
                <a:cubicBezTo>
                  <a:pt x="174" y="157"/>
                  <a:pt x="174" y="157"/>
                  <a:pt x="174" y="157"/>
                </a:cubicBezTo>
                <a:cubicBezTo>
                  <a:pt x="176" y="159"/>
                  <a:pt x="176" y="162"/>
                  <a:pt x="174" y="164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18" name="矩形 17"/>
          <p:cNvSpPr/>
          <p:nvPr/>
        </p:nvSpPr>
        <p:spPr>
          <a:xfrm>
            <a:off x="1980387" y="2079312"/>
            <a:ext cx="1133831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矩形 47"/>
          <p:cNvSpPr>
            <a:spLocks noChangeArrowheads="1"/>
          </p:cNvSpPr>
          <p:nvPr/>
        </p:nvSpPr>
        <p:spPr bwMode="auto">
          <a:xfrm>
            <a:off x="1524367" y="2809152"/>
            <a:ext cx="188971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342732" y="2812021"/>
            <a:ext cx="0" cy="705542"/>
          </a:xfrm>
          <a:prstGeom prst="line">
            <a:avLst/>
          </a:prstGeom>
          <a:ln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533553" y="3351940"/>
            <a:ext cx="894334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410024" y="1384378"/>
            <a:ext cx="647903" cy="647903"/>
            <a:chOff x="1057027" y="2420888"/>
            <a:chExt cx="864096" cy="864096"/>
          </a:xfrm>
        </p:grpSpPr>
        <p:sp>
          <p:nvSpPr>
            <p:cNvPr id="23" name="椭圆 22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5" name="矩形 24"/>
          <p:cNvSpPr/>
          <p:nvPr/>
        </p:nvSpPr>
        <p:spPr>
          <a:xfrm>
            <a:off x="4302040" y="2079312"/>
            <a:ext cx="1133831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矩形 47"/>
          <p:cNvSpPr>
            <a:spLocks noChangeArrowheads="1"/>
          </p:cNvSpPr>
          <p:nvPr/>
        </p:nvSpPr>
        <p:spPr bwMode="auto">
          <a:xfrm>
            <a:off x="3891342" y="2809152"/>
            <a:ext cx="188971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3709706" y="2812021"/>
            <a:ext cx="0" cy="705542"/>
          </a:xfrm>
          <a:prstGeom prst="line">
            <a:avLst/>
          </a:prstGeom>
          <a:ln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900528" y="3351940"/>
            <a:ext cx="894334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Freeform 63"/>
          <p:cNvSpPr>
            <a:spLocks noEditPoints="1"/>
          </p:cNvSpPr>
          <p:nvPr/>
        </p:nvSpPr>
        <p:spPr bwMode="auto">
          <a:xfrm>
            <a:off x="4607791" y="1573112"/>
            <a:ext cx="286163" cy="299096"/>
          </a:xfrm>
          <a:custGeom>
            <a:avLst/>
            <a:gdLst>
              <a:gd name="T0" fmla="*/ 17 w 195"/>
              <a:gd name="T1" fmla="*/ 103 h 203"/>
              <a:gd name="T2" fmla="*/ 17 w 195"/>
              <a:gd name="T3" fmla="*/ 45 h 203"/>
              <a:gd name="T4" fmla="*/ 0 w 195"/>
              <a:gd name="T5" fmla="*/ 74 h 203"/>
              <a:gd name="T6" fmla="*/ 17 w 195"/>
              <a:gd name="T7" fmla="*/ 103 h 203"/>
              <a:gd name="T8" fmla="*/ 29 w 195"/>
              <a:gd name="T9" fmla="*/ 112 h 203"/>
              <a:gd name="T10" fmla="*/ 77 w 195"/>
              <a:gd name="T11" fmla="*/ 112 h 203"/>
              <a:gd name="T12" fmla="*/ 77 w 195"/>
              <a:gd name="T13" fmla="*/ 40 h 203"/>
              <a:gd name="T14" fmla="*/ 29 w 195"/>
              <a:gd name="T15" fmla="*/ 40 h 203"/>
              <a:gd name="T16" fmla="*/ 21 w 195"/>
              <a:gd name="T17" fmla="*/ 48 h 203"/>
              <a:gd name="T18" fmla="*/ 21 w 195"/>
              <a:gd name="T19" fmla="*/ 104 h 203"/>
              <a:gd name="T20" fmla="*/ 29 w 195"/>
              <a:gd name="T21" fmla="*/ 112 h 203"/>
              <a:gd name="T22" fmla="*/ 161 w 195"/>
              <a:gd name="T23" fmla="*/ 13 h 203"/>
              <a:gd name="T24" fmla="*/ 81 w 195"/>
              <a:gd name="T25" fmla="*/ 40 h 203"/>
              <a:gd name="T26" fmla="*/ 81 w 195"/>
              <a:gd name="T27" fmla="*/ 113 h 203"/>
              <a:gd name="T28" fmla="*/ 161 w 195"/>
              <a:gd name="T29" fmla="*/ 140 h 203"/>
              <a:gd name="T30" fmla="*/ 161 w 195"/>
              <a:gd name="T31" fmla="*/ 13 h 203"/>
              <a:gd name="T32" fmla="*/ 89 w 195"/>
              <a:gd name="T33" fmla="*/ 68 h 203"/>
              <a:gd name="T34" fmla="*/ 89 w 195"/>
              <a:gd name="T35" fmla="*/ 52 h 203"/>
              <a:gd name="T36" fmla="*/ 154 w 195"/>
              <a:gd name="T37" fmla="*/ 29 h 203"/>
              <a:gd name="T38" fmla="*/ 89 w 195"/>
              <a:gd name="T39" fmla="*/ 68 h 203"/>
              <a:gd name="T40" fmla="*/ 177 w 195"/>
              <a:gd name="T41" fmla="*/ 0 h 203"/>
              <a:gd name="T42" fmla="*/ 165 w 195"/>
              <a:gd name="T43" fmla="*/ 0 h 203"/>
              <a:gd name="T44" fmla="*/ 165 w 195"/>
              <a:gd name="T45" fmla="*/ 152 h 203"/>
              <a:gd name="T46" fmla="*/ 177 w 195"/>
              <a:gd name="T47" fmla="*/ 152 h 203"/>
              <a:gd name="T48" fmla="*/ 177 w 195"/>
              <a:gd name="T49" fmla="*/ 0 h 203"/>
              <a:gd name="T50" fmla="*/ 195 w 195"/>
              <a:gd name="T51" fmla="*/ 75 h 203"/>
              <a:gd name="T52" fmla="*/ 181 w 195"/>
              <a:gd name="T53" fmla="*/ 54 h 203"/>
              <a:gd name="T54" fmla="*/ 181 w 195"/>
              <a:gd name="T55" fmla="*/ 96 h 203"/>
              <a:gd name="T56" fmla="*/ 195 w 195"/>
              <a:gd name="T57" fmla="*/ 75 h 203"/>
              <a:gd name="T58" fmla="*/ 65 w 195"/>
              <a:gd name="T59" fmla="*/ 116 h 203"/>
              <a:gd name="T60" fmla="*/ 29 w 195"/>
              <a:gd name="T61" fmla="*/ 116 h 203"/>
              <a:gd name="T62" fmla="*/ 41 w 195"/>
              <a:gd name="T63" fmla="*/ 186 h 203"/>
              <a:gd name="T64" fmla="*/ 65 w 195"/>
              <a:gd name="T65" fmla="*/ 180 h 203"/>
              <a:gd name="T66" fmla="*/ 65 w 195"/>
              <a:gd name="T67" fmla="*/ 116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95" h="203">
                <a:moveTo>
                  <a:pt x="17" y="103"/>
                </a:moveTo>
                <a:cubicBezTo>
                  <a:pt x="17" y="45"/>
                  <a:pt x="17" y="45"/>
                  <a:pt x="17" y="45"/>
                </a:cubicBezTo>
                <a:cubicBezTo>
                  <a:pt x="7" y="48"/>
                  <a:pt x="0" y="60"/>
                  <a:pt x="0" y="74"/>
                </a:cubicBezTo>
                <a:cubicBezTo>
                  <a:pt x="0" y="88"/>
                  <a:pt x="7" y="100"/>
                  <a:pt x="17" y="103"/>
                </a:cubicBezTo>
                <a:close/>
                <a:moveTo>
                  <a:pt x="29" y="112"/>
                </a:moveTo>
                <a:cubicBezTo>
                  <a:pt x="77" y="112"/>
                  <a:pt x="77" y="112"/>
                  <a:pt x="77" y="112"/>
                </a:cubicBezTo>
                <a:cubicBezTo>
                  <a:pt x="77" y="40"/>
                  <a:pt x="77" y="40"/>
                  <a:pt x="77" y="40"/>
                </a:cubicBezTo>
                <a:cubicBezTo>
                  <a:pt x="29" y="40"/>
                  <a:pt x="29" y="40"/>
                  <a:pt x="29" y="40"/>
                </a:cubicBezTo>
                <a:cubicBezTo>
                  <a:pt x="24" y="40"/>
                  <a:pt x="21" y="44"/>
                  <a:pt x="21" y="48"/>
                </a:cubicBezTo>
                <a:cubicBezTo>
                  <a:pt x="21" y="104"/>
                  <a:pt x="21" y="104"/>
                  <a:pt x="21" y="104"/>
                </a:cubicBezTo>
                <a:cubicBezTo>
                  <a:pt x="21" y="109"/>
                  <a:pt x="24" y="112"/>
                  <a:pt x="29" y="112"/>
                </a:cubicBezTo>
                <a:close/>
                <a:moveTo>
                  <a:pt x="161" y="13"/>
                </a:moveTo>
                <a:cubicBezTo>
                  <a:pt x="161" y="13"/>
                  <a:pt x="122" y="40"/>
                  <a:pt x="81" y="40"/>
                </a:cubicBezTo>
                <a:cubicBezTo>
                  <a:pt x="81" y="57"/>
                  <a:pt x="81" y="107"/>
                  <a:pt x="81" y="113"/>
                </a:cubicBezTo>
                <a:cubicBezTo>
                  <a:pt x="122" y="113"/>
                  <a:pt x="161" y="140"/>
                  <a:pt x="161" y="140"/>
                </a:cubicBezTo>
                <a:lnTo>
                  <a:pt x="161" y="13"/>
                </a:lnTo>
                <a:close/>
                <a:moveTo>
                  <a:pt x="89" y="68"/>
                </a:moveTo>
                <a:cubicBezTo>
                  <a:pt x="89" y="52"/>
                  <a:pt x="89" y="52"/>
                  <a:pt x="89" y="52"/>
                </a:cubicBezTo>
                <a:cubicBezTo>
                  <a:pt x="89" y="52"/>
                  <a:pt x="124" y="54"/>
                  <a:pt x="154" y="29"/>
                </a:cubicBezTo>
                <a:cubicBezTo>
                  <a:pt x="154" y="53"/>
                  <a:pt x="89" y="68"/>
                  <a:pt x="89" y="68"/>
                </a:cubicBezTo>
                <a:close/>
                <a:moveTo>
                  <a:pt x="177" y="0"/>
                </a:moveTo>
                <a:cubicBezTo>
                  <a:pt x="165" y="0"/>
                  <a:pt x="165" y="0"/>
                  <a:pt x="165" y="0"/>
                </a:cubicBezTo>
                <a:cubicBezTo>
                  <a:pt x="165" y="152"/>
                  <a:pt x="165" y="152"/>
                  <a:pt x="165" y="152"/>
                </a:cubicBezTo>
                <a:cubicBezTo>
                  <a:pt x="177" y="152"/>
                  <a:pt x="177" y="152"/>
                  <a:pt x="177" y="152"/>
                </a:cubicBezTo>
                <a:lnTo>
                  <a:pt x="177" y="0"/>
                </a:lnTo>
                <a:close/>
                <a:moveTo>
                  <a:pt x="195" y="75"/>
                </a:moveTo>
                <a:cubicBezTo>
                  <a:pt x="195" y="66"/>
                  <a:pt x="189" y="58"/>
                  <a:pt x="181" y="54"/>
                </a:cubicBezTo>
                <a:cubicBezTo>
                  <a:pt x="181" y="96"/>
                  <a:pt x="181" y="96"/>
                  <a:pt x="181" y="96"/>
                </a:cubicBezTo>
                <a:cubicBezTo>
                  <a:pt x="189" y="92"/>
                  <a:pt x="195" y="84"/>
                  <a:pt x="195" y="75"/>
                </a:cubicBezTo>
                <a:close/>
                <a:moveTo>
                  <a:pt x="65" y="116"/>
                </a:moveTo>
                <a:cubicBezTo>
                  <a:pt x="62" y="116"/>
                  <a:pt x="29" y="116"/>
                  <a:pt x="29" y="116"/>
                </a:cubicBezTo>
                <a:cubicBezTo>
                  <a:pt x="29" y="116"/>
                  <a:pt x="27" y="161"/>
                  <a:pt x="41" y="186"/>
                </a:cubicBezTo>
                <a:cubicBezTo>
                  <a:pt x="59" y="203"/>
                  <a:pt x="67" y="185"/>
                  <a:pt x="65" y="180"/>
                </a:cubicBezTo>
                <a:cubicBezTo>
                  <a:pt x="63" y="175"/>
                  <a:pt x="51" y="135"/>
                  <a:pt x="65" y="11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30" name="组合 29"/>
          <p:cNvGrpSpPr/>
          <p:nvPr/>
        </p:nvGrpSpPr>
        <p:grpSpPr>
          <a:xfrm>
            <a:off x="6731677" y="1384378"/>
            <a:ext cx="647903" cy="647903"/>
            <a:chOff x="1057027" y="2420888"/>
            <a:chExt cx="864096" cy="864096"/>
          </a:xfrm>
        </p:grpSpPr>
        <p:sp>
          <p:nvSpPr>
            <p:cNvPr id="31" name="椭圆 30"/>
            <p:cNvSpPr/>
            <p:nvPr/>
          </p:nvSpPr>
          <p:spPr>
            <a:xfrm>
              <a:off x="1057027" y="2420888"/>
              <a:ext cx="864096" cy="864096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2" name="椭圆 31"/>
            <p:cNvSpPr/>
            <p:nvPr/>
          </p:nvSpPr>
          <p:spPr>
            <a:xfrm>
              <a:off x="1097531" y="2461084"/>
              <a:ext cx="783704" cy="783704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5400000" scaled="0"/>
            </a:gradFill>
            <a:ln>
              <a:noFill/>
            </a:ln>
            <a:effectLst>
              <a:outerShdw blurRad="190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33" name="矩形 32"/>
          <p:cNvSpPr/>
          <p:nvPr/>
        </p:nvSpPr>
        <p:spPr>
          <a:xfrm>
            <a:off x="6623693" y="2079312"/>
            <a:ext cx="1133831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237594" y="2566967"/>
            <a:ext cx="894334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5" name="矩形 47"/>
          <p:cNvSpPr>
            <a:spLocks noChangeArrowheads="1"/>
          </p:cNvSpPr>
          <p:nvPr/>
        </p:nvSpPr>
        <p:spPr bwMode="auto">
          <a:xfrm>
            <a:off x="6237079" y="2809152"/>
            <a:ext cx="188971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055443" y="2812021"/>
            <a:ext cx="0" cy="705542"/>
          </a:xfrm>
          <a:prstGeom prst="line">
            <a:avLst/>
          </a:prstGeom>
          <a:ln>
            <a:solidFill>
              <a:srgbClr val="4144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6246265" y="3351940"/>
            <a:ext cx="894334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矩形 47"/>
          <p:cNvSpPr>
            <a:spLocks noChangeArrowheads="1"/>
          </p:cNvSpPr>
          <p:nvPr/>
        </p:nvSpPr>
        <p:spPr bwMode="auto">
          <a:xfrm>
            <a:off x="6245750" y="3594126"/>
            <a:ext cx="188971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39" name="Freeform 77"/>
          <p:cNvSpPr>
            <a:spLocks noEditPoints="1"/>
          </p:cNvSpPr>
          <p:nvPr/>
        </p:nvSpPr>
        <p:spPr bwMode="auto">
          <a:xfrm>
            <a:off x="6946194" y="1573942"/>
            <a:ext cx="219331" cy="282448"/>
          </a:xfrm>
          <a:custGeom>
            <a:avLst/>
            <a:gdLst>
              <a:gd name="T0" fmla="*/ 153 w 154"/>
              <a:gd name="T1" fmla="*/ 85 h 197"/>
              <a:gd name="T2" fmla="*/ 78 w 154"/>
              <a:gd name="T3" fmla="*/ 197 h 197"/>
              <a:gd name="T4" fmla="*/ 3 w 154"/>
              <a:gd name="T5" fmla="*/ 101 h 197"/>
              <a:gd name="T6" fmla="*/ 0 w 154"/>
              <a:gd name="T7" fmla="*/ 77 h 197"/>
              <a:gd name="T8" fmla="*/ 77 w 154"/>
              <a:gd name="T9" fmla="*/ 0 h 197"/>
              <a:gd name="T10" fmla="*/ 154 w 154"/>
              <a:gd name="T11" fmla="*/ 77 h 197"/>
              <a:gd name="T12" fmla="*/ 153 w 154"/>
              <a:gd name="T13" fmla="*/ 85 h 197"/>
              <a:gd name="T14" fmla="*/ 77 w 154"/>
              <a:gd name="T15" fmla="*/ 28 h 197"/>
              <a:gd name="T16" fmla="*/ 33 w 154"/>
              <a:gd name="T17" fmla="*/ 71 h 197"/>
              <a:gd name="T18" fmla="*/ 77 w 154"/>
              <a:gd name="T19" fmla="*/ 114 h 197"/>
              <a:gd name="T20" fmla="*/ 120 w 154"/>
              <a:gd name="T21" fmla="*/ 71 h 197"/>
              <a:gd name="T22" fmla="*/ 77 w 154"/>
              <a:gd name="T23" fmla="*/ 28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4" h="197">
                <a:moveTo>
                  <a:pt x="153" y="85"/>
                </a:moveTo>
                <a:cubicBezTo>
                  <a:pt x="150" y="153"/>
                  <a:pt x="78" y="197"/>
                  <a:pt x="78" y="197"/>
                </a:cubicBezTo>
                <a:cubicBezTo>
                  <a:pt x="78" y="197"/>
                  <a:pt x="15" y="160"/>
                  <a:pt x="3" y="101"/>
                </a:cubicBezTo>
                <a:cubicBezTo>
                  <a:pt x="1" y="93"/>
                  <a:pt x="0" y="85"/>
                  <a:pt x="0" y="77"/>
                </a:cubicBezTo>
                <a:cubicBezTo>
                  <a:pt x="0" y="34"/>
                  <a:pt x="34" y="0"/>
                  <a:pt x="77" y="0"/>
                </a:cubicBezTo>
                <a:cubicBezTo>
                  <a:pt x="119" y="0"/>
                  <a:pt x="154" y="34"/>
                  <a:pt x="154" y="77"/>
                </a:cubicBezTo>
                <a:cubicBezTo>
                  <a:pt x="154" y="80"/>
                  <a:pt x="153" y="83"/>
                  <a:pt x="153" y="85"/>
                </a:cubicBezTo>
                <a:close/>
                <a:moveTo>
                  <a:pt x="77" y="28"/>
                </a:moveTo>
                <a:cubicBezTo>
                  <a:pt x="53" y="28"/>
                  <a:pt x="33" y="47"/>
                  <a:pt x="33" y="71"/>
                </a:cubicBezTo>
                <a:cubicBezTo>
                  <a:pt x="33" y="95"/>
                  <a:pt x="53" y="114"/>
                  <a:pt x="77" y="114"/>
                </a:cubicBezTo>
                <a:cubicBezTo>
                  <a:pt x="100" y="114"/>
                  <a:pt x="120" y="95"/>
                  <a:pt x="120" y="71"/>
                </a:cubicBezTo>
                <a:cubicBezTo>
                  <a:pt x="120" y="47"/>
                  <a:pt x="100" y="28"/>
                  <a:pt x="77" y="28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40" name="组合 39"/>
          <p:cNvGrpSpPr/>
          <p:nvPr/>
        </p:nvGrpSpPr>
        <p:grpSpPr>
          <a:xfrm>
            <a:off x="7224839" y="1276394"/>
            <a:ext cx="208734" cy="138347"/>
            <a:chOff x="9482595" y="2565731"/>
            <a:chExt cx="278384" cy="184511"/>
          </a:xfrm>
        </p:grpSpPr>
        <p:sp>
          <p:nvSpPr>
            <p:cNvPr id="41" name="椭圆 40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" name="椭圆 41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245737" y="2650044"/>
            <a:ext cx="193989" cy="174903"/>
            <a:chOff x="3720691" y="2824413"/>
            <a:chExt cx="1341120" cy="1209172"/>
          </a:xfrm>
        </p:grpSpPr>
        <p:sp>
          <p:nvSpPr>
            <p:cNvPr id="4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46" name="矩形 45"/>
          <p:cNvSpPr/>
          <p:nvPr/>
        </p:nvSpPr>
        <p:spPr>
          <a:xfrm>
            <a:off x="1524882" y="2566967"/>
            <a:ext cx="894334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612711" y="2650044"/>
            <a:ext cx="193989" cy="174903"/>
            <a:chOff x="3720691" y="2824413"/>
            <a:chExt cx="1341120" cy="1209172"/>
          </a:xfrm>
        </p:grpSpPr>
        <p:sp>
          <p:nvSpPr>
            <p:cNvPr id="48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9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50" name="矩形 49"/>
          <p:cNvSpPr/>
          <p:nvPr/>
        </p:nvSpPr>
        <p:spPr>
          <a:xfrm>
            <a:off x="3891857" y="2566967"/>
            <a:ext cx="894334" cy="273050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350" b="1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rPr>
              <a:t>输入标题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5958449" y="2650044"/>
            <a:ext cx="193989" cy="174903"/>
            <a:chOff x="3720691" y="2824413"/>
            <a:chExt cx="1341120" cy="1209172"/>
          </a:xfrm>
        </p:grpSpPr>
        <p:sp>
          <p:nvSpPr>
            <p:cNvPr id="5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5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254408" y="3435018"/>
            <a:ext cx="193989" cy="174903"/>
            <a:chOff x="3720691" y="2824413"/>
            <a:chExt cx="1341120" cy="1209172"/>
          </a:xfrm>
        </p:grpSpPr>
        <p:sp>
          <p:nvSpPr>
            <p:cNvPr id="55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5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58" name="矩形 47"/>
          <p:cNvSpPr>
            <a:spLocks noChangeArrowheads="1"/>
          </p:cNvSpPr>
          <p:nvPr/>
        </p:nvSpPr>
        <p:spPr bwMode="auto">
          <a:xfrm>
            <a:off x="1533038" y="3594126"/>
            <a:ext cx="188971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621382" y="3435018"/>
            <a:ext cx="193989" cy="174903"/>
            <a:chOff x="3720691" y="2824413"/>
            <a:chExt cx="1341120" cy="1209172"/>
          </a:xfrm>
        </p:grpSpPr>
        <p:sp>
          <p:nvSpPr>
            <p:cNvPr id="6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2" name="矩形 47"/>
          <p:cNvSpPr>
            <a:spLocks noChangeArrowheads="1"/>
          </p:cNvSpPr>
          <p:nvPr/>
        </p:nvSpPr>
        <p:spPr bwMode="auto">
          <a:xfrm>
            <a:off x="3900013" y="3594126"/>
            <a:ext cx="188971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5967119" y="3435018"/>
            <a:ext cx="193989" cy="174903"/>
            <a:chOff x="3720691" y="2824413"/>
            <a:chExt cx="1341120" cy="1209172"/>
          </a:xfrm>
        </p:grpSpPr>
        <p:sp>
          <p:nvSpPr>
            <p:cNvPr id="6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500"/>
                            </p:stCondLst>
                            <p:childTnLst>
                              <p:par>
                                <p:cTn id="1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500"/>
                            </p:stCondLst>
                            <p:childTnLst>
                              <p:par>
                                <p:cTn id="1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7000"/>
                            </p:stCondLst>
                            <p:childTnLst>
                              <p:par>
                                <p:cTn id="1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8000"/>
                            </p:stCondLst>
                            <p:childTnLst>
                              <p:par>
                                <p:cTn id="1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17" grpId="0" bldLvl="0" animBg="1"/>
      <p:bldP spid="18" grpId="0"/>
      <p:bldP spid="19" grpId="0"/>
      <p:bldP spid="21" grpId="0"/>
      <p:bldP spid="25" grpId="0"/>
      <p:bldP spid="26" grpId="0"/>
      <p:bldP spid="28" grpId="0"/>
      <p:bldP spid="29" grpId="0" bldLvl="0" animBg="1"/>
      <p:bldP spid="33" grpId="0"/>
      <p:bldP spid="34" grpId="0"/>
      <p:bldP spid="35" grpId="0"/>
      <p:bldP spid="37" grpId="0"/>
      <p:bldP spid="38" grpId="0"/>
      <p:bldP spid="39" grpId="0" bldLvl="0" animBg="1"/>
      <p:bldP spid="46" grpId="0"/>
      <p:bldP spid="50" grpId="0"/>
      <p:bldP spid="58" grpId="0"/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难点评估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30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6" name="Freeform 9"/>
          <p:cNvSpPr>
            <a:spLocks noEditPoints="1"/>
          </p:cNvSpPr>
          <p:nvPr/>
        </p:nvSpPr>
        <p:spPr bwMode="auto">
          <a:xfrm rot="19469485">
            <a:off x="538712" y="241453"/>
            <a:ext cx="251789" cy="268296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76487" y="1002932"/>
            <a:ext cx="485927" cy="2105686"/>
          </a:xfrm>
          <a:prstGeom prst="rect">
            <a:avLst/>
          </a:prstGeom>
          <a:solidFill>
            <a:srgbClr val="41445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2" tIns="34281" rIns="68562" bIns="3428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71248" y="2055774"/>
            <a:ext cx="485927" cy="1052843"/>
          </a:xfrm>
          <a:prstGeom prst="rect">
            <a:avLst/>
          </a:prstGeom>
          <a:solidFill>
            <a:srgbClr val="41445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2" tIns="34281" rIns="68562" bIns="3428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80575" y="1450438"/>
            <a:ext cx="485927" cy="1637819"/>
          </a:xfrm>
          <a:prstGeom prst="rect">
            <a:avLst/>
          </a:prstGeom>
          <a:solidFill>
            <a:srgbClr val="41445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2" tIns="34281" rIns="68562" bIns="3428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38357" y="786964"/>
            <a:ext cx="485927" cy="2321653"/>
          </a:xfrm>
          <a:prstGeom prst="rect">
            <a:avLst/>
          </a:prstGeom>
          <a:solidFill>
            <a:srgbClr val="41445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2" tIns="34281" rIns="68562" bIns="3428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983879" y="2549210"/>
            <a:ext cx="863871" cy="778878"/>
            <a:chOff x="5424755" y="1340768"/>
            <a:chExt cx="670560" cy="604586"/>
          </a:xfrm>
        </p:grpSpPr>
        <p:grpSp>
          <p:nvGrpSpPr>
            <p:cNvPr id="19" name="组合 1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0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384177" y="2549210"/>
            <a:ext cx="863871" cy="778878"/>
            <a:chOff x="5424755" y="1340768"/>
            <a:chExt cx="670560" cy="604586"/>
          </a:xfrm>
        </p:grpSpPr>
        <p:grpSp>
          <p:nvGrpSpPr>
            <p:cNvPr id="26" name="组合 25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0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1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7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787967" y="2549210"/>
            <a:ext cx="863871" cy="778878"/>
            <a:chOff x="5424755" y="1340768"/>
            <a:chExt cx="670560" cy="604586"/>
          </a:xfrm>
        </p:grpSpPr>
        <p:grpSp>
          <p:nvGrpSpPr>
            <p:cNvPr id="33" name="组合 32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7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8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6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4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245750" y="2549210"/>
            <a:ext cx="863871" cy="778878"/>
            <a:chOff x="5424755" y="1340768"/>
            <a:chExt cx="670560" cy="604586"/>
          </a:xfrm>
        </p:grpSpPr>
        <p:grpSp>
          <p:nvGrpSpPr>
            <p:cNvPr id="40" name="组合 39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4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45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3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1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6" name="文本框 9"/>
          <p:cNvSpPr txBox="1"/>
          <p:nvPr/>
        </p:nvSpPr>
        <p:spPr>
          <a:xfrm>
            <a:off x="1818411" y="3509176"/>
            <a:ext cx="1025847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9"/>
          <p:cNvSpPr txBox="1"/>
          <p:nvPr/>
        </p:nvSpPr>
        <p:spPr>
          <a:xfrm>
            <a:off x="1764419" y="3742583"/>
            <a:ext cx="1241815" cy="81788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在此录入上述图表的描述说明，在此录入上述图表的描述说明。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8" name="文本框 9"/>
          <p:cNvSpPr txBox="1"/>
          <p:nvPr/>
        </p:nvSpPr>
        <p:spPr>
          <a:xfrm>
            <a:off x="3276193" y="3509176"/>
            <a:ext cx="1025847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9"/>
          <p:cNvSpPr txBox="1"/>
          <p:nvPr/>
        </p:nvSpPr>
        <p:spPr>
          <a:xfrm>
            <a:off x="3222201" y="3742583"/>
            <a:ext cx="1241815" cy="81788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在此录入上述图表的描述说明，在此录入上述图表的描述说明。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0" name="文本框 9"/>
          <p:cNvSpPr txBox="1"/>
          <p:nvPr/>
        </p:nvSpPr>
        <p:spPr>
          <a:xfrm>
            <a:off x="4733975" y="3509176"/>
            <a:ext cx="1025847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9"/>
          <p:cNvSpPr txBox="1"/>
          <p:nvPr/>
        </p:nvSpPr>
        <p:spPr>
          <a:xfrm>
            <a:off x="4679984" y="3742583"/>
            <a:ext cx="1241815" cy="81788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在此录入上述图表的描述说明，在此录入上述图表的描述说明。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2" name="文本框 9"/>
          <p:cNvSpPr txBox="1"/>
          <p:nvPr/>
        </p:nvSpPr>
        <p:spPr>
          <a:xfrm>
            <a:off x="6191758" y="3509176"/>
            <a:ext cx="1025847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9"/>
          <p:cNvSpPr txBox="1"/>
          <p:nvPr/>
        </p:nvSpPr>
        <p:spPr>
          <a:xfrm>
            <a:off x="6137766" y="3742583"/>
            <a:ext cx="1241815" cy="81788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在此录入上述图表的描述说明，在此录入上述图表的描述说明。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008871" y="2518208"/>
            <a:ext cx="208734" cy="138347"/>
            <a:chOff x="9482595" y="2565731"/>
            <a:chExt cx="278384" cy="184511"/>
          </a:xfrm>
        </p:grpSpPr>
        <p:sp>
          <p:nvSpPr>
            <p:cNvPr id="55" name="椭圆 54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500"/>
                            </p:stCondLst>
                            <p:childTnLst>
                              <p:par>
                                <p:cTn id="9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相关对策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31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6" name="Freeform 9"/>
          <p:cNvSpPr>
            <a:spLocks noEditPoints="1"/>
          </p:cNvSpPr>
          <p:nvPr/>
        </p:nvSpPr>
        <p:spPr bwMode="auto">
          <a:xfrm rot="19469485">
            <a:off x="538712" y="241453"/>
            <a:ext cx="251789" cy="268296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276193" y="3112120"/>
            <a:ext cx="863871" cy="778878"/>
            <a:chOff x="5424755" y="1340768"/>
            <a:chExt cx="670560" cy="604586"/>
          </a:xfrm>
        </p:grpSpPr>
        <p:grpSp>
          <p:nvGrpSpPr>
            <p:cNvPr id="15" name="组合 1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9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0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8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6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708129" y="2356232"/>
            <a:ext cx="863871" cy="778878"/>
            <a:chOff x="5424755" y="1340768"/>
            <a:chExt cx="670560" cy="604586"/>
          </a:xfrm>
        </p:grpSpPr>
        <p:grpSp>
          <p:nvGrpSpPr>
            <p:cNvPr id="22" name="组合 21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6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7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5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3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72000" y="2356232"/>
            <a:ext cx="863871" cy="778878"/>
            <a:chOff x="5424755" y="1340768"/>
            <a:chExt cx="670560" cy="604586"/>
          </a:xfrm>
        </p:grpSpPr>
        <p:grpSp>
          <p:nvGrpSpPr>
            <p:cNvPr id="29" name="组合 2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0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057927" y="1631347"/>
            <a:ext cx="863871" cy="778878"/>
            <a:chOff x="5424755" y="1340768"/>
            <a:chExt cx="670560" cy="604586"/>
          </a:xfrm>
        </p:grpSpPr>
        <p:grpSp>
          <p:nvGrpSpPr>
            <p:cNvPr id="36" name="组合 35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0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41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7" name="TextBox 7"/>
            <p:cNvSpPr>
              <a:spLocks noChangeArrowheads="1"/>
            </p:cNvSpPr>
            <p:nvPr/>
          </p:nvSpPr>
          <p:spPr bwMode="auto">
            <a:xfrm>
              <a:off x="5472003" y="1508408"/>
              <a:ext cx="576064" cy="248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1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21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6022848" y="1654337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7"/>
          <p:cNvSpPr>
            <a:spLocks noChangeArrowheads="1"/>
          </p:cNvSpPr>
          <p:nvPr/>
        </p:nvSpPr>
        <p:spPr bwMode="auto">
          <a:xfrm>
            <a:off x="6022332" y="1896523"/>
            <a:ext cx="216712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598362" y="2467003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7"/>
          <p:cNvSpPr>
            <a:spLocks noChangeArrowheads="1"/>
          </p:cNvSpPr>
          <p:nvPr/>
        </p:nvSpPr>
        <p:spPr bwMode="auto">
          <a:xfrm>
            <a:off x="5597846" y="2709188"/>
            <a:ext cx="216712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440983" y="2464216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7"/>
          <p:cNvSpPr>
            <a:spLocks noChangeArrowheads="1"/>
          </p:cNvSpPr>
          <p:nvPr/>
        </p:nvSpPr>
        <p:spPr bwMode="auto">
          <a:xfrm>
            <a:off x="1440467" y="2706402"/>
            <a:ext cx="216712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09047" y="3276882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7"/>
          <p:cNvSpPr>
            <a:spLocks noChangeArrowheads="1"/>
          </p:cNvSpPr>
          <p:nvPr/>
        </p:nvSpPr>
        <p:spPr bwMode="auto">
          <a:xfrm>
            <a:off x="1008532" y="3519067"/>
            <a:ext cx="216712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5489863" y="1438369"/>
            <a:ext cx="208734" cy="138347"/>
            <a:chOff x="9482595" y="2565731"/>
            <a:chExt cx="278384" cy="184511"/>
          </a:xfrm>
        </p:grpSpPr>
        <p:sp>
          <p:nvSpPr>
            <p:cNvPr id="51" name="椭圆 50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未来发展趋势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32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6" name="Freeform 9"/>
          <p:cNvSpPr>
            <a:spLocks noEditPoints="1"/>
          </p:cNvSpPr>
          <p:nvPr/>
        </p:nvSpPr>
        <p:spPr bwMode="auto">
          <a:xfrm rot="19469485">
            <a:off x="538712" y="241453"/>
            <a:ext cx="251789" cy="268296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3489397" y="2655039"/>
            <a:ext cx="523367" cy="471874"/>
            <a:chOff x="3720691" y="2824413"/>
            <a:chExt cx="1341120" cy="1209172"/>
          </a:xfrm>
        </p:grpSpPr>
        <p:sp>
          <p:nvSpPr>
            <p:cNvPr id="5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5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2105605" y="2420473"/>
            <a:ext cx="664105" cy="598765"/>
            <a:chOff x="3720691" y="2824413"/>
            <a:chExt cx="1341120" cy="1209172"/>
          </a:xfrm>
        </p:grpSpPr>
        <p:sp>
          <p:nvSpPr>
            <p:cNvPr id="58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59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2358330" y="1433333"/>
            <a:ext cx="1727742" cy="1557755"/>
            <a:chOff x="3001243" y="2824413"/>
            <a:chExt cx="1341120" cy="1209172"/>
          </a:xfrm>
        </p:grpSpPr>
        <p:grpSp>
          <p:nvGrpSpPr>
            <p:cNvPr id="61" name="组合 60"/>
            <p:cNvGrpSpPr/>
            <p:nvPr/>
          </p:nvGrpSpPr>
          <p:grpSpPr>
            <a:xfrm>
              <a:off x="3001243" y="2824413"/>
              <a:ext cx="1341120" cy="1209172"/>
              <a:chOff x="3720691" y="2824413"/>
              <a:chExt cx="1341120" cy="1209172"/>
            </a:xfrm>
          </p:grpSpPr>
          <p:sp>
            <p:nvSpPr>
              <p:cNvPr id="63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64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2" name="Freeform 5"/>
            <p:cNvSpPr/>
            <p:nvPr/>
          </p:nvSpPr>
          <p:spPr bwMode="auto">
            <a:xfrm rot="12638635">
              <a:off x="3175023" y="2830745"/>
              <a:ext cx="1020383" cy="64571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  <a:gd name="connsiteX0" fmla="*/ 7850 w 10000"/>
                <a:gd name="connsiteY0" fmla="*/ 9461 h 9993"/>
                <a:gd name="connsiteX1" fmla="*/ 7500 w 10000"/>
                <a:gd name="connsiteY1" fmla="*/ 9850 h 9993"/>
                <a:gd name="connsiteX2" fmla="*/ 7000 w 10000"/>
                <a:gd name="connsiteY2" fmla="*/ 9993 h 9993"/>
                <a:gd name="connsiteX3" fmla="*/ 2978 w 10000"/>
                <a:gd name="connsiteY3" fmla="*/ 9993 h 9993"/>
                <a:gd name="connsiteX4" fmla="*/ 2500 w 10000"/>
                <a:gd name="connsiteY4" fmla="*/ 9850 h 9993"/>
                <a:gd name="connsiteX5" fmla="*/ 2150 w 10000"/>
                <a:gd name="connsiteY5" fmla="*/ 9457 h 9993"/>
                <a:gd name="connsiteX6" fmla="*/ 0 w 10000"/>
                <a:gd name="connsiteY6" fmla="*/ 4997 h 9993"/>
                <a:gd name="connsiteX7" fmla="*/ 131 w 10000"/>
                <a:gd name="connsiteY7" fmla="*/ 4449 h 9993"/>
                <a:gd name="connsiteX8" fmla="*/ 2142 w 10000"/>
                <a:gd name="connsiteY8" fmla="*/ 549 h 9993"/>
                <a:gd name="connsiteX9" fmla="*/ 2500 w 10000"/>
                <a:gd name="connsiteY9" fmla="*/ 148 h 9993"/>
                <a:gd name="connsiteX10" fmla="*/ 2956 w 10000"/>
                <a:gd name="connsiteY10" fmla="*/ 1 h 9993"/>
                <a:gd name="connsiteX11" fmla="*/ 6993 w 10000"/>
                <a:gd name="connsiteY11" fmla="*/ 1 h 9993"/>
                <a:gd name="connsiteX12" fmla="*/ 7500 w 10000"/>
                <a:gd name="connsiteY12" fmla="*/ 148 h 9993"/>
                <a:gd name="connsiteX13" fmla="*/ 7850 w 10000"/>
                <a:gd name="connsiteY13" fmla="*/ 537 h 9993"/>
                <a:gd name="connsiteX14" fmla="*/ 9861 w 10000"/>
                <a:gd name="connsiteY14" fmla="*/ 4437 h 9993"/>
                <a:gd name="connsiteX15" fmla="*/ 10000 w 10000"/>
                <a:gd name="connsiteY15" fmla="*/ 4997 h 9993"/>
                <a:gd name="connsiteX16" fmla="*/ 9858 w 10000"/>
                <a:gd name="connsiteY16" fmla="*/ 5561 h 9993"/>
                <a:gd name="connsiteX17" fmla="*/ 7850 w 10000"/>
                <a:gd name="connsiteY17" fmla="*/ 9461 h 9993"/>
                <a:gd name="connsiteX0-1" fmla="*/ 7719 w 9869"/>
                <a:gd name="connsiteY0-2" fmla="*/ 9468 h 10000"/>
                <a:gd name="connsiteX1-3" fmla="*/ 7369 w 9869"/>
                <a:gd name="connsiteY1-4" fmla="*/ 9857 h 10000"/>
                <a:gd name="connsiteX2-5" fmla="*/ 6869 w 9869"/>
                <a:gd name="connsiteY2-6" fmla="*/ 10000 h 10000"/>
                <a:gd name="connsiteX3-7" fmla="*/ 2847 w 9869"/>
                <a:gd name="connsiteY3-8" fmla="*/ 10000 h 10000"/>
                <a:gd name="connsiteX4-9" fmla="*/ 2369 w 9869"/>
                <a:gd name="connsiteY4-10" fmla="*/ 9857 h 10000"/>
                <a:gd name="connsiteX5-11" fmla="*/ 2019 w 9869"/>
                <a:gd name="connsiteY5-12" fmla="*/ 9464 h 10000"/>
                <a:gd name="connsiteX6-13" fmla="*/ 0 w 9869"/>
                <a:gd name="connsiteY6-14" fmla="*/ 4452 h 10000"/>
                <a:gd name="connsiteX7-15" fmla="*/ 2011 w 9869"/>
                <a:gd name="connsiteY7-16" fmla="*/ 549 h 10000"/>
                <a:gd name="connsiteX8-17" fmla="*/ 2369 w 9869"/>
                <a:gd name="connsiteY8-18" fmla="*/ 148 h 10000"/>
                <a:gd name="connsiteX9-19" fmla="*/ 2825 w 9869"/>
                <a:gd name="connsiteY9-20" fmla="*/ 1 h 10000"/>
                <a:gd name="connsiteX10-21" fmla="*/ 6862 w 9869"/>
                <a:gd name="connsiteY10-22" fmla="*/ 1 h 10000"/>
                <a:gd name="connsiteX11-23" fmla="*/ 7369 w 9869"/>
                <a:gd name="connsiteY11-24" fmla="*/ 148 h 10000"/>
                <a:gd name="connsiteX12-25" fmla="*/ 7719 w 9869"/>
                <a:gd name="connsiteY12-26" fmla="*/ 537 h 10000"/>
                <a:gd name="connsiteX13-27" fmla="*/ 9730 w 9869"/>
                <a:gd name="connsiteY13-28" fmla="*/ 4440 h 10000"/>
                <a:gd name="connsiteX14-29" fmla="*/ 9869 w 9869"/>
                <a:gd name="connsiteY14-30" fmla="*/ 5001 h 10000"/>
                <a:gd name="connsiteX15-31" fmla="*/ 9727 w 9869"/>
                <a:gd name="connsiteY15-32" fmla="*/ 5565 h 10000"/>
                <a:gd name="connsiteX16-33" fmla="*/ 7719 w 9869"/>
                <a:gd name="connsiteY16-34" fmla="*/ 9468 h 10000"/>
                <a:gd name="connsiteX0-35" fmla="*/ 5783 w 7962"/>
                <a:gd name="connsiteY0-36" fmla="*/ 9468 h 10000"/>
                <a:gd name="connsiteX1-37" fmla="*/ 5429 w 7962"/>
                <a:gd name="connsiteY1-38" fmla="*/ 9857 h 10000"/>
                <a:gd name="connsiteX2-39" fmla="*/ 4922 w 7962"/>
                <a:gd name="connsiteY2-40" fmla="*/ 10000 h 10000"/>
                <a:gd name="connsiteX3-41" fmla="*/ 847 w 7962"/>
                <a:gd name="connsiteY3-42" fmla="*/ 10000 h 10000"/>
                <a:gd name="connsiteX4-43" fmla="*/ 362 w 7962"/>
                <a:gd name="connsiteY4-44" fmla="*/ 9857 h 10000"/>
                <a:gd name="connsiteX5-45" fmla="*/ 8 w 7962"/>
                <a:gd name="connsiteY5-46" fmla="*/ 9464 h 10000"/>
                <a:gd name="connsiteX6-47" fmla="*/ 0 w 7962"/>
                <a:gd name="connsiteY6-48" fmla="*/ 549 h 10000"/>
                <a:gd name="connsiteX7-49" fmla="*/ 362 w 7962"/>
                <a:gd name="connsiteY7-50" fmla="*/ 148 h 10000"/>
                <a:gd name="connsiteX8-51" fmla="*/ 824 w 7962"/>
                <a:gd name="connsiteY8-52" fmla="*/ 1 h 10000"/>
                <a:gd name="connsiteX9-53" fmla="*/ 4915 w 7962"/>
                <a:gd name="connsiteY9-54" fmla="*/ 1 h 10000"/>
                <a:gd name="connsiteX10-55" fmla="*/ 5429 w 7962"/>
                <a:gd name="connsiteY10-56" fmla="*/ 148 h 10000"/>
                <a:gd name="connsiteX11-57" fmla="*/ 5783 w 7962"/>
                <a:gd name="connsiteY11-58" fmla="*/ 537 h 10000"/>
                <a:gd name="connsiteX12-59" fmla="*/ 7821 w 7962"/>
                <a:gd name="connsiteY12-60" fmla="*/ 4440 h 10000"/>
                <a:gd name="connsiteX13-61" fmla="*/ 7962 w 7962"/>
                <a:gd name="connsiteY13-62" fmla="*/ 5001 h 10000"/>
                <a:gd name="connsiteX14-63" fmla="*/ 7818 w 7962"/>
                <a:gd name="connsiteY14-64" fmla="*/ 5565 h 10000"/>
                <a:gd name="connsiteX15-65" fmla="*/ 5783 w 7962"/>
                <a:gd name="connsiteY15-66" fmla="*/ 9468 h 10000"/>
                <a:gd name="connsiteX0-67" fmla="*/ 7253 w 9990"/>
                <a:gd name="connsiteY0-68" fmla="*/ 10060 h 10592"/>
                <a:gd name="connsiteX1-69" fmla="*/ 6809 w 9990"/>
                <a:gd name="connsiteY1-70" fmla="*/ 10449 h 10592"/>
                <a:gd name="connsiteX2-71" fmla="*/ 6172 w 9990"/>
                <a:gd name="connsiteY2-72" fmla="*/ 10592 h 10592"/>
                <a:gd name="connsiteX3-73" fmla="*/ 1054 w 9990"/>
                <a:gd name="connsiteY3-74" fmla="*/ 10592 h 10592"/>
                <a:gd name="connsiteX4-75" fmla="*/ 445 w 9990"/>
                <a:gd name="connsiteY4-76" fmla="*/ 10449 h 10592"/>
                <a:gd name="connsiteX5-77" fmla="*/ 0 w 9990"/>
                <a:gd name="connsiteY5-78" fmla="*/ 10056 h 10592"/>
                <a:gd name="connsiteX6-79" fmla="*/ 445 w 9990"/>
                <a:gd name="connsiteY6-80" fmla="*/ 740 h 10592"/>
                <a:gd name="connsiteX7-81" fmla="*/ 1025 w 9990"/>
                <a:gd name="connsiteY7-82" fmla="*/ 593 h 10592"/>
                <a:gd name="connsiteX8-83" fmla="*/ 6163 w 9990"/>
                <a:gd name="connsiteY8-84" fmla="*/ 593 h 10592"/>
                <a:gd name="connsiteX9-85" fmla="*/ 6809 w 9990"/>
                <a:gd name="connsiteY9-86" fmla="*/ 740 h 10592"/>
                <a:gd name="connsiteX10-87" fmla="*/ 7253 w 9990"/>
                <a:gd name="connsiteY10-88" fmla="*/ 1129 h 10592"/>
                <a:gd name="connsiteX11-89" fmla="*/ 9813 w 9990"/>
                <a:gd name="connsiteY11-90" fmla="*/ 5032 h 10592"/>
                <a:gd name="connsiteX12-91" fmla="*/ 9990 w 9990"/>
                <a:gd name="connsiteY12-92" fmla="*/ 5593 h 10592"/>
                <a:gd name="connsiteX13-93" fmla="*/ 9809 w 9990"/>
                <a:gd name="connsiteY13-94" fmla="*/ 6157 h 10592"/>
                <a:gd name="connsiteX14-95" fmla="*/ 7253 w 9990"/>
                <a:gd name="connsiteY14-96" fmla="*/ 10060 h 10592"/>
                <a:gd name="connsiteX0-97" fmla="*/ 7260 w 10000"/>
                <a:gd name="connsiteY0-98" fmla="*/ 8939 h 9441"/>
                <a:gd name="connsiteX1-99" fmla="*/ 6816 w 10000"/>
                <a:gd name="connsiteY1-100" fmla="*/ 9306 h 9441"/>
                <a:gd name="connsiteX2-101" fmla="*/ 6178 w 10000"/>
                <a:gd name="connsiteY2-102" fmla="*/ 9441 h 9441"/>
                <a:gd name="connsiteX3-103" fmla="*/ 1055 w 10000"/>
                <a:gd name="connsiteY3-104" fmla="*/ 9441 h 9441"/>
                <a:gd name="connsiteX4-105" fmla="*/ 445 w 10000"/>
                <a:gd name="connsiteY4-106" fmla="*/ 9306 h 9441"/>
                <a:gd name="connsiteX5-107" fmla="*/ 0 w 10000"/>
                <a:gd name="connsiteY5-108" fmla="*/ 8935 h 9441"/>
                <a:gd name="connsiteX6-109" fmla="*/ 1026 w 10000"/>
                <a:gd name="connsiteY6-110" fmla="*/ 1 h 9441"/>
                <a:gd name="connsiteX7-111" fmla="*/ 6169 w 10000"/>
                <a:gd name="connsiteY7-112" fmla="*/ 1 h 9441"/>
                <a:gd name="connsiteX8-113" fmla="*/ 6816 w 10000"/>
                <a:gd name="connsiteY8-114" fmla="*/ 140 h 9441"/>
                <a:gd name="connsiteX9-115" fmla="*/ 7260 w 10000"/>
                <a:gd name="connsiteY9-116" fmla="*/ 507 h 9441"/>
                <a:gd name="connsiteX10-117" fmla="*/ 9823 w 10000"/>
                <a:gd name="connsiteY10-118" fmla="*/ 4192 h 9441"/>
                <a:gd name="connsiteX11-119" fmla="*/ 10000 w 10000"/>
                <a:gd name="connsiteY11-120" fmla="*/ 4721 h 9441"/>
                <a:gd name="connsiteX12-121" fmla="*/ 9819 w 10000"/>
                <a:gd name="connsiteY12-122" fmla="*/ 5254 h 9441"/>
                <a:gd name="connsiteX13-123" fmla="*/ 7260 w 10000"/>
                <a:gd name="connsiteY13-124" fmla="*/ 8939 h 9441"/>
                <a:gd name="connsiteX0-125" fmla="*/ 7260 w 10000"/>
                <a:gd name="connsiteY0-126" fmla="*/ 9468 h 10000"/>
                <a:gd name="connsiteX1-127" fmla="*/ 6816 w 10000"/>
                <a:gd name="connsiteY1-128" fmla="*/ 9857 h 10000"/>
                <a:gd name="connsiteX2-129" fmla="*/ 6178 w 10000"/>
                <a:gd name="connsiteY2-130" fmla="*/ 10000 h 10000"/>
                <a:gd name="connsiteX3-131" fmla="*/ 1055 w 10000"/>
                <a:gd name="connsiteY3-132" fmla="*/ 10000 h 10000"/>
                <a:gd name="connsiteX4-133" fmla="*/ 445 w 10000"/>
                <a:gd name="connsiteY4-134" fmla="*/ 9857 h 10000"/>
                <a:gd name="connsiteX5-135" fmla="*/ 0 w 10000"/>
                <a:gd name="connsiteY5-136" fmla="*/ 9464 h 10000"/>
                <a:gd name="connsiteX6-137" fmla="*/ 6169 w 10000"/>
                <a:gd name="connsiteY6-138" fmla="*/ 1 h 10000"/>
                <a:gd name="connsiteX7-139" fmla="*/ 6816 w 10000"/>
                <a:gd name="connsiteY7-140" fmla="*/ 148 h 10000"/>
                <a:gd name="connsiteX8-141" fmla="*/ 7260 w 10000"/>
                <a:gd name="connsiteY8-142" fmla="*/ 537 h 10000"/>
                <a:gd name="connsiteX9-143" fmla="*/ 9823 w 10000"/>
                <a:gd name="connsiteY9-144" fmla="*/ 4440 h 10000"/>
                <a:gd name="connsiteX10-145" fmla="*/ 10000 w 10000"/>
                <a:gd name="connsiteY10-146" fmla="*/ 5001 h 10000"/>
                <a:gd name="connsiteX11-147" fmla="*/ 9819 w 10000"/>
                <a:gd name="connsiteY11-148" fmla="*/ 5565 h 10000"/>
                <a:gd name="connsiteX12-149" fmla="*/ 7260 w 10000"/>
                <a:gd name="connsiteY12-150" fmla="*/ 9468 h 10000"/>
                <a:gd name="connsiteX0-151" fmla="*/ 7260 w 10000"/>
                <a:gd name="connsiteY0-152" fmla="*/ 9320 h 9852"/>
                <a:gd name="connsiteX1-153" fmla="*/ 6816 w 10000"/>
                <a:gd name="connsiteY1-154" fmla="*/ 9709 h 9852"/>
                <a:gd name="connsiteX2-155" fmla="*/ 6178 w 10000"/>
                <a:gd name="connsiteY2-156" fmla="*/ 9852 h 9852"/>
                <a:gd name="connsiteX3-157" fmla="*/ 1055 w 10000"/>
                <a:gd name="connsiteY3-158" fmla="*/ 9852 h 9852"/>
                <a:gd name="connsiteX4-159" fmla="*/ 445 w 10000"/>
                <a:gd name="connsiteY4-160" fmla="*/ 9709 h 9852"/>
                <a:gd name="connsiteX5-161" fmla="*/ 0 w 10000"/>
                <a:gd name="connsiteY5-162" fmla="*/ 9316 h 9852"/>
                <a:gd name="connsiteX6-163" fmla="*/ 6816 w 10000"/>
                <a:gd name="connsiteY6-164" fmla="*/ 0 h 9852"/>
                <a:gd name="connsiteX7-165" fmla="*/ 7260 w 10000"/>
                <a:gd name="connsiteY7-166" fmla="*/ 389 h 9852"/>
                <a:gd name="connsiteX8-167" fmla="*/ 9823 w 10000"/>
                <a:gd name="connsiteY8-168" fmla="*/ 4292 h 9852"/>
                <a:gd name="connsiteX9-169" fmla="*/ 10000 w 10000"/>
                <a:gd name="connsiteY9-170" fmla="*/ 4853 h 9852"/>
                <a:gd name="connsiteX10-171" fmla="*/ 9819 w 10000"/>
                <a:gd name="connsiteY10-172" fmla="*/ 5417 h 9852"/>
                <a:gd name="connsiteX11-173" fmla="*/ 7260 w 10000"/>
                <a:gd name="connsiteY11-174" fmla="*/ 9320 h 9852"/>
                <a:gd name="connsiteX0-175" fmla="*/ 7260 w 10000"/>
                <a:gd name="connsiteY0-176" fmla="*/ 9065 h 9605"/>
                <a:gd name="connsiteX1-177" fmla="*/ 6816 w 10000"/>
                <a:gd name="connsiteY1-178" fmla="*/ 9460 h 9605"/>
                <a:gd name="connsiteX2-179" fmla="*/ 6178 w 10000"/>
                <a:gd name="connsiteY2-180" fmla="*/ 9605 h 9605"/>
                <a:gd name="connsiteX3-181" fmla="*/ 1055 w 10000"/>
                <a:gd name="connsiteY3-182" fmla="*/ 9605 h 9605"/>
                <a:gd name="connsiteX4-183" fmla="*/ 445 w 10000"/>
                <a:gd name="connsiteY4-184" fmla="*/ 9460 h 9605"/>
                <a:gd name="connsiteX5-185" fmla="*/ 0 w 10000"/>
                <a:gd name="connsiteY5-186" fmla="*/ 9061 h 9605"/>
                <a:gd name="connsiteX6-187" fmla="*/ 7260 w 10000"/>
                <a:gd name="connsiteY6-188" fmla="*/ 0 h 9605"/>
                <a:gd name="connsiteX7-189" fmla="*/ 9823 w 10000"/>
                <a:gd name="connsiteY7-190" fmla="*/ 3961 h 9605"/>
                <a:gd name="connsiteX8-191" fmla="*/ 10000 w 10000"/>
                <a:gd name="connsiteY8-192" fmla="*/ 4531 h 9605"/>
                <a:gd name="connsiteX9-193" fmla="*/ 9819 w 10000"/>
                <a:gd name="connsiteY9-194" fmla="*/ 5103 h 9605"/>
                <a:gd name="connsiteX10-195" fmla="*/ 7260 w 10000"/>
                <a:gd name="connsiteY10-196" fmla="*/ 9065 h 9605"/>
                <a:gd name="connsiteX0-197" fmla="*/ 7260 w 10000"/>
                <a:gd name="connsiteY0-198" fmla="*/ 5314 h 5876"/>
                <a:gd name="connsiteX1-199" fmla="*/ 6816 w 10000"/>
                <a:gd name="connsiteY1-200" fmla="*/ 5725 h 5876"/>
                <a:gd name="connsiteX2-201" fmla="*/ 6178 w 10000"/>
                <a:gd name="connsiteY2-202" fmla="*/ 5876 h 5876"/>
                <a:gd name="connsiteX3-203" fmla="*/ 1055 w 10000"/>
                <a:gd name="connsiteY3-204" fmla="*/ 5876 h 5876"/>
                <a:gd name="connsiteX4-205" fmla="*/ 445 w 10000"/>
                <a:gd name="connsiteY4-206" fmla="*/ 5725 h 5876"/>
                <a:gd name="connsiteX5-207" fmla="*/ 0 w 10000"/>
                <a:gd name="connsiteY5-208" fmla="*/ 5310 h 5876"/>
                <a:gd name="connsiteX6-209" fmla="*/ 9823 w 10000"/>
                <a:gd name="connsiteY6-210" fmla="*/ 0 h 5876"/>
                <a:gd name="connsiteX7-211" fmla="*/ 10000 w 10000"/>
                <a:gd name="connsiteY7-212" fmla="*/ 593 h 5876"/>
                <a:gd name="connsiteX8-213" fmla="*/ 9819 w 10000"/>
                <a:gd name="connsiteY8-214" fmla="*/ 1189 h 5876"/>
                <a:gd name="connsiteX9-215" fmla="*/ 7260 w 10000"/>
                <a:gd name="connsiteY9-216" fmla="*/ 5314 h 587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0000" h="5876">
                  <a:moveTo>
                    <a:pt x="7260" y="5314"/>
                  </a:moveTo>
                  <a:cubicBezTo>
                    <a:pt x="7153" y="5478"/>
                    <a:pt x="7007" y="5621"/>
                    <a:pt x="6816" y="5725"/>
                  </a:cubicBezTo>
                  <a:cubicBezTo>
                    <a:pt x="6616" y="5832"/>
                    <a:pt x="6396" y="5880"/>
                    <a:pt x="6178" y="5876"/>
                  </a:cubicBezTo>
                  <a:lnTo>
                    <a:pt x="1055" y="5876"/>
                  </a:lnTo>
                  <a:cubicBezTo>
                    <a:pt x="851" y="5876"/>
                    <a:pt x="637" y="5829"/>
                    <a:pt x="445" y="5725"/>
                  </a:cubicBezTo>
                  <a:cubicBezTo>
                    <a:pt x="254" y="5621"/>
                    <a:pt x="102" y="5478"/>
                    <a:pt x="0" y="5310"/>
                  </a:cubicBezTo>
                  <a:cubicBezTo>
                    <a:pt x="1563" y="4356"/>
                    <a:pt x="8156" y="786"/>
                    <a:pt x="9823" y="0"/>
                  </a:cubicBezTo>
                  <a:cubicBezTo>
                    <a:pt x="9935" y="173"/>
                    <a:pt x="10000" y="377"/>
                    <a:pt x="10000" y="593"/>
                  </a:cubicBezTo>
                  <a:cubicBezTo>
                    <a:pt x="10000" y="814"/>
                    <a:pt x="9935" y="1017"/>
                    <a:pt x="9819" y="1189"/>
                  </a:cubicBezTo>
                  <a:lnTo>
                    <a:pt x="7260" y="5314"/>
                  </a:lnTo>
                  <a:close/>
                </a:path>
              </a:pathLst>
            </a:custGeom>
            <a:solidFill>
              <a:srgbClr val="414455"/>
            </a:solidFill>
            <a:ln w="12700" cap="flat">
              <a:noFill/>
              <a:prstDash val="solid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68" name="标题 4"/>
          <p:cNvSpPr txBox="1"/>
          <p:nvPr/>
        </p:nvSpPr>
        <p:spPr>
          <a:xfrm>
            <a:off x="2142362" y="1595309"/>
            <a:ext cx="2159678" cy="355021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70" name="矩形 47"/>
          <p:cNvSpPr>
            <a:spLocks noChangeArrowheads="1"/>
          </p:cNvSpPr>
          <p:nvPr/>
        </p:nvSpPr>
        <p:spPr bwMode="auto">
          <a:xfrm>
            <a:off x="2534873" y="2002807"/>
            <a:ext cx="1401625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2699597" y="1276394"/>
            <a:ext cx="353543" cy="318759"/>
            <a:chOff x="3720691" y="2824413"/>
            <a:chExt cx="1341120" cy="1209172"/>
          </a:xfrm>
        </p:grpSpPr>
        <p:sp>
          <p:nvSpPr>
            <p:cNvPr id="72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74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4518008" y="1338795"/>
            <a:ext cx="502789" cy="453321"/>
            <a:chOff x="5424755" y="1340768"/>
            <a:chExt cx="670560" cy="604586"/>
          </a:xfrm>
        </p:grpSpPr>
        <p:grpSp>
          <p:nvGrpSpPr>
            <p:cNvPr id="76" name="组合 75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78" name="组合 77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80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81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7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77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82" name="矩形 81"/>
          <p:cNvSpPr/>
          <p:nvPr/>
        </p:nvSpPr>
        <p:spPr>
          <a:xfrm>
            <a:off x="5157243" y="1222402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 47"/>
          <p:cNvSpPr>
            <a:spLocks noChangeArrowheads="1"/>
          </p:cNvSpPr>
          <p:nvPr/>
        </p:nvSpPr>
        <p:spPr bwMode="auto">
          <a:xfrm>
            <a:off x="5157243" y="1464587"/>
            <a:ext cx="2384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4518008" y="2046262"/>
            <a:ext cx="502789" cy="453321"/>
            <a:chOff x="5424755" y="1340768"/>
            <a:chExt cx="670560" cy="604586"/>
          </a:xfrm>
        </p:grpSpPr>
        <p:grpSp>
          <p:nvGrpSpPr>
            <p:cNvPr id="85" name="组合 8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87" name="组合 8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89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90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88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86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91" name="矩形 90"/>
          <p:cNvSpPr/>
          <p:nvPr/>
        </p:nvSpPr>
        <p:spPr>
          <a:xfrm>
            <a:off x="5157243" y="1929869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 91"/>
          <p:cNvSpPr>
            <a:spLocks noChangeArrowheads="1"/>
          </p:cNvSpPr>
          <p:nvPr/>
        </p:nvSpPr>
        <p:spPr bwMode="auto">
          <a:xfrm>
            <a:off x="5157243" y="2172055"/>
            <a:ext cx="2384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93" name="组合 92"/>
          <p:cNvGrpSpPr/>
          <p:nvPr/>
        </p:nvGrpSpPr>
        <p:grpSpPr>
          <a:xfrm>
            <a:off x="4518008" y="2745371"/>
            <a:ext cx="502789" cy="453321"/>
            <a:chOff x="5424755" y="1340768"/>
            <a:chExt cx="670560" cy="604586"/>
          </a:xfrm>
        </p:grpSpPr>
        <p:grpSp>
          <p:nvGrpSpPr>
            <p:cNvPr id="94" name="组合 93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96" name="组合 95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98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99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97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95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5157243" y="2628978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100"/>
          <p:cNvSpPr>
            <a:spLocks noChangeArrowheads="1"/>
          </p:cNvSpPr>
          <p:nvPr/>
        </p:nvSpPr>
        <p:spPr bwMode="auto">
          <a:xfrm>
            <a:off x="5157243" y="2871164"/>
            <a:ext cx="2384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102" name="组合 101"/>
          <p:cNvGrpSpPr/>
          <p:nvPr/>
        </p:nvGrpSpPr>
        <p:grpSpPr>
          <a:xfrm>
            <a:off x="1017726" y="3317462"/>
            <a:ext cx="394805" cy="355962"/>
            <a:chOff x="5424755" y="1340768"/>
            <a:chExt cx="670560" cy="604586"/>
          </a:xfrm>
        </p:grpSpPr>
        <p:grpSp>
          <p:nvGrpSpPr>
            <p:cNvPr id="103" name="组合 102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05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06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04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07" name="文本框 9"/>
          <p:cNvSpPr txBox="1"/>
          <p:nvPr/>
        </p:nvSpPr>
        <p:spPr>
          <a:xfrm>
            <a:off x="1494459" y="3328087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108" name="直接连接符 107"/>
          <p:cNvCxnSpPr/>
          <p:nvPr/>
        </p:nvCxnSpPr>
        <p:spPr>
          <a:xfrm>
            <a:off x="1548451" y="3598047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7779502" y="3500255"/>
            <a:ext cx="193989" cy="174903"/>
            <a:chOff x="3720691" y="2824413"/>
            <a:chExt cx="1341120" cy="1209172"/>
          </a:xfrm>
        </p:grpSpPr>
        <p:sp>
          <p:nvSpPr>
            <p:cNvPr id="11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1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12" name="TextBox 111"/>
          <p:cNvSpPr txBox="1"/>
          <p:nvPr/>
        </p:nvSpPr>
        <p:spPr>
          <a:xfrm>
            <a:off x="1476027" y="3708686"/>
            <a:ext cx="6407261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grpSp>
        <p:nvGrpSpPr>
          <p:cNvPr id="113" name="组合 112"/>
          <p:cNvGrpSpPr/>
          <p:nvPr/>
        </p:nvGrpSpPr>
        <p:grpSpPr>
          <a:xfrm>
            <a:off x="3654137" y="1384378"/>
            <a:ext cx="208734" cy="138347"/>
            <a:chOff x="9482595" y="2565731"/>
            <a:chExt cx="278384" cy="184511"/>
          </a:xfrm>
        </p:grpSpPr>
        <p:sp>
          <p:nvSpPr>
            <p:cNvPr id="114" name="椭圆 113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500"/>
                            </p:stCondLst>
                            <p:childTnLst>
                              <p:par>
                                <p:cTn id="9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000"/>
                            </p:stCondLst>
                            <p:childTnLst>
                              <p:par>
                                <p:cTn id="10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500"/>
                            </p:stCondLst>
                            <p:childTnLst>
                              <p:par>
                                <p:cTn id="11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68" grpId="0"/>
      <p:bldP spid="70" grpId="0"/>
      <p:bldP spid="82" grpId="0"/>
      <p:bldP spid="83" grpId="0"/>
      <p:bldP spid="91" grpId="0"/>
      <p:bldP spid="92" grpId="0"/>
      <p:bldP spid="100" grpId="0"/>
      <p:bldP spid="101" grpId="0"/>
      <p:bldP spid="107" grpId="0"/>
      <p:bldP spid="1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重点分布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33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6" name="Freeform 9"/>
          <p:cNvSpPr>
            <a:spLocks noEditPoints="1"/>
          </p:cNvSpPr>
          <p:nvPr/>
        </p:nvSpPr>
        <p:spPr bwMode="auto">
          <a:xfrm rot="19469485">
            <a:off x="538712" y="241453"/>
            <a:ext cx="251789" cy="268296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16" name="组合 184"/>
          <p:cNvGrpSpPr/>
          <p:nvPr/>
        </p:nvGrpSpPr>
        <p:grpSpPr bwMode="auto">
          <a:xfrm>
            <a:off x="1169033" y="1155893"/>
            <a:ext cx="3962559" cy="3090058"/>
            <a:chOff x="0" y="0"/>
            <a:chExt cx="5407191" cy="4756567"/>
          </a:xfrm>
          <a:solidFill>
            <a:srgbClr val="F2F2F2">
              <a:alpha val="12941"/>
            </a:srgbClr>
          </a:solidFill>
        </p:grpSpPr>
        <p:sp>
          <p:nvSpPr>
            <p:cNvPr id="117" name="Freeform 3"/>
            <p:cNvSpPr>
              <a:spLocks noChangeArrowheads="1"/>
            </p:cNvSpPr>
            <p:nvPr/>
          </p:nvSpPr>
          <p:spPr bwMode="auto">
            <a:xfrm>
              <a:off x="3148473" y="4482387"/>
              <a:ext cx="297052" cy="274180"/>
            </a:xfrm>
            <a:custGeom>
              <a:avLst/>
              <a:gdLst>
                <a:gd name="T0" fmla="*/ 116 w 177"/>
                <a:gd name="T1" fmla="*/ 27 h 161"/>
                <a:gd name="T2" fmla="*/ 158 w 177"/>
                <a:gd name="T3" fmla="*/ 27 h 161"/>
                <a:gd name="T4" fmla="*/ 198 w 177"/>
                <a:gd name="T5" fmla="*/ 13 h 161"/>
                <a:gd name="T6" fmla="*/ 237 w 177"/>
                <a:gd name="T7" fmla="*/ 27 h 161"/>
                <a:gd name="T8" fmla="*/ 296 w 177"/>
                <a:gd name="T9" fmla="*/ 0 h 161"/>
                <a:gd name="T10" fmla="*/ 375 w 177"/>
                <a:gd name="T11" fmla="*/ 13 h 161"/>
                <a:gd name="T12" fmla="*/ 414 w 177"/>
                <a:gd name="T13" fmla="*/ 0 h 161"/>
                <a:gd name="T14" fmla="*/ 435 w 177"/>
                <a:gd name="T15" fmla="*/ 53 h 161"/>
                <a:gd name="T16" fmla="*/ 375 w 177"/>
                <a:gd name="T17" fmla="*/ 80 h 161"/>
                <a:gd name="T18" fmla="*/ 355 w 177"/>
                <a:gd name="T19" fmla="*/ 171 h 161"/>
                <a:gd name="T20" fmla="*/ 314 w 177"/>
                <a:gd name="T21" fmla="*/ 199 h 161"/>
                <a:gd name="T22" fmla="*/ 314 w 177"/>
                <a:gd name="T23" fmla="*/ 239 h 161"/>
                <a:gd name="T24" fmla="*/ 259 w 177"/>
                <a:gd name="T25" fmla="*/ 224 h 161"/>
                <a:gd name="T26" fmla="*/ 237 w 177"/>
                <a:gd name="T27" fmla="*/ 239 h 161"/>
                <a:gd name="T28" fmla="*/ 237 w 177"/>
                <a:gd name="T29" fmla="*/ 265 h 161"/>
                <a:gd name="T30" fmla="*/ 198 w 177"/>
                <a:gd name="T31" fmla="*/ 265 h 161"/>
                <a:gd name="T32" fmla="*/ 116 w 177"/>
                <a:gd name="T33" fmla="*/ 239 h 161"/>
                <a:gd name="T34" fmla="*/ 20 w 177"/>
                <a:gd name="T35" fmla="*/ 224 h 161"/>
                <a:gd name="T36" fmla="*/ 0 w 177"/>
                <a:gd name="T37" fmla="*/ 144 h 161"/>
                <a:gd name="T38" fmla="*/ 0 w 177"/>
                <a:gd name="T39" fmla="*/ 105 h 161"/>
                <a:gd name="T40" fmla="*/ 97 w 177"/>
                <a:gd name="T41" fmla="*/ 53 h 161"/>
                <a:gd name="T42" fmla="*/ 116 w 177"/>
                <a:gd name="T43" fmla="*/ 27 h 16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77"/>
                <a:gd name="T67" fmla="*/ 0 h 161"/>
                <a:gd name="T68" fmla="*/ 177 w 177"/>
                <a:gd name="T69" fmla="*/ 161 h 16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77" h="161">
                  <a:moveTo>
                    <a:pt x="48" y="16"/>
                  </a:moveTo>
                  <a:lnTo>
                    <a:pt x="64" y="16"/>
                  </a:lnTo>
                  <a:lnTo>
                    <a:pt x="80" y="8"/>
                  </a:lnTo>
                  <a:lnTo>
                    <a:pt x="96" y="16"/>
                  </a:lnTo>
                  <a:lnTo>
                    <a:pt x="120" y="0"/>
                  </a:lnTo>
                  <a:lnTo>
                    <a:pt x="152" y="8"/>
                  </a:lnTo>
                  <a:lnTo>
                    <a:pt x="168" y="0"/>
                  </a:lnTo>
                  <a:lnTo>
                    <a:pt x="176" y="32"/>
                  </a:lnTo>
                  <a:lnTo>
                    <a:pt x="152" y="48"/>
                  </a:lnTo>
                  <a:lnTo>
                    <a:pt x="144" y="104"/>
                  </a:lnTo>
                  <a:lnTo>
                    <a:pt x="128" y="120"/>
                  </a:lnTo>
                  <a:lnTo>
                    <a:pt x="128" y="144"/>
                  </a:lnTo>
                  <a:lnTo>
                    <a:pt x="104" y="136"/>
                  </a:lnTo>
                  <a:lnTo>
                    <a:pt x="96" y="144"/>
                  </a:lnTo>
                  <a:lnTo>
                    <a:pt x="96" y="160"/>
                  </a:lnTo>
                  <a:lnTo>
                    <a:pt x="80" y="160"/>
                  </a:lnTo>
                  <a:lnTo>
                    <a:pt x="48" y="144"/>
                  </a:lnTo>
                  <a:lnTo>
                    <a:pt x="8" y="136"/>
                  </a:lnTo>
                  <a:lnTo>
                    <a:pt x="0" y="88"/>
                  </a:lnTo>
                  <a:lnTo>
                    <a:pt x="0" y="64"/>
                  </a:lnTo>
                  <a:lnTo>
                    <a:pt x="40" y="32"/>
                  </a:lnTo>
                  <a:lnTo>
                    <a:pt x="48" y="16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18" name="Freeform 4"/>
            <p:cNvSpPr>
              <a:spLocks noChangeArrowheads="1"/>
            </p:cNvSpPr>
            <p:nvPr/>
          </p:nvSpPr>
          <p:spPr bwMode="auto">
            <a:xfrm>
              <a:off x="4221785" y="0"/>
              <a:ext cx="1185406" cy="1190682"/>
            </a:xfrm>
            <a:custGeom>
              <a:avLst/>
              <a:gdLst>
                <a:gd name="T0" fmla="*/ 41 w 705"/>
                <a:gd name="T1" fmla="*/ 107 h 697"/>
                <a:gd name="T2" fmla="*/ 79 w 705"/>
                <a:gd name="T3" fmla="*/ 173 h 697"/>
                <a:gd name="T4" fmla="*/ 179 w 705"/>
                <a:gd name="T5" fmla="*/ 173 h 697"/>
                <a:gd name="T6" fmla="*/ 259 w 705"/>
                <a:gd name="T7" fmla="*/ 294 h 697"/>
                <a:gd name="T8" fmla="*/ 397 w 705"/>
                <a:gd name="T9" fmla="*/ 266 h 697"/>
                <a:gd name="T10" fmla="*/ 577 w 705"/>
                <a:gd name="T11" fmla="*/ 280 h 697"/>
                <a:gd name="T12" fmla="*/ 538 w 705"/>
                <a:gd name="T13" fmla="*/ 521 h 697"/>
                <a:gd name="T14" fmla="*/ 476 w 705"/>
                <a:gd name="T15" fmla="*/ 653 h 697"/>
                <a:gd name="T16" fmla="*/ 259 w 705"/>
                <a:gd name="T17" fmla="*/ 773 h 697"/>
                <a:gd name="T18" fmla="*/ 377 w 705"/>
                <a:gd name="T19" fmla="*/ 813 h 697"/>
                <a:gd name="T20" fmla="*/ 338 w 705"/>
                <a:gd name="T21" fmla="*/ 867 h 697"/>
                <a:gd name="T22" fmla="*/ 438 w 705"/>
                <a:gd name="T23" fmla="*/ 908 h 697"/>
                <a:gd name="T24" fmla="*/ 476 w 705"/>
                <a:gd name="T25" fmla="*/ 960 h 697"/>
                <a:gd name="T26" fmla="*/ 718 w 705"/>
                <a:gd name="T27" fmla="*/ 974 h 697"/>
                <a:gd name="T28" fmla="*/ 797 w 705"/>
                <a:gd name="T29" fmla="*/ 988 h 697"/>
                <a:gd name="T30" fmla="*/ 956 w 705"/>
                <a:gd name="T31" fmla="*/ 1067 h 697"/>
                <a:gd name="T32" fmla="*/ 1056 w 705"/>
                <a:gd name="T33" fmla="*/ 1106 h 697"/>
                <a:gd name="T34" fmla="*/ 1074 w 705"/>
                <a:gd name="T35" fmla="*/ 1039 h 697"/>
                <a:gd name="T36" fmla="*/ 1194 w 705"/>
                <a:gd name="T37" fmla="*/ 1161 h 697"/>
                <a:gd name="T38" fmla="*/ 1234 w 705"/>
                <a:gd name="T39" fmla="*/ 1133 h 697"/>
                <a:gd name="T40" fmla="*/ 1373 w 705"/>
                <a:gd name="T41" fmla="*/ 1133 h 697"/>
                <a:gd name="T42" fmla="*/ 1471 w 705"/>
                <a:gd name="T43" fmla="*/ 1052 h 697"/>
                <a:gd name="T44" fmla="*/ 1493 w 705"/>
                <a:gd name="T45" fmla="*/ 881 h 697"/>
                <a:gd name="T46" fmla="*/ 1651 w 705"/>
                <a:gd name="T47" fmla="*/ 894 h 697"/>
                <a:gd name="T48" fmla="*/ 1692 w 705"/>
                <a:gd name="T49" fmla="*/ 573 h 697"/>
                <a:gd name="T50" fmla="*/ 1730 w 705"/>
                <a:gd name="T51" fmla="*/ 493 h 697"/>
                <a:gd name="T52" fmla="*/ 1752 w 705"/>
                <a:gd name="T53" fmla="*/ 429 h 697"/>
                <a:gd name="T54" fmla="*/ 1513 w 705"/>
                <a:gd name="T55" fmla="*/ 533 h 697"/>
                <a:gd name="T56" fmla="*/ 1392 w 705"/>
                <a:gd name="T57" fmla="*/ 601 h 697"/>
                <a:gd name="T58" fmla="*/ 1216 w 705"/>
                <a:gd name="T59" fmla="*/ 506 h 697"/>
                <a:gd name="T60" fmla="*/ 1096 w 705"/>
                <a:gd name="T61" fmla="*/ 466 h 697"/>
                <a:gd name="T62" fmla="*/ 935 w 705"/>
                <a:gd name="T63" fmla="*/ 429 h 697"/>
                <a:gd name="T64" fmla="*/ 895 w 705"/>
                <a:gd name="T65" fmla="*/ 401 h 697"/>
                <a:gd name="T66" fmla="*/ 836 w 705"/>
                <a:gd name="T67" fmla="*/ 414 h 697"/>
                <a:gd name="T68" fmla="*/ 656 w 705"/>
                <a:gd name="T69" fmla="*/ 214 h 697"/>
                <a:gd name="T70" fmla="*/ 619 w 705"/>
                <a:gd name="T71" fmla="*/ 146 h 697"/>
                <a:gd name="T72" fmla="*/ 360 w 705"/>
                <a:gd name="T73" fmla="*/ 41 h 697"/>
                <a:gd name="T74" fmla="*/ 41 w 705"/>
                <a:gd name="T75" fmla="*/ 27 h 6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705"/>
                <a:gd name="T115" fmla="*/ 0 h 697"/>
                <a:gd name="T116" fmla="*/ 705 w 705"/>
                <a:gd name="T117" fmla="*/ 697 h 6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705" h="697">
                  <a:moveTo>
                    <a:pt x="8" y="32"/>
                  </a:moveTo>
                  <a:lnTo>
                    <a:pt x="16" y="64"/>
                  </a:lnTo>
                  <a:lnTo>
                    <a:pt x="0" y="96"/>
                  </a:lnTo>
                  <a:lnTo>
                    <a:pt x="32" y="104"/>
                  </a:lnTo>
                  <a:lnTo>
                    <a:pt x="48" y="88"/>
                  </a:lnTo>
                  <a:lnTo>
                    <a:pt x="72" y="104"/>
                  </a:lnTo>
                  <a:lnTo>
                    <a:pt x="88" y="152"/>
                  </a:lnTo>
                  <a:lnTo>
                    <a:pt x="104" y="176"/>
                  </a:lnTo>
                  <a:lnTo>
                    <a:pt x="144" y="160"/>
                  </a:lnTo>
                  <a:lnTo>
                    <a:pt x="160" y="160"/>
                  </a:lnTo>
                  <a:lnTo>
                    <a:pt x="192" y="128"/>
                  </a:lnTo>
                  <a:lnTo>
                    <a:pt x="232" y="168"/>
                  </a:lnTo>
                  <a:lnTo>
                    <a:pt x="208" y="248"/>
                  </a:lnTo>
                  <a:lnTo>
                    <a:pt x="216" y="312"/>
                  </a:lnTo>
                  <a:lnTo>
                    <a:pt x="192" y="336"/>
                  </a:lnTo>
                  <a:lnTo>
                    <a:pt x="192" y="392"/>
                  </a:lnTo>
                  <a:lnTo>
                    <a:pt x="176" y="368"/>
                  </a:lnTo>
                  <a:lnTo>
                    <a:pt x="104" y="464"/>
                  </a:lnTo>
                  <a:lnTo>
                    <a:pt x="128" y="504"/>
                  </a:lnTo>
                  <a:lnTo>
                    <a:pt x="152" y="488"/>
                  </a:lnTo>
                  <a:lnTo>
                    <a:pt x="160" y="504"/>
                  </a:lnTo>
                  <a:lnTo>
                    <a:pt x="136" y="520"/>
                  </a:lnTo>
                  <a:lnTo>
                    <a:pt x="136" y="544"/>
                  </a:lnTo>
                  <a:lnTo>
                    <a:pt x="176" y="544"/>
                  </a:lnTo>
                  <a:lnTo>
                    <a:pt x="192" y="536"/>
                  </a:lnTo>
                  <a:lnTo>
                    <a:pt x="192" y="576"/>
                  </a:lnTo>
                  <a:lnTo>
                    <a:pt x="232" y="600"/>
                  </a:lnTo>
                  <a:lnTo>
                    <a:pt x="288" y="584"/>
                  </a:lnTo>
                  <a:lnTo>
                    <a:pt x="288" y="608"/>
                  </a:lnTo>
                  <a:lnTo>
                    <a:pt x="320" y="592"/>
                  </a:lnTo>
                  <a:lnTo>
                    <a:pt x="368" y="640"/>
                  </a:lnTo>
                  <a:lnTo>
                    <a:pt x="384" y="640"/>
                  </a:lnTo>
                  <a:lnTo>
                    <a:pt x="400" y="672"/>
                  </a:lnTo>
                  <a:lnTo>
                    <a:pt x="424" y="664"/>
                  </a:lnTo>
                  <a:lnTo>
                    <a:pt x="424" y="632"/>
                  </a:lnTo>
                  <a:lnTo>
                    <a:pt x="432" y="624"/>
                  </a:lnTo>
                  <a:lnTo>
                    <a:pt x="432" y="664"/>
                  </a:lnTo>
                  <a:lnTo>
                    <a:pt x="480" y="696"/>
                  </a:lnTo>
                  <a:lnTo>
                    <a:pt x="488" y="672"/>
                  </a:lnTo>
                  <a:lnTo>
                    <a:pt x="496" y="680"/>
                  </a:lnTo>
                  <a:lnTo>
                    <a:pt x="528" y="648"/>
                  </a:lnTo>
                  <a:lnTo>
                    <a:pt x="552" y="680"/>
                  </a:lnTo>
                  <a:lnTo>
                    <a:pt x="600" y="680"/>
                  </a:lnTo>
                  <a:lnTo>
                    <a:pt x="592" y="632"/>
                  </a:lnTo>
                  <a:lnTo>
                    <a:pt x="568" y="576"/>
                  </a:lnTo>
                  <a:lnTo>
                    <a:pt x="600" y="528"/>
                  </a:lnTo>
                  <a:lnTo>
                    <a:pt x="632" y="520"/>
                  </a:lnTo>
                  <a:lnTo>
                    <a:pt x="664" y="536"/>
                  </a:lnTo>
                  <a:lnTo>
                    <a:pt x="688" y="424"/>
                  </a:lnTo>
                  <a:lnTo>
                    <a:pt x="680" y="344"/>
                  </a:lnTo>
                  <a:lnTo>
                    <a:pt x="696" y="328"/>
                  </a:lnTo>
                  <a:lnTo>
                    <a:pt x="696" y="296"/>
                  </a:lnTo>
                  <a:lnTo>
                    <a:pt x="680" y="288"/>
                  </a:lnTo>
                  <a:lnTo>
                    <a:pt x="704" y="256"/>
                  </a:lnTo>
                  <a:lnTo>
                    <a:pt x="680" y="256"/>
                  </a:lnTo>
                  <a:lnTo>
                    <a:pt x="608" y="320"/>
                  </a:lnTo>
                  <a:lnTo>
                    <a:pt x="608" y="336"/>
                  </a:lnTo>
                  <a:lnTo>
                    <a:pt x="560" y="360"/>
                  </a:lnTo>
                  <a:lnTo>
                    <a:pt x="520" y="360"/>
                  </a:lnTo>
                  <a:lnTo>
                    <a:pt x="488" y="304"/>
                  </a:lnTo>
                  <a:lnTo>
                    <a:pt x="488" y="280"/>
                  </a:lnTo>
                  <a:lnTo>
                    <a:pt x="440" y="280"/>
                  </a:lnTo>
                  <a:lnTo>
                    <a:pt x="416" y="256"/>
                  </a:lnTo>
                  <a:lnTo>
                    <a:pt x="376" y="256"/>
                  </a:lnTo>
                  <a:lnTo>
                    <a:pt x="376" y="240"/>
                  </a:lnTo>
                  <a:lnTo>
                    <a:pt x="360" y="240"/>
                  </a:lnTo>
                  <a:lnTo>
                    <a:pt x="360" y="256"/>
                  </a:lnTo>
                  <a:lnTo>
                    <a:pt x="336" y="248"/>
                  </a:lnTo>
                  <a:lnTo>
                    <a:pt x="296" y="176"/>
                  </a:lnTo>
                  <a:lnTo>
                    <a:pt x="264" y="128"/>
                  </a:lnTo>
                  <a:lnTo>
                    <a:pt x="248" y="104"/>
                  </a:lnTo>
                  <a:lnTo>
                    <a:pt x="248" y="88"/>
                  </a:lnTo>
                  <a:lnTo>
                    <a:pt x="200" y="24"/>
                  </a:lnTo>
                  <a:lnTo>
                    <a:pt x="144" y="24"/>
                  </a:lnTo>
                  <a:lnTo>
                    <a:pt x="104" y="0"/>
                  </a:lnTo>
                  <a:lnTo>
                    <a:pt x="16" y="16"/>
                  </a:lnTo>
                  <a:lnTo>
                    <a:pt x="8" y="32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19" name="Freeform 5"/>
            <p:cNvSpPr>
              <a:spLocks noChangeArrowheads="1"/>
            </p:cNvSpPr>
            <p:nvPr/>
          </p:nvSpPr>
          <p:spPr bwMode="auto">
            <a:xfrm>
              <a:off x="4335281" y="921123"/>
              <a:ext cx="889755" cy="685451"/>
            </a:xfrm>
            <a:custGeom>
              <a:avLst/>
              <a:gdLst>
                <a:gd name="T0" fmla="*/ 1316 w 529"/>
                <a:gd name="T1" fmla="*/ 244 h 401"/>
                <a:gd name="T2" fmla="*/ 1194 w 529"/>
                <a:gd name="T3" fmla="*/ 244 h 401"/>
                <a:gd name="T4" fmla="*/ 1137 w 529"/>
                <a:gd name="T5" fmla="*/ 202 h 401"/>
                <a:gd name="T6" fmla="*/ 1056 w 529"/>
                <a:gd name="T7" fmla="*/ 257 h 401"/>
                <a:gd name="T8" fmla="*/ 1036 w 529"/>
                <a:gd name="T9" fmla="*/ 229 h 401"/>
                <a:gd name="T10" fmla="*/ 1017 w 529"/>
                <a:gd name="T11" fmla="*/ 271 h 401"/>
                <a:gd name="T12" fmla="*/ 898 w 529"/>
                <a:gd name="T13" fmla="*/ 215 h 401"/>
                <a:gd name="T14" fmla="*/ 898 w 529"/>
                <a:gd name="T15" fmla="*/ 149 h 401"/>
                <a:gd name="T16" fmla="*/ 857 w 529"/>
                <a:gd name="T17" fmla="*/ 162 h 401"/>
                <a:gd name="T18" fmla="*/ 879 w 529"/>
                <a:gd name="T19" fmla="*/ 215 h 401"/>
                <a:gd name="T20" fmla="*/ 819 w 529"/>
                <a:gd name="T21" fmla="*/ 215 h 401"/>
                <a:gd name="T22" fmla="*/ 778 w 529"/>
                <a:gd name="T23" fmla="*/ 175 h 401"/>
                <a:gd name="T24" fmla="*/ 736 w 529"/>
                <a:gd name="T25" fmla="*/ 175 h 401"/>
                <a:gd name="T26" fmla="*/ 619 w 529"/>
                <a:gd name="T27" fmla="*/ 94 h 401"/>
                <a:gd name="T28" fmla="*/ 538 w 529"/>
                <a:gd name="T29" fmla="*/ 122 h 401"/>
                <a:gd name="T30" fmla="*/ 538 w 529"/>
                <a:gd name="T31" fmla="*/ 94 h 401"/>
                <a:gd name="T32" fmla="*/ 397 w 529"/>
                <a:gd name="T33" fmla="*/ 109 h 401"/>
                <a:gd name="T34" fmla="*/ 300 w 529"/>
                <a:gd name="T35" fmla="*/ 67 h 401"/>
                <a:gd name="T36" fmla="*/ 300 w 529"/>
                <a:gd name="T37" fmla="*/ 0 h 401"/>
                <a:gd name="T38" fmla="*/ 259 w 529"/>
                <a:gd name="T39" fmla="*/ 13 h 401"/>
                <a:gd name="T40" fmla="*/ 158 w 529"/>
                <a:gd name="T41" fmla="*/ 13 h 401"/>
                <a:gd name="T42" fmla="*/ 179 w 529"/>
                <a:gd name="T43" fmla="*/ 94 h 401"/>
                <a:gd name="T44" fmla="*/ 121 w 529"/>
                <a:gd name="T45" fmla="*/ 94 h 401"/>
                <a:gd name="T46" fmla="*/ 20 w 529"/>
                <a:gd name="T47" fmla="*/ 54 h 401"/>
                <a:gd name="T48" fmla="*/ 0 w 529"/>
                <a:gd name="T49" fmla="*/ 94 h 401"/>
                <a:gd name="T50" fmla="*/ 79 w 529"/>
                <a:gd name="T51" fmla="*/ 149 h 401"/>
                <a:gd name="T52" fmla="*/ 60 w 529"/>
                <a:gd name="T53" fmla="*/ 202 h 401"/>
                <a:gd name="T54" fmla="*/ 121 w 529"/>
                <a:gd name="T55" fmla="*/ 271 h 401"/>
                <a:gd name="T56" fmla="*/ 218 w 529"/>
                <a:gd name="T57" fmla="*/ 229 h 401"/>
                <a:gd name="T58" fmla="*/ 278 w 529"/>
                <a:gd name="T59" fmla="*/ 310 h 401"/>
                <a:gd name="T60" fmla="*/ 278 w 529"/>
                <a:gd name="T61" fmla="*/ 377 h 401"/>
                <a:gd name="T62" fmla="*/ 377 w 529"/>
                <a:gd name="T63" fmla="*/ 377 h 401"/>
                <a:gd name="T64" fmla="*/ 418 w 529"/>
                <a:gd name="T65" fmla="*/ 445 h 401"/>
                <a:gd name="T66" fmla="*/ 438 w 529"/>
                <a:gd name="T67" fmla="*/ 390 h 401"/>
                <a:gd name="T68" fmla="*/ 519 w 529"/>
                <a:gd name="T69" fmla="*/ 472 h 401"/>
                <a:gd name="T70" fmla="*/ 577 w 529"/>
                <a:gd name="T71" fmla="*/ 538 h 401"/>
                <a:gd name="T72" fmla="*/ 577 w 529"/>
                <a:gd name="T73" fmla="*/ 580 h 401"/>
                <a:gd name="T74" fmla="*/ 659 w 529"/>
                <a:gd name="T75" fmla="*/ 674 h 401"/>
                <a:gd name="T76" fmla="*/ 718 w 529"/>
                <a:gd name="T77" fmla="*/ 633 h 401"/>
                <a:gd name="T78" fmla="*/ 757 w 529"/>
                <a:gd name="T79" fmla="*/ 552 h 401"/>
                <a:gd name="T80" fmla="*/ 797 w 529"/>
                <a:gd name="T81" fmla="*/ 538 h 401"/>
                <a:gd name="T82" fmla="*/ 837 w 529"/>
                <a:gd name="T83" fmla="*/ 552 h 401"/>
                <a:gd name="T84" fmla="*/ 819 w 529"/>
                <a:gd name="T85" fmla="*/ 580 h 401"/>
                <a:gd name="T86" fmla="*/ 935 w 529"/>
                <a:gd name="T87" fmla="*/ 580 h 401"/>
                <a:gd name="T88" fmla="*/ 977 w 529"/>
                <a:gd name="T89" fmla="*/ 552 h 401"/>
                <a:gd name="T90" fmla="*/ 977 w 529"/>
                <a:gd name="T91" fmla="*/ 525 h 401"/>
                <a:gd name="T92" fmla="*/ 957 w 529"/>
                <a:gd name="T93" fmla="*/ 497 h 401"/>
                <a:gd name="T94" fmla="*/ 1078 w 529"/>
                <a:gd name="T95" fmla="*/ 458 h 401"/>
                <a:gd name="T96" fmla="*/ 1096 w 529"/>
                <a:gd name="T97" fmla="*/ 445 h 401"/>
                <a:gd name="T98" fmla="*/ 1096 w 529"/>
                <a:gd name="T99" fmla="*/ 416 h 401"/>
                <a:gd name="T100" fmla="*/ 1137 w 529"/>
                <a:gd name="T101" fmla="*/ 403 h 401"/>
                <a:gd name="T102" fmla="*/ 1137 w 529"/>
                <a:gd name="T103" fmla="*/ 323 h 401"/>
                <a:gd name="T104" fmla="*/ 1178 w 529"/>
                <a:gd name="T105" fmla="*/ 323 h 401"/>
                <a:gd name="T106" fmla="*/ 1194 w 529"/>
                <a:gd name="T107" fmla="*/ 363 h 401"/>
                <a:gd name="T108" fmla="*/ 1256 w 529"/>
                <a:gd name="T109" fmla="*/ 390 h 401"/>
                <a:gd name="T110" fmla="*/ 1277 w 529"/>
                <a:gd name="T111" fmla="*/ 377 h 401"/>
                <a:gd name="T112" fmla="*/ 1256 w 529"/>
                <a:gd name="T113" fmla="*/ 350 h 401"/>
                <a:gd name="T114" fmla="*/ 1256 w 529"/>
                <a:gd name="T115" fmla="*/ 323 h 401"/>
                <a:gd name="T116" fmla="*/ 1316 w 529"/>
                <a:gd name="T117" fmla="*/ 310 h 401"/>
                <a:gd name="T118" fmla="*/ 1316 w 529"/>
                <a:gd name="T119" fmla="*/ 244 h 40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29"/>
                <a:gd name="T181" fmla="*/ 0 h 401"/>
                <a:gd name="T182" fmla="*/ 529 w 529"/>
                <a:gd name="T183" fmla="*/ 401 h 40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29" h="401">
                  <a:moveTo>
                    <a:pt x="528" y="144"/>
                  </a:moveTo>
                  <a:lnTo>
                    <a:pt x="480" y="144"/>
                  </a:lnTo>
                  <a:lnTo>
                    <a:pt x="456" y="120"/>
                  </a:lnTo>
                  <a:lnTo>
                    <a:pt x="424" y="152"/>
                  </a:lnTo>
                  <a:lnTo>
                    <a:pt x="416" y="136"/>
                  </a:lnTo>
                  <a:lnTo>
                    <a:pt x="408" y="160"/>
                  </a:lnTo>
                  <a:lnTo>
                    <a:pt x="360" y="128"/>
                  </a:lnTo>
                  <a:lnTo>
                    <a:pt x="360" y="88"/>
                  </a:lnTo>
                  <a:lnTo>
                    <a:pt x="344" y="96"/>
                  </a:lnTo>
                  <a:lnTo>
                    <a:pt x="352" y="128"/>
                  </a:lnTo>
                  <a:lnTo>
                    <a:pt x="328" y="128"/>
                  </a:lnTo>
                  <a:lnTo>
                    <a:pt x="312" y="104"/>
                  </a:lnTo>
                  <a:lnTo>
                    <a:pt x="296" y="104"/>
                  </a:lnTo>
                  <a:lnTo>
                    <a:pt x="248" y="56"/>
                  </a:lnTo>
                  <a:lnTo>
                    <a:pt x="216" y="72"/>
                  </a:lnTo>
                  <a:lnTo>
                    <a:pt x="216" y="56"/>
                  </a:lnTo>
                  <a:lnTo>
                    <a:pt x="160" y="64"/>
                  </a:lnTo>
                  <a:lnTo>
                    <a:pt x="120" y="40"/>
                  </a:lnTo>
                  <a:lnTo>
                    <a:pt x="120" y="0"/>
                  </a:lnTo>
                  <a:lnTo>
                    <a:pt x="104" y="8"/>
                  </a:lnTo>
                  <a:lnTo>
                    <a:pt x="64" y="8"/>
                  </a:lnTo>
                  <a:lnTo>
                    <a:pt x="72" y="56"/>
                  </a:lnTo>
                  <a:lnTo>
                    <a:pt x="48" y="56"/>
                  </a:lnTo>
                  <a:lnTo>
                    <a:pt x="8" y="32"/>
                  </a:lnTo>
                  <a:lnTo>
                    <a:pt x="0" y="56"/>
                  </a:lnTo>
                  <a:lnTo>
                    <a:pt x="32" y="88"/>
                  </a:lnTo>
                  <a:lnTo>
                    <a:pt x="24" y="120"/>
                  </a:lnTo>
                  <a:lnTo>
                    <a:pt x="48" y="160"/>
                  </a:lnTo>
                  <a:lnTo>
                    <a:pt x="88" y="136"/>
                  </a:lnTo>
                  <a:lnTo>
                    <a:pt x="112" y="184"/>
                  </a:lnTo>
                  <a:lnTo>
                    <a:pt x="112" y="224"/>
                  </a:lnTo>
                  <a:lnTo>
                    <a:pt x="152" y="224"/>
                  </a:lnTo>
                  <a:lnTo>
                    <a:pt x="168" y="264"/>
                  </a:lnTo>
                  <a:lnTo>
                    <a:pt x="176" y="232"/>
                  </a:lnTo>
                  <a:lnTo>
                    <a:pt x="208" y="280"/>
                  </a:lnTo>
                  <a:lnTo>
                    <a:pt x="232" y="320"/>
                  </a:lnTo>
                  <a:lnTo>
                    <a:pt x="232" y="344"/>
                  </a:lnTo>
                  <a:lnTo>
                    <a:pt x="264" y="400"/>
                  </a:lnTo>
                  <a:lnTo>
                    <a:pt x="288" y="376"/>
                  </a:lnTo>
                  <a:lnTo>
                    <a:pt x="304" y="328"/>
                  </a:lnTo>
                  <a:lnTo>
                    <a:pt x="320" y="320"/>
                  </a:lnTo>
                  <a:lnTo>
                    <a:pt x="336" y="328"/>
                  </a:lnTo>
                  <a:lnTo>
                    <a:pt x="328" y="344"/>
                  </a:lnTo>
                  <a:lnTo>
                    <a:pt x="376" y="344"/>
                  </a:lnTo>
                  <a:lnTo>
                    <a:pt x="392" y="328"/>
                  </a:lnTo>
                  <a:lnTo>
                    <a:pt x="392" y="312"/>
                  </a:lnTo>
                  <a:lnTo>
                    <a:pt x="384" y="296"/>
                  </a:lnTo>
                  <a:lnTo>
                    <a:pt x="432" y="272"/>
                  </a:lnTo>
                  <a:lnTo>
                    <a:pt x="440" y="264"/>
                  </a:lnTo>
                  <a:lnTo>
                    <a:pt x="440" y="248"/>
                  </a:lnTo>
                  <a:lnTo>
                    <a:pt x="456" y="240"/>
                  </a:lnTo>
                  <a:lnTo>
                    <a:pt x="456" y="192"/>
                  </a:lnTo>
                  <a:lnTo>
                    <a:pt x="472" y="192"/>
                  </a:lnTo>
                  <a:lnTo>
                    <a:pt x="480" y="216"/>
                  </a:lnTo>
                  <a:lnTo>
                    <a:pt x="504" y="232"/>
                  </a:lnTo>
                  <a:lnTo>
                    <a:pt x="512" y="224"/>
                  </a:lnTo>
                  <a:lnTo>
                    <a:pt x="504" y="208"/>
                  </a:lnTo>
                  <a:lnTo>
                    <a:pt x="504" y="192"/>
                  </a:lnTo>
                  <a:lnTo>
                    <a:pt x="528" y="184"/>
                  </a:lnTo>
                  <a:lnTo>
                    <a:pt x="528" y="144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20" name="Freeform 6"/>
            <p:cNvSpPr>
              <a:spLocks noChangeArrowheads="1"/>
            </p:cNvSpPr>
            <p:nvPr/>
          </p:nvSpPr>
          <p:spPr bwMode="auto">
            <a:xfrm>
              <a:off x="4147521" y="1301587"/>
              <a:ext cx="634739" cy="673128"/>
            </a:xfrm>
            <a:custGeom>
              <a:avLst/>
              <a:gdLst>
                <a:gd name="T0" fmla="*/ 941 w 377"/>
                <a:gd name="T1" fmla="*/ 299 h 393"/>
                <a:gd name="T2" fmla="*/ 842 w 377"/>
                <a:gd name="T3" fmla="*/ 203 h 393"/>
                <a:gd name="T4" fmla="*/ 860 w 377"/>
                <a:gd name="T5" fmla="*/ 163 h 393"/>
                <a:gd name="T6" fmla="*/ 782 w 377"/>
                <a:gd name="T7" fmla="*/ 67 h 393"/>
                <a:gd name="T8" fmla="*/ 722 w 377"/>
                <a:gd name="T9" fmla="*/ 13 h 393"/>
                <a:gd name="T10" fmla="*/ 701 w 377"/>
                <a:gd name="T11" fmla="*/ 67 h 393"/>
                <a:gd name="T12" fmla="*/ 661 w 377"/>
                <a:gd name="T13" fmla="*/ 0 h 393"/>
                <a:gd name="T14" fmla="*/ 582 w 377"/>
                <a:gd name="T15" fmla="*/ 0 h 393"/>
                <a:gd name="T16" fmla="*/ 601 w 377"/>
                <a:gd name="T17" fmla="*/ 41 h 393"/>
                <a:gd name="T18" fmla="*/ 500 w 377"/>
                <a:gd name="T19" fmla="*/ 96 h 393"/>
                <a:gd name="T20" fmla="*/ 440 w 377"/>
                <a:gd name="T21" fmla="*/ 96 h 393"/>
                <a:gd name="T22" fmla="*/ 121 w 377"/>
                <a:gd name="T23" fmla="*/ 245 h 393"/>
                <a:gd name="T24" fmla="*/ 60 w 377"/>
                <a:gd name="T25" fmla="*/ 191 h 393"/>
                <a:gd name="T26" fmla="*/ 20 w 377"/>
                <a:gd name="T27" fmla="*/ 191 h 393"/>
                <a:gd name="T28" fmla="*/ 41 w 377"/>
                <a:gd name="T29" fmla="*/ 231 h 393"/>
                <a:gd name="T30" fmla="*/ 41 w 377"/>
                <a:gd name="T31" fmla="*/ 272 h 393"/>
                <a:gd name="T32" fmla="*/ 60 w 377"/>
                <a:gd name="T33" fmla="*/ 314 h 393"/>
                <a:gd name="T34" fmla="*/ 20 w 377"/>
                <a:gd name="T35" fmla="*/ 314 h 393"/>
                <a:gd name="T36" fmla="*/ 20 w 377"/>
                <a:gd name="T37" fmla="*/ 367 h 393"/>
                <a:gd name="T38" fmla="*/ 0 w 377"/>
                <a:gd name="T39" fmla="*/ 395 h 393"/>
                <a:gd name="T40" fmla="*/ 79 w 377"/>
                <a:gd name="T41" fmla="*/ 408 h 393"/>
                <a:gd name="T42" fmla="*/ 162 w 377"/>
                <a:gd name="T43" fmla="*/ 504 h 393"/>
                <a:gd name="T44" fmla="*/ 260 w 377"/>
                <a:gd name="T45" fmla="*/ 408 h 393"/>
                <a:gd name="T46" fmla="*/ 300 w 377"/>
                <a:gd name="T47" fmla="*/ 354 h 393"/>
                <a:gd name="T48" fmla="*/ 401 w 377"/>
                <a:gd name="T49" fmla="*/ 340 h 393"/>
                <a:gd name="T50" fmla="*/ 463 w 377"/>
                <a:gd name="T51" fmla="*/ 367 h 393"/>
                <a:gd name="T52" fmla="*/ 463 w 377"/>
                <a:gd name="T53" fmla="*/ 380 h 393"/>
                <a:gd name="T54" fmla="*/ 482 w 377"/>
                <a:gd name="T55" fmla="*/ 380 h 393"/>
                <a:gd name="T56" fmla="*/ 422 w 377"/>
                <a:gd name="T57" fmla="*/ 476 h 393"/>
                <a:gd name="T58" fmla="*/ 381 w 377"/>
                <a:gd name="T59" fmla="*/ 476 h 393"/>
                <a:gd name="T60" fmla="*/ 401 w 377"/>
                <a:gd name="T61" fmla="*/ 530 h 393"/>
                <a:gd name="T62" fmla="*/ 381 w 377"/>
                <a:gd name="T63" fmla="*/ 544 h 393"/>
                <a:gd name="T64" fmla="*/ 422 w 377"/>
                <a:gd name="T65" fmla="*/ 544 h 393"/>
                <a:gd name="T66" fmla="*/ 341 w 377"/>
                <a:gd name="T67" fmla="*/ 639 h 393"/>
                <a:gd name="T68" fmla="*/ 360 w 377"/>
                <a:gd name="T69" fmla="*/ 666 h 393"/>
                <a:gd name="T70" fmla="*/ 401 w 377"/>
                <a:gd name="T71" fmla="*/ 639 h 393"/>
                <a:gd name="T72" fmla="*/ 422 w 377"/>
                <a:gd name="T73" fmla="*/ 598 h 393"/>
                <a:gd name="T74" fmla="*/ 463 w 377"/>
                <a:gd name="T75" fmla="*/ 598 h 393"/>
                <a:gd name="T76" fmla="*/ 500 w 377"/>
                <a:gd name="T77" fmla="*/ 573 h 393"/>
                <a:gd name="T78" fmla="*/ 500 w 377"/>
                <a:gd name="T79" fmla="*/ 530 h 393"/>
                <a:gd name="T80" fmla="*/ 643 w 377"/>
                <a:gd name="T81" fmla="*/ 476 h 393"/>
                <a:gd name="T82" fmla="*/ 761 w 377"/>
                <a:gd name="T83" fmla="*/ 450 h 393"/>
                <a:gd name="T84" fmla="*/ 782 w 377"/>
                <a:gd name="T85" fmla="*/ 380 h 393"/>
                <a:gd name="T86" fmla="*/ 860 w 377"/>
                <a:gd name="T87" fmla="*/ 340 h 393"/>
                <a:gd name="T88" fmla="*/ 922 w 377"/>
                <a:gd name="T89" fmla="*/ 327 h 393"/>
                <a:gd name="T90" fmla="*/ 941 w 377"/>
                <a:gd name="T91" fmla="*/ 299 h 39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77"/>
                <a:gd name="T139" fmla="*/ 0 h 393"/>
                <a:gd name="T140" fmla="*/ 377 w 377"/>
                <a:gd name="T141" fmla="*/ 393 h 39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77" h="393">
                  <a:moveTo>
                    <a:pt x="376" y="176"/>
                  </a:moveTo>
                  <a:lnTo>
                    <a:pt x="336" y="120"/>
                  </a:lnTo>
                  <a:lnTo>
                    <a:pt x="344" y="96"/>
                  </a:lnTo>
                  <a:lnTo>
                    <a:pt x="312" y="40"/>
                  </a:lnTo>
                  <a:lnTo>
                    <a:pt x="288" y="8"/>
                  </a:lnTo>
                  <a:lnTo>
                    <a:pt x="280" y="40"/>
                  </a:lnTo>
                  <a:lnTo>
                    <a:pt x="264" y="0"/>
                  </a:lnTo>
                  <a:lnTo>
                    <a:pt x="232" y="0"/>
                  </a:lnTo>
                  <a:lnTo>
                    <a:pt x="240" y="24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48" y="144"/>
                  </a:lnTo>
                  <a:lnTo>
                    <a:pt x="24" y="112"/>
                  </a:lnTo>
                  <a:lnTo>
                    <a:pt x="8" y="112"/>
                  </a:lnTo>
                  <a:lnTo>
                    <a:pt x="16" y="136"/>
                  </a:lnTo>
                  <a:lnTo>
                    <a:pt x="16" y="160"/>
                  </a:lnTo>
                  <a:lnTo>
                    <a:pt x="24" y="184"/>
                  </a:lnTo>
                  <a:lnTo>
                    <a:pt x="8" y="184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32" y="240"/>
                  </a:lnTo>
                  <a:lnTo>
                    <a:pt x="64" y="296"/>
                  </a:lnTo>
                  <a:lnTo>
                    <a:pt x="104" y="240"/>
                  </a:lnTo>
                  <a:lnTo>
                    <a:pt x="120" y="208"/>
                  </a:lnTo>
                  <a:lnTo>
                    <a:pt x="160" y="200"/>
                  </a:lnTo>
                  <a:lnTo>
                    <a:pt x="184" y="216"/>
                  </a:lnTo>
                  <a:lnTo>
                    <a:pt x="184" y="224"/>
                  </a:lnTo>
                  <a:lnTo>
                    <a:pt x="192" y="224"/>
                  </a:lnTo>
                  <a:lnTo>
                    <a:pt x="168" y="280"/>
                  </a:lnTo>
                  <a:lnTo>
                    <a:pt x="152" y="280"/>
                  </a:lnTo>
                  <a:lnTo>
                    <a:pt x="160" y="312"/>
                  </a:lnTo>
                  <a:lnTo>
                    <a:pt x="152" y="320"/>
                  </a:lnTo>
                  <a:lnTo>
                    <a:pt x="168" y="320"/>
                  </a:lnTo>
                  <a:lnTo>
                    <a:pt x="136" y="376"/>
                  </a:lnTo>
                  <a:lnTo>
                    <a:pt x="144" y="392"/>
                  </a:lnTo>
                  <a:lnTo>
                    <a:pt x="160" y="376"/>
                  </a:lnTo>
                  <a:lnTo>
                    <a:pt x="168" y="352"/>
                  </a:lnTo>
                  <a:lnTo>
                    <a:pt x="184" y="352"/>
                  </a:lnTo>
                  <a:lnTo>
                    <a:pt x="200" y="336"/>
                  </a:lnTo>
                  <a:lnTo>
                    <a:pt x="200" y="312"/>
                  </a:lnTo>
                  <a:lnTo>
                    <a:pt x="256" y="280"/>
                  </a:lnTo>
                  <a:lnTo>
                    <a:pt x="304" y="264"/>
                  </a:lnTo>
                  <a:lnTo>
                    <a:pt x="312" y="224"/>
                  </a:lnTo>
                  <a:lnTo>
                    <a:pt x="344" y="200"/>
                  </a:lnTo>
                  <a:lnTo>
                    <a:pt x="368" y="192"/>
                  </a:lnTo>
                  <a:lnTo>
                    <a:pt x="376" y="176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21" name="Freeform 7"/>
            <p:cNvSpPr>
              <a:spLocks noChangeArrowheads="1"/>
            </p:cNvSpPr>
            <p:nvPr/>
          </p:nvSpPr>
          <p:spPr bwMode="auto">
            <a:xfrm>
              <a:off x="3664111" y="1454080"/>
              <a:ext cx="592703" cy="916502"/>
            </a:xfrm>
            <a:custGeom>
              <a:avLst/>
              <a:gdLst>
                <a:gd name="T0" fmla="*/ 790 w 353"/>
                <a:gd name="T1" fmla="*/ 266 h 537"/>
                <a:gd name="T2" fmla="*/ 731 w 353"/>
                <a:gd name="T3" fmla="*/ 160 h 537"/>
                <a:gd name="T4" fmla="*/ 614 w 353"/>
                <a:gd name="T5" fmla="*/ 148 h 537"/>
                <a:gd name="T6" fmla="*/ 552 w 353"/>
                <a:gd name="T7" fmla="*/ 0 h 537"/>
                <a:gd name="T8" fmla="*/ 435 w 353"/>
                <a:gd name="T9" fmla="*/ 109 h 537"/>
                <a:gd name="T10" fmla="*/ 336 w 353"/>
                <a:gd name="T11" fmla="*/ 135 h 537"/>
                <a:gd name="T12" fmla="*/ 198 w 353"/>
                <a:gd name="T13" fmla="*/ 173 h 537"/>
                <a:gd name="T14" fmla="*/ 79 w 353"/>
                <a:gd name="T15" fmla="*/ 122 h 537"/>
                <a:gd name="T16" fmla="*/ 20 w 353"/>
                <a:gd name="T17" fmla="*/ 201 h 537"/>
                <a:gd name="T18" fmla="*/ 138 w 353"/>
                <a:gd name="T19" fmla="*/ 335 h 537"/>
                <a:gd name="T20" fmla="*/ 60 w 353"/>
                <a:gd name="T21" fmla="*/ 388 h 537"/>
                <a:gd name="T22" fmla="*/ 158 w 353"/>
                <a:gd name="T23" fmla="*/ 454 h 537"/>
                <a:gd name="T24" fmla="*/ 79 w 353"/>
                <a:gd name="T25" fmla="*/ 480 h 537"/>
                <a:gd name="T26" fmla="*/ 41 w 353"/>
                <a:gd name="T27" fmla="*/ 546 h 537"/>
                <a:gd name="T28" fmla="*/ 79 w 353"/>
                <a:gd name="T29" fmla="*/ 668 h 537"/>
                <a:gd name="T30" fmla="*/ 60 w 353"/>
                <a:gd name="T31" fmla="*/ 854 h 537"/>
                <a:gd name="T32" fmla="*/ 217 w 353"/>
                <a:gd name="T33" fmla="*/ 882 h 537"/>
                <a:gd name="T34" fmla="*/ 277 w 353"/>
                <a:gd name="T35" fmla="*/ 854 h 537"/>
                <a:gd name="T36" fmla="*/ 375 w 353"/>
                <a:gd name="T37" fmla="*/ 708 h 537"/>
                <a:gd name="T38" fmla="*/ 573 w 353"/>
                <a:gd name="T39" fmla="*/ 628 h 537"/>
                <a:gd name="T40" fmla="*/ 593 w 353"/>
                <a:gd name="T41" fmla="*/ 575 h 537"/>
                <a:gd name="T42" fmla="*/ 476 w 353"/>
                <a:gd name="T43" fmla="*/ 534 h 537"/>
                <a:gd name="T44" fmla="*/ 454 w 353"/>
                <a:gd name="T45" fmla="*/ 480 h 537"/>
                <a:gd name="T46" fmla="*/ 397 w 353"/>
                <a:gd name="T47" fmla="*/ 442 h 537"/>
                <a:gd name="T48" fmla="*/ 259 w 353"/>
                <a:gd name="T49" fmla="*/ 429 h 537"/>
                <a:gd name="T50" fmla="*/ 336 w 353"/>
                <a:gd name="T51" fmla="*/ 280 h 537"/>
                <a:gd name="T52" fmla="*/ 397 w 353"/>
                <a:gd name="T53" fmla="*/ 227 h 537"/>
                <a:gd name="T54" fmla="*/ 476 w 353"/>
                <a:gd name="T55" fmla="*/ 253 h 537"/>
                <a:gd name="T56" fmla="*/ 513 w 353"/>
                <a:gd name="T57" fmla="*/ 307 h 537"/>
                <a:gd name="T58" fmla="*/ 552 w 353"/>
                <a:gd name="T59" fmla="*/ 335 h 537"/>
                <a:gd name="T60" fmla="*/ 633 w 353"/>
                <a:gd name="T61" fmla="*/ 429 h 537"/>
                <a:gd name="T62" fmla="*/ 673 w 353"/>
                <a:gd name="T63" fmla="*/ 480 h 537"/>
                <a:gd name="T64" fmla="*/ 810 w 353"/>
                <a:gd name="T65" fmla="*/ 361 h 5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3"/>
                <a:gd name="T100" fmla="*/ 0 h 537"/>
                <a:gd name="T101" fmla="*/ 353 w 353"/>
                <a:gd name="T102" fmla="*/ 537 h 53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3" h="537">
                  <a:moveTo>
                    <a:pt x="352" y="208"/>
                  </a:moveTo>
                  <a:lnTo>
                    <a:pt x="320" y="160"/>
                  </a:lnTo>
                  <a:lnTo>
                    <a:pt x="288" y="152"/>
                  </a:lnTo>
                  <a:lnTo>
                    <a:pt x="296" y="96"/>
                  </a:lnTo>
                  <a:lnTo>
                    <a:pt x="264" y="104"/>
                  </a:lnTo>
                  <a:lnTo>
                    <a:pt x="248" y="88"/>
                  </a:lnTo>
                  <a:lnTo>
                    <a:pt x="248" y="48"/>
                  </a:lnTo>
                  <a:lnTo>
                    <a:pt x="224" y="0"/>
                  </a:lnTo>
                  <a:lnTo>
                    <a:pt x="176" y="24"/>
                  </a:lnTo>
                  <a:lnTo>
                    <a:pt x="176" y="64"/>
                  </a:lnTo>
                  <a:lnTo>
                    <a:pt x="144" y="56"/>
                  </a:lnTo>
                  <a:lnTo>
                    <a:pt x="136" y="80"/>
                  </a:lnTo>
                  <a:lnTo>
                    <a:pt x="112" y="72"/>
                  </a:lnTo>
                  <a:lnTo>
                    <a:pt x="80" y="104"/>
                  </a:lnTo>
                  <a:lnTo>
                    <a:pt x="56" y="56"/>
                  </a:lnTo>
                  <a:lnTo>
                    <a:pt x="32" y="72"/>
                  </a:lnTo>
                  <a:lnTo>
                    <a:pt x="24" y="112"/>
                  </a:lnTo>
                  <a:lnTo>
                    <a:pt x="8" y="120"/>
                  </a:lnTo>
                  <a:lnTo>
                    <a:pt x="32" y="184"/>
                  </a:lnTo>
                  <a:lnTo>
                    <a:pt x="56" y="200"/>
                  </a:lnTo>
                  <a:lnTo>
                    <a:pt x="32" y="216"/>
                  </a:lnTo>
                  <a:lnTo>
                    <a:pt x="24" y="232"/>
                  </a:lnTo>
                  <a:lnTo>
                    <a:pt x="56" y="232"/>
                  </a:lnTo>
                  <a:lnTo>
                    <a:pt x="64" y="272"/>
                  </a:lnTo>
                  <a:lnTo>
                    <a:pt x="48" y="304"/>
                  </a:lnTo>
                  <a:lnTo>
                    <a:pt x="32" y="288"/>
                  </a:lnTo>
                  <a:lnTo>
                    <a:pt x="16" y="304"/>
                  </a:lnTo>
                  <a:lnTo>
                    <a:pt x="16" y="328"/>
                  </a:lnTo>
                  <a:lnTo>
                    <a:pt x="0" y="344"/>
                  </a:lnTo>
                  <a:lnTo>
                    <a:pt x="32" y="400"/>
                  </a:lnTo>
                  <a:lnTo>
                    <a:pt x="8" y="488"/>
                  </a:lnTo>
                  <a:lnTo>
                    <a:pt x="24" y="512"/>
                  </a:lnTo>
                  <a:lnTo>
                    <a:pt x="72" y="512"/>
                  </a:lnTo>
                  <a:lnTo>
                    <a:pt x="88" y="528"/>
                  </a:lnTo>
                  <a:lnTo>
                    <a:pt x="128" y="536"/>
                  </a:lnTo>
                  <a:lnTo>
                    <a:pt x="112" y="512"/>
                  </a:lnTo>
                  <a:lnTo>
                    <a:pt x="120" y="480"/>
                  </a:lnTo>
                  <a:lnTo>
                    <a:pt x="152" y="424"/>
                  </a:lnTo>
                  <a:lnTo>
                    <a:pt x="192" y="384"/>
                  </a:lnTo>
                  <a:lnTo>
                    <a:pt x="232" y="376"/>
                  </a:lnTo>
                  <a:lnTo>
                    <a:pt x="248" y="360"/>
                  </a:lnTo>
                  <a:lnTo>
                    <a:pt x="240" y="344"/>
                  </a:lnTo>
                  <a:lnTo>
                    <a:pt x="224" y="312"/>
                  </a:lnTo>
                  <a:lnTo>
                    <a:pt x="192" y="320"/>
                  </a:lnTo>
                  <a:lnTo>
                    <a:pt x="176" y="312"/>
                  </a:lnTo>
                  <a:lnTo>
                    <a:pt x="184" y="288"/>
                  </a:lnTo>
                  <a:lnTo>
                    <a:pt x="184" y="248"/>
                  </a:lnTo>
                  <a:lnTo>
                    <a:pt x="160" y="264"/>
                  </a:lnTo>
                  <a:lnTo>
                    <a:pt x="128" y="256"/>
                  </a:lnTo>
                  <a:lnTo>
                    <a:pt x="104" y="256"/>
                  </a:lnTo>
                  <a:lnTo>
                    <a:pt x="104" y="224"/>
                  </a:lnTo>
                  <a:lnTo>
                    <a:pt x="136" y="168"/>
                  </a:lnTo>
                  <a:lnTo>
                    <a:pt x="152" y="168"/>
                  </a:lnTo>
                  <a:lnTo>
                    <a:pt x="160" y="136"/>
                  </a:lnTo>
                  <a:lnTo>
                    <a:pt x="176" y="136"/>
                  </a:lnTo>
                  <a:lnTo>
                    <a:pt x="192" y="152"/>
                  </a:lnTo>
                  <a:lnTo>
                    <a:pt x="216" y="152"/>
                  </a:lnTo>
                  <a:lnTo>
                    <a:pt x="208" y="184"/>
                  </a:lnTo>
                  <a:lnTo>
                    <a:pt x="208" y="200"/>
                  </a:lnTo>
                  <a:lnTo>
                    <a:pt x="224" y="200"/>
                  </a:lnTo>
                  <a:lnTo>
                    <a:pt x="224" y="232"/>
                  </a:lnTo>
                  <a:lnTo>
                    <a:pt x="256" y="256"/>
                  </a:lnTo>
                  <a:lnTo>
                    <a:pt x="264" y="280"/>
                  </a:lnTo>
                  <a:lnTo>
                    <a:pt x="272" y="288"/>
                  </a:lnTo>
                  <a:lnTo>
                    <a:pt x="312" y="256"/>
                  </a:lnTo>
                  <a:lnTo>
                    <a:pt x="328" y="216"/>
                  </a:lnTo>
                  <a:lnTo>
                    <a:pt x="352" y="208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22" name="Freeform 8"/>
            <p:cNvSpPr>
              <a:spLocks noChangeArrowheads="1"/>
            </p:cNvSpPr>
            <p:nvPr/>
          </p:nvSpPr>
          <p:spPr bwMode="auto">
            <a:xfrm>
              <a:off x="3836457" y="1686671"/>
              <a:ext cx="190562" cy="218728"/>
            </a:xfrm>
            <a:custGeom>
              <a:avLst/>
              <a:gdLst>
                <a:gd name="T0" fmla="*/ 283 w 113"/>
                <a:gd name="T1" fmla="*/ 103 h 129"/>
                <a:gd name="T2" fmla="*/ 243 w 113"/>
                <a:gd name="T3" fmla="*/ 64 h 129"/>
                <a:gd name="T4" fmla="*/ 283 w 113"/>
                <a:gd name="T5" fmla="*/ 26 h 129"/>
                <a:gd name="T6" fmla="*/ 202 w 113"/>
                <a:gd name="T7" fmla="*/ 26 h 129"/>
                <a:gd name="T8" fmla="*/ 183 w 113"/>
                <a:gd name="T9" fmla="*/ 0 h 129"/>
                <a:gd name="T10" fmla="*/ 141 w 113"/>
                <a:gd name="T11" fmla="*/ 0 h 129"/>
                <a:gd name="T12" fmla="*/ 122 w 113"/>
                <a:gd name="T13" fmla="*/ 52 h 129"/>
                <a:gd name="T14" fmla="*/ 83 w 113"/>
                <a:gd name="T15" fmla="*/ 52 h 129"/>
                <a:gd name="T16" fmla="*/ 0 w 113"/>
                <a:gd name="T17" fmla="*/ 143 h 129"/>
                <a:gd name="T18" fmla="*/ 0 w 113"/>
                <a:gd name="T19" fmla="*/ 194 h 129"/>
                <a:gd name="T20" fmla="*/ 83 w 113"/>
                <a:gd name="T21" fmla="*/ 194 h 129"/>
                <a:gd name="T22" fmla="*/ 122 w 113"/>
                <a:gd name="T23" fmla="*/ 207 h 129"/>
                <a:gd name="T24" fmla="*/ 202 w 113"/>
                <a:gd name="T25" fmla="*/ 181 h 129"/>
                <a:gd name="T26" fmla="*/ 202 w 113"/>
                <a:gd name="T27" fmla="*/ 156 h 129"/>
                <a:gd name="T28" fmla="*/ 183 w 113"/>
                <a:gd name="T29" fmla="*/ 130 h 129"/>
                <a:gd name="T30" fmla="*/ 243 w 113"/>
                <a:gd name="T31" fmla="*/ 130 h 129"/>
                <a:gd name="T32" fmla="*/ 283 w 113"/>
                <a:gd name="T33" fmla="*/ 103 h 1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13"/>
                <a:gd name="T52" fmla="*/ 0 h 129"/>
                <a:gd name="T53" fmla="*/ 113 w 113"/>
                <a:gd name="T54" fmla="*/ 129 h 12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13" h="129">
                  <a:moveTo>
                    <a:pt x="112" y="64"/>
                  </a:moveTo>
                  <a:lnTo>
                    <a:pt x="96" y="40"/>
                  </a:lnTo>
                  <a:lnTo>
                    <a:pt x="112" y="16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32"/>
                  </a:lnTo>
                  <a:lnTo>
                    <a:pt x="32" y="32"/>
                  </a:lnTo>
                  <a:lnTo>
                    <a:pt x="0" y="88"/>
                  </a:lnTo>
                  <a:lnTo>
                    <a:pt x="0" y="120"/>
                  </a:lnTo>
                  <a:lnTo>
                    <a:pt x="32" y="120"/>
                  </a:lnTo>
                  <a:lnTo>
                    <a:pt x="48" y="128"/>
                  </a:lnTo>
                  <a:lnTo>
                    <a:pt x="80" y="112"/>
                  </a:lnTo>
                  <a:lnTo>
                    <a:pt x="80" y="96"/>
                  </a:lnTo>
                  <a:lnTo>
                    <a:pt x="72" y="80"/>
                  </a:lnTo>
                  <a:lnTo>
                    <a:pt x="96" y="80"/>
                  </a:lnTo>
                  <a:lnTo>
                    <a:pt x="112" y="64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28" name="Freeform 9"/>
            <p:cNvSpPr>
              <a:spLocks noChangeArrowheads="1"/>
            </p:cNvSpPr>
            <p:nvPr/>
          </p:nvSpPr>
          <p:spPr bwMode="auto">
            <a:xfrm>
              <a:off x="3958361" y="1794495"/>
              <a:ext cx="149927" cy="206405"/>
            </a:xfrm>
            <a:custGeom>
              <a:avLst/>
              <a:gdLst>
                <a:gd name="T0" fmla="*/ 221 w 89"/>
                <a:gd name="T1" fmla="*/ 135 h 121"/>
                <a:gd name="T2" fmla="*/ 200 w 89"/>
                <a:gd name="T3" fmla="*/ 93 h 121"/>
                <a:gd name="T4" fmla="*/ 141 w 89"/>
                <a:gd name="T5" fmla="*/ 66 h 121"/>
                <a:gd name="T6" fmla="*/ 121 w 89"/>
                <a:gd name="T7" fmla="*/ 13 h 121"/>
                <a:gd name="T8" fmla="*/ 79 w 89"/>
                <a:gd name="T9" fmla="*/ 0 h 121"/>
                <a:gd name="T10" fmla="*/ 60 w 89"/>
                <a:gd name="T11" fmla="*/ 13 h 121"/>
                <a:gd name="T12" fmla="*/ 79 w 89"/>
                <a:gd name="T13" fmla="*/ 80 h 121"/>
                <a:gd name="T14" fmla="*/ 20 w 89"/>
                <a:gd name="T15" fmla="*/ 80 h 121"/>
                <a:gd name="T16" fmla="*/ 0 w 89"/>
                <a:gd name="T17" fmla="*/ 186 h 121"/>
                <a:gd name="T18" fmla="*/ 41 w 89"/>
                <a:gd name="T19" fmla="*/ 200 h 121"/>
                <a:gd name="T20" fmla="*/ 141 w 89"/>
                <a:gd name="T21" fmla="*/ 186 h 121"/>
                <a:gd name="T22" fmla="*/ 141 w 89"/>
                <a:gd name="T23" fmla="*/ 135 h 121"/>
                <a:gd name="T24" fmla="*/ 221 w 89"/>
                <a:gd name="T25" fmla="*/ 135 h 1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9"/>
                <a:gd name="T40" fmla="*/ 0 h 121"/>
                <a:gd name="T41" fmla="*/ 89 w 89"/>
                <a:gd name="T42" fmla="*/ 121 h 12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9" h="121">
                  <a:moveTo>
                    <a:pt x="88" y="80"/>
                  </a:moveTo>
                  <a:lnTo>
                    <a:pt x="80" y="56"/>
                  </a:lnTo>
                  <a:lnTo>
                    <a:pt x="56" y="40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8"/>
                  </a:lnTo>
                  <a:lnTo>
                    <a:pt x="32" y="48"/>
                  </a:lnTo>
                  <a:lnTo>
                    <a:pt x="8" y="48"/>
                  </a:lnTo>
                  <a:lnTo>
                    <a:pt x="0" y="112"/>
                  </a:lnTo>
                  <a:lnTo>
                    <a:pt x="16" y="12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88" y="80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29" name="Freeform 10"/>
            <p:cNvSpPr>
              <a:spLocks noChangeArrowheads="1"/>
            </p:cNvSpPr>
            <p:nvPr/>
          </p:nvSpPr>
          <p:spPr bwMode="auto">
            <a:xfrm>
              <a:off x="3958361" y="1808358"/>
              <a:ext cx="57449" cy="69315"/>
            </a:xfrm>
            <a:custGeom>
              <a:avLst/>
              <a:gdLst>
                <a:gd name="T0" fmla="*/ 96 w 33"/>
                <a:gd name="T1" fmla="*/ 64 h 41"/>
                <a:gd name="T2" fmla="*/ 24 w 33"/>
                <a:gd name="T3" fmla="*/ 64 h 41"/>
                <a:gd name="T4" fmla="*/ 24 w 33"/>
                <a:gd name="T5" fmla="*/ 38 h 41"/>
                <a:gd name="T6" fmla="*/ 0 w 33"/>
                <a:gd name="T7" fmla="*/ 0 h 41"/>
                <a:gd name="T8" fmla="*/ 71 w 33"/>
                <a:gd name="T9" fmla="*/ 13 h 41"/>
                <a:gd name="T10" fmla="*/ 96 w 33"/>
                <a:gd name="T11" fmla="*/ 64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"/>
                <a:gd name="T19" fmla="*/ 0 h 41"/>
                <a:gd name="T20" fmla="*/ 33 w 33"/>
                <a:gd name="T21" fmla="*/ 41 h 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" h="41">
                  <a:moveTo>
                    <a:pt x="32" y="40"/>
                  </a:moveTo>
                  <a:lnTo>
                    <a:pt x="8" y="40"/>
                  </a:lnTo>
                  <a:lnTo>
                    <a:pt x="8" y="24"/>
                  </a:lnTo>
                  <a:lnTo>
                    <a:pt x="0" y="0"/>
                  </a:lnTo>
                  <a:lnTo>
                    <a:pt x="24" y="8"/>
                  </a:lnTo>
                  <a:lnTo>
                    <a:pt x="32" y="40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0" name="Freeform 11"/>
            <p:cNvSpPr>
              <a:spLocks noChangeArrowheads="1"/>
            </p:cNvSpPr>
            <p:nvPr/>
          </p:nvSpPr>
          <p:spPr bwMode="auto">
            <a:xfrm>
              <a:off x="3823847" y="2054812"/>
              <a:ext cx="730020" cy="494449"/>
            </a:xfrm>
            <a:custGeom>
              <a:avLst/>
              <a:gdLst>
                <a:gd name="T0" fmla="*/ 384 w 433"/>
                <a:gd name="T1" fmla="*/ 13 h 289"/>
                <a:gd name="T2" fmla="*/ 343 w 433"/>
                <a:gd name="T3" fmla="*/ 41 h 289"/>
                <a:gd name="T4" fmla="*/ 243 w 433"/>
                <a:gd name="T5" fmla="*/ 54 h 289"/>
                <a:gd name="T6" fmla="*/ 141 w 433"/>
                <a:gd name="T7" fmla="*/ 122 h 289"/>
                <a:gd name="T8" fmla="*/ 41 w 433"/>
                <a:gd name="T9" fmla="*/ 215 h 289"/>
                <a:gd name="T10" fmla="*/ 41 w 433"/>
                <a:gd name="T11" fmla="*/ 271 h 289"/>
                <a:gd name="T12" fmla="*/ 83 w 433"/>
                <a:gd name="T13" fmla="*/ 311 h 289"/>
                <a:gd name="T14" fmla="*/ 122 w 433"/>
                <a:gd name="T15" fmla="*/ 298 h 289"/>
                <a:gd name="T16" fmla="*/ 162 w 433"/>
                <a:gd name="T17" fmla="*/ 298 h 289"/>
                <a:gd name="T18" fmla="*/ 20 w 433"/>
                <a:gd name="T19" fmla="*/ 380 h 289"/>
                <a:gd name="T20" fmla="*/ 0 w 433"/>
                <a:gd name="T21" fmla="*/ 419 h 289"/>
                <a:gd name="T22" fmla="*/ 41 w 433"/>
                <a:gd name="T23" fmla="*/ 432 h 289"/>
                <a:gd name="T24" fmla="*/ 122 w 433"/>
                <a:gd name="T25" fmla="*/ 486 h 289"/>
                <a:gd name="T26" fmla="*/ 202 w 433"/>
                <a:gd name="T27" fmla="*/ 486 h 289"/>
                <a:gd name="T28" fmla="*/ 243 w 433"/>
                <a:gd name="T29" fmla="*/ 459 h 289"/>
                <a:gd name="T30" fmla="*/ 243 w 433"/>
                <a:gd name="T31" fmla="*/ 432 h 289"/>
                <a:gd name="T32" fmla="*/ 283 w 433"/>
                <a:gd name="T33" fmla="*/ 445 h 289"/>
                <a:gd name="T34" fmla="*/ 301 w 433"/>
                <a:gd name="T35" fmla="*/ 459 h 289"/>
                <a:gd name="T36" fmla="*/ 384 w 433"/>
                <a:gd name="T37" fmla="*/ 486 h 289"/>
                <a:gd name="T38" fmla="*/ 422 w 433"/>
                <a:gd name="T39" fmla="*/ 459 h 289"/>
                <a:gd name="T40" fmla="*/ 484 w 433"/>
                <a:gd name="T41" fmla="*/ 459 h 289"/>
                <a:gd name="T42" fmla="*/ 484 w 433"/>
                <a:gd name="T43" fmla="*/ 486 h 289"/>
                <a:gd name="T44" fmla="*/ 525 w 433"/>
                <a:gd name="T45" fmla="*/ 472 h 289"/>
                <a:gd name="T46" fmla="*/ 606 w 433"/>
                <a:gd name="T47" fmla="*/ 393 h 289"/>
                <a:gd name="T48" fmla="*/ 646 w 433"/>
                <a:gd name="T49" fmla="*/ 393 h 289"/>
                <a:gd name="T50" fmla="*/ 746 w 433"/>
                <a:gd name="T51" fmla="*/ 285 h 289"/>
                <a:gd name="T52" fmla="*/ 746 w 433"/>
                <a:gd name="T53" fmla="*/ 244 h 289"/>
                <a:gd name="T54" fmla="*/ 766 w 433"/>
                <a:gd name="T55" fmla="*/ 231 h 289"/>
                <a:gd name="T56" fmla="*/ 786 w 433"/>
                <a:gd name="T57" fmla="*/ 258 h 289"/>
                <a:gd name="T58" fmla="*/ 868 w 433"/>
                <a:gd name="T59" fmla="*/ 163 h 289"/>
                <a:gd name="T60" fmla="*/ 948 w 433"/>
                <a:gd name="T61" fmla="*/ 136 h 289"/>
                <a:gd name="T62" fmla="*/ 948 w 433"/>
                <a:gd name="T63" fmla="*/ 149 h 289"/>
                <a:gd name="T64" fmla="*/ 1010 w 433"/>
                <a:gd name="T65" fmla="*/ 109 h 289"/>
                <a:gd name="T66" fmla="*/ 1052 w 433"/>
                <a:gd name="T67" fmla="*/ 122 h 289"/>
                <a:gd name="T68" fmla="*/ 1090 w 433"/>
                <a:gd name="T69" fmla="*/ 41 h 289"/>
                <a:gd name="T70" fmla="*/ 1070 w 433"/>
                <a:gd name="T71" fmla="*/ 27 h 289"/>
                <a:gd name="T72" fmla="*/ 1010 w 433"/>
                <a:gd name="T73" fmla="*/ 27 h 289"/>
                <a:gd name="T74" fmla="*/ 969 w 433"/>
                <a:gd name="T75" fmla="*/ 41 h 289"/>
                <a:gd name="T76" fmla="*/ 868 w 433"/>
                <a:gd name="T77" fmla="*/ 41 h 289"/>
                <a:gd name="T78" fmla="*/ 828 w 433"/>
                <a:gd name="T79" fmla="*/ 0 h 289"/>
                <a:gd name="T80" fmla="*/ 685 w 433"/>
                <a:gd name="T81" fmla="*/ 67 h 289"/>
                <a:gd name="T82" fmla="*/ 668 w 433"/>
                <a:gd name="T83" fmla="*/ 109 h 289"/>
                <a:gd name="T84" fmla="*/ 626 w 433"/>
                <a:gd name="T85" fmla="*/ 109 h 289"/>
                <a:gd name="T86" fmla="*/ 505 w 433"/>
                <a:gd name="T87" fmla="*/ 109 h 289"/>
                <a:gd name="T88" fmla="*/ 505 w 433"/>
                <a:gd name="T89" fmla="*/ 81 h 289"/>
                <a:gd name="T90" fmla="*/ 546 w 433"/>
                <a:gd name="T91" fmla="*/ 54 h 289"/>
                <a:gd name="T92" fmla="*/ 505 w 433"/>
                <a:gd name="T93" fmla="*/ 0 h 289"/>
                <a:gd name="T94" fmla="*/ 444 w 433"/>
                <a:gd name="T95" fmla="*/ 0 h 289"/>
                <a:gd name="T96" fmla="*/ 422 w 433"/>
                <a:gd name="T97" fmla="*/ 0 h 289"/>
                <a:gd name="T98" fmla="*/ 404 w 433"/>
                <a:gd name="T99" fmla="*/ 27 h 289"/>
                <a:gd name="T100" fmla="*/ 384 w 433"/>
                <a:gd name="T101" fmla="*/ 13 h 28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33"/>
                <a:gd name="T154" fmla="*/ 0 h 289"/>
                <a:gd name="T155" fmla="*/ 433 w 433"/>
                <a:gd name="T156" fmla="*/ 289 h 28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33" h="289">
                  <a:moveTo>
                    <a:pt x="152" y="8"/>
                  </a:moveTo>
                  <a:lnTo>
                    <a:pt x="136" y="24"/>
                  </a:lnTo>
                  <a:lnTo>
                    <a:pt x="96" y="32"/>
                  </a:lnTo>
                  <a:lnTo>
                    <a:pt x="56" y="72"/>
                  </a:lnTo>
                  <a:lnTo>
                    <a:pt x="16" y="128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48" y="176"/>
                  </a:lnTo>
                  <a:lnTo>
                    <a:pt x="64" y="176"/>
                  </a:lnTo>
                  <a:lnTo>
                    <a:pt x="8" y="224"/>
                  </a:lnTo>
                  <a:lnTo>
                    <a:pt x="0" y="248"/>
                  </a:lnTo>
                  <a:lnTo>
                    <a:pt x="16" y="256"/>
                  </a:lnTo>
                  <a:lnTo>
                    <a:pt x="48" y="288"/>
                  </a:lnTo>
                  <a:lnTo>
                    <a:pt x="80" y="288"/>
                  </a:lnTo>
                  <a:lnTo>
                    <a:pt x="96" y="272"/>
                  </a:lnTo>
                  <a:lnTo>
                    <a:pt x="96" y="256"/>
                  </a:lnTo>
                  <a:lnTo>
                    <a:pt x="112" y="264"/>
                  </a:lnTo>
                  <a:lnTo>
                    <a:pt x="120" y="272"/>
                  </a:lnTo>
                  <a:lnTo>
                    <a:pt x="152" y="288"/>
                  </a:lnTo>
                  <a:lnTo>
                    <a:pt x="168" y="272"/>
                  </a:lnTo>
                  <a:lnTo>
                    <a:pt x="192" y="272"/>
                  </a:lnTo>
                  <a:lnTo>
                    <a:pt x="192" y="288"/>
                  </a:lnTo>
                  <a:lnTo>
                    <a:pt x="208" y="280"/>
                  </a:lnTo>
                  <a:lnTo>
                    <a:pt x="240" y="232"/>
                  </a:lnTo>
                  <a:lnTo>
                    <a:pt x="256" y="232"/>
                  </a:lnTo>
                  <a:lnTo>
                    <a:pt x="296" y="168"/>
                  </a:lnTo>
                  <a:lnTo>
                    <a:pt x="296" y="144"/>
                  </a:lnTo>
                  <a:lnTo>
                    <a:pt x="304" y="136"/>
                  </a:lnTo>
                  <a:lnTo>
                    <a:pt x="312" y="152"/>
                  </a:lnTo>
                  <a:lnTo>
                    <a:pt x="344" y="96"/>
                  </a:lnTo>
                  <a:lnTo>
                    <a:pt x="376" y="80"/>
                  </a:lnTo>
                  <a:lnTo>
                    <a:pt x="376" y="88"/>
                  </a:lnTo>
                  <a:lnTo>
                    <a:pt x="400" y="64"/>
                  </a:lnTo>
                  <a:lnTo>
                    <a:pt x="416" y="72"/>
                  </a:lnTo>
                  <a:lnTo>
                    <a:pt x="432" y="24"/>
                  </a:lnTo>
                  <a:lnTo>
                    <a:pt x="424" y="16"/>
                  </a:lnTo>
                  <a:lnTo>
                    <a:pt x="400" y="16"/>
                  </a:lnTo>
                  <a:lnTo>
                    <a:pt x="384" y="24"/>
                  </a:lnTo>
                  <a:lnTo>
                    <a:pt x="344" y="24"/>
                  </a:lnTo>
                  <a:lnTo>
                    <a:pt x="328" y="0"/>
                  </a:lnTo>
                  <a:lnTo>
                    <a:pt x="272" y="40"/>
                  </a:lnTo>
                  <a:lnTo>
                    <a:pt x="264" y="64"/>
                  </a:lnTo>
                  <a:lnTo>
                    <a:pt x="248" y="64"/>
                  </a:lnTo>
                  <a:lnTo>
                    <a:pt x="200" y="64"/>
                  </a:lnTo>
                  <a:lnTo>
                    <a:pt x="200" y="48"/>
                  </a:lnTo>
                  <a:lnTo>
                    <a:pt x="216" y="32"/>
                  </a:lnTo>
                  <a:lnTo>
                    <a:pt x="200" y="0"/>
                  </a:lnTo>
                  <a:lnTo>
                    <a:pt x="176" y="0"/>
                  </a:lnTo>
                  <a:lnTo>
                    <a:pt x="168" y="0"/>
                  </a:lnTo>
                  <a:lnTo>
                    <a:pt x="160" y="16"/>
                  </a:lnTo>
                  <a:lnTo>
                    <a:pt x="152" y="8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1" name="Freeform 12"/>
            <p:cNvSpPr>
              <a:spLocks noChangeArrowheads="1"/>
            </p:cNvSpPr>
            <p:nvPr/>
          </p:nvSpPr>
          <p:spPr bwMode="auto">
            <a:xfrm>
              <a:off x="3973774" y="2450679"/>
              <a:ext cx="605314" cy="546820"/>
            </a:xfrm>
            <a:custGeom>
              <a:avLst/>
              <a:gdLst>
                <a:gd name="T0" fmla="*/ 413 w 361"/>
                <a:gd name="T1" fmla="*/ 0 h 321"/>
                <a:gd name="T2" fmla="*/ 373 w 361"/>
                <a:gd name="T3" fmla="*/ 0 h 321"/>
                <a:gd name="T4" fmla="*/ 296 w 361"/>
                <a:gd name="T5" fmla="*/ 80 h 321"/>
                <a:gd name="T6" fmla="*/ 236 w 361"/>
                <a:gd name="T7" fmla="*/ 93 h 321"/>
                <a:gd name="T8" fmla="*/ 236 w 361"/>
                <a:gd name="T9" fmla="*/ 66 h 321"/>
                <a:gd name="T10" fmla="*/ 197 w 361"/>
                <a:gd name="T11" fmla="*/ 66 h 321"/>
                <a:gd name="T12" fmla="*/ 158 w 361"/>
                <a:gd name="T13" fmla="*/ 93 h 321"/>
                <a:gd name="T14" fmla="*/ 78 w 361"/>
                <a:gd name="T15" fmla="*/ 66 h 321"/>
                <a:gd name="T16" fmla="*/ 60 w 361"/>
                <a:gd name="T17" fmla="*/ 53 h 321"/>
                <a:gd name="T18" fmla="*/ 20 w 361"/>
                <a:gd name="T19" fmla="*/ 40 h 321"/>
                <a:gd name="T20" fmla="*/ 20 w 361"/>
                <a:gd name="T21" fmla="*/ 66 h 321"/>
                <a:gd name="T22" fmla="*/ 0 w 361"/>
                <a:gd name="T23" fmla="*/ 80 h 321"/>
                <a:gd name="T24" fmla="*/ 78 w 361"/>
                <a:gd name="T25" fmla="*/ 93 h 321"/>
                <a:gd name="T26" fmla="*/ 97 w 361"/>
                <a:gd name="T27" fmla="*/ 130 h 321"/>
                <a:gd name="T28" fmla="*/ 138 w 361"/>
                <a:gd name="T29" fmla="*/ 130 h 321"/>
                <a:gd name="T30" fmla="*/ 197 w 361"/>
                <a:gd name="T31" fmla="*/ 186 h 321"/>
                <a:gd name="T32" fmla="*/ 254 w 361"/>
                <a:gd name="T33" fmla="*/ 171 h 321"/>
                <a:gd name="T34" fmla="*/ 254 w 361"/>
                <a:gd name="T35" fmla="*/ 239 h 321"/>
                <a:gd name="T36" fmla="*/ 334 w 361"/>
                <a:gd name="T37" fmla="*/ 304 h 321"/>
                <a:gd name="T38" fmla="*/ 373 w 361"/>
                <a:gd name="T39" fmla="*/ 304 h 321"/>
                <a:gd name="T40" fmla="*/ 393 w 361"/>
                <a:gd name="T41" fmla="*/ 279 h 321"/>
                <a:gd name="T42" fmla="*/ 451 w 361"/>
                <a:gd name="T43" fmla="*/ 316 h 321"/>
                <a:gd name="T44" fmla="*/ 413 w 361"/>
                <a:gd name="T45" fmla="*/ 344 h 321"/>
                <a:gd name="T46" fmla="*/ 393 w 361"/>
                <a:gd name="T47" fmla="*/ 331 h 321"/>
                <a:gd name="T48" fmla="*/ 354 w 361"/>
                <a:gd name="T49" fmla="*/ 316 h 321"/>
                <a:gd name="T50" fmla="*/ 354 w 361"/>
                <a:gd name="T51" fmla="*/ 370 h 321"/>
                <a:gd name="T52" fmla="*/ 334 w 361"/>
                <a:gd name="T53" fmla="*/ 396 h 321"/>
                <a:gd name="T54" fmla="*/ 393 w 361"/>
                <a:gd name="T55" fmla="*/ 450 h 321"/>
                <a:gd name="T56" fmla="*/ 393 w 361"/>
                <a:gd name="T57" fmla="*/ 489 h 321"/>
                <a:gd name="T58" fmla="*/ 489 w 361"/>
                <a:gd name="T59" fmla="*/ 489 h 321"/>
                <a:gd name="T60" fmla="*/ 530 w 361"/>
                <a:gd name="T61" fmla="*/ 516 h 321"/>
                <a:gd name="T62" fmla="*/ 588 w 361"/>
                <a:gd name="T63" fmla="*/ 503 h 321"/>
                <a:gd name="T64" fmla="*/ 668 w 361"/>
                <a:gd name="T65" fmla="*/ 529 h 321"/>
                <a:gd name="T66" fmla="*/ 726 w 361"/>
                <a:gd name="T67" fmla="*/ 489 h 321"/>
                <a:gd name="T68" fmla="*/ 785 w 361"/>
                <a:gd name="T69" fmla="*/ 424 h 321"/>
                <a:gd name="T70" fmla="*/ 707 w 361"/>
                <a:gd name="T71" fmla="*/ 396 h 321"/>
                <a:gd name="T72" fmla="*/ 785 w 361"/>
                <a:gd name="T73" fmla="*/ 384 h 321"/>
                <a:gd name="T74" fmla="*/ 805 w 361"/>
                <a:gd name="T75" fmla="*/ 396 h 321"/>
                <a:gd name="T76" fmla="*/ 883 w 361"/>
                <a:gd name="T77" fmla="*/ 384 h 321"/>
                <a:gd name="T78" fmla="*/ 883 w 361"/>
                <a:gd name="T79" fmla="*/ 370 h 321"/>
                <a:gd name="T80" fmla="*/ 785 w 361"/>
                <a:gd name="T81" fmla="*/ 331 h 321"/>
                <a:gd name="T82" fmla="*/ 785 w 361"/>
                <a:gd name="T83" fmla="*/ 304 h 321"/>
                <a:gd name="T84" fmla="*/ 748 w 361"/>
                <a:gd name="T85" fmla="*/ 292 h 321"/>
                <a:gd name="T86" fmla="*/ 707 w 361"/>
                <a:gd name="T87" fmla="*/ 279 h 321"/>
                <a:gd name="T88" fmla="*/ 668 w 361"/>
                <a:gd name="T89" fmla="*/ 212 h 321"/>
                <a:gd name="T90" fmla="*/ 570 w 361"/>
                <a:gd name="T91" fmla="*/ 106 h 321"/>
                <a:gd name="T92" fmla="*/ 570 w 361"/>
                <a:gd name="T93" fmla="*/ 66 h 321"/>
                <a:gd name="T94" fmla="*/ 471 w 361"/>
                <a:gd name="T95" fmla="*/ 53 h 321"/>
                <a:gd name="T96" fmla="*/ 432 w 361"/>
                <a:gd name="T97" fmla="*/ 40 h 321"/>
                <a:gd name="T98" fmla="*/ 413 w 361"/>
                <a:gd name="T99" fmla="*/ 0 h 32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1"/>
                <a:gd name="T151" fmla="*/ 0 h 321"/>
                <a:gd name="T152" fmla="*/ 361 w 361"/>
                <a:gd name="T153" fmla="*/ 321 h 32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1" h="321">
                  <a:moveTo>
                    <a:pt x="168" y="0"/>
                  </a:moveTo>
                  <a:lnTo>
                    <a:pt x="152" y="0"/>
                  </a:lnTo>
                  <a:lnTo>
                    <a:pt x="120" y="48"/>
                  </a:lnTo>
                  <a:lnTo>
                    <a:pt x="96" y="56"/>
                  </a:lnTo>
                  <a:lnTo>
                    <a:pt x="96" y="40"/>
                  </a:lnTo>
                  <a:lnTo>
                    <a:pt x="80" y="40"/>
                  </a:lnTo>
                  <a:lnTo>
                    <a:pt x="64" y="56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32" y="56"/>
                  </a:lnTo>
                  <a:lnTo>
                    <a:pt x="40" y="80"/>
                  </a:lnTo>
                  <a:lnTo>
                    <a:pt x="56" y="80"/>
                  </a:lnTo>
                  <a:lnTo>
                    <a:pt x="80" y="112"/>
                  </a:lnTo>
                  <a:lnTo>
                    <a:pt x="104" y="104"/>
                  </a:lnTo>
                  <a:lnTo>
                    <a:pt x="104" y="144"/>
                  </a:lnTo>
                  <a:lnTo>
                    <a:pt x="136" y="184"/>
                  </a:lnTo>
                  <a:lnTo>
                    <a:pt x="152" y="184"/>
                  </a:lnTo>
                  <a:lnTo>
                    <a:pt x="160" y="168"/>
                  </a:lnTo>
                  <a:lnTo>
                    <a:pt x="184" y="192"/>
                  </a:lnTo>
                  <a:lnTo>
                    <a:pt x="168" y="208"/>
                  </a:lnTo>
                  <a:lnTo>
                    <a:pt x="160" y="200"/>
                  </a:lnTo>
                  <a:lnTo>
                    <a:pt x="144" y="192"/>
                  </a:lnTo>
                  <a:lnTo>
                    <a:pt x="144" y="224"/>
                  </a:lnTo>
                  <a:lnTo>
                    <a:pt x="136" y="240"/>
                  </a:lnTo>
                  <a:lnTo>
                    <a:pt x="160" y="272"/>
                  </a:lnTo>
                  <a:lnTo>
                    <a:pt x="160" y="296"/>
                  </a:lnTo>
                  <a:lnTo>
                    <a:pt x="200" y="296"/>
                  </a:lnTo>
                  <a:lnTo>
                    <a:pt x="216" y="312"/>
                  </a:lnTo>
                  <a:lnTo>
                    <a:pt x="240" y="304"/>
                  </a:lnTo>
                  <a:lnTo>
                    <a:pt x="272" y="320"/>
                  </a:lnTo>
                  <a:lnTo>
                    <a:pt x="296" y="296"/>
                  </a:lnTo>
                  <a:lnTo>
                    <a:pt x="320" y="256"/>
                  </a:lnTo>
                  <a:lnTo>
                    <a:pt x="288" y="240"/>
                  </a:lnTo>
                  <a:lnTo>
                    <a:pt x="320" y="232"/>
                  </a:lnTo>
                  <a:lnTo>
                    <a:pt x="328" y="240"/>
                  </a:lnTo>
                  <a:lnTo>
                    <a:pt x="360" y="232"/>
                  </a:lnTo>
                  <a:lnTo>
                    <a:pt x="360" y="224"/>
                  </a:lnTo>
                  <a:lnTo>
                    <a:pt x="320" y="200"/>
                  </a:lnTo>
                  <a:lnTo>
                    <a:pt x="320" y="184"/>
                  </a:lnTo>
                  <a:lnTo>
                    <a:pt x="304" y="176"/>
                  </a:lnTo>
                  <a:lnTo>
                    <a:pt x="288" y="168"/>
                  </a:lnTo>
                  <a:lnTo>
                    <a:pt x="272" y="128"/>
                  </a:lnTo>
                  <a:lnTo>
                    <a:pt x="232" y="64"/>
                  </a:lnTo>
                  <a:lnTo>
                    <a:pt x="232" y="40"/>
                  </a:lnTo>
                  <a:lnTo>
                    <a:pt x="192" y="32"/>
                  </a:lnTo>
                  <a:lnTo>
                    <a:pt x="176" y="24"/>
                  </a:lnTo>
                  <a:lnTo>
                    <a:pt x="168" y="0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2" name="Freeform 13"/>
            <p:cNvSpPr>
              <a:spLocks noChangeArrowheads="1"/>
            </p:cNvSpPr>
            <p:nvPr/>
          </p:nvSpPr>
          <p:spPr bwMode="auto">
            <a:xfrm>
              <a:off x="4471196" y="2888136"/>
              <a:ext cx="107892" cy="93961"/>
            </a:xfrm>
            <a:custGeom>
              <a:avLst/>
              <a:gdLst>
                <a:gd name="T0" fmla="*/ 54 w 65"/>
                <a:gd name="T1" fmla="*/ 0 h 57"/>
                <a:gd name="T2" fmla="*/ 0 w 65"/>
                <a:gd name="T3" fmla="*/ 56 h 57"/>
                <a:gd name="T4" fmla="*/ 54 w 65"/>
                <a:gd name="T5" fmla="*/ 78 h 57"/>
                <a:gd name="T6" fmla="*/ 150 w 65"/>
                <a:gd name="T7" fmla="*/ 56 h 57"/>
                <a:gd name="T8" fmla="*/ 150 w 65"/>
                <a:gd name="T9" fmla="*/ 34 h 57"/>
                <a:gd name="T10" fmla="*/ 54 w 65"/>
                <a:gd name="T11" fmla="*/ 0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"/>
                <a:gd name="T19" fmla="*/ 0 h 57"/>
                <a:gd name="T20" fmla="*/ 65 w 65"/>
                <a:gd name="T21" fmla="*/ 57 h 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" h="57">
                  <a:moveTo>
                    <a:pt x="24" y="0"/>
                  </a:moveTo>
                  <a:lnTo>
                    <a:pt x="0" y="40"/>
                  </a:lnTo>
                  <a:lnTo>
                    <a:pt x="24" y="56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24" y="0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3" name="Freeform 14"/>
            <p:cNvSpPr>
              <a:spLocks noChangeArrowheads="1"/>
            </p:cNvSpPr>
            <p:nvPr/>
          </p:nvSpPr>
          <p:spPr bwMode="auto">
            <a:xfrm>
              <a:off x="4202168" y="2954370"/>
              <a:ext cx="403543" cy="506772"/>
            </a:xfrm>
            <a:custGeom>
              <a:avLst/>
              <a:gdLst>
                <a:gd name="T0" fmla="*/ 448 w 241"/>
                <a:gd name="T1" fmla="*/ 27 h 297"/>
                <a:gd name="T2" fmla="*/ 388 w 241"/>
                <a:gd name="T3" fmla="*/ 0 h 297"/>
                <a:gd name="T4" fmla="*/ 332 w 241"/>
                <a:gd name="T5" fmla="*/ 41 h 297"/>
                <a:gd name="T6" fmla="*/ 253 w 241"/>
                <a:gd name="T7" fmla="*/ 13 h 297"/>
                <a:gd name="T8" fmla="*/ 196 w 241"/>
                <a:gd name="T9" fmla="*/ 27 h 297"/>
                <a:gd name="T10" fmla="*/ 176 w 241"/>
                <a:gd name="T11" fmla="*/ 53 h 297"/>
                <a:gd name="T12" fmla="*/ 155 w 241"/>
                <a:gd name="T13" fmla="*/ 80 h 297"/>
                <a:gd name="T14" fmla="*/ 176 w 241"/>
                <a:gd name="T15" fmla="*/ 122 h 297"/>
                <a:gd name="T16" fmla="*/ 137 w 241"/>
                <a:gd name="T17" fmla="*/ 122 h 297"/>
                <a:gd name="T18" fmla="*/ 116 w 241"/>
                <a:gd name="T19" fmla="*/ 107 h 297"/>
                <a:gd name="T20" fmla="*/ 97 w 241"/>
                <a:gd name="T21" fmla="*/ 107 h 297"/>
                <a:gd name="T22" fmla="*/ 97 w 241"/>
                <a:gd name="T23" fmla="*/ 135 h 297"/>
                <a:gd name="T24" fmla="*/ 97 w 241"/>
                <a:gd name="T25" fmla="*/ 160 h 297"/>
                <a:gd name="T26" fmla="*/ 97 w 241"/>
                <a:gd name="T27" fmla="*/ 160 h 297"/>
                <a:gd name="T28" fmla="*/ 97 w 241"/>
                <a:gd name="T29" fmla="*/ 186 h 297"/>
                <a:gd name="T30" fmla="*/ 20 w 241"/>
                <a:gd name="T31" fmla="*/ 227 h 297"/>
                <a:gd name="T32" fmla="*/ 0 w 241"/>
                <a:gd name="T33" fmla="*/ 240 h 297"/>
                <a:gd name="T34" fmla="*/ 0 w 241"/>
                <a:gd name="T35" fmla="*/ 294 h 297"/>
                <a:gd name="T36" fmla="*/ 60 w 241"/>
                <a:gd name="T37" fmla="*/ 320 h 297"/>
                <a:gd name="T38" fmla="*/ 60 w 241"/>
                <a:gd name="T39" fmla="*/ 388 h 297"/>
                <a:gd name="T40" fmla="*/ 116 w 241"/>
                <a:gd name="T41" fmla="*/ 388 h 297"/>
                <a:gd name="T42" fmla="*/ 116 w 241"/>
                <a:gd name="T43" fmla="*/ 414 h 297"/>
                <a:gd name="T44" fmla="*/ 137 w 241"/>
                <a:gd name="T45" fmla="*/ 440 h 297"/>
                <a:gd name="T46" fmla="*/ 155 w 241"/>
                <a:gd name="T47" fmla="*/ 480 h 297"/>
                <a:gd name="T48" fmla="*/ 213 w 241"/>
                <a:gd name="T49" fmla="*/ 480 h 297"/>
                <a:gd name="T50" fmla="*/ 253 w 241"/>
                <a:gd name="T51" fmla="*/ 440 h 297"/>
                <a:gd name="T52" fmla="*/ 272 w 241"/>
                <a:gd name="T53" fmla="*/ 440 h 297"/>
                <a:gd name="T54" fmla="*/ 272 w 241"/>
                <a:gd name="T55" fmla="*/ 466 h 297"/>
                <a:gd name="T56" fmla="*/ 292 w 241"/>
                <a:gd name="T57" fmla="*/ 480 h 297"/>
                <a:gd name="T58" fmla="*/ 332 w 241"/>
                <a:gd name="T59" fmla="*/ 480 h 297"/>
                <a:gd name="T60" fmla="*/ 332 w 241"/>
                <a:gd name="T61" fmla="*/ 466 h 297"/>
                <a:gd name="T62" fmla="*/ 370 w 241"/>
                <a:gd name="T63" fmla="*/ 466 h 297"/>
                <a:gd name="T64" fmla="*/ 370 w 241"/>
                <a:gd name="T65" fmla="*/ 480 h 297"/>
                <a:gd name="T66" fmla="*/ 388 w 241"/>
                <a:gd name="T67" fmla="*/ 493 h 297"/>
                <a:gd name="T68" fmla="*/ 429 w 241"/>
                <a:gd name="T69" fmla="*/ 480 h 297"/>
                <a:gd name="T70" fmla="*/ 448 w 241"/>
                <a:gd name="T71" fmla="*/ 429 h 297"/>
                <a:gd name="T72" fmla="*/ 448 w 241"/>
                <a:gd name="T73" fmla="*/ 374 h 297"/>
                <a:gd name="T74" fmla="*/ 489 w 241"/>
                <a:gd name="T75" fmla="*/ 374 h 297"/>
                <a:gd name="T76" fmla="*/ 489 w 241"/>
                <a:gd name="T77" fmla="*/ 361 h 297"/>
                <a:gd name="T78" fmla="*/ 489 w 241"/>
                <a:gd name="T79" fmla="*/ 335 h 297"/>
                <a:gd name="T80" fmla="*/ 526 w 241"/>
                <a:gd name="T81" fmla="*/ 361 h 297"/>
                <a:gd name="T82" fmla="*/ 565 w 241"/>
                <a:gd name="T83" fmla="*/ 320 h 297"/>
                <a:gd name="T84" fmla="*/ 526 w 241"/>
                <a:gd name="T85" fmla="*/ 294 h 297"/>
                <a:gd name="T86" fmla="*/ 526 w 241"/>
                <a:gd name="T87" fmla="*/ 280 h 297"/>
                <a:gd name="T88" fmla="*/ 565 w 241"/>
                <a:gd name="T89" fmla="*/ 266 h 297"/>
                <a:gd name="T90" fmla="*/ 545 w 241"/>
                <a:gd name="T91" fmla="*/ 227 h 297"/>
                <a:gd name="T92" fmla="*/ 526 w 241"/>
                <a:gd name="T93" fmla="*/ 214 h 297"/>
                <a:gd name="T94" fmla="*/ 586 w 241"/>
                <a:gd name="T95" fmla="*/ 227 h 297"/>
                <a:gd name="T96" fmla="*/ 586 w 241"/>
                <a:gd name="T97" fmla="*/ 173 h 297"/>
                <a:gd name="T98" fmla="*/ 526 w 241"/>
                <a:gd name="T99" fmla="*/ 201 h 297"/>
                <a:gd name="T100" fmla="*/ 586 w 241"/>
                <a:gd name="T101" fmla="*/ 135 h 297"/>
                <a:gd name="T102" fmla="*/ 489 w 241"/>
                <a:gd name="T103" fmla="*/ 93 h 297"/>
                <a:gd name="T104" fmla="*/ 429 w 241"/>
                <a:gd name="T105" fmla="*/ 93 h 297"/>
                <a:gd name="T106" fmla="*/ 388 w 241"/>
                <a:gd name="T107" fmla="*/ 122 h 297"/>
                <a:gd name="T108" fmla="*/ 370 w 241"/>
                <a:gd name="T109" fmla="*/ 80 h 297"/>
                <a:gd name="T110" fmla="*/ 388 w 241"/>
                <a:gd name="T111" fmla="*/ 66 h 297"/>
                <a:gd name="T112" fmla="*/ 448 w 241"/>
                <a:gd name="T113" fmla="*/ 27 h 2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41"/>
                <a:gd name="T172" fmla="*/ 0 h 297"/>
                <a:gd name="T173" fmla="*/ 241 w 241"/>
                <a:gd name="T174" fmla="*/ 297 h 29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41" h="297">
                  <a:moveTo>
                    <a:pt x="184" y="16"/>
                  </a:moveTo>
                  <a:lnTo>
                    <a:pt x="160" y="0"/>
                  </a:lnTo>
                  <a:lnTo>
                    <a:pt x="136" y="24"/>
                  </a:lnTo>
                  <a:lnTo>
                    <a:pt x="104" y="8"/>
                  </a:lnTo>
                  <a:lnTo>
                    <a:pt x="80" y="16"/>
                  </a:lnTo>
                  <a:lnTo>
                    <a:pt x="72" y="32"/>
                  </a:lnTo>
                  <a:lnTo>
                    <a:pt x="64" y="48"/>
                  </a:lnTo>
                  <a:lnTo>
                    <a:pt x="72" y="72"/>
                  </a:lnTo>
                  <a:lnTo>
                    <a:pt x="56" y="72"/>
                  </a:lnTo>
                  <a:lnTo>
                    <a:pt x="48" y="64"/>
                  </a:lnTo>
                  <a:lnTo>
                    <a:pt x="40" y="64"/>
                  </a:lnTo>
                  <a:lnTo>
                    <a:pt x="40" y="80"/>
                  </a:lnTo>
                  <a:lnTo>
                    <a:pt x="40" y="96"/>
                  </a:lnTo>
                  <a:lnTo>
                    <a:pt x="40" y="112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0" y="176"/>
                  </a:lnTo>
                  <a:lnTo>
                    <a:pt x="24" y="192"/>
                  </a:lnTo>
                  <a:lnTo>
                    <a:pt x="24" y="232"/>
                  </a:lnTo>
                  <a:lnTo>
                    <a:pt x="48" y="232"/>
                  </a:lnTo>
                  <a:lnTo>
                    <a:pt x="48" y="248"/>
                  </a:lnTo>
                  <a:lnTo>
                    <a:pt x="56" y="264"/>
                  </a:lnTo>
                  <a:lnTo>
                    <a:pt x="64" y="288"/>
                  </a:lnTo>
                  <a:lnTo>
                    <a:pt x="88" y="288"/>
                  </a:lnTo>
                  <a:lnTo>
                    <a:pt x="104" y="264"/>
                  </a:lnTo>
                  <a:lnTo>
                    <a:pt x="112" y="264"/>
                  </a:lnTo>
                  <a:lnTo>
                    <a:pt x="112" y="280"/>
                  </a:lnTo>
                  <a:lnTo>
                    <a:pt x="120" y="288"/>
                  </a:lnTo>
                  <a:lnTo>
                    <a:pt x="136" y="288"/>
                  </a:lnTo>
                  <a:lnTo>
                    <a:pt x="136" y="280"/>
                  </a:lnTo>
                  <a:lnTo>
                    <a:pt x="152" y="280"/>
                  </a:lnTo>
                  <a:lnTo>
                    <a:pt x="152" y="288"/>
                  </a:lnTo>
                  <a:lnTo>
                    <a:pt x="160" y="296"/>
                  </a:lnTo>
                  <a:lnTo>
                    <a:pt x="176" y="288"/>
                  </a:lnTo>
                  <a:lnTo>
                    <a:pt x="184" y="256"/>
                  </a:lnTo>
                  <a:lnTo>
                    <a:pt x="184" y="224"/>
                  </a:lnTo>
                  <a:lnTo>
                    <a:pt x="200" y="224"/>
                  </a:lnTo>
                  <a:lnTo>
                    <a:pt x="200" y="216"/>
                  </a:lnTo>
                  <a:lnTo>
                    <a:pt x="200" y="200"/>
                  </a:lnTo>
                  <a:lnTo>
                    <a:pt x="216" y="216"/>
                  </a:lnTo>
                  <a:lnTo>
                    <a:pt x="232" y="192"/>
                  </a:lnTo>
                  <a:lnTo>
                    <a:pt x="216" y="176"/>
                  </a:lnTo>
                  <a:lnTo>
                    <a:pt x="216" y="168"/>
                  </a:lnTo>
                  <a:lnTo>
                    <a:pt x="232" y="160"/>
                  </a:lnTo>
                  <a:lnTo>
                    <a:pt x="224" y="136"/>
                  </a:lnTo>
                  <a:lnTo>
                    <a:pt x="216" y="128"/>
                  </a:lnTo>
                  <a:lnTo>
                    <a:pt x="240" y="136"/>
                  </a:lnTo>
                  <a:lnTo>
                    <a:pt x="240" y="104"/>
                  </a:lnTo>
                  <a:lnTo>
                    <a:pt x="216" y="120"/>
                  </a:lnTo>
                  <a:lnTo>
                    <a:pt x="240" y="80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160" y="72"/>
                  </a:lnTo>
                  <a:lnTo>
                    <a:pt x="152" y="48"/>
                  </a:lnTo>
                  <a:lnTo>
                    <a:pt x="160" y="40"/>
                  </a:lnTo>
                  <a:lnTo>
                    <a:pt x="184" y="16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4" name="Freeform 15"/>
            <p:cNvSpPr>
              <a:spLocks noChangeArrowheads="1"/>
            </p:cNvSpPr>
            <p:nvPr/>
          </p:nvSpPr>
          <p:spPr bwMode="auto">
            <a:xfrm>
              <a:off x="3998995" y="3351778"/>
              <a:ext cx="459590" cy="629999"/>
            </a:xfrm>
            <a:custGeom>
              <a:avLst/>
              <a:gdLst>
                <a:gd name="T0" fmla="*/ 681 w 273"/>
                <a:gd name="T1" fmla="*/ 93 h 369"/>
                <a:gd name="T2" fmla="*/ 681 w 273"/>
                <a:gd name="T3" fmla="*/ 80 h 369"/>
                <a:gd name="T4" fmla="*/ 643 w 273"/>
                <a:gd name="T5" fmla="*/ 80 h 369"/>
                <a:gd name="T6" fmla="*/ 643 w 273"/>
                <a:gd name="T7" fmla="*/ 93 h 369"/>
                <a:gd name="T8" fmla="*/ 601 w 273"/>
                <a:gd name="T9" fmla="*/ 93 h 369"/>
                <a:gd name="T10" fmla="*/ 580 w 273"/>
                <a:gd name="T11" fmla="*/ 93 h 369"/>
                <a:gd name="T12" fmla="*/ 580 w 273"/>
                <a:gd name="T13" fmla="*/ 53 h 369"/>
                <a:gd name="T14" fmla="*/ 560 w 273"/>
                <a:gd name="T15" fmla="*/ 53 h 369"/>
                <a:gd name="T16" fmla="*/ 520 w 273"/>
                <a:gd name="T17" fmla="*/ 93 h 369"/>
                <a:gd name="T18" fmla="*/ 461 w 273"/>
                <a:gd name="T19" fmla="*/ 93 h 369"/>
                <a:gd name="T20" fmla="*/ 440 w 273"/>
                <a:gd name="T21" fmla="*/ 53 h 369"/>
                <a:gd name="T22" fmla="*/ 422 w 273"/>
                <a:gd name="T23" fmla="*/ 27 h 369"/>
                <a:gd name="T24" fmla="*/ 401 w 273"/>
                <a:gd name="T25" fmla="*/ 0 h 369"/>
                <a:gd name="T26" fmla="*/ 360 w 273"/>
                <a:gd name="T27" fmla="*/ 0 h 369"/>
                <a:gd name="T28" fmla="*/ 360 w 273"/>
                <a:gd name="T29" fmla="*/ 13 h 369"/>
                <a:gd name="T30" fmla="*/ 281 w 273"/>
                <a:gd name="T31" fmla="*/ 27 h 369"/>
                <a:gd name="T32" fmla="*/ 281 w 273"/>
                <a:gd name="T33" fmla="*/ 53 h 369"/>
                <a:gd name="T34" fmla="*/ 199 w 273"/>
                <a:gd name="T35" fmla="*/ 53 h 369"/>
                <a:gd name="T36" fmla="*/ 162 w 273"/>
                <a:gd name="T37" fmla="*/ 80 h 369"/>
                <a:gd name="T38" fmla="*/ 162 w 273"/>
                <a:gd name="T39" fmla="*/ 122 h 369"/>
                <a:gd name="T40" fmla="*/ 181 w 273"/>
                <a:gd name="T41" fmla="*/ 149 h 369"/>
                <a:gd name="T42" fmla="*/ 121 w 273"/>
                <a:gd name="T43" fmla="*/ 186 h 369"/>
                <a:gd name="T44" fmla="*/ 101 w 273"/>
                <a:gd name="T45" fmla="*/ 186 h 369"/>
                <a:gd name="T46" fmla="*/ 79 w 273"/>
                <a:gd name="T47" fmla="*/ 241 h 369"/>
                <a:gd name="T48" fmla="*/ 79 w 273"/>
                <a:gd name="T49" fmla="*/ 267 h 369"/>
                <a:gd name="T50" fmla="*/ 79 w 273"/>
                <a:gd name="T51" fmla="*/ 294 h 369"/>
                <a:gd name="T52" fmla="*/ 41 w 273"/>
                <a:gd name="T53" fmla="*/ 336 h 369"/>
                <a:gd name="T54" fmla="*/ 20 w 273"/>
                <a:gd name="T55" fmla="*/ 361 h 369"/>
                <a:gd name="T56" fmla="*/ 0 w 273"/>
                <a:gd name="T57" fmla="*/ 429 h 369"/>
                <a:gd name="T58" fmla="*/ 20 w 273"/>
                <a:gd name="T59" fmla="*/ 454 h 369"/>
                <a:gd name="T60" fmla="*/ 138 w 273"/>
                <a:gd name="T61" fmla="*/ 454 h 369"/>
                <a:gd name="T62" fmla="*/ 199 w 273"/>
                <a:gd name="T63" fmla="*/ 549 h 369"/>
                <a:gd name="T64" fmla="*/ 221 w 273"/>
                <a:gd name="T65" fmla="*/ 615 h 369"/>
                <a:gd name="T66" fmla="*/ 281 w 273"/>
                <a:gd name="T67" fmla="*/ 549 h 369"/>
                <a:gd name="T68" fmla="*/ 300 w 273"/>
                <a:gd name="T69" fmla="*/ 562 h 369"/>
                <a:gd name="T70" fmla="*/ 381 w 273"/>
                <a:gd name="T71" fmla="*/ 510 h 369"/>
                <a:gd name="T72" fmla="*/ 381 w 273"/>
                <a:gd name="T73" fmla="*/ 468 h 369"/>
                <a:gd name="T74" fmla="*/ 461 w 273"/>
                <a:gd name="T75" fmla="*/ 454 h 369"/>
                <a:gd name="T76" fmla="*/ 500 w 273"/>
                <a:gd name="T77" fmla="*/ 388 h 369"/>
                <a:gd name="T78" fmla="*/ 542 w 273"/>
                <a:gd name="T79" fmla="*/ 375 h 369"/>
                <a:gd name="T80" fmla="*/ 542 w 273"/>
                <a:gd name="T81" fmla="*/ 336 h 369"/>
                <a:gd name="T82" fmla="*/ 601 w 273"/>
                <a:gd name="T83" fmla="*/ 336 h 369"/>
                <a:gd name="T84" fmla="*/ 621 w 273"/>
                <a:gd name="T85" fmla="*/ 267 h 369"/>
                <a:gd name="T86" fmla="*/ 601 w 273"/>
                <a:gd name="T87" fmla="*/ 214 h 369"/>
                <a:gd name="T88" fmla="*/ 621 w 273"/>
                <a:gd name="T89" fmla="*/ 201 h 369"/>
                <a:gd name="T90" fmla="*/ 580 w 273"/>
                <a:gd name="T91" fmla="*/ 173 h 369"/>
                <a:gd name="T92" fmla="*/ 621 w 273"/>
                <a:gd name="T93" fmla="*/ 160 h 369"/>
                <a:gd name="T94" fmla="*/ 643 w 273"/>
                <a:gd name="T95" fmla="*/ 173 h 369"/>
                <a:gd name="T96" fmla="*/ 681 w 273"/>
                <a:gd name="T97" fmla="*/ 135 h 369"/>
                <a:gd name="T98" fmla="*/ 681 w 273"/>
                <a:gd name="T99" fmla="*/ 93 h 36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73"/>
                <a:gd name="T151" fmla="*/ 0 h 369"/>
                <a:gd name="T152" fmla="*/ 273 w 273"/>
                <a:gd name="T153" fmla="*/ 369 h 36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73" h="369">
                  <a:moveTo>
                    <a:pt x="272" y="56"/>
                  </a:moveTo>
                  <a:lnTo>
                    <a:pt x="272" y="48"/>
                  </a:lnTo>
                  <a:lnTo>
                    <a:pt x="256" y="48"/>
                  </a:lnTo>
                  <a:lnTo>
                    <a:pt x="256" y="56"/>
                  </a:lnTo>
                  <a:lnTo>
                    <a:pt x="240" y="56"/>
                  </a:lnTo>
                  <a:lnTo>
                    <a:pt x="232" y="56"/>
                  </a:lnTo>
                  <a:lnTo>
                    <a:pt x="232" y="32"/>
                  </a:lnTo>
                  <a:lnTo>
                    <a:pt x="224" y="32"/>
                  </a:lnTo>
                  <a:lnTo>
                    <a:pt x="208" y="56"/>
                  </a:lnTo>
                  <a:lnTo>
                    <a:pt x="184" y="56"/>
                  </a:lnTo>
                  <a:lnTo>
                    <a:pt x="176" y="32"/>
                  </a:lnTo>
                  <a:lnTo>
                    <a:pt x="168" y="16"/>
                  </a:lnTo>
                  <a:lnTo>
                    <a:pt x="160" y="0"/>
                  </a:lnTo>
                  <a:lnTo>
                    <a:pt x="144" y="0"/>
                  </a:lnTo>
                  <a:lnTo>
                    <a:pt x="144" y="8"/>
                  </a:lnTo>
                  <a:lnTo>
                    <a:pt x="112" y="16"/>
                  </a:lnTo>
                  <a:lnTo>
                    <a:pt x="112" y="32"/>
                  </a:lnTo>
                  <a:lnTo>
                    <a:pt x="80" y="32"/>
                  </a:lnTo>
                  <a:lnTo>
                    <a:pt x="64" y="48"/>
                  </a:lnTo>
                  <a:lnTo>
                    <a:pt x="64" y="72"/>
                  </a:lnTo>
                  <a:lnTo>
                    <a:pt x="72" y="88"/>
                  </a:lnTo>
                  <a:lnTo>
                    <a:pt x="48" y="112"/>
                  </a:lnTo>
                  <a:lnTo>
                    <a:pt x="40" y="112"/>
                  </a:lnTo>
                  <a:lnTo>
                    <a:pt x="32" y="144"/>
                  </a:lnTo>
                  <a:lnTo>
                    <a:pt x="32" y="160"/>
                  </a:lnTo>
                  <a:lnTo>
                    <a:pt x="32" y="176"/>
                  </a:lnTo>
                  <a:lnTo>
                    <a:pt x="16" y="200"/>
                  </a:lnTo>
                  <a:lnTo>
                    <a:pt x="8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56" y="272"/>
                  </a:lnTo>
                  <a:lnTo>
                    <a:pt x="80" y="328"/>
                  </a:lnTo>
                  <a:lnTo>
                    <a:pt x="88" y="368"/>
                  </a:lnTo>
                  <a:lnTo>
                    <a:pt x="112" y="328"/>
                  </a:lnTo>
                  <a:lnTo>
                    <a:pt x="120" y="336"/>
                  </a:lnTo>
                  <a:lnTo>
                    <a:pt x="152" y="304"/>
                  </a:lnTo>
                  <a:lnTo>
                    <a:pt x="152" y="280"/>
                  </a:lnTo>
                  <a:lnTo>
                    <a:pt x="184" y="272"/>
                  </a:lnTo>
                  <a:lnTo>
                    <a:pt x="200" y="232"/>
                  </a:lnTo>
                  <a:lnTo>
                    <a:pt x="216" y="224"/>
                  </a:lnTo>
                  <a:lnTo>
                    <a:pt x="216" y="200"/>
                  </a:lnTo>
                  <a:lnTo>
                    <a:pt x="240" y="200"/>
                  </a:lnTo>
                  <a:lnTo>
                    <a:pt x="248" y="160"/>
                  </a:lnTo>
                  <a:lnTo>
                    <a:pt x="240" y="128"/>
                  </a:lnTo>
                  <a:lnTo>
                    <a:pt x="248" y="120"/>
                  </a:lnTo>
                  <a:lnTo>
                    <a:pt x="232" y="104"/>
                  </a:lnTo>
                  <a:lnTo>
                    <a:pt x="248" y="96"/>
                  </a:lnTo>
                  <a:lnTo>
                    <a:pt x="256" y="104"/>
                  </a:lnTo>
                  <a:lnTo>
                    <a:pt x="272" y="80"/>
                  </a:lnTo>
                  <a:lnTo>
                    <a:pt x="272" y="56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5" name="Freeform 16"/>
            <p:cNvSpPr>
              <a:spLocks noChangeArrowheads="1"/>
            </p:cNvSpPr>
            <p:nvPr/>
          </p:nvSpPr>
          <p:spPr bwMode="auto">
            <a:xfrm>
              <a:off x="3298401" y="3747645"/>
              <a:ext cx="850522" cy="656184"/>
            </a:xfrm>
            <a:custGeom>
              <a:avLst/>
              <a:gdLst>
                <a:gd name="T0" fmla="*/ 1244 w 505"/>
                <a:gd name="T1" fmla="*/ 158 h 385"/>
                <a:gd name="T2" fmla="*/ 1065 w 505"/>
                <a:gd name="T3" fmla="*/ 66 h 385"/>
                <a:gd name="T4" fmla="*/ 1023 w 505"/>
                <a:gd name="T5" fmla="*/ 93 h 385"/>
                <a:gd name="T6" fmla="*/ 944 w 505"/>
                <a:gd name="T7" fmla="*/ 66 h 385"/>
                <a:gd name="T8" fmla="*/ 782 w 505"/>
                <a:gd name="T9" fmla="*/ 93 h 385"/>
                <a:gd name="T10" fmla="*/ 782 w 505"/>
                <a:gd name="T11" fmla="*/ 0 h 385"/>
                <a:gd name="T12" fmla="*/ 703 w 505"/>
                <a:gd name="T13" fmla="*/ 0 h 385"/>
                <a:gd name="T14" fmla="*/ 543 w 505"/>
                <a:gd name="T15" fmla="*/ 13 h 385"/>
                <a:gd name="T16" fmla="*/ 522 w 505"/>
                <a:gd name="T17" fmla="*/ 66 h 385"/>
                <a:gd name="T18" fmla="*/ 422 w 505"/>
                <a:gd name="T19" fmla="*/ 41 h 385"/>
                <a:gd name="T20" fmla="*/ 361 w 505"/>
                <a:gd name="T21" fmla="*/ 80 h 385"/>
                <a:gd name="T22" fmla="*/ 381 w 505"/>
                <a:gd name="T23" fmla="*/ 145 h 385"/>
                <a:gd name="T24" fmla="*/ 361 w 505"/>
                <a:gd name="T25" fmla="*/ 186 h 385"/>
                <a:gd name="T26" fmla="*/ 281 w 505"/>
                <a:gd name="T27" fmla="*/ 279 h 385"/>
                <a:gd name="T28" fmla="*/ 181 w 505"/>
                <a:gd name="T29" fmla="*/ 371 h 385"/>
                <a:gd name="T30" fmla="*/ 79 w 505"/>
                <a:gd name="T31" fmla="*/ 450 h 385"/>
                <a:gd name="T32" fmla="*/ 0 w 505"/>
                <a:gd name="T33" fmla="*/ 492 h 385"/>
                <a:gd name="T34" fmla="*/ 20 w 505"/>
                <a:gd name="T35" fmla="*/ 518 h 385"/>
                <a:gd name="T36" fmla="*/ 41 w 505"/>
                <a:gd name="T37" fmla="*/ 596 h 385"/>
                <a:gd name="T38" fmla="*/ 141 w 505"/>
                <a:gd name="T39" fmla="*/ 636 h 385"/>
                <a:gd name="T40" fmla="*/ 101 w 505"/>
                <a:gd name="T41" fmla="*/ 572 h 385"/>
                <a:gd name="T42" fmla="*/ 200 w 505"/>
                <a:gd name="T43" fmla="*/ 505 h 385"/>
                <a:gd name="T44" fmla="*/ 381 w 505"/>
                <a:gd name="T45" fmla="*/ 465 h 385"/>
                <a:gd name="T46" fmla="*/ 482 w 505"/>
                <a:gd name="T47" fmla="*/ 492 h 385"/>
                <a:gd name="T48" fmla="*/ 601 w 505"/>
                <a:gd name="T49" fmla="*/ 411 h 385"/>
                <a:gd name="T50" fmla="*/ 662 w 505"/>
                <a:gd name="T51" fmla="*/ 398 h 385"/>
                <a:gd name="T52" fmla="*/ 662 w 505"/>
                <a:gd name="T53" fmla="*/ 357 h 385"/>
                <a:gd name="T54" fmla="*/ 703 w 505"/>
                <a:gd name="T55" fmla="*/ 344 h 385"/>
                <a:gd name="T56" fmla="*/ 844 w 505"/>
                <a:gd name="T57" fmla="*/ 384 h 385"/>
                <a:gd name="T58" fmla="*/ 844 w 505"/>
                <a:gd name="T59" fmla="*/ 332 h 385"/>
                <a:gd name="T60" fmla="*/ 944 w 505"/>
                <a:gd name="T61" fmla="*/ 319 h 385"/>
                <a:gd name="T62" fmla="*/ 982 w 505"/>
                <a:gd name="T63" fmla="*/ 332 h 385"/>
                <a:gd name="T64" fmla="*/ 1004 w 505"/>
                <a:gd name="T65" fmla="*/ 306 h 385"/>
                <a:gd name="T66" fmla="*/ 1124 w 505"/>
                <a:gd name="T67" fmla="*/ 292 h 385"/>
                <a:gd name="T68" fmla="*/ 1204 w 505"/>
                <a:gd name="T69" fmla="*/ 226 h 38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05"/>
                <a:gd name="T106" fmla="*/ 0 h 385"/>
                <a:gd name="T107" fmla="*/ 505 w 505"/>
                <a:gd name="T108" fmla="*/ 385 h 38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05" h="385">
                  <a:moveTo>
                    <a:pt x="504" y="128"/>
                  </a:moveTo>
                  <a:lnTo>
                    <a:pt x="496" y="96"/>
                  </a:lnTo>
                  <a:lnTo>
                    <a:pt x="472" y="40"/>
                  </a:lnTo>
                  <a:lnTo>
                    <a:pt x="424" y="40"/>
                  </a:lnTo>
                  <a:lnTo>
                    <a:pt x="416" y="32"/>
                  </a:lnTo>
                  <a:lnTo>
                    <a:pt x="408" y="56"/>
                  </a:lnTo>
                  <a:lnTo>
                    <a:pt x="392" y="56"/>
                  </a:lnTo>
                  <a:lnTo>
                    <a:pt x="376" y="40"/>
                  </a:lnTo>
                  <a:lnTo>
                    <a:pt x="320" y="64"/>
                  </a:lnTo>
                  <a:lnTo>
                    <a:pt x="312" y="56"/>
                  </a:lnTo>
                  <a:lnTo>
                    <a:pt x="336" y="8"/>
                  </a:lnTo>
                  <a:lnTo>
                    <a:pt x="312" y="0"/>
                  </a:lnTo>
                  <a:lnTo>
                    <a:pt x="296" y="16"/>
                  </a:lnTo>
                  <a:lnTo>
                    <a:pt x="280" y="0"/>
                  </a:lnTo>
                  <a:lnTo>
                    <a:pt x="272" y="8"/>
                  </a:lnTo>
                  <a:lnTo>
                    <a:pt x="216" y="8"/>
                  </a:lnTo>
                  <a:lnTo>
                    <a:pt x="224" y="40"/>
                  </a:lnTo>
                  <a:lnTo>
                    <a:pt x="208" y="4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68" y="48"/>
                  </a:lnTo>
                  <a:lnTo>
                    <a:pt x="144" y="48"/>
                  </a:lnTo>
                  <a:lnTo>
                    <a:pt x="144" y="72"/>
                  </a:lnTo>
                  <a:lnTo>
                    <a:pt x="152" y="88"/>
                  </a:lnTo>
                  <a:lnTo>
                    <a:pt x="144" y="96"/>
                  </a:lnTo>
                  <a:lnTo>
                    <a:pt x="144" y="112"/>
                  </a:lnTo>
                  <a:lnTo>
                    <a:pt x="112" y="144"/>
                  </a:lnTo>
                  <a:lnTo>
                    <a:pt x="112" y="168"/>
                  </a:lnTo>
                  <a:lnTo>
                    <a:pt x="104" y="200"/>
                  </a:lnTo>
                  <a:lnTo>
                    <a:pt x="72" y="224"/>
                  </a:lnTo>
                  <a:lnTo>
                    <a:pt x="48" y="256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96"/>
                  </a:lnTo>
                  <a:lnTo>
                    <a:pt x="16" y="304"/>
                  </a:lnTo>
                  <a:lnTo>
                    <a:pt x="8" y="312"/>
                  </a:lnTo>
                  <a:lnTo>
                    <a:pt x="8" y="352"/>
                  </a:lnTo>
                  <a:lnTo>
                    <a:pt x="16" y="360"/>
                  </a:lnTo>
                  <a:lnTo>
                    <a:pt x="16" y="384"/>
                  </a:lnTo>
                  <a:lnTo>
                    <a:pt x="56" y="384"/>
                  </a:lnTo>
                  <a:lnTo>
                    <a:pt x="56" y="360"/>
                  </a:lnTo>
                  <a:lnTo>
                    <a:pt x="40" y="344"/>
                  </a:lnTo>
                  <a:lnTo>
                    <a:pt x="48" y="312"/>
                  </a:lnTo>
                  <a:lnTo>
                    <a:pt x="80" y="304"/>
                  </a:lnTo>
                  <a:lnTo>
                    <a:pt x="104" y="304"/>
                  </a:lnTo>
                  <a:lnTo>
                    <a:pt x="152" y="280"/>
                  </a:lnTo>
                  <a:lnTo>
                    <a:pt x="184" y="280"/>
                  </a:lnTo>
                  <a:lnTo>
                    <a:pt x="192" y="296"/>
                  </a:lnTo>
                  <a:lnTo>
                    <a:pt x="208" y="264"/>
                  </a:lnTo>
                  <a:lnTo>
                    <a:pt x="240" y="248"/>
                  </a:lnTo>
                  <a:lnTo>
                    <a:pt x="248" y="224"/>
                  </a:lnTo>
                  <a:lnTo>
                    <a:pt x="264" y="240"/>
                  </a:lnTo>
                  <a:lnTo>
                    <a:pt x="272" y="240"/>
                  </a:lnTo>
                  <a:lnTo>
                    <a:pt x="264" y="216"/>
                  </a:lnTo>
                  <a:lnTo>
                    <a:pt x="264" y="184"/>
                  </a:lnTo>
                  <a:lnTo>
                    <a:pt x="280" y="208"/>
                  </a:lnTo>
                  <a:lnTo>
                    <a:pt x="288" y="232"/>
                  </a:lnTo>
                  <a:lnTo>
                    <a:pt x="336" y="232"/>
                  </a:lnTo>
                  <a:lnTo>
                    <a:pt x="320" y="216"/>
                  </a:lnTo>
                  <a:lnTo>
                    <a:pt x="336" y="200"/>
                  </a:lnTo>
                  <a:lnTo>
                    <a:pt x="360" y="208"/>
                  </a:lnTo>
                  <a:lnTo>
                    <a:pt x="376" y="192"/>
                  </a:lnTo>
                  <a:lnTo>
                    <a:pt x="392" y="192"/>
                  </a:lnTo>
                  <a:lnTo>
                    <a:pt x="392" y="200"/>
                  </a:lnTo>
                  <a:lnTo>
                    <a:pt x="400" y="200"/>
                  </a:lnTo>
                  <a:lnTo>
                    <a:pt x="400" y="184"/>
                  </a:lnTo>
                  <a:lnTo>
                    <a:pt x="424" y="192"/>
                  </a:lnTo>
                  <a:lnTo>
                    <a:pt x="448" y="176"/>
                  </a:lnTo>
                  <a:lnTo>
                    <a:pt x="472" y="168"/>
                  </a:lnTo>
                  <a:lnTo>
                    <a:pt x="480" y="136"/>
                  </a:lnTo>
                  <a:lnTo>
                    <a:pt x="504" y="128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6" name="Freeform 17"/>
            <p:cNvSpPr>
              <a:spLocks noChangeArrowheads="1"/>
            </p:cNvSpPr>
            <p:nvPr/>
          </p:nvSpPr>
          <p:spPr bwMode="auto">
            <a:xfrm>
              <a:off x="2732320" y="3624418"/>
              <a:ext cx="837911" cy="656184"/>
            </a:xfrm>
            <a:custGeom>
              <a:avLst/>
              <a:gdLst>
                <a:gd name="T0" fmla="*/ 868 w 497"/>
                <a:gd name="T1" fmla="*/ 572 h 385"/>
                <a:gd name="T2" fmla="*/ 1052 w 497"/>
                <a:gd name="T3" fmla="*/ 492 h 385"/>
                <a:gd name="T4" fmla="*/ 1131 w 497"/>
                <a:gd name="T5" fmla="*/ 398 h 385"/>
                <a:gd name="T6" fmla="*/ 1210 w 497"/>
                <a:gd name="T7" fmla="*/ 306 h 385"/>
                <a:gd name="T8" fmla="*/ 1251 w 497"/>
                <a:gd name="T9" fmla="*/ 266 h 385"/>
                <a:gd name="T10" fmla="*/ 1210 w 497"/>
                <a:gd name="T11" fmla="*/ 214 h 385"/>
                <a:gd name="T12" fmla="*/ 1151 w 497"/>
                <a:gd name="T13" fmla="*/ 158 h 385"/>
                <a:gd name="T14" fmla="*/ 1109 w 497"/>
                <a:gd name="T15" fmla="*/ 186 h 385"/>
                <a:gd name="T16" fmla="*/ 1070 w 497"/>
                <a:gd name="T17" fmla="*/ 173 h 385"/>
                <a:gd name="T18" fmla="*/ 1109 w 497"/>
                <a:gd name="T19" fmla="*/ 93 h 385"/>
                <a:gd name="T20" fmla="*/ 1109 w 497"/>
                <a:gd name="T21" fmla="*/ 27 h 385"/>
                <a:gd name="T22" fmla="*/ 1029 w 497"/>
                <a:gd name="T23" fmla="*/ 13 h 385"/>
                <a:gd name="T24" fmla="*/ 948 w 497"/>
                <a:gd name="T25" fmla="*/ 41 h 385"/>
                <a:gd name="T26" fmla="*/ 907 w 497"/>
                <a:gd name="T27" fmla="*/ 41 h 385"/>
                <a:gd name="T28" fmla="*/ 806 w 497"/>
                <a:gd name="T29" fmla="*/ 53 h 385"/>
                <a:gd name="T30" fmla="*/ 728 w 497"/>
                <a:gd name="T31" fmla="*/ 106 h 385"/>
                <a:gd name="T32" fmla="*/ 668 w 497"/>
                <a:gd name="T33" fmla="*/ 120 h 385"/>
                <a:gd name="T34" fmla="*/ 566 w 497"/>
                <a:gd name="T35" fmla="*/ 158 h 385"/>
                <a:gd name="T36" fmla="*/ 463 w 497"/>
                <a:gd name="T37" fmla="*/ 145 h 385"/>
                <a:gd name="T38" fmla="*/ 404 w 497"/>
                <a:gd name="T39" fmla="*/ 120 h 385"/>
                <a:gd name="T40" fmla="*/ 362 w 497"/>
                <a:gd name="T41" fmla="*/ 145 h 385"/>
                <a:gd name="T42" fmla="*/ 243 w 497"/>
                <a:gd name="T43" fmla="*/ 214 h 385"/>
                <a:gd name="T44" fmla="*/ 83 w 497"/>
                <a:gd name="T45" fmla="*/ 186 h 385"/>
                <a:gd name="T46" fmla="*/ 0 w 497"/>
                <a:gd name="T47" fmla="*/ 214 h 385"/>
                <a:gd name="T48" fmla="*/ 83 w 497"/>
                <a:gd name="T49" fmla="*/ 239 h 385"/>
                <a:gd name="T50" fmla="*/ 223 w 497"/>
                <a:gd name="T51" fmla="*/ 279 h 385"/>
                <a:gd name="T52" fmla="*/ 261 w 497"/>
                <a:gd name="T53" fmla="*/ 344 h 385"/>
                <a:gd name="T54" fmla="*/ 141 w 497"/>
                <a:gd name="T55" fmla="*/ 371 h 385"/>
                <a:gd name="T56" fmla="*/ 223 w 497"/>
                <a:gd name="T57" fmla="*/ 411 h 385"/>
                <a:gd name="T58" fmla="*/ 343 w 497"/>
                <a:gd name="T59" fmla="*/ 465 h 385"/>
                <a:gd name="T60" fmla="*/ 343 w 497"/>
                <a:gd name="T61" fmla="*/ 505 h 385"/>
                <a:gd name="T62" fmla="*/ 525 w 497"/>
                <a:gd name="T63" fmla="*/ 596 h 385"/>
                <a:gd name="T64" fmla="*/ 626 w 497"/>
                <a:gd name="T65" fmla="*/ 596 h 385"/>
                <a:gd name="T66" fmla="*/ 646 w 497"/>
                <a:gd name="T67" fmla="*/ 572 h 385"/>
                <a:gd name="T68" fmla="*/ 746 w 497"/>
                <a:gd name="T69" fmla="*/ 623 h 385"/>
                <a:gd name="T70" fmla="*/ 847 w 497"/>
                <a:gd name="T71" fmla="*/ 610 h 38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7"/>
                <a:gd name="T109" fmla="*/ 0 h 385"/>
                <a:gd name="T110" fmla="*/ 497 w 497"/>
                <a:gd name="T111" fmla="*/ 385 h 38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7" h="385">
                  <a:moveTo>
                    <a:pt x="336" y="368"/>
                  </a:moveTo>
                  <a:lnTo>
                    <a:pt x="344" y="344"/>
                  </a:lnTo>
                  <a:lnTo>
                    <a:pt x="368" y="344"/>
                  </a:lnTo>
                  <a:lnTo>
                    <a:pt x="416" y="296"/>
                  </a:lnTo>
                  <a:lnTo>
                    <a:pt x="440" y="272"/>
                  </a:lnTo>
                  <a:lnTo>
                    <a:pt x="448" y="240"/>
                  </a:lnTo>
                  <a:lnTo>
                    <a:pt x="448" y="216"/>
                  </a:lnTo>
                  <a:lnTo>
                    <a:pt x="480" y="184"/>
                  </a:lnTo>
                  <a:lnTo>
                    <a:pt x="480" y="168"/>
                  </a:lnTo>
                  <a:lnTo>
                    <a:pt x="496" y="160"/>
                  </a:lnTo>
                  <a:lnTo>
                    <a:pt x="480" y="152"/>
                  </a:lnTo>
                  <a:lnTo>
                    <a:pt x="480" y="128"/>
                  </a:lnTo>
                  <a:lnTo>
                    <a:pt x="456" y="128"/>
                  </a:lnTo>
                  <a:lnTo>
                    <a:pt x="456" y="96"/>
                  </a:lnTo>
                  <a:lnTo>
                    <a:pt x="440" y="96"/>
                  </a:lnTo>
                  <a:lnTo>
                    <a:pt x="440" y="112"/>
                  </a:lnTo>
                  <a:lnTo>
                    <a:pt x="424" y="112"/>
                  </a:lnTo>
                  <a:lnTo>
                    <a:pt x="424" y="104"/>
                  </a:lnTo>
                  <a:lnTo>
                    <a:pt x="432" y="64"/>
                  </a:lnTo>
                  <a:lnTo>
                    <a:pt x="440" y="56"/>
                  </a:lnTo>
                  <a:lnTo>
                    <a:pt x="440" y="40"/>
                  </a:lnTo>
                  <a:lnTo>
                    <a:pt x="440" y="16"/>
                  </a:lnTo>
                  <a:lnTo>
                    <a:pt x="432" y="0"/>
                  </a:lnTo>
                  <a:lnTo>
                    <a:pt x="408" y="8"/>
                  </a:lnTo>
                  <a:lnTo>
                    <a:pt x="392" y="8"/>
                  </a:lnTo>
                  <a:lnTo>
                    <a:pt x="376" y="24"/>
                  </a:lnTo>
                  <a:lnTo>
                    <a:pt x="360" y="32"/>
                  </a:lnTo>
                  <a:lnTo>
                    <a:pt x="360" y="24"/>
                  </a:lnTo>
                  <a:lnTo>
                    <a:pt x="344" y="32"/>
                  </a:lnTo>
                  <a:lnTo>
                    <a:pt x="320" y="32"/>
                  </a:lnTo>
                  <a:lnTo>
                    <a:pt x="304" y="40"/>
                  </a:lnTo>
                  <a:lnTo>
                    <a:pt x="288" y="64"/>
                  </a:lnTo>
                  <a:lnTo>
                    <a:pt x="272" y="56"/>
                  </a:lnTo>
                  <a:lnTo>
                    <a:pt x="264" y="72"/>
                  </a:lnTo>
                  <a:lnTo>
                    <a:pt x="232" y="72"/>
                  </a:lnTo>
                  <a:lnTo>
                    <a:pt x="224" y="96"/>
                  </a:lnTo>
                  <a:lnTo>
                    <a:pt x="200" y="104"/>
                  </a:lnTo>
                  <a:lnTo>
                    <a:pt x="184" y="88"/>
                  </a:lnTo>
                  <a:lnTo>
                    <a:pt x="176" y="64"/>
                  </a:lnTo>
                  <a:lnTo>
                    <a:pt x="160" y="72"/>
                  </a:lnTo>
                  <a:lnTo>
                    <a:pt x="160" y="88"/>
                  </a:lnTo>
                  <a:lnTo>
                    <a:pt x="144" y="88"/>
                  </a:lnTo>
                  <a:lnTo>
                    <a:pt x="104" y="112"/>
                  </a:lnTo>
                  <a:lnTo>
                    <a:pt x="96" y="128"/>
                  </a:lnTo>
                  <a:lnTo>
                    <a:pt x="48" y="112"/>
                  </a:lnTo>
                  <a:lnTo>
                    <a:pt x="32" y="112"/>
                  </a:lnTo>
                  <a:lnTo>
                    <a:pt x="24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88" y="168"/>
                  </a:lnTo>
                  <a:lnTo>
                    <a:pt x="96" y="176"/>
                  </a:lnTo>
                  <a:lnTo>
                    <a:pt x="104" y="208"/>
                  </a:lnTo>
                  <a:lnTo>
                    <a:pt x="64" y="208"/>
                  </a:lnTo>
                  <a:lnTo>
                    <a:pt x="56" y="224"/>
                  </a:lnTo>
                  <a:lnTo>
                    <a:pt x="64" y="240"/>
                  </a:lnTo>
                  <a:lnTo>
                    <a:pt x="88" y="248"/>
                  </a:lnTo>
                  <a:lnTo>
                    <a:pt x="136" y="264"/>
                  </a:lnTo>
                  <a:lnTo>
                    <a:pt x="136" y="280"/>
                  </a:lnTo>
                  <a:lnTo>
                    <a:pt x="120" y="288"/>
                  </a:lnTo>
                  <a:lnTo>
                    <a:pt x="136" y="304"/>
                  </a:lnTo>
                  <a:lnTo>
                    <a:pt x="136" y="328"/>
                  </a:lnTo>
                  <a:lnTo>
                    <a:pt x="208" y="360"/>
                  </a:lnTo>
                  <a:lnTo>
                    <a:pt x="224" y="360"/>
                  </a:lnTo>
                  <a:lnTo>
                    <a:pt x="248" y="360"/>
                  </a:lnTo>
                  <a:lnTo>
                    <a:pt x="256" y="368"/>
                  </a:lnTo>
                  <a:lnTo>
                    <a:pt x="256" y="344"/>
                  </a:lnTo>
                  <a:lnTo>
                    <a:pt x="288" y="352"/>
                  </a:lnTo>
                  <a:lnTo>
                    <a:pt x="296" y="376"/>
                  </a:lnTo>
                  <a:lnTo>
                    <a:pt x="312" y="384"/>
                  </a:lnTo>
                  <a:lnTo>
                    <a:pt x="336" y="368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7" name="Freeform 18"/>
            <p:cNvSpPr>
              <a:spLocks noChangeArrowheads="1"/>
            </p:cNvSpPr>
            <p:nvPr/>
          </p:nvSpPr>
          <p:spPr bwMode="auto">
            <a:xfrm>
              <a:off x="2652452" y="3256277"/>
              <a:ext cx="622128" cy="603813"/>
            </a:xfrm>
            <a:custGeom>
              <a:avLst/>
              <a:gdLst>
                <a:gd name="T0" fmla="*/ 122 w 369"/>
                <a:gd name="T1" fmla="*/ 540 h 353"/>
                <a:gd name="T2" fmla="*/ 83 w 369"/>
                <a:gd name="T3" fmla="*/ 445 h 353"/>
                <a:gd name="T4" fmla="*/ 141 w 369"/>
                <a:gd name="T5" fmla="*/ 324 h 353"/>
                <a:gd name="T6" fmla="*/ 20 w 369"/>
                <a:gd name="T7" fmla="*/ 271 h 353"/>
                <a:gd name="T8" fmla="*/ 41 w 369"/>
                <a:gd name="T9" fmla="*/ 231 h 353"/>
                <a:gd name="T10" fmla="*/ 122 w 369"/>
                <a:gd name="T11" fmla="*/ 231 h 353"/>
                <a:gd name="T12" fmla="*/ 261 w 369"/>
                <a:gd name="T13" fmla="*/ 202 h 353"/>
                <a:gd name="T14" fmla="*/ 422 w 369"/>
                <a:gd name="T15" fmla="*/ 189 h 353"/>
                <a:gd name="T16" fmla="*/ 343 w 369"/>
                <a:gd name="T17" fmla="*/ 135 h 353"/>
                <a:gd name="T18" fmla="*/ 362 w 369"/>
                <a:gd name="T19" fmla="*/ 67 h 353"/>
                <a:gd name="T20" fmla="*/ 463 w 369"/>
                <a:gd name="T21" fmla="*/ 67 h 353"/>
                <a:gd name="T22" fmla="*/ 525 w 369"/>
                <a:gd name="T23" fmla="*/ 81 h 353"/>
                <a:gd name="T24" fmla="*/ 585 w 369"/>
                <a:gd name="T25" fmla="*/ 67 h 353"/>
                <a:gd name="T26" fmla="*/ 626 w 369"/>
                <a:gd name="T27" fmla="*/ 0 h 353"/>
                <a:gd name="T28" fmla="*/ 728 w 369"/>
                <a:gd name="T29" fmla="*/ 27 h 353"/>
                <a:gd name="T30" fmla="*/ 806 w 369"/>
                <a:gd name="T31" fmla="*/ 122 h 353"/>
                <a:gd name="T32" fmla="*/ 868 w 369"/>
                <a:gd name="T33" fmla="*/ 149 h 353"/>
                <a:gd name="T34" fmla="*/ 907 w 369"/>
                <a:gd name="T35" fmla="*/ 109 h 353"/>
                <a:gd name="T36" fmla="*/ 907 w 369"/>
                <a:gd name="T37" fmla="*/ 163 h 353"/>
                <a:gd name="T38" fmla="*/ 907 w 369"/>
                <a:gd name="T39" fmla="*/ 215 h 353"/>
                <a:gd name="T40" fmla="*/ 847 w 369"/>
                <a:gd name="T41" fmla="*/ 285 h 353"/>
                <a:gd name="T42" fmla="*/ 928 w 369"/>
                <a:gd name="T43" fmla="*/ 311 h 353"/>
                <a:gd name="T44" fmla="*/ 907 w 369"/>
                <a:gd name="T45" fmla="*/ 351 h 353"/>
                <a:gd name="T46" fmla="*/ 928 w 369"/>
                <a:gd name="T47" fmla="*/ 393 h 353"/>
                <a:gd name="T48" fmla="*/ 868 w 369"/>
                <a:gd name="T49" fmla="*/ 432 h 353"/>
                <a:gd name="T50" fmla="*/ 868 w 369"/>
                <a:gd name="T51" fmla="*/ 472 h 353"/>
                <a:gd name="T52" fmla="*/ 786 w 369"/>
                <a:gd name="T53" fmla="*/ 486 h 353"/>
                <a:gd name="T54" fmla="*/ 685 w 369"/>
                <a:gd name="T55" fmla="*/ 525 h 353"/>
                <a:gd name="T56" fmla="*/ 585 w 369"/>
                <a:gd name="T57" fmla="*/ 513 h 353"/>
                <a:gd name="T58" fmla="*/ 525 w 369"/>
                <a:gd name="T59" fmla="*/ 486 h 353"/>
                <a:gd name="T60" fmla="*/ 485 w 369"/>
                <a:gd name="T61" fmla="*/ 513 h 353"/>
                <a:gd name="T62" fmla="*/ 362 w 369"/>
                <a:gd name="T63" fmla="*/ 594 h 353"/>
                <a:gd name="T64" fmla="*/ 202 w 369"/>
                <a:gd name="T65" fmla="*/ 554 h 3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69"/>
                <a:gd name="T100" fmla="*/ 0 h 353"/>
                <a:gd name="T101" fmla="*/ 369 w 369"/>
                <a:gd name="T102" fmla="*/ 353 h 35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69" h="353">
                  <a:moveTo>
                    <a:pt x="48" y="344"/>
                  </a:moveTo>
                  <a:lnTo>
                    <a:pt x="48" y="320"/>
                  </a:lnTo>
                  <a:lnTo>
                    <a:pt x="64" y="296"/>
                  </a:lnTo>
                  <a:lnTo>
                    <a:pt x="32" y="264"/>
                  </a:lnTo>
                  <a:lnTo>
                    <a:pt x="56" y="224"/>
                  </a:lnTo>
                  <a:lnTo>
                    <a:pt x="56" y="192"/>
                  </a:lnTo>
                  <a:lnTo>
                    <a:pt x="8" y="200"/>
                  </a:lnTo>
                  <a:lnTo>
                    <a:pt x="8" y="160"/>
                  </a:lnTo>
                  <a:lnTo>
                    <a:pt x="0" y="152"/>
                  </a:lnTo>
                  <a:lnTo>
                    <a:pt x="16" y="136"/>
                  </a:lnTo>
                  <a:lnTo>
                    <a:pt x="32" y="144"/>
                  </a:lnTo>
                  <a:lnTo>
                    <a:pt x="48" y="136"/>
                  </a:lnTo>
                  <a:lnTo>
                    <a:pt x="96" y="136"/>
                  </a:lnTo>
                  <a:lnTo>
                    <a:pt x="104" y="120"/>
                  </a:lnTo>
                  <a:lnTo>
                    <a:pt x="112" y="112"/>
                  </a:lnTo>
                  <a:lnTo>
                    <a:pt x="168" y="112"/>
                  </a:lnTo>
                  <a:lnTo>
                    <a:pt x="160" y="80"/>
                  </a:lnTo>
                  <a:lnTo>
                    <a:pt x="136" y="80"/>
                  </a:lnTo>
                  <a:lnTo>
                    <a:pt x="128" y="56"/>
                  </a:lnTo>
                  <a:lnTo>
                    <a:pt x="144" y="40"/>
                  </a:lnTo>
                  <a:lnTo>
                    <a:pt x="168" y="48"/>
                  </a:lnTo>
                  <a:lnTo>
                    <a:pt x="184" y="40"/>
                  </a:lnTo>
                  <a:lnTo>
                    <a:pt x="192" y="56"/>
                  </a:lnTo>
                  <a:lnTo>
                    <a:pt x="208" y="48"/>
                  </a:lnTo>
                  <a:lnTo>
                    <a:pt x="208" y="24"/>
                  </a:lnTo>
                  <a:lnTo>
                    <a:pt x="232" y="40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16"/>
                  </a:lnTo>
                  <a:lnTo>
                    <a:pt x="288" y="16"/>
                  </a:lnTo>
                  <a:lnTo>
                    <a:pt x="312" y="72"/>
                  </a:lnTo>
                  <a:lnTo>
                    <a:pt x="320" y="72"/>
                  </a:lnTo>
                  <a:lnTo>
                    <a:pt x="328" y="88"/>
                  </a:lnTo>
                  <a:lnTo>
                    <a:pt x="344" y="88"/>
                  </a:lnTo>
                  <a:lnTo>
                    <a:pt x="352" y="72"/>
                  </a:lnTo>
                  <a:lnTo>
                    <a:pt x="360" y="64"/>
                  </a:lnTo>
                  <a:lnTo>
                    <a:pt x="368" y="88"/>
                  </a:lnTo>
                  <a:lnTo>
                    <a:pt x="360" y="96"/>
                  </a:lnTo>
                  <a:lnTo>
                    <a:pt x="360" y="112"/>
                  </a:lnTo>
                  <a:lnTo>
                    <a:pt x="360" y="128"/>
                  </a:lnTo>
                  <a:lnTo>
                    <a:pt x="336" y="152"/>
                  </a:lnTo>
                  <a:lnTo>
                    <a:pt x="336" y="168"/>
                  </a:lnTo>
                  <a:lnTo>
                    <a:pt x="360" y="168"/>
                  </a:lnTo>
                  <a:lnTo>
                    <a:pt x="368" y="184"/>
                  </a:lnTo>
                  <a:lnTo>
                    <a:pt x="360" y="192"/>
                  </a:lnTo>
                  <a:lnTo>
                    <a:pt x="360" y="208"/>
                  </a:lnTo>
                  <a:lnTo>
                    <a:pt x="360" y="232"/>
                  </a:lnTo>
                  <a:lnTo>
                    <a:pt x="368" y="232"/>
                  </a:lnTo>
                  <a:lnTo>
                    <a:pt x="368" y="248"/>
                  </a:lnTo>
                  <a:lnTo>
                    <a:pt x="344" y="256"/>
                  </a:lnTo>
                  <a:lnTo>
                    <a:pt x="344" y="272"/>
                  </a:lnTo>
                  <a:lnTo>
                    <a:pt x="344" y="280"/>
                  </a:lnTo>
                  <a:lnTo>
                    <a:pt x="320" y="272"/>
                  </a:lnTo>
                  <a:lnTo>
                    <a:pt x="312" y="288"/>
                  </a:lnTo>
                  <a:lnTo>
                    <a:pt x="280" y="288"/>
                  </a:lnTo>
                  <a:lnTo>
                    <a:pt x="272" y="312"/>
                  </a:lnTo>
                  <a:lnTo>
                    <a:pt x="248" y="320"/>
                  </a:lnTo>
                  <a:lnTo>
                    <a:pt x="232" y="304"/>
                  </a:lnTo>
                  <a:lnTo>
                    <a:pt x="224" y="280"/>
                  </a:lnTo>
                  <a:lnTo>
                    <a:pt x="208" y="288"/>
                  </a:lnTo>
                  <a:lnTo>
                    <a:pt x="208" y="304"/>
                  </a:lnTo>
                  <a:lnTo>
                    <a:pt x="192" y="304"/>
                  </a:lnTo>
                  <a:lnTo>
                    <a:pt x="152" y="328"/>
                  </a:lnTo>
                  <a:lnTo>
                    <a:pt x="144" y="352"/>
                  </a:lnTo>
                  <a:lnTo>
                    <a:pt x="96" y="328"/>
                  </a:lnTo>
                  <a:lnTo>
                    <a:pt x="80" y="328"/>
                  </a:lnTo>
                  <a:lnTo>
                    <a:pt x="48" y="344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8" name="Freeform 19"/>
            <p:cNvSpPr>
              <a:spLocks noChangeArrowheads="1"/>
            </p:cNvSpPr>
            <p:nvPr/>
          </p:nvSpPr>
          <p:spPr bwMode="auto">
            <a:xfrm>
              <a:off x="1950456" y="3214688"/>
              <a:ext cx="958414" cy="1052052"/>
            </a:xfrm>
            <a:custGeom>
              <a:avLst/>
              <a:gdLst>
                <a:gd name="T0" fmla="*/ 1325 w 569"/>
                <a:gd name="T1" fmla="*/ 745 h 617"/>
                <a:gd name="T2" fmla="*/ 1406 w 569"/>
                <a:gd name="T3" fmla="*/ 690 h 617"/>
                <a:gd name="T4" fmla="*/ 1325 w 569"/>
                <a:gd name="T5" fmla="*/ 677 h 617"/>
                <a:gd name="T6" fmla="*/ 1244 w 569"/>
                <a:gd name="T7" fmla="*/ 638 h 617"/>
                <a:gd name="T8" fmla="*/ 1166 w 569"/>
                <a:gd name="T9" fmla="*/ 599 h 617"/>
                <a:gd name="T10" fmla="*/ 1206 w 569"/>
                <a:gd name="T11" fmla="*/ 531 h 617"/>
                <a:gd name="T12" fmla="*/ 1185 w 569"/>
                <a:gd name="T13" fmla="*/ 413 h 617"/>
                <a:gd name="T14" fmla="*/ 1065 w 569"/>
                <a:gd name="T15" fmla="*/ 373 h 617"/>
                <a:gd name="T16" fmla="*/ 1043 w 569"/>
                <a:gd name="T17" fmla="*/ 293 h 617"/>
                <a:gd name="T18" fmla="*/ 1125 w 569"/>
                <a:gd name="T19" fmla="*/ 279 h 617"/>
                <a:gd name="T20" fmla="*/ 1283 w 569"/>
                <a:gd name="T21" fmla="*/ 266 h 617"/>
                <a:gd name="T22" fmla="*/ 1283 w 569"/>
                <a:gd name="T23" fmla="*/ 186 h 617"/>
                <a:gd name="T24" fmla="*/ 1166 w 569"/>
                <a:gd name="T25" fmla="*/ 186 h 617"/>
                <a:gd name="T26" fmla="*/ 1084 w 569"/>
                <a:gd name="T27" fmla="*/ 106 h 617"/>
                <a:gd name="T28" fmla="*/ 1023 w 569"/>
                <a:gd name="T29" fmla="*/ 159 h 617"/>
                <a:gd name="T30" fmla="*/ 964 w 569"/>
                <a:gd name="T31" fmla="*/ 239 h 617"/>
                <a:gd name="T32" fmla="*/ 922 w 569"/>
                <a:gd name="T33" fmla="*/ 399 h 617"/>
                <a:gd name="T34" fmla="*/ 844 w 569"/>
                <a:gd name="T35" fmla="*/ 373 h 617"/>
                <a:gd name="T36" fmla="*/ 722 w 569"/>
                <a:gd name="T37" fmla="*/ 399 h 617"/>
                <a:gd name="T38" fmla="*/ 682 w 569"/>
                <a:gd name="T39" fmla="*/ 373 h 617"/>
                <a:gd name="T40" fmla="*/ 582 w 569"/>
                <a:gd name="T41" fmla="*/ 173 h 617"/>
                <a:gd name="T42" fmla="*/ 543 w 569"/>
                <a:gd name="T43" fmla="*/ 186 h 617"/>
                <a:gd name="T44" fmla="*/ 523 w 569"/>
                <a:gd name="T45" fmla="*/ 122 h 617"/>
                <a:gd name="T46" fmla="*/ 402 w 569"/>
                <a:gd name="T47" fmla="*/ 66 h 617"/>
                <a:gd name="T48" fmla="*/ 341 w 569"/>
                <a:gd name="T49" fmla="*/ 135 h 617"/>
                <a:gd name="T50" fmla="*/ 341 w 569"/>
                <a:gd name="T51" fmla="*/ 0 h 617"/>
                <a:gd name="T52" fmla="*/ 281 w 569"/>
                <a:gd name="T53" fmla="*/ 0 h 617"/>
                <a:gd name="T54" fmla="*/ 240 w 569"/>
                <a:gd name="T55" fmla="*/ 53 h 617"/>
                <a:gd name="T56" fmla="*/ 221 w 569"/>
                <a:gd name="T57" fmla="*/ 106 h 617"/>
                <a:gd name="T58" fmla="*/ 200 w 569"/>
                <a:gd name="T59" fmla="*/ 159 h 617"/>
                <a:gd name="T60" fmla="*/ 260 w 569"/>
                <a:gd name="T61" fmla="*/ 186 h 617"/>
                <a:gd name="T62" fmla="*/ 221 w 569"/>
                <a:gd name="T63" fmla="*/ 399 h 617"/>
                <a:gd name="T64" fmla="*/ 60 w 569"/>
                <a:gd name="T65" fmla="*/ 466 h 617"/>
                <a:gd name="T66" fmla="*/ 20 w 569"/>
                <a:gd name="T67" fmla="*/ 518 h 617"/>
                <a:gd name="T68" fmla="*/ 0 w 569"/>
                <a:gd name="T69" fmla="*/ 623 h 617"/>
                <a:gd name="T70" fmla="*/ 121 w 569"/>
                <a:gd name="T71" fmla="*/ 611 h 617"/>
                <a:gd name="T72" fmla="*/ 200 w 569"/>
                <a:gd name="T73" fmla="*/ 651 h 617"/>
                <a:gd name="T74" fmla="*/ 221 w 569"/>
                <a:gd name="T75" fmla="*/ 677 h 617"/>
                <a:gd name="T76" fmla="*/ 240 w 569"/>
                <a:gd name="T77" fmla="*/ 745 h 617"/>
                <a:gd name="T78" fmla="*/ 301 w 569"/>
                <a:gd name="T79" fmla="*/ 772 h 617"/>
                <a:gd name="T80" fmla="*/ 281 w 569"/>
                <a:gd name="T81" fmla="*/ 838 h 617"/>
                <a:gd name="T82" fmla="*/ 260 w 569"/>
                <a:gd name="T83" fmla="*/ 876 h 617"/>
                <a:gd name="T84" fmla="*/ 362 w 569"/>
                <a:gd name="T85" fmla="*/ 930 h 617"/>
                <a:gd name="T86" fmla="*/ 501 w 569"/>
                <a:gd name="T87" fmla="*/ 959 h 617"/>
                <a:gd name="T88" fmla="*/ 560 w 569"/>
                <a:gd name="T89" fmla="*/ 943 h 617"/>
                <a:gd name="T90" fmla="*/ 582 w 569"/>
                <a:gd name="T91" fmla="*/ 997 h 617"/>
                <a:gd name="T92" fmla="*/ 662 w 569"/>
                <a:gd name="T93" fmla="*/ 984 h 617"/>
                <a:gd name="T94" fmla="*/ 682 w 569"/>
                <a:gd name="T95" fmla="*/ 851 h 617"/>
                <a:gd name="T96" fmla="*/ 823 w 569"/>
                <a:gd name="T97" fmla="*/ 838 h 617"/>
                <a:gd name="T98" fmla="*/ 882 w 569"/>
                <a:gd name="T99" fmla="*/ 851 h 617"/>
                <a:gd name="T100" fmla="*/ 964 w 569"/>
                <a:gd name="T101" fmla="*/ 851 h 617"/>
                <a:gd name="T102" fmla="*/ 1043 w 569"/>
                <a:gd name="T103" fmla="*/ 866 h 617"/>
                <a:gd name="T104" fmla="*/ 1106 w 569"/>
                <a:gd name="T105" fmla="*/ 838 h 617"/>
                <a:gd name="T106" fmla="*/ 1227 w 569"/>
                <a:gd name="T107" fmla="*/ 784 h 617"/>
                <a:gd name="T108" fmla="*/ 1305 w 569"/>
                <a:gd name="T109" fmla="*/ 772 h 61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569"/>
                <a:gd name="T166" fmla="*/ 0 h 617"/>
                <a:gd name="T167" fmla="*/ 569 w 569"/>
                <a:gd name="T168" fmla="*/ 617 h 617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569" h="617">
                  <a:moveTo>
                    <a:pt x="520" y="464"/>
                  </a:moveTo>
                  <a:lnTo>
                    <a:pt x="528" y="448"/>
                  </a:lnTo>
                  <a:lnTo>
                    <a:pt x="568" y="448"/>
                  </a:lnTo>
                  <a:lnTo>
                    <a:pt x="560" y="416"/>
                  </a:lnTo>
                  <a:lnTo>
                    <a:pt x="552" y="400"/>
                  </a:lnTo>
                  <a:lnTo>
                    <a:pt x="528" y="408"/>
                  </a:lnTo>
                  <a:lnTo>
                    <a:pt x="504" y="400"/>
                  </a:lnTo>
                  <a:lnTo>
                    <a:pt x="496" y="384"/>
                  </a:lnTo>
                  <a:lnTo>
                    <a:pt x="464" y="384"/>
                  </a:lnTo>
                  <a:lnTo>
                    <a:pt x="464" y="360"/>
                  </a:lnTo>
                  <a:lnTo>
                    <a:pt x="464" y="344"/>
                  </a:lnTo>
                  <a:lnTo>
                    <a:pt x="480" y="320"/>
                  </a:lnTo>
                  <a:lnTo>
                    <a:pt x="448" y="288"/>
                  </a:lnTo>
                  <a:lnTo>
                    <a:pt x="472" y="248"/>
                  </a:lnTo>
                  <a:lnTo>
                    <a:pt x="472" y="216"/>
                  </a:lnTo>
                  <a:lnTo>
                    <a:pt x="424" y="224"/>
                  </a:lnTo>
                  <a:lnTo>
                    <a:pt x="424" y="184"/>
                  </a:lnTo>
                  <a:lnTo>
                    <a:pt x="416" y="176"/>
                  </a:lnTo>
                  <a:lnTo>
                    <a:pt x="432" y="160"/>
                  </a:lnTo>
                  <a:lnTo>
                    <a:pt x="448" y="168"/>
                  </a:lnTo>
                  <a:lnTo>
                    <a:pt x="464" y="152"/>
                  </a:lnTo>
                  <a:lnTo>
                    <a:pt x="512" y="160"/>
                  </a:lnTo>
                  <a:lnTo>
                    <a:pt x="528" y="136"/>
                  </a:lnTo>
                  <a:lnTo>
                    <a:pt x="512" y="112"/>
                  </a:lnTo>
                  <a:lnTo>
                    <a:pt x="488" y="128"/>
                  </a:lnTo>
                  <a:lnTo>
                    <a:pt x="464" y="112"/>
                  </a:lnTo>
                  <a:lnTo>
                    <a:pt x="464" y="64"/>
                  </a:lnTo>
                  <a:lnTo>
                    <a:pt x="432" y="64"/>
                  </a:lnTo>
                  <a:lnTo>
                    <a:pt x="424" y="96"/>
                  </a:lnTo>
                  <a:lnTo>
                    <a:pt x="408" y="96"/>
                  </a:lnTo>
                  <a:lnTo>
                    <a:pt x="408" y="120"/>
                  </a:lnTo>
                  <a:lnTo>
                    <a:pt x="384" y="144"/>
                  </a:lnTo>
                  <a:lnTo>
                    <a:pt x="368" y="144"/>
                  </a:lnTo>
                  <a:lnTo>
                    <a:pt x="368" y="240"/>
                  </a:lnTo>
                  <a:lnTo>
                    <a:pt x="344" y="240"/>
                  </a:lnTo>
                  <a:lnTo>
                    <a:pt x="336" y="224"/>
                  </a:lnTo>
                  <a:lnTo>
                    <a:pt x="320" y="240"/>
                  </a:lnTo>
                  <a:lnTo>
                    <a:pt x="288" y="240"/>
                  </a:lnTo>
                  <a:lnTo>
                    <a:pt x="288" y="232"/>
                  </a:lnTo>
                  <a:lnTo>
                    <a:pt x="272" y="224"/>
                  </a:lnTo>
                  <a:lnTo>
                    <a:pt x="272" y="192"/>
                  </a:lnTo>
                  <a:lnTo>
                    <a:pt x="232" y="104"/>
                  </a:lnTo>
                  <a:lnTo>
                    <a:pt x="216" y="104"/>
                  </a:lnTo>
                  <a:lnTo>
                    <a:pt x="216" y="112"/>
                  </a:lnTo>
                  <a:lnTo>
                    <a:pt x="200" y="88"/>
                  </a:lnTo>
                  <a:lnTo>
                    <a:pt x="208" y="72"/>
                  </a:lnTo>
                  <a:lnTo>
                    <a:pt x="176" y="32"/>
                  </a:lnTo>
                  <a:lnTo>
                    <a:pt x="160" y="40"/>
                  </a:lnTo>
                  <a:lnTo>
                    <a:pt x="152" y="80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136" y="0"/>
                  </a:lnTo>
                  <a:lnTo>
                    <a:pt x="120" y="16"/>
                  </a:lnTo>
                  <a:lnTo>
                    <a:pt x="112" y="0"/>
                  </a:lnTo>
                  <a:lnTo>
                    <a:pt x="96" y="16"/>
                  </a:lnTo>
                  <a:lnTo>
                    <a:pt x="96" y="32"/>
                  </a:lnTo>
                  <a:lnTo>
                    <a:pt x="104" y="64"/>
                  </a:lnTo>
                  <a:lnTo>
                    <a:pt x="88" y="64"/>
                  </a:lnTo>
                  <a:lnTo>
                    <a:pt x="72" y="64"/>
                  </a:lnTo>
                  <a:lnTo>
                    <a:pt x="80" y="96"/>
                  </a:lnTo>
                  <a:lnTo>
                    <a:pt x="80" y="112"/>
                  </a:lnTo>
                  <a:lnTo>
                    <a:pt x="104" y="112"/>
                  </a:lnTo>
                  <a:lnTo>
                    <a:pt x="104" y="168"/>
                  </a:lnTo>
                  <a:lnTo>
                    <a:pt x="88" y="240"/>
                  </a:lnTo>
                  <a:lnTo>
                    <a:pt x="40" y="272"/>
                  </a:lnTo>
                  <a:lnTo>
                    <a:pt x="24" y="280"/>
                  </a:lnTo>
                  <a:lnTo>
                    <a:pt x="16" y="288"/>
                  </a:lnTo>
                  <a:lnTo>
                    <a:pt x="8" y="312"/>
                  </a:lnTo>
                  <a:lnTo>
                    <a:pt x="8" y="360"/>
                  </a:lnTo>
                  <a:lnTo>
                    <a:pt x="0" y="376"/>
                  </a:lnTo>
                  <a:lnTo>
                    <a:pt x="32" y="376"/>
                  </a:lnTo>
                  <a:lnTo>
                    <a:pt x="48" y="368"/>
                  </a:lnTo>
                  <a:lnTo>
                    <a:pt x="88" y="376"/>
                  </a:lnTo>
                  <a:lnTo>
                    <a:pt x="80" y="392"/>
                  </a:lnTo>
                  <a:lnTo>
                    <a:pt x="72" y="392"/>
                  </a:lnTo>
                  <a:lnTo>
                    <a:pt x="88" y="408"/>
                  </a:lnTo>
                  <a:lnTo>
                    <a:pt x="80" y="432"/>
                  </a:lnTo>
                  <a:lnTo>
                    <a:pt x="96" y="448"/>
                  </a:lnTo>
                  <a:lnTo>
                    <a:pt x="120" y="448"/>
                  </a:lnTo>
                  <a:lnTo>
                    <a:pt x="120" y="464"/>
                  </a:lnTo>
                  <a:lnTo>
                    <a:pt x="112" y="472"/>
                  </a:lnTo>
                  <a:lnTo>
                    <a:pt x="112" y="504"/>
                  </a:lnTo>
                  <a:lnTo>
                    <a:pt x="96" y="504"/>
                  </a:lnTo>
                  <a:lnTo>
                    <a:pt x="104" y="528"/>
                  </a:lnTo>
                  <a:lnTo>
                    <a:pt x="144" y="528"/>
                  </a:lnTo>
                  <a:lnTo>
                    <a:pt x="144" y="560"/>
                  </a:lnTo>
                  <a:lnTo>
                    <a:pt x="160" y="568"/>
                  </a:lnTo>
                  <a:lnTo>
                    <a:pt x="200" y="576"/>
                  </a:lnTo>
                  <a:lnTo>
                    <a:pt x="216" y="560"/>
                  </a:lnTo>
                  <a:lnTo>
                    <a:pt x="224" y="568"/>
                  </a:lnTo>
                  <a:lnTo>
                    <a:pt x="216" y="592"/>
                  </a:lnTo>
                  <a:lnTo>
                    <a:pt x="232" y="600"/>
                  </a:lnTo>
                  <a:lnTo>
                    <a:pt x="264" y="616"/>
                  </a:lnTo>
                  <a:lnTo>
                    <a:pt x="264" y="592"/>
                  </a:lnTo>
                  <a:lnTo>
                    <a:pt x="264" y="520"/>
                  </a:lnTo>
                  <a:lnTo>
                    <a:pt x="272" y="512"/>
                  </a:lnTo>
                  <a:lnTo>
                    <a:pt x="320" y="512"/>
                  </a:lnTo>
                  <a:lnTo>
                    <a:pt x="328" y="504"/>
                  </a:lnTo>
                  <a:lnTo>
                    <a:pt x="344" y="504"/>
                  </a:lnTo>
                  <a:lnTo>
                    <a:pt x="352" y="512"/>
                  </a:lnTo>
                  <a:lnTo>
                    <a:pt x="376" y="504"/>
                  </a:lnTo>
                  <a:lnTo>
                    <a:pt x="384" y="512"/>
                  </a:lnTo>
                  <a:lnTo>
                    <a:pt x="392" y="504"/>
                  </a:lnTo>
                  <a:lnTo>
                    <a:pt x="416" y="520"/>
                  </a:lnTo>
                  <a:lnTo>
                    <a:pt x="416" y="504"/>
                  </a:lnTo>
                  <a:lnTo>
                    <a:pt x="440" y="504"/>
                  </a:lnTo>
                  <a:lnTo>
                    <a:pt x="480" y="496"/>
                  </a:lnTo>
                  <a:lnTo>
                    <a:pt x="488" y="472"/>
                  </a:lnTo>
                  <a:lnTo>
                    <a:pt x="504" y="464"/>
                  </a:lnTo>
                  <a:lnTo>
                    <a:pt x="520" y="464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39" name="Freeform 20"/>
            <p:cNvSpPr>
              <a:spLocks noChangeArrowheads="1"/>
            </p:cNvSpPr>
            <p:nvPr/>
          </p:nvSpPr>
          <p:spPr bwMode="auto">
            <a:xfrm>
              <a:off x="161137" y="1997820"/>
              <a:ext cx="2037330" cy="1340095"/>
            </a:xfrm>
            <a:custGeom>
              <a:avLst/>
              <a:gdLst>
                <a:gd name="T0" fmla="*/ 2979 w 1209"/>
                <a:gd name="T1" fmla="*/ 1217 h 785"/>
                <a:gd name="T2" fmla="*/ 2919 w 1209"/>
                <a:gd name="T3" fmla="*/ 1217 h 785"/>
                <a:gd name="T4" fmla="*/ 2919 w 1209"/>
                <a:gd name="T5" fmla="*/ 1311 h 785"/>
                <a:gd name="T6" fmla="*/ 2797 w 1209"/>
                <a:gd name="T7" fmla="*/ 1270 h 785"/>
                <a:gd name="T8" fmla="*/ 2736 w 1209"/>
                <a:gd name="T9" fmla="*/ 1257 h 785"/>
                <a:gd name="T10" fmla="*/ 2577 w 1209"/>
                <a:gd name="T11" fmla="*/ 1204 h 785"/>
                <a:gd name="T12" fmla="*/ 2618 w 1209"/>
                <a:gd name="T13" fmla="*/ 1161 h 785"/>
                <a:gd name="T14" fmla="*/ 2595 w 1209"/>
                <a:gd name="T15" fmla="*/ 1138 h 785"/>
                <a:gd name="T16" fmla="*/ 2517 w 1209"/>
                <a:gd name="T17" fmla="*/ 1110 h 785"/>
                <a:gd name="T18" fmla="*/ 2456 w 1209"/>
                <a:gd name="T19" fmla="*/ 1138 h 785"/>
                <a:gd name="T20" fmla="*/ 2334 w 1209"/>
                <a:gd name="T21" fmla="*/ 1084 h 785"/>
                <a:gd name="T22" fmla="*/ 2094 w 1209"/>
                <a:gd name="T23" fmla="*/ 1161 h 785"/>
                <a:gd name="T24" fmla="*/ 2034 w 1209"/>
                <a:gd name="T25" fmla="*/ 1204 h 785"/>
                <a:gd name="T26" fmla="*/ 1834 w 1209"/>
                <a:gd name="T27" fmla="*/ 1230 h 785"/>
                <a:gd name="T28" fmla="*/ 1650 w 1209"/>
                <a:gd name="T29" fmla="*/ 1190 h 785"/>
                <a:gd name="T30" fmla="*/ 1590 w 1209"/>
                <a:gd name="T31" fmla="*/ 1138 h 785"/>
                <a:gd name="T32" fmla="*/ 1468 w 1209"/>
                <a:gd name="T33" fmla="*/ 1177 h 785"/>
                <a:gd name="T34" fmla="*/ 1349 w 1209"/>
                <a:gd name="T35" fmla="*/ 1217 h 785"/>
                <a:gd name="T36" fmla="*/ 1147 w 1209"/>
                <a:gd name="T37" fmla="*/ 1124 h 785"/>
                <a:gd name="T38" fmla="*/ 1027 w 1209"/>
                <a:gd name="T39" fmla="*/ 1069 h 785"/>
                <a:gd name="T40" fmla="*/ 907 w 1209"/>
                <a:gd name="T41" fmla="*/ 1044 h 785"/>
                <a:gd name="T42" fmla="*/ 806 w 1209"/>
                <a:gd name="T43" fmla="*/ 990 h 785"/>
                <a:gd name="T44" fmla="*/ 684 w 1209"/>
                <a:gd name="T45" fmla="*/ 869 h 785"/>
                <a:gd name="T46" fmla="*/ 623 w 1209"/>
                <a:gd name="T47" fmla="*/ 854 h 785"/>
                <a:gd name="T48" fmla="*/ 523 w 1209"/>
                <a:gd name="T49" fmla="*/ 762 h 785"/>
                <a:gd name="T50" fmla="*/ 402 w 1209"/>
                <a:gd name="T51" fmla="*/ 643 h 785"/>
                <a:gd name="T52" fmla="*/ 301 w 1209"/>
                <a:gd name="T53" fmla="*/ 682 h 785"/>
                <a:gd name="T54" fmla="*/ 162 w 1209"/>
                <a:gd name="T55" fmla="*/ 549 h 785"/>
                <a:gd name="T56" fmla="*/ 79 w 1209"/>
                <a:gd name="T57" fmla="*/ 454 h 785"/>
                <a:gd name="T58" fmla="*/ 0 w 1209"/>
                <a:gd name="T59" fmla="*/ 429 h 785"/>
                <a:gd name="T60" fmla="*/ 41 w 1209"/>
                <a:gd name="T61" fmla="*/ 294 h 785"/>
                <a:gd name="T62" fmla="*/ 121 w 1209"/>
                <a:gd name="T63" fmla="*/ 321 h 785"/>
                <a:gd name="T64" fmla="*/ 200 w 1209"/>
                <a:gd name="T65" fmla="*/ 307 h 785"/>
                <a:gd name="T66" fmla="*/ 200 w 1209"/>
                <a:gd name="T67" fmla="*/ 214 h 785"/>
                <a:gd name="T68" fmla="*/ 141 w 1209"/>
                <a:gd name="T69" fmla="*/ 160 h 785"/>
                <a:gd name="T70" fmla="*/ 200 w 1209"/>
                <a:gd name="T71" fmla="*/ 80 h 785"/>
                <a:gd name="T72" fmla="*/ 384 w 1209"/>
                <a:gd name="T73" fmla="*/ 66 h 785"/>
                <a:gd name="T74" fmla="*/ 523 w 1209"/>
                <a:gd name="T75" fmla="*/ 13 h 785"/>
                <a:gd name="T76" fmla="*/ 723 w 1209"/>
                <a:gd name="T77" fmla="*/ 27 h 785"/>
                <a:gd name="T78" fmla="*/ 866 w 1209"/>
                <a:gd name="T79" fmla="*/ 93 h 785"/>
                <a:gd name="T80" fmla="*/ 1087 w 1209"/>
                <a:gd name="T81" fmla="*/ 93 h 785"/>
                <a:gd name="T82" fmla="*/ 1329 w 1209"/>
                <a:gd name="T83" fmla="*/ 66 h 785"/>
                <a:gd name="T84" fmla="*/ 1672 w 1209"/>
                <a:gd name="T85" fmla="*/ 93 h 785"/>
                <a:gd name="T86" fmla="*/ 1791 w 1209"/>
                <a:gd name="T87" fmla="*/ 122 h 785"/>
                <a:gd name="T88" fmla="*/ 1771 w 1209"/>
                <a:gd name="T89" fmla="*/ 160 h 785"/>
                <a:gd name="T90" fmla="*/ 1834 w 1209"/>
                <a:gd name="T91" fmla="*/ 227 h 785"/>
                <a:gd name="T92" fmla="*/ 1791 w 1209"/>
                <a:gd name="T93" fmla="*/ 307 h 785"/>
                <a:gd name="T94" fmla="*/ 1751 w 1209"/>
                <a:gd name="T95" fmla="*/ 416 h 785"/>
                <a:gd name="T96" fmla="*/ 1851 w 1209"/>
                <a:gd name="T97" fmla="*/ 535 h 785"/>
                <a:gd name="T98" fmla="*/ 2094 w 1209"/>
                <a:gd name="T99" fmla="*/ 615 h 785"/>
                <a:gd name="T100" fmla="*/ 2355 w 1209"/>
                <a:gd name="T101" fmla="*/ 695 h 785"/>
                <a:gd name="T102" fmla="*/ 2497 w 1209"/>
                <a:gd name="T103" fmla="*/ 708 h 785"/>
                <a:gd name="T104" fmla="*/ 2535 w 1209"/>
                <a:gd name="T105" fmla="*/ 804 h 785"/>
                <a:gd name="T106" fmla="*/ 2618 w 1209"/>
                <a:gd name="T107" fmla="*/ 830 h 785"/>
                <a:gd name="T108" fmla="*/ 2655 w 1209"/>
                <a:gd name="T109" fmla="*/ 790 h 785"/>
                <a:gd name="T110" fmla="*/ 2718 w 1209"/>
                <a:gd name="T111" fmla="*/ 804 h 785"/>
                <a:gd name="T112" fmla="*/ 2756 w 1209"/>
                <a:gd name="T113" fmla="*/ 776 h 785"/>
                <a:gd name="T114" fmla="*/ 2857 w 1209"/>
                <a:gd name="T115" fmla="*/ 737 h 785"/>
                <a:gd name="T116" fmla="*/ 2960 w 1209"/>
                <a:gd name="T117" fmla="*/ 762 h 785"/>
                <a:gd name="T118" fmla="*/ 3039 w 1209"/>
                <a:gd name="T119" fmla="*/ 895 h 785"/>
                <a:gd name="T120" fmla="*/ 3039 w 1209"/>
                <a:gd name="T121" fmla="*/ 963 h 785"/>
                <a:gd name="T122" fmla="*/ 3019 w 1209"/>
                <a:gd name="T123" fmla="*/ 1190 h 78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209"/>
                <a:gd name="T187" fmla="*/ 0 h 785"/>
                <a:gd name="T188" fmla="*/ 1209 w 1209"/>
                <a:gd name="T189" fmla="*/ 785 h 785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209" h="785">
                  <a:moveTo>
                    <a:pt x="1200" y="712"/>
                  </a:moveTo>
                  <a:lnTo>
                    <a:pt x="1184" y="728"/>
                  </a:lnTo>
                  <a:lnTo>
                    <a:pt x="1176" y="712"/>
                  </a:lnTo>
                  <a:lnTo>
                    <a:pt x="1160" y="728"/>
                  </a:lnTo>
                  <a:lnTo>
                    <a:pt x="1168" y="776"/>
                  </a:lnTo>
                  <a:lnTo>
                    <a:pt x="1160" y="784"/>
                  </a:lnTo>
                  <a:lnTo>
                    <a:pt x="1136" y="776"/>
                  </a:lnTo>
                  <a:lnTo>
                    <a:pt x="1112" y="760"/>
                  </a:lnTo>
                  <a:lnTo>
                    <a:pt x="1112" y="744"/>
                  </a:lnTo>
                  <a:lnTo>
                    <a:pt x="1088" y="752"/>
                  </a:lnTo>
                  <a:lnTo>
                    <a:pt x="1024" y="728"/>
                  </a:lnTo>
                  <a:lnTo>
                    <a:pt x="1024" y="720"/>
                  </a:lnTo>
                  <a:lnTo>
                    <a:pt x="1040" y="712"/>
                  </a:lnTo>
                  <a:lnTo>
                    <a:pt x="1040" y="696"/>
                  </a:lnTo>
                  <a:lnTo>
                    <a:pt x="1024" y="688"/>
                  </a:lnTo>
                  <a:lnTo>
                    <a:pt x="1032" y="680"/>
                  </a:lnTo>
                  <a:lnTo>
                    <a:pt x="1016" y="656"/>
                  </a:lnTo>
                  <a:lnTo>
                    <a:pt x="1000" y="664"/>
                  </a:lnTo>
                  <a:lnTo>
                    <a:pt x="984" y="672"/>
                  </a:lnTo>
                  <a:lnTo>
                    <a:pt x="976" y="680"/>
                  </a:lnTo>
                  <a:lnTo>
                    <a:pt x="960" y="680"/>
                  </a:lnTo>
                  <a:lnTo>
                    <a:pt x="928" y="648"/>
                  </a:lnTo>
                  <a:lnTo>
                    <a:pt x="864" y="696"/>
                  </a:lnTo>
                  <a:lnTo>
                    <a:pt x="832" y="696"/>
                  </a:lnTo>
                  <a:lnTo>
                    <a:pt x="824" y="720"/>
                  </a:lnTo>
                  <a:lnTo>
                    <a:pt x="808" y="720"/>
                  </a:lnTo>
                  <a:lnTo>
                    <a:pt x="760" y="744"/>
                  </a:lnTo>
                  <a:lnTo>
                    <a:pt x="728" y="736"/>
                  </a:lnTo>
                  <a:lnTo>
                    <a:pt x="712" y="712"/>
                  </a:lnTo>
                  <a:lnTo>
                    <a:pt x="656" y="712"/>
                  </a:lnTo>
                  <a:lnTo>
                    <a:pt x="664" y="688"/>
                  </a:lnTo>
                  <a:lnTo>
                    <a:pt x="632" y="680"/>
                  </a:lnTo>
                  <a:lnTo>
                    <a:pt x="600" y="680"/>
                  </a:lnTo>
                  <a:lnTo>
                    <a:pt x="584" y="704"/>
                  </a:lnTo>
                  <a:lnTo>
                    <a:pt x="552" y="728"/>
                  </a:lnTo>
                  <a:lnTo>
                    <a:pt x="536" y="728"/>
                  </a:lnTo>
                  <a:lnTo>
                    <a:pt x="544" y="680"/>
                  </a:lnTo>
                  <a:lnTo>
                    <a:pt x="456" y="672"/>
                  </a:lnTo>
                  <a:lnTo>
                    <a:pt x="424" y="640"/>
                  </a:lnTo>
                  <a:lnTo>
                    <a:pt x="408" y="640"/>
                  </a:lnTo>
                  <a:lnTo>
                    <a:pt x="392" y="648"/>
                  </a:lnTo>
                  <a:lnTo>
                    <a:pt x="360" y="624"/>
                  </a:lnTo>
                  <a:lnTo>
                    <a:pt x="336" y="600"/>
                  </a:lnTo>
                  <a:lnTo>
                    <a:pt x="320" y="592"/>
                  </a:lnTo>
                  <a:lnTo>
                    <a:pt x="280" y="544"/>
                  </a:lnTo>
                  <a:lnTo>
                    <a:pt x="272" y="520"/>
                  </a:lnTo>
                  <a:lnTo>
                    <a:pt x="264" y="512"/>
                  </a:lnTo>
                  <a:lnTo>
                    <a:pt x="248" y="512"/>
                  </a:lnTo>
                  <a:lnTo>
                    <a:pt x="224" y="464"/>
                  </a:lnTo>
                  <a:lnTo>
                    <a:pt x="208" y="456"/>
                  </a:lnTo>
                  <a:lnTo>
                    <a:pt x="192" y="424"/>
                  </a:lnTo>
                  <a:lnTo>
                    <a:pt x="160" y="384"/>
                  </a:lnTo>
                  <a:lnTo>
                    <a:pt x="144" y="384"/>
                  </a:lnTo>
                  <a:lnTo>
                    <a:pt x="120" y="408"/>
                  </a:lnTo>
                  <a:lnTo>
                    <a:pt x="96" y="376"/>
                  </a:lnTo>
                  <a:lnTo>
                    <a:pt x="64" y="328"/>
                  </a:lnTo>
                  <a:lnTo>
                    <a:pt x="40" y="304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56"/>
                  </a:lnTo>
                  <a:lnTo>
                    <a:pt x="8" y="248"/>
                  </a:lnTo>
                  <a:lnTo>
                    <a:pt x="16" y="176"/>
                  </a:lnTo>
                  <a:lnTo>
                    <a:pt x="32" y="168"/>
                  </a:lnTo>
                  <a:lnTo>
                    <a:pt x="48" y="192"/>
                  </a:lnTo>
                  <a:lnTo>
                    <a:pt x="64" y="184"/>
                  </a:lnTo>
                  <a:lnTo>
                    <a:pt x="80" y="184"/>
                  </a:lnTo>
                  <a:lnTo>
                    <a:pt x="72" y="144"/>
                  </a:lnTo>
                  <a:lnTo>
                    <a:pt x="80" y="128"/>
                  </a:lnTo>
                  <a:lnTo>
                    <a:pt x="56" y="120"/>
                  </a:lnTo>
                  <a:lnTo>
                    <a:pt x="56" y="96"/>
                  </a:lnTo>
                  <a:lnTo>
                    <a:pt x="64" y="56"/>
                  </a:lnTo>
                  <a:lnTo>
                    <a:pt x="80" y="48"/>
                  </a:lnTo>
                  <a:lnTo>
                    <a:pt x="120" y="56"/>
                  </a:lnTo>
                  <a:lnTo>
                    <a:pt x="152" y="40"/>
                  </a:lnTo>
                  <a:lnTo>
                    <a:pt x="176" y="0"/>
                  </a:lnTo>
                  <a:lnTo>
                    <a:pt x="208" y="8"/>
                  </a:lnTo>
                  <a:lnTo>
                    <a:pt x="272" y="32"/>
                  </a:lnTo>
                  <a:lnTo>
                    <a:pt x="288" y="16"/>
                  </a:lnTo>
                  <a:lnTo>
                    <a:pt x="336" y="24"/>
                  </a:lnTo>
                  <a:lnTo>
                    <a:pt x="344" y="56"/>
                  </a:lnTo>
                  <a:lnTo>
                    <a:pt x="408" y="72"/>
                  </a:lnTo>
                  <a:lnTo>
                    <a:pt x="432" y="56"/>
                  </a:lnTo>
                  <a:lnTo>
                    <a:pt x="504" y="56"/>
                  </a:lnTo>
                  <a:lnTo>
                    <a:pt x="528" y="40"/>
                  </a:lnTo>
                  <a:lnTo>
                    <a:pt x="640" y="32"/>
                  </a:lnTo>
                  <a:lnTo>
                    <a:pt x="664" y="56"/>
                  </a:lnTo>
                  <a:lnTo>
                    <a:pt x="696" y="64"/>
                  </a:lnTo>
                  <a:lnTo>
                    <a:pt x="712" y="72"/>
                  </a:lnTo>
                  <a:lnTo>
                    <a:pt x="720" y="88"/>
                  </a:lnTo>
                  <a:lnTo>
                    <a:pt x="704" y="96"/>
                  </a:lnTo>
                  <a:lnTo>
                    <a:pt x="728" y="104"/>
                  </a:lnTo>
                  <a:lnTo>
                    <a:pt x="728" y="136"/>
                  </a:lnTo>
                  <a:lnTo>
                    <a:pt x="704" y="168"/>
                  </a:lnTo>
                  <a:lnTo>
                    <a:pt x="712" y="184"/>
                  </a:lnTo>
                  <a:lnTo>
                    <a:pt x="704" y="232"/>
                  </a:lnTo>
                  <a:lnTo>
                    <a:pt x="696" y="248"/>
                  </a:lnTo>
                  <a:lnTo>
                    <a:pt x="712" y="296"/>
                  </a:lnTo>
                  <a:lnTo>
                    <a:pt x="736" y="320"/>
                  </a:lnTo>
                  <a:lnTo>
                    <a:pt x="784" y="320"/>
                  </a:lnTo>
                  <a:lnTo>
                    <a:pt x="832" y="368"/>
                  </a:lnTo>
                  <a:lnTo>
                    <a:pt x="864" y="376"/>
                  </a:lnTo>
                  <a:lnTo>
                    <a:pt x="936" y="416"/>
                  </a:lnTo>
                  <a:lnTo>
                    <a:pt x="968" y="400"/>
                  </a:lnTo>
                  <a:lnTo>
                    <a:pt x="992" y="424"/>
                  </a:lnTo>
                  <a:lnTo>
                    <a:pt x="1016" y="448"/>
                  </a:lnTo>
                  <a:lnTo>
                    <a:pt x="1008" y="480"/>
                  </a:lnTo>
                  <a:lnTo>
                    <a:pt x="1040" y="480"/>
                  </a:lnTo>
                  <a:lnTo>
                    <a:pt x="1040" y="496"/>
                  </a:lnTo>
                  <a:lnTo>
                    <a:pt x="1064" y="496"/>
                  </a:lnTo>
                  <a:lnTo>
                    <a:pt x="1056" y="472"/>
                  </a:lnTo>
                  <a:lnTo>
                    <a:pt x="1072" y="472"/>
                  </a:lnTo>
                  <a:lnTo>
                    <a:pt x="1080" y="480"/>
                  </a:lnTo>
                  <a:lnTo>
                    <a:pt x="1096" y="480"/>
                  </a:lnTo>
                  <a:lnTo>
                    <a:pt x="1096" y="464"/>
                  </a:lnTo>
                  <a:lnTo>
                    <a:pt x="1120" y="464"/>
                  </a:lnTo>
                  <a:lnTo>
                    <a:pt x="1136" y="440"/>
                  </a:lnTo>
                  <a:lnTo>
                    <a:pt x="1152" y="432"/>
                  </a:lnTo>
                  <a:lnTo>
                    <a:pt x="1176" y="456"/>
                  </a:lnTo>
                  <a:lnTo>
                    <a:pt x="1176" y="480"/>
                  </a:lnTo>
                  <a:lnTo>
                    <a:pt x="1208" y="536"/>
                  </a:lnTo>
                  <a:lnTo>
                    <a:pt x="1192" y="544"/>
                  </a:lnTo>
                  <a:lnTo>
                    <a:pt x="1208" y="576"/>
                  </a:lnTo>
                  <a:lnTo>
                    <a:pt x="1208" y="608"/>
                  </a:lnTo>
                  <a:lnTo>
                    <a:pt x="1200" y="712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0" name="Freeform 21"/>
            <p:cNvSpPr>
              <a:spLocks noChangeArrowheads="1"/>
            </p:cNvSpPr>
            <p:nvPr/>
          </p:nvSpPr>
          <p:spPr bwMode="auto">
            <a:xfrm>
              <a:off x="2075162" y="2546180"/>
              <a:ext cx="1279286" cy="1079778"/>
            </a:xfrm>
            <a:custGeom>
              <a:avLst/>
              <a:gdLst>
                <a:gd name="T0" fmla="*/ 1730 w 761"/>
                <a:gd name="T1" fmla="*/ 812 h 633"/>
                <a:gd name="T2" fmla="*/ 1670 w 761"/>
                <a:gd name="T3" fmla="*/ 838 h 633"/>
                <a:gd name="T4" fmla="*/ 1630 w 761"/>
                <a:gd name="T5" fmla="*/ 812 h 633"/>
                <a:gd name="T6" fmla="*/ 1512 w 761"/>
                <a:gd name="T7" fmla="*/ 719 h 633"/>
                <a:gd name="T8" fmla="*/ 1453 w 761"/>
                <a:gd name="T9" fmla="*/ 707 h 633"/>
                <a:gd name="T10" fmla="*/ 1371 w 761"/>
                <a:gd name="T11" fmla="*/ 732 h 633"/>
                <a:gd name="T12" fmla="*/ 1332 w 761"/>
                <a:gd name="T13" fmla="*/ 786 h 633"/>
                <a:gd name="T14" fmla="*/ 1273 w 761"/>
                <a:gd name="T15" fmla="*/ 773 h 633"/>
                <a:gd name="T16" fmla="*/ 1173 w 761"/>
                <a:gd name="T17" fmla="*/ 786 h 633"/>
                <a:gd name="T18" fmla="*/ 1254 w 761"/>
                <a:gd name="T19" fmla="*/ 825 h 633"/>
                <a:gd name="T20" fmla="*/ 1133 w 761"/>
                <a:gd name="T21" fmla="*/ 880 h 633"/>
                <a:gd name="T22" fmla="*/ 1035 w 761"/>
                <a:gd name="T23" fmla="*/ 867 h 633"/>
                <a:gd name="T24" fmla="*/ 974 w 761"/>
                <a:gd name="T25" fmla="*/ 759 h 633"/>
                <a:gd name="T26" fmla="*/ 894 w 761"/>
                <a:gd name="T27" fmla="*/ 812 h 633"/>
                <a:gd name="T28" fmla="*/ 834 w 761"/>
                <a:gd name="T29" fmla="*/ 838 h 633"/>
                <a:gd name="T30" fmla="*/ 735 w 761"/>
                <a:gd name="T31" fmla="*/ 894 h 633"/>
                <a:gd name="T32" fmla="*/ 675 w 761"/>
                <a:gd name="T33" fmla="*/ 1052 h 633"/>
                <a:gd name="T34" fmla="*/ 619 w 761"/>
                <a:gd name="T35" fmla="*/ 1052 h 633"/>
                <a:gd name="T36" fmla="*/ 537 w 761"/>
                <a:gd name="T37" fmla="*/ 1039 h 633"/>
                <a:gd name="T38" fmla="*/ 498 w 761"/>
                <a:gd name="T39" fmla="*/ 960 h 633"/>
                <a:gd name="T40" fmla="*/ 360 w 761"/>
                <a:gd name="T41" fmla="*/ 825 h 633"/>
                <a:gd name="T42" fmla="*/ 319 w 761"/>
                <a:gd name="T43" fmla="*/ 800 h 633"/>
                <a:gd name="T44" fmla="*/ 259 w 761"/>
                <a:gd name="T45" fmla="*/ 707 h 633"/>
                <a:gd name="T46" fmla="*/ 199 w 761"/>
                <a:gd name="T47" fmla="*/ 773 h 633"/>
                <a:gd name="T48" fmla="*/ 179 w 761"/>
                <a:gd name="T49" fmla="*/ 414 h 633"/>
                <a:gd name="T50" fmla="*/ 179 w 761"/>
                <a:gd name="T51" fmla="*/ 359 h 633"/>
                <a:gd name="T52" fmla="*/ 101 w 761"/>
                <a:gd name="T53" fmla="*/ 227 h 633"/>
                <a:gd name="T54" fmla="*/ 0 w 761"/>
                <a:gd name="T55" fmla="*/ 173 h 633"/>
                <a:gd name="T56" fmla="*/ 20 w 761"/>
                <a:gd name="T57" fmla="*/ 106 h 633"/>
                <a:gd name="T58" fmla="*/ 41 w 761"/>
                <a:gd name="T59" fmla="*/ 53 h 633"/>
                <a:gd name="T60" fmla="*/ 79 w 761"/>
                <a:gd name="T61" fmla="*/ 0 h 633"/>
                <a:gd name="T62" fmla="*/ 158 w 761"/>
                <a:gd name="T63" fmla="*/ 27 h 633"/>
                <a:gd name="T64" fmla="*/ 218 w 761"/>
                <a:gd name="T65" fmla="*/ 135 h 633"/>
                <a:gd name="T66" fmla="*/ 319 w 761"/>
                <a:gd name="T67" fmla="*/ 200 h 633"/>
                <a:gd name="T68" fmla="*/ 377 w 761"/>
                <a:gd name="T69" fmla="*/ 173 h 633"/>
                <a:gd name="T70" fmla="*/ 438 w 761"/>
                <a:gd name="T71" fmla="*/ 214 h 633"/>
                <a:gd name="T72" fmla="*/ 558 w 761"/>
                <a:gd name="T73" fmla="*/ 159 h 633"/>
                <a:gd name="T74" fmla="*/ 716 w 761"/>
                <a:gd name="T75" fmla="*/ 159 h 633"/>
                <a:gd name="T76" fmla="*/ 735 w 761"/>
                <a:gd name="T77" fmla="*/ 66 h 633"/>
                <a:gd name="T78" fmla="*/ 795 w 761"/>
                <a:gd name="T79" fmla="*/ 53 h 633"/>
                <a:gd name="T80" fmla="*/ 855 w 761"/>
                <a:gd name="T81" fmla="*/ 80 h 633"/>
                <a:gd name="T82" fmla="*/ 995 w 761"/>
                <a:gd name="T83" fmla="*/ 122 h 633"/>
                <a:gd name="T84" fmla="*/ 1035 w 761"/>
                <a:gd name="T85" fmla="*/ 227 h 633"/>
                <a:gd name="T86" fmla="*/ 1173 w 761"/>
                <a:gd name="T87" fmla="*/ 266 h 633"/>
                <a:gd name="T88" fmla="*/ 1273 w 761"/>
                <a:gd name="T89" fmla="*/ 227 h 633"/>
                <a:gd name="T90" fmla="*/ 1371 w 761"/>
                <a:gd name="T91" fmla="*/ 239 h 633"/>
                <a:gd name="T92" fmla="*/ 1554 w 761"/>
                <a:gd name="T93" fmla="*/ 307 h 633"/>
                <a:gd name="T94" fmla="*/ 1752 w 761"/>
                <a:gd name="T95" fmla="*/ 374 h 633"/>
                <a:gd name="T96" fmla="*/ 1890 w 761"/>
                <a:gd name="T97" fmla="*/ 427 h 633"/>
                <a:gd name="T98" fmla="*/ 1850 w 761"/>
                <a:gd name="T99" fmla="*/ 493 h 633"/>
                <a:gd name="T100" fmla="*/ 1651 w 761"/>
                <a:gd name="T101" fmla="*/ 520 h 633"/>
                <a:gd name="T102" fmla="*/ 1609 w 761"/>
                <a:gd name="T103" fmla="*/ 559 h 633"/>
                <a:gd name="T104" fmla="*/ 1630 w 761"/>
                <a:gd name="T105" fmla="*/ 600 h 633"/>
                <a:gd name="T106" fmla="*/ 1630 w 761"/>
                <a:gd name="T107" fmla="*/ 627 h 633"/>
                <a:gd name="T108" fmla="*/ 1752 w 761"/>
                <a:gd name="T109" fmla="*/ 759 h 63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761"/>
                <a:gd name="T166" fmla="*/ 0 h 633"/>
                <a:gd name="T167" fmla="*/ 761 w 761"/>
                <a:gd name="T168" fmla="*/ 633 h 63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761" h="633">
                  <a:moveTo>
                    <a:pt x="696" y="480"/>
                  </a:moveTo>
                  <a:lnTo>
                    <a:pt x="696" y="488"/>
                  </a:lnTo>
                  <a:lnTo>
                    <a:pt x="688" y="504"/>
                  </a:lnTo>
                  <a:lnTo>
                    <a:pt x="672" y="504"/>
                  </a:lnTo>
                  <a:lnTo>
                    <a:pt x="664" y="488"/>
                  </a:lnTo>
                  <a:lnTo>
                    <a:pt x="656" y="488"/>
                  </a:lnTo>
                  <a:lnTo>
                    <a:pt x="632" y="432"/>
                  </a:lnTo>
                  <a:lnTo>
                    <a:pt x="608" y="432"/>
                  </a:lnTo>
                  <a:lnTo>
                    <a:pt x="592" y="416"/>
                  </a:lnTo>
                  <a:lnTo>
                    <a:pt x="584" y="424"/>
                  </a:lnTo>
                  <a:lnTo>
                    <a:pt x="576" y="456"/>
                  </a:lnTo>
                  <a:lnTo>
                    <a:pt x="552" y="440"/>
                  </a:lnTo>
                  <a:lnTo>
                    <a:pt x="552" y="464"/>
                  </a:lnTo>
                  <a:lnTo>
                    <a:pt x="536" y="472"/>
                  </a:lnTo>
                  <a:lnTo>
                    <a:pt x="528" y="464"/>
                  </a:lnTo>
                  <a:lnTo>
                    <a:pt x="512" y="464"/>
                  </a:lnTo>
                  <a:lnTo>
                    <a:pt x="488" y="456"/>
                  </a:lnTo>
                  <a:lnTo>
                    <a:pt x="472" y="472"/>
                  </a:lnTo>
                  <a:lnTo>
                    <a:pt x="480" y="496"/>
                  </a:lnTo>
                  <a:lnTo>
                    <a:pt x="504" y="496"/>
                  </a:lnTo>
                  <a:lnTo>
                    <a:pt x="512" y="528"/>
                  </a:lnTo>
                  <a:lnTo>
                    <a:pt x="456" y="528"/>
                  </a:lnTo>
                  <a:lnTo>
                    <a:pt x="440" y="504"/>
                  </a:lnTo>
                  <a:lnTo>
                    <a:pt x="416" y="520"/>
                  </a:lnTo>
                  <a:lnTo>
                    <a:pt x="392" y="504"/>
                  </a:lnTo>
                  <a:lnTo>
                    <a:pt x="392" y="456"/>
                  </a:lnTo>
                  <a:lnTo>
                    <a:pt x="360" y="456"/>
                  </a:lnTo>
                  <a:lnTo>
                    <a:pt x="360" y="488"/>
                  </a:lnTo>
                  <a:lnTo>
                    <a:pt x="336" y="496"/>
                  </a:lnTo>
                  <a:lnTo>
                    <a:pt x="336" y="504"/>
                  </a:lnTo>
                  <a:lnTo>
                    <a:pt x="312" y="536"/>
                  </a:lnTo>
                  <a:lnTo>
                    <a:pt x="296" y="536"/>
                  </a:lnTo>
                  <a:lnTo>
                    <a:pt x="296" y="632"/>
                  </a:lnTo>
                  <a:lnTo>
                    <a:pt x="272" y="632"/>
                  </a:lnTo>
                  <a:lnTo>
                    <a:pt x="264" y="616"/>
                  </a:lnTo>
                  <a:lnTo>
                    <a:pt x="248" y="632"/>
                  </a:lnTo>
                  <a:lnTo>
                    <a:pt x="216" y="632"/>
                  </a:lnTo>
                  <a:lnTo>
                    <a:pt x="216" y="624"/>
                  </a:lnTo>
                  <a:lnTo>
                    <a:pt x="200" y="616"/>
                  </a:lnTo>
                  <a:lnTo>
                    <a:pt x="200" y="576"/>
                  </a:lnTo>
                  <a:lnTo>
                    <a:pt x="160" y="496"/>
                  </a:lnTo>
                  <a:lnTo>
                    <a:pt x="144" y="496"/>
                  </a:lnTo>
                  <a:lnTo>
                    <a:pt x="144" y="504"/>
                  </a:lnTo>
                  <a:lnTo>
                    <a:pt x="128" y="480"/>
                  </a:lnTo>
                  <a:lnTo>
                    <a:pt x="136" y="472"/>
                  </a:lnTo>
                  <a:lnTo>
                    <a:pt x="104" y="424"/>
                  </a:lnTo>
                  <a:lnTo>
                    <a:pt x="88" y="432"/>
                  </a:lnTo>
                  <a:lnTo>
                    <a:pt x="80" y="464"/>
                  </a:lnTo>
                  <a:lnTo>
                    <a:pt x="64" y="472"/>
                  </a:lnTo>
                  <a:lnTo>
                    <a:pt x="72" y="248"/>
                  </a:lnTo>
                  <a:lnTo>
                    <a:pt x="56" y="224"/>
                  </a:lnTo>
                  <a:lnTo>
                    <a:pt x="72" y="216"/>
                  </a:lnTo>
                  <a:lnTo>
                    <a:pt x="40" y="160"/>
                  </a:lnTo>
                  <a:lnTo>
                    <a:pt x="40" y="136"/>
                  </a:lnTo>
                  <a:lnTo>
                    <a:pt x="16" y="112"/>
                  </a:lnTo>
                  <a:lnTo>
                    <a:pt x="0" y="104"/>
                  </a:lnTo>
                  <a:lnTo>
                    <a:pt x="0" y="96"/>
                  </a:lnTo>
                  <a:lnTo>
                    <a:pt x="8" y="64"/>
                  </a:lnTo>
                  <a:lnTo>
                    <a:pt x="24" y="48"/>
                  </a:lnTo>
                  <a:lnTo>
                    <a:pt x="16" y="32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40" y="16"/>
                  </a:lnTo>
                  <a:lnTo>
                    <a:pt x="64" y="16"/>
                  </a:lnTo>
                  <a:lnTo>
                    <a:pt x="88" y="40"/>
                  </a:lnTo>
                  <a:lnTo>
                    <a:pt x="88" y="80"/>
                  </a:lnTo>
                  <a:lnTo>
                    <a:pt x="104" y="80"/>
                  </a:lnTo>
                  <a:lnTo>
                    <a:pt x="128" y="120"/>
                  </a:lnTo>
                  <a:lnTo>
                    <a:pt x="152" y="112"/>
                  </a:lnTo>
                  <a:lnTo>
                    <a:pt x="152" y="104"/>
                  </a:lnTo>
                  <a:lnTo>
                    <a:pt x="160" y="112"/>
                  </a:lnTo>
                  <a:lnTo>
                    <a:pt x="176" y="128"/>
                  </a:lnTo>
                  <a:lnTo>
                    <a:pt x="216" y="128"/>
                  </a:lnTo>
                  <a:lnTo>
                    <a:pt x="224" y="96"/>
                  </a:lnTo>
                  <a:lnTo>
                    <a:pt x="256" y="88"/>
                  </a:lnTo>
                  <a:lnTo>
                    <a:pt x="288" y="96"/>
                  </a:lnTo>
                  <a:lnTo>
                    <a:pt x="304" y="72"/>
                  </a:lnTo>
                  <a:lnTo>
                    <a:pt x="296" y="40"/>
                  </a:lnTo>
                  <a:lnTo>
                    <a:pt x="296" y="32"/>
                  </a:lnTo>
                  <a:lnTo>
                    <a:pt x="320" y="32"/>
                  </a:lnTo>
                  <a:lnTo>
                    <a:pt x="336" y="24"/>
                  </a:lnTo>
                  <a:lnTo>
                    <a:pt x="344" y="48"/>
                  </a:lnTo>
                  <a:lnTo>
                    <a:pt x="384" y="72"/>
                  </a:lnTo>
                  <a:lnTo>
                    <a:pt x="400" y="72"/>
                  </a:lnTo>
                  <a:lnTo>
                    <a:pt x="400" y="88"/>
                  </a:lnTo>
                  <a:lnTo>
                    <a:pt x="416" y="136"/>
                  </a:lnTo>
                  <a:lnTo>
                    <a:pt x="432" y="152"/>
                  </a:lnTo>
                  <a:lnTo>
                    <a:pt x="472" y="160"/>
                  </a:lnTo>
                  <a:lnTo>
                    <a:pt x="496" y="128"/>
                  </a:lnTo>
                  <a:lnTo>
                    <a:pt x="512" y="136"/>
                  </a:lnTo>
                  <a:lnTo>
                    <a:pt x="520" y="152"/>
                  </a:lnTo>
                  <a:lnTo>
                    <a:pt x="552" y="144"/>
                  </a:lnTo>
                  <a:lnTo>
                    <a:pt x="592" y="176"/>
                  </a:lnTo>
                  <a:lnTo>
                    <a:pt x="624" y="184"/>
                  </a:lnTo>
                  <a:lnTo>
                    <a:pt x="656" y="192"/>
                  </a:lnTo>
                  <a:lnTo>
                    <a:pt x="704" y="224"/>
                  </a:lnTo>
                  <a:lnTo>
                    <a:pt x="728" y="232"/>
                  </a:lnTo>
                  <a:lnTo>
                    <a:pt x="760" y="256"/>
                  </a:lnTo>
                  <a:lnTo>
                    <a:pt x="760" y="296"/>
                  </a:lnTo>
                  <a:lnTo>
                    <a:pt x="744" y="296"/>
                  </a:lnTo>
                  <a:lnTo>
                    <a:pt x="712" y="312"/>
                  </a:lnTo>
                  <a:lnTo>
                    <a:pt x="664" y="312"/>
                  </a:lnTo>
                  <a:lnTo>
                    <a:pt x="648" y="328"/>
                  </a:lnTo>
                  <a:lnTo>
                    <a:pt x="648" y="336"/>
                  </a:lnTo>
                  <a:lnTo>
                    <a:pt x="656" y="352"/>
                  </a:lnTo>
                  <a:lnTo>
                    <a:pt x="656" y="360"/>
                  </a:lnTo>
                  <a:lnTo>
                    <a:pt x="648" y="376"/>
                  </a:lnTo>
                  <a:lnTo>
                    <a:pt x="656" y="376"/>
                  </a:lnTo>
                  <a:lnTo>
                    <a:pt x="696" y="424"/>
                  </a:lnTo>
                  <a:lnTo>
                    <a:pt x="704" y="456"/>
                  </a:lnTo>
                  <a:lnTo>
                    <a:pt x="696" y="480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1" name="Freeform 22"/>
            <p:cNvSpPr>
              <a:spLocks noChangeArrowheads="1"/>
            </p:cNvSpPr>
            <p:nvPr/>
          </p:nvSpPr>
          <p:spPr bwMode="auto">
            <a:xfrm>
              <a:off x="1333933" y="1794495"/>
              <a:ext cx="1321322" cy="1053592"/>
            </a:xfrm>
            <a:custGeom>
              <a:avLst/>
              <a:gdLst>
                <a:gd name="T0" fmla="*/ 1679 w 785"/>
                <a:gd name="T1" fmla="*/ 898 h 617"/>
                <a:gd name="T2" fmla="*/ 1541 w 785"/>
                <a:gd name="T3" fmla="*/ 951 h 617"/>
                <a:gd name="T4" fmla="*/ 1481 w 785"/>
                <a:gd name="T5" fmla="*/ 910 h 617"/>
                <a:gd name="T6" fmla="*/ 1420 w 785"/>
                <a:gd name="T7" fmla="*/ 938 h 617"/>
                <a:gd name="T8" fmla="*/ 1320 w 785"/>
                <a:gd name="T9" fmla="*/ 870 h 617"/>
                <a:gd name="T10" fmla="*/ 1260 w 785"/>
                <a:gd name="T11" fmla="*/ 765 h 617"/>
                <a:gd name="T12" fmla="*/ 1181 w 785"/>
                <a:gd name="T13" fmla="*/ 737 h 617"/>
                <a:gd name="T14" fmla="*/ 1140 w 785"/>
                <a:gd name="T15" fmla="*/ 765 h 617"/>
                <a:gd name="T16" fmla="*/ 1160 w 785"/>
                <a:gd name="T17" fmla="*/ 804 h 617"/>
                <a:gd name="T18" fmla="*/ 1102 w 785"/>
                <a:gd name="T19" fmla="*/ 898 h 617"/>
                <a:gd name="T20" fmla="*/ 1140 w 785"/>
                <a:gd name="T21" fmla="*/ 925 h 617"/>
                <a:gd name="T22" fmla="*/ 1060 w 785"/>
                <a:gd name="T23" fmla="*/ 977 h 617"/>
                <a:gd name="T24" fmla="*/ 1002 w 785"/>
                <a:gd name="T25" fmla="*/ 1004 h 617"/>
                <a:gd name="T26" fmla="*/ 941 w 785"/>
                <a:gd name="T27" fmla="*/ 991 h 617"/>
                <a:gd name="T28" fmla="*/ 920 w 785"/>
                <a:gd name="T29" fmla="*/ 1018 h 617"/>
                <a:gd name="T30" fmla="*/ 841 w 785"/>
                <a:gd name="T31" fmla="*/ 1004 h 617"/>
                <a:gd name="T32" fmla="*/ 800 w 785"/>
                <a:gd name="T33" fmla="*/ 951 h 617"/>
                <a:gd name="T34" fmla="*/ 580 w 785"/>
                <a:gd name="T35" fmla="*/ 898 h 617"/>
                <a:gd name="T36" fmla="*/ 339 w 785"/>
                <a:gd name="T37" fmla="*/ 830 h 617"/>
                <a:gd name="T38" fmla="*/ 101 w 785"/>
                <a:gd name="T39" fmla="*/ 737 h 617"/>
                <a:gd name="T40" fmla="*/ 0 w 785"/>
                <a:gd name="T41" fmla="*/ 615 h 617"/>
                <a:gd name="T42" fmla="*/ 41 w 785"/>
                <a:gd name="T43" fmla="*/ 510 h 617"/>
                <a:gd name="T44" fmla="*/ 79 w 785"/>
                <a:gd name="T45" fmla="*/ 416 h 617"/>
                <a:gd name="T46" fmla="*/ 20 w 785"/>
                <a:gd name="T47" fmla="*/ 361 h 617"/>
                <a:gd name="T48" fmla="*/ 121 w 785"/>
                <a:gd name="T49" fmla="*/ 349 h 617"/>
                <a:gd name="T50" fmla="*/ 259 w 785"/>
                <a:gd name="T51" fmla="*/ 375 h 617"/>
                <a:gd name="T52" fmla="*/ 239 w 785"/>
                <a:gd name="T53" fmla="*/ 308 h 617"/>
                <a:gd name="T54" fmla="*/ 321 w 785"/>
                <a:gd name="T55" fmla="*/ 227 h 617"/>
                <a:gd name="T56" fmla="*/ 221 w 785"/>
                <a:gd name="T57" fmla="*/ 122 h 617"/>
                <a:gd name="T58" fmla="*/ 381 w 785"/>
                <a:gd name="T59" fmla="*/ 27 h 617"/>
                <a:gd name="T60" fmla="*/ 722 w 785"/>
                <a:gd name="T61" fmla="*/ 0 h 617"/>
                <a:gd name="T62" fmla="*/ 961 w 785"/>
                <a:gd name="T63" fmla="*/ 67 h 617"/>
                <a:gd name="T64" fmla="*/ 1140 w 785"/>
                <a:gd name="T65" fmla="*/ 173 h 617"/>
                <a:gd name="T66" fmla="*/ 1181 w 785"/>
                <a:gd name="T67" fmla="*/ 80 h 617"/>
                <a:gd name="T68" fmla="*/ 1320 w 785"/>
                <a:gd name="T69" fmla="*/ 122 h 617"/>
                <a:gd name="T70" fmla="*/ 1481 w 785"/>
                <a:gd name="T71" fmla="*/ 161 h 617"/>
                <a:gd name="T72" fmla="*/ 1642 w 785"/>
                <a:gd name="T73" fmla="*/ 201 h 617"/>
                <a:gd name="T74" fmla="*/ 1822 w 785"/>
                <a:gd name="T75" fmla="*/ 294 h 617"/>
                <a:gd name="T76" fmla="*/ 1922 w 785"/>
                <a:gd name="T77" fmla="*/ 388 h 617"/>
                <a:gd name="T78" fmla="*/ 1963 w 785"/>
                <a:gd name="T79" fmla="*/ 562 h 617"/>
                <a:gd name="T80" fmla="*/ 1880 w 785"/>
                <a:gd name="T81" fmla="*/ 602 h 617"/>
                <a:gd name="T82" fmla="*/ 1780 w 785"/>
                <a:gd name="T83" fmla="*/ 682 h 617"/>
                <a:gd name="T84" fmla="*/ 1842 w 785"/>
                <a:gd name="T85" fmla="*/ 724 h 617"/>
                <a:gd name="T86" fmla="*/ 1761 w 785"/>
                <a:gd name="T87" fmla="*/ 765 h 617"/>
                <a:gd name="T88" fmla="*/ 1642 w 785"/>
                <a:gd name="T89" fmla="*/ 751 h 617"/>
                <a:gd name="T90" fmla="*/ 1663 w 785"/>
                <a:gd name="T91" fmla="*/ 817 h 617"/>
                <a:gd name="T92" fmla="*/ 1780 w 785"/>
                <a:gd name="T93" fmla="*/ 845 h 61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85"/>
                <a:gd name="T142" fmla="*/ 0 h 617"/>
                <a:gd name="T143" fmla="*/ 785 w 785"/>
                <a:gd name="T144" fmla="*/ 617 h 617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85" h="617">
                  <a:moveTo>
                    <a:pt x="704" y="528"/>
                  </a:moveTo>
                  <a:lnTo>
                    <a:pt x="672" y="536"/>
                  </a:lnTo>
                  <a:lnTo>
                    <a:pt x="656" y="568"/>
                  </a:lnTo>
                  <a:lnTo>
                    <a:pt x="616" y="568"/>
                  </a:lnTo>
                  <a:lnTo>
                    <a:pt x="608" y="552"/>
                  </a:lnTo>
                  <a:lnTo>
                    <a:pt x="592" y="544"/>
                  </a:lnTo>
                  <a:lnTo>
                    <a:pt x="592" y="552"/>
                  </a:lnTo>
                  <a:lnTo>
                    <a:pt x="568" y="560"/>
                  </a:lnTo>
                  <a:lnTo>
                    <a:pt x="544" y="520"/>
                  </a:lnTo>
                  <a:lnTo>
                    <a:pt x="528" y="520"/>
                  </a:lnTo>
                  <a:lnTo>
                    <a:pt x="528" y="480"/>
                  </a:lnTo>
                  <a:lnTo>
                    <a:pt x="504" y="456"/>
                  </a:lnTo>
                  <a:lnTo>
                    <a:pt x="488" y="456"/>
                  </a:lnTo>
                  <a:lnTo>
                    <a:pt x="472" y="440"/>
                  </a:lnTo>
                  <a:lnTo>
                    <a:pt x="456" y="440"/>
                  </a:lnTo>
                  <a:lnTo>
                    <a:pt x="456" y="456"/>
                  </a:lnTo>
                  <a:lnTo>
                    <a:pt x="456" y="472"/>
                  </a:lnTo>
                  <a:lnTo>
                    <a:pt x="464" y="480"/>
                  </a:lnTo>
                  <a:lnTo>
                    <a:pt x="448" y="496"/>
                  </a:lnTo>
                  <a:lnTo>
                    <a:pt x="440" y="536"/>
                  </a:lnTo>
                  <a:lnTo>
                    <a:pt x="448" y="552"/>
                  </a:lnTo>
                  <a:lnTo>
                    <a:pt x="456" y="552"/>
                  </a:lnTo>
                  <a:lnTo>
                    <a:pt x="440" y="560"/>
                  </a:lnTo>
                  <a:lnTo>
                    <a:pt x="424" y="584"/>
                  </a:lnTo>
                  <a:lnTo>
                    <a:pt x="400" y="584"/>
                  </a:lnTo>
                  <a:lnTo>
                    <a:pt x="400" y="600"/>
                  </a:lnTo>
                  <a:lnTo>
                    <a:pt x="384" y="608"/>
                  </a:lnTo>
                  <a:lnTo>
                    <a:pt x="376" y="592"/>
                  </a:lnTo>
                  <a:lnTo>
                    <a:pt x="360" y="592"/>
                  </a:lnTo>
                  <a:lnTo>
                    <a:pt x="368" y="608"/>
                  </a:lnTo>
                  <a:lnTo>
                    <a:pt x="352" y="616"/>
                  </a:lnTo>
                  <a:lnTo>
                    <a:pt x="336" y="600"/>
                  </a:lnTo>
                  <a:lnTo>
                    <a:pt x="312" y="600"/>
                  </a:lnTo>
                  <a:lnTo>
                    <a:pt x="320" y="568"/>
                  </a:lnTo>
                  <a:lnTo>
                    <a:pt x="264" y="520"/>
                  </a:lnTo>
                  <a:lnTo>
                    <a:pt x="232" y="536"/>
                  </a:lnTo>
                  <a:lnTo>
                    <a:pt x="168" y="496"/>
                  </a:lnTo>
                  <a:lnTo>
                    <a:pt x="136" y="496"/>
                  </a:lnTo>
                  <a:lnTo>
                    <a:pt x="88" y="440"/>
                  </a:lnTo>
                  <a:lnTo>
                    <a:pt x="40" y="440"/>
                  </a:lnTo>
                  <a:lnTo>
                    <a:pt x="16" y="416"/>
                  </a:lnTo>
                  <a:lnTo>
                    <a:pt x="0" y="368"/>
                  </a:lnTo>
                  <a:lnTo>
                    <a:pt x="8" y="352"/>
                  </a:lnTo>
                  <a:lnTo>
                    <a:pt x="16" y="304"/>
                  </a:lnTo>
                  <a:lnTo>
                    <a:pt x="8" y="280"/>
                  </a:lnTo>
                  <a:lnTo>
                    <a:pt x="32" y="248"/>
                  </a:lnTo>
                  <a:lnTo>
                    <a:pt x="32" y="224"/>
                  </a:lnTo>
                  <a:lnTo>
                    <a:pt x="8" y="216"/>
                  </a:lnTo>
                  <a:lnTo>
                    <a:pt x="16" y="208"/>
                  </a:lnTo>
                  <a:lnTo>
                    <a:pt x="48" y="208"/>
                  </a:lnTo>
                  <a:lnTo>
                    <a:pt x="56" y="200"/>
                  </a:lnTo>
                  <a:lnTo>
                    <a:pt x="104" y="224"/>
                  </a:lnTo>
                  <a:lnTo>
                    <a:pt x="104" y="192"/>
                  </a:lnTo>
                  <a:lnTo>
                    <a:pt x="96" y="184"/>
                  </a:lnTo>
                  <a:lnTo>
                    <a:pt x="96" y="160"/>
                  </a:lnTo>
                  <a:lnTo>
                    <a:pt x="128" y="136"/>
                  </a:lnTo>
                  <a:lnTo>
                    <a:pt x="120" y="112"/>
                  </a:lnTo>
                  <a:lnTo>
                    <a:pt x="88" y="72"/>
                  </a:lnTo>
                  <a:lnTo>
                    <a:pt x="96" y="32"/>
                  </a:lnTo>
                  <a:lnTo>
                    <a:pt x="152" y="16"/>
                  </a:lnTo>
                  <a:lnTo>
                    <a:pt x="256" y="8"/>
                  </a:lnTo>
                  <a:lnTo>
                    <a:pt x="288" y="0"/>
                  </a:lnTo>
                  <a:lnTo>
                    <a:pt x="344" y="24"/>
                  </a:lnTo>
                  <a:lnTo>
                    <a:pt x="384" y="40"/>
                  </a:lnTo>
                  <a:lnTo>
                    <a:pt x="424" y="64"/>
                  </a:lnTo>
                  <a:lnTo>
                    <a:pt x="456" y="104"/>
                  </a:lnTo>
                  <a:lnTo>
                    <a:pt x="472" y="56"/>
                  </a:lnTo>
                  <a:lnTo>
                    <a:pt x="472" y="48"/>
                  </a:lnTo>
                  <a:lnTo>
                    <a:pt x="504" y="64"/>
                  </a:lnTo>
                  <a:lnTo>
                    <a:pt x="528" y="72"/>
                  </a:lnTo>
                  <a:lnTo>
                    <a:pt x="584" y="64"/>
                  </a:lnTo>
                  <a:lnTo>
                    <a:pt x="592" y="96"/>
                  </a:lnTo>
                  <a:lnTo>
                    <a:pt x="640" y="128"/>
                  </a:lnTo>
                  <a:lnTo>
                    <a:pt x="656" y="120"/>
                  </a:lnTo>
                  <a:lnTo>
                    <a:pt x="728" y="192"/>
                  </a:lnTo>
                  <a:lnTo>
                    <a:pt x="728" y="176"/>
                  </a:lnTo>
                  <a:lnTo>
                    <a:pt x="760" y="208"/>
                  </a:lnTo>
                  <a:lnTo>
                    <a:pt x="768" y="232"/>
                  </a:lnTo>
                  <a:lnTo>
                    <a:pt x="776" y="288"/>
                  </a:lnTo>
                  <a:lnTo>
                    <a:pt x="784" y="336"/>
                  </a:lnTo>
                  <a:lnTo>
                    <a:pt x="776" y="360"/>
                  </a:lnTo>
                  <a:lnTo>
                    <a:pt x="752" y="360"/>
                  </a:lnTo>
                  <a:lnTo>
                    <a:pt x="744" y="392"/>
                  </a:lnTo>
                  <a:lnTo>
                    <a:pt x="712" y="408"/>
                  </a:lnTo>
                  <a:lnTo>
                    <a:pt x="712" y="424"/>
                  </a:lnTo>
                  <a:lnTo>
                    <a:pt x="736" y="432"/>
                  </a:lnTo>
                  <a:lnTo>
                    <a:pt x="728" y="440"/>
                  </a:lnTo>
                  <a:lnTo>
                    <a:pt x="704" y="456"/>
                  </a:lnTo>
                  <a:lnTo>
                    <a:pt x="672" y="448"/>
                  </a:lnTo>
                  <a:lnTo>
                    <a:pt x="656" y="448"/>
                  </a:lnTo>
                  <a:lnTo>
                    <a:pt x="648" y="464"/>
                  </a:lnTo>
                  <a:lnTo>
                    <a:pt x="664" y="488"/>
                  </a:lnTo>
                  <a:lnTo>
                    <a:pt x="696" y="496"/>
                  </a:lnTo>
                  <a:lnTo>
                    <a:pt x="712" y="504"/>
                  </a:lnTo>
                  <a:lnTo>
                    <a:pt x="704" y="528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2" name="Freeform 23"/>
            <p:cNvSpPr>
              <a:spLocks noChangeArrowheads="1"/>
            </p:cNvSpPr>
            <p:nvPr/>
          </p:nvSpPr>
          <p:spPr bwMode="auto">
            <a:xfrm>
              <a:off x="3729967" y="3131509"/>
              <a:ext cx="514237" cy="728580"/>
            </a:xfrm>
            <a:custGeom>
              <a:avLst/>
              <a:gdLst>
                <a:gd name="T0" fmla="*/ 685 w 305"/>
                <a:gd name="T1" fmla="*/ 69 h 425"/>
                <a:gd name="T2" fmla="*/ 708 w 305"/>
                <a:gd name="T3" fmla="*/ 122 h 425"/>
                <a:gd name="T4" fmla="*/ 766 w 305"/>
                <a:gd name="T5" fmla="*/ 150 h 425"/>
                <a:gd name="T6" fmla="*/ 766 w 305"/>
                <a:gd name="T7" fmla="*/ 231 h 425"/>
                <a:gd name="T8" fmla="*/ 685 w 305"/>
                <a:gd name="T9" fmla="*/ 259 h 425"/>
                <a:gd name="T10" fmla="*/ 685 w 305"/>
                <a:gd name="T11" fmla="*/ 273 h 425"/>
                <a:gd name="T12" fmla="*/ 606 w 305"/>
                <a:gd name="T13" fmla="*/ 273 h 425"/>
                <a:gd name="T14" fmla="*/ 566 w 305"/>
                <a:gd name="T15" fmla="*/ 300 h 425"/>
                <a:gd name="T16" fmla="*/ 566 w 305"/>
                <a:gd name="T17" fmla="*/ 342 h 425"/>
                <a:gd name="T18" fmla="*/ 585 w 305"/>
                <a:gd name="T19" fmla="*/ 354 h 425"/>
                <a:gd name="T20" fmla="*/ 525 w 305"/>
                <a:gd name="T21" fmla="*/ 410 h 425"/>
                <a:gd name="T22" fmla="*/ 485 w 305"/>
                <a:gd name="T23" fmla="*/ 410 h 425"/>
                <a:gd name="T24" fmla="*/ 485 w 305"/>
                <a:gd name="T25" fmla="*/ 464 h 425"/>
                <a:gd name="T26" fmla="*/ 485 w 305"/>
                <a:gd name="T27" fmla="*/ 479 h 425"/>
                <a:gd name="T28" fmla="*/ 485 w 305"/>
                <a:gd name="T29" fmla="*/ 518 h 425"/>
                <a:gd name="T30" fmla="*/ 444 w 305"/>
                <a:gd name="T31" fmla="*/ 546 h 425"/>
                <a:gd name="T32" fmla="*/ 422 w 305"/>
                <a:gd name="T33" fmla="*/ 614 h 425"/>
                <a:gd name="T34" fmla="*/ 404 w 305"/>
                <a:gd name="T35" fmla="*/ 656 h 425"/>
                <a:gd name="T36" fmla="*/ 404 w 305"/>
                <a:gd name="T37" fmla="*/ 669 h 425"/>
                <a:gd name="T38" fmla="*/ 384 w 305"/>
                <a:gd name="T39" fmla="*/ 710 h 425"/>
                <a:gd name="T40" fmla="*/ 343 w 305"/>
                <a:gd name="T41" fmla="*/ 710 h 425"/>
                <a:gd name="T42" fmla="*/ 322 w 305"/>
                <a:gd name="T43" fmla="*/ 696 h 425"/>
                <a:gd name="T44" fmla="*/ 162 w 305"/>
                <a:gd name="T45" fmla="*/ 723 h 425"/>
                <a:gd name="T46" fmla="*/ 141 w 305"/>
                <a:gd name="T47" fmla="*/ 710 h 425"/>
                <a:gd name="T48" fmla="*/ 202 w 305"/>
                <a:gd name="T49" fmla="*/ 629 h 425"/>
                <a:gd name="T50" fmla="*/ 141 w 305"/>
                <a:gd name="T51" fmla="*/ 614 h 425"/>
                <a:gd name="T52" fmla="*/ 101 w 305"/>
                <a:gd name="T53" fmla="*/ 629 h 425"/>
                <a:gd name="T54" fmla="*/ 61 w 305"/>
                <a:gd name="T55" fmla="*/ 614 h 425"/>
                <a:gd name="T56" fmla="*/ 61 w 305"/>
                <a:gd name="T57" fmla="*/ 546 h 425"/>
                <a:gd name="T58" fmla="*/ 101 w 305"/>
                <a:gd name="T59" fmla="*/ 533 h 425"/>
                <a:gd name="T60" fmla="*/ 122 w 305"/>
                <a:gd name="T61" fmla="*/ 533 h 425"/>
                <a:gd name="T62" fmla="*/ 122 w 305"/>
                <a:gd name="T63" fmla="*/ 492 h 425"/>
                <a:gd name="T64" fmla="*/ 83 w 305"/>
                <a:gd name="T65" fmla="*/ 492 h 425"/>
                <a:gd name="T66" fmla="*/ 83 w 305"/>
                <a:gd name="T67" fmla="*/ 464 h 425"/>
                <a:gd name="T68" fmla="*/ 41 w 305"/>
                <a:gd name="T69" fmla="*/ 451 h 425"/>
                <a:gd name="T70" fmla="*/ 41 w 305"/>
                <a:gd name="T71" fmla="*/ 368 h 425"/>
                <a:gd name="T72" fmla="*/ 0 w 305"/>
                <a:gd name="T73" fmla="*/ 342 h 425"/>
                <a:gd name="T74" fmla="*/ 20 w 305"/>
                <a:gd name="T75" fmla="*/ 300 h 425"/>
                <a:gd name="T76" fmla="*/ 83 w 305"/>
                <a:gd name="T77" fmla="*/ 259 h 425"/>
                <a:gd name="T78" fmla="*/ 83 w 305"/>
                <a:gd name="T79" fmla="*/ 218 h 425"/>
                <a:gd name="T80" fmla="*/ 61 w 305"/>
                <a:gd name="T81" fmla="*/ 206 h 425"/>
                <a:gd name="T82" fmla="*/ 83 w 305"/>
                <a:gd name="T83" fmla="*/ 178 h 425"/>
                <a:gd name="T84" fmla="*/ 41 w 305"/>
                <a:gd name="T85" fmla="*/ 136 h 425"/>
                <a:gd name="T86" fmla="*/ 83 w 305"/>
                <a:gd name="T87" fmla="*/ 109 h 425"/>
                <a:gd name="T88" fmla="*/ 141 w 305"/>
                <a:gd name="T89" fmla="*/ 96 h 425"/>
                <a:gd name="T90" fmla="*/ 283 w 305"/>
                <a:gd name="T91" fmla="*/ 41 h 425"/>
                <a:gd name="T92" fmla="*/ 362 w 305"/>
                <a:gd name="T93" fmla="*/ 13 h 425"/>
                <a:gd name="T94" fmla="*/ 422 w 305"/>
                <a:gd name="T95" fmla="*/ 13 h 425"/>
                <a:gd name="T96" fmla="*/ 463 w 305"/>
                <a:gd name="T97" fmla="*/ 0 h 425"/>
                <a:gd name="T98" fmla="*/ 485 w 305"/>
                <a:gd name="T99" fmla="*/ 13 h 425"/>
                <a:gd name="T100" fmla="*/ 463 w 305"/>
                <a:gd name="T101" fmla="*/ 27 h 425"/>
                <a:gd name="T102" fmla="*/ 463 w 305"/>
                <a:gd name="T103" fmla="*/ 56 h 425"/>
                <a:gd name="T104" fmla="*/ 525 w 305"/>
                <a:gd name="T105" fmla="*/ 56 h 425"/>
                <a:gd name="T106" fmla="*/ 525 w 305"/>
                <a:gd name="T107" fmla="*/ 27 h 425"/>
                <a:gd name="T108" fmla="*/ 546 w 305"/>
                <a:gd name="T109" fmla="*/ 0 h 425"/>
                <a:gd name="T110" fmla="*/ 585 w 305"/>
                <a:gd name="T111" fmla="*/ 27 h 425"/>
                <a:gd name="T112" fmla="*/ 606 w 305"/>
                <a:gd name="T113" fmla="*/ 56 h 425"/>
                <a:gd name="T114" fmla="*/ 685 w 305"/>
                <a:gd name="T115" fmla="*/ 56 h 425"/>
                <a:gd name="T116" fmla="*/ 685 w 305"/>
                <a:gd name="T117" fmla="*/ 69 h 42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05"/>
                <a:gd name="T178" fmla="*/ 0 h 425"/>
                <a:gd name="T179" fmla="*/ 305 w 305"/>
                <a:gd name="T180" fmla="*/ 425 h 425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05" h="425">
                  <a:moveTo>
                    <a:pt x="272" y="40"/>
                  </a:moveTo>
                  <a:lnTo>
                    <a:pt x="280" y="72"/>
                  </a:lnTo>
                  <a:lnTo>
                    <a:pt x="304" y="88"/>
                  </a:lnTo>
                  <a:lnTo>
                    <a:pt x="304" y="136"/>
                  </a:lnTo>
                  <a:lnTo>
                    <a:pt x="272" y="152"/>
                  </a:lnTo>
                  <a:lnTo>
                    <a:pt x="272" y="160"/>
                  </a:lnTo>
                  <a:lnTo>
                    <a:pt x="240" y="160"/>
                  </a:lnTo>
                  <a:lnTo>
                    <a:pt x="224" y="176"/>
                  </a:lnTo>
                  <a:lnTo>
                    <a:pt x="224" y="200"/>
                  </a:lnTo>
                  <a:lnTo>
                    <a:pt x="232" y="208"/>
                  </a:lnTo>
                  <a:lnTo>
                    <a:pt x="208" y="240"/>
                  </a:lnTo>
                  <a:lnTo>
                    <a:pt x="192" y="240"/>
                  </a:lnTo>
                  <a:lnTo>
                    <a:pt x="192" y="272"/>
                  </a:lnTo>
                  <a:lnTo>
                    <a:pt x="192" y="280"/>
                  </a:lnTo>
                  <a:lnTo>
                    <a:pt x="192" y="304"/>
                  </a:lnTo>
                  <a:lnTo>
                    <a:pt x="176" y="320"/>
                  </a:lnTo>
                  <a:lnTo>
                    <a:pt x="168" y="360"/>
                  </a:lnTo>
                  <a:lnTo>
                    <a:pt x="160" y="384"/>
                  </a:lnTo>
                  <a:lnTo>
                    <a:pt x="160" y="392"/>
                  </a:lnTo>
                  <a:lnTo>
                    <a:pt x="152" y="416"/>
                  </a:lnTo>
                  <a:lnTo>
                    <a:pt x="136" y="416"/>
                  </a:lnTo>
                  <a:lnTo>
                    <a:pt x="128" y="408"/>
                  </a:lnTo>
                  <a:lnTo>
                    <a:pt x="64" y="424"/>
                  </a:lnTo>
                  <a:lnTo>
                    <a:pt x="56" y="416"/>
                  </a:lnTo>
                  <a:lnTo>
                    <a:pt x="80" y="368"/>
                  </a:lnTo>
                  <a:lnTo>
                    <a:pt x="56" y="360"/>
                  </a:lnTo>
                  <a:lnTo>
                    <a:pt x="40" y="368"/>
                  </a:lnTo>
                  <a:lnTo>
                    <a:pt x="24" y="360"/>
                  </a:lnTo>
                  <a:lnTo>
                    <a:pt x="24" y="320"/>
                  </a:lnTo>
                  <a:lnTo>
                    <a:pt x="40" y="312"/>
                  </a:lnTo>
                  <a:lnTo>
                    <a:pt x="48" y="312"/>
                  </a:lnTo>
                  <a:lnTo>
                    <a:pt x="48" y="288"/>
                  </a:lnTo>
                  <a:lnTo>
                    <a:pt x="32" y="288"/>
                  </a:lnTo>
                  <a:lnTo>
                    <a:pt x="32" y="272"/>
                  </a:lnTo>
                  <a:lnTo>
                    <a:pt x="16" y="264"/>
                  </a:lnTo>
                  <a:lnTo>
                    <a:pt x="16" y="216"/>
                  </a:lnTo>
                  <a:lnTo>
                    <a:pt x="0" y="200"/>
                  </a:lnTo>
                  <a:lnTo>
                    <a:pt x="8" y="176"/>
                  </a:lnTo>
                  <a:lnTo>
                    <a:pt x="32" y="152"/>
                  </a:lnTo>
                  <a:lnTo>
                    <a:pt x="32" y="128"/>
                  </a:lnTo>
                  <a:lnTo>
                    <a:pt x="24" y="120"/>
                  </a:lnTo>
                  <a:lnTo>
                    <a:pt x="32" y="104"/>
                  </a:lnTo>
                  <a:lnTo>
                    <a:pt x="16" y="80"/>
                  </a:lnTo>
                  <a:lnTo>
                    <a:pt x="32" y="64"/>
                  </a:lnTo>
                  <a:lnTo>
                    <a:pt x="56" y="56"/>
                  </a:lnTo>
                  <a:lnTo>
                    <a:pt x="112" y="24"/>
                  </a:lnTo>
                  <a:lnTo>
                    <a:pt x="144" y="8"/>
                  </a:lnTo>
                  <a:lnTo>
                    <a:pt x="168" y="8"/>
                  </a:lnTo>
                  <a:lnTo>
                    <a:pt x="184" y="0"/>
                  </a:lnTo>
                  <a:lnTo>
                    <a:pt x="192" y="8"/>
                  </a:lnTo>
                  <a:lnTo>
                    <a:pt x="184" y="16"/>
                  </a:lnTo>
                  <a:lnTo>
                    <a:pt x="184" y="32"/>
                  </a:lnTo>
                  <a:lnTo>
                    <a:pt x="208" y="32"/>
                  </a:lnTo>
                  <a:lnTo>
                    <a:pt x="208" y="16"/>
                  </a:lnTo>
                  <a:lnTo>
                    <a:pt x="216" y="0"/>
                  </a:lnTo>
                  <a:lnTo>
                    <a:pt x="232" y="16"/>
                  </a:lnTo>
                  <a:lnTo>
                    <a:pt x="240" y="32"/>
                  </a:lnTo>
                  <a:lnTo>
                    <a:pt x="272" y="32"/>
                  </a:lnTo>
                  <a:lnTo>
                    <a:pt x="272" y="40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3" name="Freeform 24"/>
            <p:cNvSpPr>
              <a:spLocks noChangeArrowheads="1"/>
            </p:cNvSpPr>
            <p:nvPr/>
          </p:nvSpPr>
          <p:spPr bwMode="auto">
            <a:xfrm>
              <a:off x="3217132" y="3131509"/>
              <a:ext cx="594104" cy="714717"/>
            </a:xfrm>
            <a:custGeom>
              <a:avLst/>
              <a:gdLst>
                <a:gd name="T0" fmla="*/ 841 w 353"/>
                <a:gd name="T1" fmla="*/ 178 h 417"/>
                <a:gd name="T2" fmla="*/ 860 w 353"/>
                <a:gd name="T3" fmla="*/ 218 h 417"/>
                <a:gd name="T4" fmla="*/ 781 w 353"/>
                <a:gd name="T5" fmla="*/ 300 h 417"/>
                <a:gd name="T6" fmla="*/ 799 w 353"/>
                <a:gd name="T7" fmla="*/ 367 h 417"/>
                <a:gd name="T8" fmla="*/ 799 w 353"/>
                <a:gd name="T9" fmla="*/ 451 h 417"/>
                <a:gd name="T10" fmla="*/ 819 w 353"/>
                <a:gd name="T11" fmla="*/ 491 h 417"/>
                <a:gd name="T12" fmla="*/ 880 w 353"/>
                <a:gd name="T13" fmla="*/ 532 h 417"/>
                <a:gd name="T14" fmla="*/ 819 w 353"/>
                <a:gd name="T15" fmla="*/ 546 h 417"/>
                <a:gd name="T16" fmla="*/ 799 w 353"/>
                <a:gd name="T17" fmla="*/ 626 h 417"/>
                <a:gd name="T18" fmla="*/ 681 w 353"/>
                <a:gd name="T19" fmla="*/ 682 h 417"/>
                <a:gd name="T20" fmla="*/ 560 w 353"/>
                <a:gd name="T21" fmla="*/ 640 h 417"/>
                <a:gd name="T22" fmla="*/ 539 w 353"/>
                <a:gd name="T23" fmla="*/ 695 h 417"/>
                <a:gd name="T24" fmla="*/ 480 w 353"/>
                <a:gd name="T25" fmla="*/ 710 h 417"/>
                <a:gd name="T26" fmla="*/ 422 w 353"/>
                <a:gd name="T27" fmla="*/ 655 h 417"/>
                <a:gd name="T28" fmla="*/ 381 w 353"/>
                <a:gd name="T29" fmla="*/ 682 h 417"/>
                <a:gd name="T30" fmla="*/ 360 w 353"/>
                <a:gd name="T31" fmla="*/ 601 h 417"/>
                <a:gd name="T32" fmla="*/ 381 w 353"/>
                <a:gd name="T33" fmla="*/ 532 h 417"/>
                <a:gd name="T34" fmla="*/ 360 w 353"/>
                <a:gd name="T35" fmla="*/ 491 h 417"/>
                <a:gd name="T36" fmla="*/ 239 w 353"/>
                <a:gd name="T37" fmla="*/ 532 h 417"/>
                <a:gd name="T38" fmla="*/ 160 w 353"/>
                <a:gd name="T39" fmla="*/ 517 h 417"/>
                <a:gd name="T40" fmla="*/ 79 w 353"/>
                <a:gd name="T41" fmla="*/ 532 h 417"/>
                <a:gd name="T42" fmla="*/ 60 w 353"/>
                <a:gd name="T43" fmla="*/ 517 h 417"/>
                <a:gd name="T44" fmla="*/ 41 w 353"/>
                <a:gd name="T45" fmla="*/ 451 h 417"/>
                <a:gd name="T46" fmla="*/ 60 w 353"/>
                <a:gd name="T47" fmla="*/ 408 h 417"/>
                <a:gd name="T48" fmla="*/ 0 w 353"/>
                <a:gd name="T49" fmla="*/ 382 h 417"/>
                <a:gd name="T50" fmla="*/ 60 w 353"/>
                <a:gd name="T51" fmla="*/ 286 h 417"/>
                <a:gd name="T52" fmla="*/ 60 w 353"/>
                <a:gd name="T53" fmla="*/ 231 h 417"/>
                <a:gd name="T54" fmla="*/ 60 w 353"/>
                <a:gd name="T55" fmla="*/ 206 h 417"/>
                <a:gd name="T56" fmla="*/ 121 w 353"/>
                <a:gd name="T57" fmla="*/ 56 h 417"/>
                <a:gd name="T58" fmla="*/ 259 w 353"/>
                <a:gd name="T59" fmla="*/ 69 h 417"/>
                <a:gd name="T60" fmla="*/ 281 w 353"/>
                <a:gd name="T61" fmla="*/ 0 h 417"/>
                <a:gd name="T62" fmla="*/ 459 w 353"/>
                <a:gd name="T63" fmla="*/ 27 h 417"/>
                <a:gd name="T64" fmla="*/ 620 w 353"/>
                <a:gd name="T65" fmla="*/ 69 h 417"/>
                <a:gd name="T66" fmla="*/ 722 w 353"/>
                <a:gd name="T67" fmla="*/ 56 h 417"/>
                <a:gd name="T68" fmla="*/ 759 w 353"/>
                <a:gd name="T69" fmla="*/ 136 h 41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3"/>
                <a:gd name="T106" fmla="*/ 0 h 417"/>
                <a:gd name="T107" fmla="*/ 353 w 353"/>
                <a:gd name="T108" fmla="*/ 417 h 41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3" h="417">
                  <a:moveTo>
                    <a:pt x="320" y="80"/>
                  </a:moveTo>
                  <a:lnTo>
                    <a:pt x="336" y="104"/>
                  </a:lnTo>
                  <a:lnTo>
                    <a:pt x="328" y="120"/>
                  </a:lnTo>
                  <a:lnTo>
                    <a:pt x="344" y="128"/>
                  </a:lnTo>
                  <a:lnTo>
                    <a:pt x="328" y="152"/>
                  </a:lnTo>
                  <a:lnTo>
                    <a:pt x="312" y="176"/>
                  </a:lnTo>
                  <a:lnTo>
                    <a:pt x="304" y="200"/>
                  </a:lnTo>
                  <a:lnTo>
                    <a:pt x="320" y="216"/>
                  </a:lnTo>
                  <a:lnTo>
                    <a:pt x="320" y="248"/>
                  </a:lnTo>
                  <a:lnTo>
                    <a:pt x="320" y="264"/>
                  </a:lnTo>
                  <a:lnTo>
                    <a:pt x="336" y="272"/>
                  </a:lnTo>
                  <a:lnTo>
                    <a:pt x="328" y="288"/>
                  </a:lnTo>
                  <a:lnTo>
                    <a:pt x="352" y="288"/>
                  </a:lnTo>
                  <a:lnTo>
                    <a:pt x="352" y="312"/>
                  </a:lnTo>
                  <a:lnTo>
                    <a:pt x="344" y="312"/>
                  </a:lnTo>
                  <a:lnTo>
                    <a:pt x="328" y="320"/>
                  </a:lnTo>
                  <a:lnTo>
                    <a:pt x="328" y="360"/>
                  </a:lnTo>
                  <a:lnTo>
                    <a:pt x="320" y="368"/>
                  </a:lnTo>
                  <a:lnTo>
                    <a:pt x="264" y="368"/>
                  </a:lnTo>
                  <a:lnTo>
                    <a:pt x="272" y="400"/>
                  </a:lnTo>
                  <a:lnTo>
                    <a:pt x="248" y="400"/>
                  </a:lnTo>
                  <a:lnTo>
                    <a:pt x="224" y="376"/>
                  </a:lnTo>
                  <a:lnTo>
                    <a:pt x="216" y="384"/>
                  </a:lnTo>
                  <a:lnTo>
                    <a:pt x="216" y="408"/>
                  </a:lnTo>
                  <a:lnTo>
                    <a:pt x="200" y="408"/>
                  </a:lnTo>
                  <a:lnTo>
                    <a:pt x="192" y="416"/>
                  </a:lnTo>
                  <a:lnTo>
                    <a:pt x="168" y="416"/>
                  </a:lnTo>
                  <a:lnTo>
                    <a:pt x="168" y="384"/>
                  </a:lnTo>
                  <a:lnTo>
                    <a:pt x="152" y="384"/>
                  </a:lnTo>
                  <a:lnTo>
                    <a:pt x="152" y="400"/>
                  </a:lnTo>
                  <a:lnTo>
                    <a:pt x="136" y="400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12"/>
                  </a:lnTo>
                  <a:lnTo>
                    <a:pt x="152" y="296"/>
                  </a:lnTo>
                  <a:lnTo>
                    <a:pt x="144" y="288"/>
                  </a:lnTo>
                  <a:lnTo>
                    <a:pt x="96" y="296"/>
                  </a:lnTo>
                  <a:lnTo>
                    <a:pt x="96" y="312"/>
                  </a:lnTo>
                  <a:lnTo>
                    <a:pt x="72" y="320"/>
                  </a:lnTo>
                  <a:lnTo>
                    <a:pt x="64" y="304"/>
                  </a:lnTo>
                  <a:lnTo>
                    <a:pt x="56" y="320"/>
                  </a:lnTo>
                  <a:lnTo>
                    <a:pt x="32" y="312"/>
                  </a:lnTo>
                  <a:lnTo>
                    <a:pt x="32" y="304"/>
                  </a:lnTo>
                  <a:lnTo>
                    <a:pt x="24" y="304"/>
                  </a:lnTo>
                  <a:lnTo>
                    <a:pt x="24" y="288"/>
                  </a:lnTo>
                  <a:lnTo>
                    <a:pt x="16" y="264"/>
                  </a:lnTo>
                  <a:lnTo>
                    <a:pt x="32" y="256"/>
                  </a:lnTo>
                  <a:lnTo>
                    <a:pt x="24" y="240"/>
                  </a:lnTo>
                  <a:lnTo>
                    <a:pt x="0" y="240"/>
                  </a:lnTo>
                  <a:lnTo>
                    <a:pt x="0" y="224"/>
                  </a:lnTo>
                  <a:lnTo>
                    <a:pt x="24" y="192"/>
                  </a:lnTo>
                  <a:lnTo>
                    <a:pt x="24" y="168"/>
                  </a:lnTo>
                  <a:lnTo>
                    <a:pt x="32" y="160"/>
                  </a:lnTo>
                  <a:lnTo>
                    <a:pt x="24" y="136"/>
                  </a:lnTo>
                  <a:lnTo>
                    <a:pt x="16" y="136"/>
                  </a:lnTo>
                  <a:lnTo>
                    <a:pt x="24" y="120"/>
                  </a:lnTo>
                  <a:lnTo>
                    <a:pt x="16" y="80"/>
                  </a:lnTo>
                  <a:lnTo>
                    <a:pt x="48" y="32"/>
                  </a:lnTo>
                  <a:lnTo>
                    <a:pt x="80" y="32"/>
                  </a:lnTo>
                  <a:lnTo>
                    <a:pt x="104" y="40"/>
                  </a:lnTo>
                  <a:lnTo>
                    <a:pt x="96" y="8"/>
                  </a:lnTo>
                  <a:lnTo>
                    <a:pt x="112" y="0"/>
                  </a:lnTo>
                  <a:lnTo>
                    <a:pt x="152" y="16"/>
                  </a:lnTo>
                  <a:lnTo>
                    <a:pt x="184" y="16"/>
                  </a:lnTo>
                  <a:lnTo>
                    <a:pt x="208" y="40"/>
                  </a:lnTo>
                  <a:lnTo>
                    <a:pt x="248" y="40"/>
                  </a:lnTo>
                  <a:lnTo>
                    <a:pt x="256" y="48"/>
                  </a:lnTo>
                  <a:lnTo>
                    <a:pt x="288" y="32"/>
                  </a:lnTo>
                  <a:lnTo>
                    <a:pt x="304" y="32"/>
                  </a:lnTo>
                  <a:lnTo>
                    <a:pt x="304" y="80"/>
                  </a:lnTo>
                  <a:lnTo>
                    <a:pt x="320" y="80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4" name="Freeform 25"/>
            <p:cNvSpPr>
              <a:spLocks noChangeArrowheads="1"/>
            </p:cNvSpPr>
            <p:nvPr/>
          </p:nvSpPr>
          <p:spPr bwMode="auto">
            <a:xfrm>
              <a:off x="3165288" y="2724860"/>
              <a:ext cx="822498" cy="545280"/>
            </a:xfrm>
            <a:custGeom>
              <a:avLst/>
              <a:gdLst>
                <a:gd name="T0" fmla="*/ 1216 w 489"/>
                <a:gd name="T1" fmla="*/ 404 h 321"/>
                <a:gd name="T2" fmla="*/ 1116 w 489"/>
                <a:gd name="T3" fmla="*/ 430 h 321"/>
                <a:gd name="T4" fmla="*/ 977 w 489"/>
                <a:gd name="T5" fmla="*/ 483 h 321"/>
                <a:gd name="T6" fmla="*/ 918 w 489"/>
                <a:gd name="T7" fmla="*/ 495 h 321"/>
                <a:gd name="T8" fmla="*/ 879 w 489"/>
                <a:gd name="T9" fmla="*/ 522 h 321"/>
                <a:gd name="T10" fmla="*/ 819 w 489"/>
                <a:gd name="T11" fmla="*/ 522 h 321"/>
                <a:gd name="T12" fmla="*/ 837 w 489"/>
                <a:gd name="T13" fmla="*/ 444 h 321"/>
                <a:gd name="T14" fmla="*/ 797 w 489"/>
                <a:gd name="T15" fmla="*/ 444 h 321"/>
                <a:gd name="T16" fmla="*/ 718 w 489"/>
                <a:gd name="T17" fmla="*/ 471 h 321"/>
                <a:gd name="T18" fmla="*/ 697 w 489"/>
                <a:gd name="T19" fmla="*/ 458 h 321"/>
                <a:gd name="T20" fmla="*/ 598 w 489"/>
                <a:gd name="T21" fmla="*/ 458 h 321"/>
                <a:gd name="T22" fmla="*/ 559 w 489"/>
                <a:gd name="T23" fmla="*/ 417 h 321"/>
                <a:gd name="T24" fmla="*/ 459 w 489"/>
                <a:gd name="T25" fmla="*/ 417 h 321"/>
                <a:gd name="T26" fmla="*/ 360 w 489"/>
                <a:gd name="T27" fmla="*/ 391 h 321"/>
                <a:gd name="T28" fmla="*/ 319 w 489"/>
                <a:gd name="T29" fmla="*/ 404 h 321"/>
                <a:gd name="T30" fmla="*/ 339 w 489"/>
                <a:gd name="T31" fmla="*/ 458 h 321"/>
                <a:gd name="T32" fmla="*/ 278 w 489"/>
                <a:gd name="T33" fmla="*/ 444 h 321"/>
                <a:gd name="T34" fmla="*/ 199 w 489"/>
                <a:gd name="T35" fmla="*/ 444 h 321"/>
                <a:gd name="T36" fmla="*/ 121 w 489"/>
                <a:gd name="T37" fmla="*/ 522 h 321"/>
                <a:gd name="T38" fmla="*/ 20 w 489"/>
                <a:gd name="T39" fmla="*/ 444 h 321"/>
                <a:gd name="T40" fmla="*/ 0 w 489"/>
                <a:gd name="T41" fmla="*/ 444 h 321"/>
                <a:gd name="T42" fmla="*/ 20 w 489"/>
                <a:gd name="T43" fmla="*/ 417 h 321"/>
                <a:gd name="T44" fmla="*/ 41 w 489"/>
                <a:gd name="T45" fmla="*/ 404 h 321"/>
                <a:gd name="T46" fmla="*/ 0 w 489"/>
                <a:gd name="T47" fmla="*/ 378 h 321"/>
                <a:gd name="T48" fmla="*/ 0 w 489"/>
                <a:gd name="T49" fmla="*/ 365 h 321"/>
                <a:gd name="T50" fmla="*/ 41 w 489"/>
                <a:gd name="T51" fmla="*/ 340 h 321"/>
                <a:gd name="T52" fmla="*/ 179 w 489"/>
                <a:gd name="T53" fmla="*/ 340 h 321"/>
                <a:gd name="T54" fmla="*/ 239 w 489"/>
                <a:gd name="T55" fmla="*/ 314 h 321"/>
                <a:gd name="T56" fmla="*/ 278 w 489"/>
                <a:gd name="T57" fmla="*/ 300 h 321"/>
                <a:gd name="T58" fmla="*/ 278 w 489"/>
                <a:gd name="T59" fmla="*/ 260 h 321"/>
                <a:gd name="T60" fmla="*/ 199 w 489"/>
                <a:gd name="T61" fmla="*/ 196 h 321"/>
                <a:gd name="T62" fmla="*/ 179 w 489"/>
                <a:gd name="T63" fmla="*/ 130 h 321"/>
                <a:gd name="T64" fmla="*/ 218 w 489"/>
                <a:gd name="T65" fmla="*/ 92 h 321"/>
                <a:gd name="T66" fmla="*/ 218 w 489"/>
                <a:gd name="T67" fmla="*/ 66 h 321"/>
                <a:gd name="T68" fmla="*/ 179 w 489"/>
                <a:gd name="T69" fmla="*/ 13 h 321"/>
                <a:gd name="T70" fmla="*/ 319 w 489"/>
                <a:gd name="T71" fmla="*/ 13 h 321"/>
                <a:gd name="T72" fmla="*/ 360 w 489"/>
                <a:gd name="T73" fmla="*/ 26 h 321"/>
                <a:gd name="T74" fmla="*/ 418 w 489"/>
                <a:gd name="T75" fmla="*/ 0 h 321"/>
                <a:gd name="T76" fmla="*/ 519 w 489"/>
                <a:gd name="T77" fmla="*/ 117 h 321"/>
                <a:gd name="T78" fmla="*/ 697 w 489"/>
                <a:gd name="T79" fmla="*/ 117 h 321"/>
                <a:gd name="T80" fmla="*/ 736 w 489"/>
                <a:gd name="T81" fmla="*/ 130 h 321"/>
                <a:gd name="T82" fmla="*/ 778 w 489"/>
                <a:gd name="T83" fmla="*/ 117 h 321"/>
                <a:gd name="T84" fmla="*/ 837 w 489"/>
                <a:gd name="T85" fmla="*/ 143 h 321"/>
                <a:gd name="T86" fmla="*/ 837 w 489"/>
                <a:gd name="T87" fmla="*/ 184 h 321"/>
                <a:gd name="T88" fmla="*/ 879 w 489"/>
                <a:gd name="T89" fmla="*/ 208 h 321"/>
                <a:gd name="T90" fmla="*/ 898 w 489"/>
                <a:gd name="T91" fmla="*/ 184 h 321"/>
                <a:gd name="T92" fmla="*/ 935 w 489"/>
                <a:gd name="T93" fmla="*/ 208 h 321"/>
                <a:gd name="T94" fmla="*/ 1017 w 489"/>
                <a:gd name="T95" fmla="*/ 208 h 321"/>
                <a:gd name="T96" fmla="*/ 1036 w 489"/>
                <a:gd name="T97" fmla="*/ 196 h 321"/>
                <a:gd name="T98" fmla="*/ 1157 w 489"/>
                <a:gd name="T99" fmla="*/ 248 h 321"/>
                <a:gd name="T100" fmla="*/ 1178 w 489"/>
                <a:gd name="T101" fmla="*/ 314 h 321"/>
                <a:gd name="T102" fmla="*/ 1178 w 489"/>
                <a:gd name="T103" fmla="*/ 352 h 321"/>
                <a:gd name="T104" fmla="*/ 1216 w 489"/>
                <a:gd name="T105" fmla="*/ 404 h 32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89"/>
                <a:gd name="T160" fmla="*/ 0 h 321"/>
                <a:gd name="T161" fmla="*/ 489 w 489"/>
                <a:gd name="T162" fmla="*/ 321 h 32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89" h="321">
                  <a:moveTo>
                    <a:pt x="488" y="248"/>
                  </a:moveTo>
                  <a:lnTo>
                    <a:pt x="448" y="264"/>
                  </a:lnTo>
                  <a:lnTo>
                    <a:pt x="392" y="296"/>
                  </a:lnTo>
                  <a:lnTo>
                    <a:pt x="368" y="304"/>
                  </a:lnTo>
                  <a:lnTo>
                    <a:pt x="352" y="320"/>
                  </a:lnTo>
                  <a:lnTo>
                    <a:pt x="328" y="320"/>
                  </a:lnTo>
                  <a:lnTo>
                    <a:pt x="336" y="272"/>
                  </a:lnTo>
                  <a:lnTo>
                    <a:pt x="320" y="272"/>
                  </a:lnTo>
                  <a:lnTo>
                    <a:pt x="288" y="288"/>
                  </a:lnTo>
                  <a:lnTo>
                    <a:pt x="280" y="280"/>
                  </a:lnTo>
                  <a:lnTo>
                    <a:pt x="240" y="280"/>
                  </a:lnTo>
                  <a:lnTo>
                    <a:pt x="224" y="256"/>
                  </a:lnTo>
                  <a:lnTo>
                    <a:pt x="184" y="256"/>
                  </a:lnTo>
                  <a:lnTo>
                    <a:pt x="144" y="240"/>
                  </a:lnTo>
                  <a:lnTo>
                    <a:pt x="128" y="248"/>
                  </a:lnTo>
                  <a:lnTo>
                    <a:pt x="136" y="280"/>
                  </a:lnTo>
                  <a:lnTo>
                    <a:pt x="112" y="272"/>
                  </a:lnTo>
                  <a:lnTo>
                    <a:pt x="80" y="272"/>
                  </a:lnTo>
                  <a:lnTo>
                    <a:pt x="48" y="320"/>
                  </a:lnTo>
                  <a:lnTo>
                    <a:pt x="8" y="272"/>
                  </a:lnTo>
                  <a:lnTo>
                    <a:pt x="0" y="272"/>
                  </a:lnTo>
                  <a:lnTo>
                    <a:pt x="8" y="256"/>
                  </a:lnTo>
                  <a:lnTo>
                    <a:pt x="16" y="248"/>
                  </a:lnTo>
                  <a:lnTo>
                    <a:pt x="0" y="232"/>
                  </a:lnTo>
                  <a:lnTo>
                    <a:pt x="0" y="224"/>
                  </a:lnTo>
                  <a:lnTo>
                    <a:pt x="16" y="208"/>
                  </a:lnTo>
                  <a:lnTo>
                    <a:pt x="72" y="208"/>
                  </a:lnTo>
                  <a:lnTo>
                    <a:pt x="96" y="192"/>
                  </a:lnTo>
                  <a:lnTo>
                    <a:pt x="112" y="184"/>
                  </a:lnTo>
                  <a:lnTo>
                    <a:pt x="112" y="160"/>
                  </a:lnTo>
                  <a:lnTo>
                    <a:pt x="80" y="120"/>
                  </a:lnTo>
                  <a:lnTo>
                    <a:pt x="72" y="80"/>
                  </a:lnTo>
                  <a:lnTo>
                    <a:pt x="88" y="56"/>
                  </a:lnTo>
                  <a:lnTo>
                    <a:pt x="88" y="40"/>
                  </a:lnTo>
                  <a:lnTo>
                    <a:pt x="72" y="8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208" y="72"/>
                  </a:lnTo>
                  <a:lnTo>
                    <a:pt x="280" y="72"/>
                  </a:lnTo>
                  <a:lnTo>
                    <a:pt x="296" y="80"/>
                  </a:lnTo>
                  <a:lnTo>
                    <a:pt x="312" y="72"/>
                  </a:lnTo>
                  <a:lnTo>
                    <a:pt x="336" y="88"/>
                  </a:lnTo>
                  <a:lnTo>
                    <a:pt x="336" y="112"/>
                  </a:lnTo>
                  <a:lnTo>
                    <a:pt x="352" y="128"/>
                  </a:lnTo>
                  <a:lnTo>
                    <a:pt x="360" y="112"/>
                  </a:lnTo>
                  <a:lnTo>
                    <a:pt x="376" y="128"/>
                  </a:lnTo>
                  <a:lnTo>
                    <a:pt x="408" y="128"/>
                  </a:lnTo>
                  <a:lnTo>
                    <a:pt x="416" y="120"/>
                  </a:lnTo>
                  <a:lnTo>
                    <a:pt x="464" y="152"/>
                  </a:lnTo>
                  <a:lnTo>
                    <a:pt x="472" y="192"/>
                  </a:lnTo>
                  <a:lnTo>
                    <a:pt x="472" y="216"/>
                  </a:lnTo>
                  <a:lnTo>
                    <a:pt x="488" y="248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5" name="Freeform 26"/>
            <p:cNvSpPr>
              <a:spLocks noChangeArrowheads="1"/>
            </p:cNvSpPr>
            <p:nvPr/>
          </p:nvSpPr>
          <p:spPr bwMode="auto">
            <a:xfrm>
              <a:off x="3823847" y="2532317"/>
              <a:ext cx="512835" cy="657725"/>
            </a:xfrm>
            <a:custGeom>
              <a:avLst/>
              <a:gdLst>
                <a:gd name="T0" fmla="*/ 218 w 305"/>
                <a:gd name="T1" fmla="*/ 0 h 385"/>
                <a:gd name="T2" fmla="*/ 319 w 305"/>
                <a:gd name="T3" fmla="*/ 53 h 385"/>
                <a:gd name="T4" fmla="*/ 438 w 305"/>
                <a:gd name="T5" fmla="*/ 109 h 385"/>
                <a:gd name="T6" fmla="*/ 498 w 305"/>
                <a:gd name="T7" fmla="*/ 161 h 385"/>
                <a:gd name="T8" fmla="*/ 598 w 305"/>
                <a:gd name="T9" fmla="*/ 227 h 385"/>
                <a:gd name="T10" fmla="*/ 676 w 305"/>
                <a:gd name="T11" fmla="*/ 241 h 385"/>
                <a:gd name="T12" fmla="*/ 619 w 305"/>
                <a:gd name="T13" fmla="*/ 241 h 385"/>
                <a:gd name="T14" fmla="*/ 577 w 305"/>
                <a:gd name="T15" fmla="*/ 295 h 385"/>
                <a:gd name="T16" fmla="*/ 619 w 305"/>
                <a:gd name="T17" fmla="*/ 375 h 385"/>
                <a:gd name="T18" fmla="*/ 718 w 305"/>
                <a:gd name="T19" fmla="*/ 416 h 385"/>
                <a:gd name="T20" fmla="*/ 718 w 305"/>
                <a:gd name="T21" fmla="*/ 497 h 385"/>
                <a:gd name="T22" fmla="*/ 697 w 305"/>
                <a:gd name="T23" fmla="*/ 538 h 385"/>
                <a:gd name="T24" fmla="*/ 656 w 305"/>
                <a:gd name="T25" fmla="*/ 523 h 385"/>
                <a:gd name="T26" fmla="*/ 676 w 305"/>
                <a:gd name="T27" fmla="*/ 578 h 385"/>
                <a:gd name="T28" fmla="*/ 656 w 305"/>
                <a:gd name="T29" fmla="*/ 604 h 385"/>
                <a:gd name="T30" fmla="*/ 559 w 305"/>
                <a:gd name="T31" fmla="*/ 643 h 385"/>
                <a:gd name="T32" fmla="*/ 458 w 305"/>
                <a:gd name="T33" fmla="*/ 643 h 385"/>
                <a:gd name="T34" fmla="*/ 377 w 305"/>
                <a:gd name="T35" fmla="*/ 618 h 385"/>
                <a:gd name="T36" fmla="*/ 319 w 305"/>
                <a:gd name="T37" fmla="*/ 643 h 385"/>
                <a:gd name="T38" fmla="*/ 338 w 305"/>
                <a:gd name="T39" fmla="*/ 604 h 385"/>
                <a:gd name="T40" fmla="*/ 300 w 305"/>
                <a:gd name="T41" fmla="*/ 618 h 385"/>
                <a:gd name="T42" fmla="*/ 199 w 305"/>
                <a:gd name="T43" fmla="*/ 523 h 385"/>
                <a:gd name="T44" fmla="*/ 179 w 305"/>
                <a:gd name="T45" fmla="*/ 443 h 385"/>
                <a:gd name="T46" fmla="*/ 179 w 305"/>
                <a:gd name="T47" fmla="*/ 363 h 385"/>
                <a:gd name="T48" fmla="*/ 179 w 305"/>
                <a:gd name="T49" fmla="*/ 267 h 385"/>
                <a:gd name="T50" fmla="*/ 60 w 305"/>
                <a:gd name="T51" fmla="*/ 255 h 385"/>
                <a:gd name="T52" fmla="*/ 0 w 305"/>
                <a:gd name="T53" fmla="*/ 227 h 385"/>
                <a:gd name="T54" fmla="*/ 79 w 305"/>
                <a:gd name="T55" fmla="*/ 202 h 385"/>
                <a:gd name="T56" fmla="*/ 101 w 305"/>
                <a:gd name="T57" fmla="*/ 67 h 385"/>
                <a:gd name="T58" fmla="*/ 179 w 305"/>
                <a:gd name="T59" fmla="*/ 94 h 385"/>
                <a:gd name="T60" fmla="*/ 259 w 305"/>
                <a:gd name="T61" fmla="*/ 80 h 385"/>
                <a:gd name="T62" fmla="*/ 199 w 305"/>
                <a:gd name="T63" fmla="*/ 27 h 38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05"/>
                <a:gd name="T97" fmla="*/ 0 h 385"/>
                <a:gd name="T98" fmla="*/ 305 w 305"/>
                <a:gd name="T99" fmla="*/ 385 h 38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05" h="385">
                  <a:moveTo>
                    <a:pt x="80" y="8"/>
                  </a:moveTo>
                  <a:lnTo>
                    <a:pt x="88" y="0"/>
                  </a:lnTo>
                  <a:lnTo>
                    <a:pt x="120" y="8"/>
                  </a:lnTo>
                  <a:lnTo>
                    <a:pt x="128" y="32"/>
                  </a:lnTo>
                  <a:lnTo>
                    <a:pt x="152" y="32"/>
                  </a:lnTo>
                  <a:lnTo>
                    <a:pt x="176" y="64"/>
                  </a:lnTo>
                  <a:lnTo>
                    <a:pt x="184" y="56"/>
                  </a:lnTo>
                  <a:lnTo>
                    <a:pt x="200" y="96"/>
                  </a:lnTo>
                  <a:lnTo>
                    <a:pt x="224" y="136"/>
                  </a:lnTo>
                  <a:lnTo>
                    <a:pt x="240" y="136"/>
                  </a:lnTo>
                  <a:lnTo>
                    <a:pt x="256" y="120"/>
                  </a:lnTo>
                  <a:lnTo>
                    <a:pt x="272" y="144"/>
                  </a:lnTo>
                  <a:lnTo>
                    <a:pt x="256" y="160"/>
                  </a:lnTo>
                  <a:lnTo>
                    <a:pt x="248" y="144"/>
                  </a:lnTo>
                  <a:lnTo>
                    <a:pt x="232" y="144"/>
                  </a:lnTo>
                  <a:lnTo>
                    <a:pt x="232" y="176"/>
                  </a:lnTo>
                  <a:lnTo>
                    <a:pt x="224" y="192"/>
                  </a:lnTo>
                  <a:lnTo>
                    <a:pt x="248" y="224"/>
                  </a:lnTo>
                  <a:lnTo>
                    <a:pt x="248" y="248"/>
                  </a:lnTo>
                  <a:lnTo>
                    <a:pt x="288" y="248"/>
                  </a:lnTo>
                  <a:lnTo>
                    <a:pt x="304" y="264"/>
                  </a:lnTo>
                  <a:lnTo>
                    <a:pt x="288" y="296"/>
                  </a:lnTo>
                  <a:lnTo>
                    <a:pt x="296" y="320"/>
                  </a:lnTo>
                  <a:lnTo>
                    <a:pt x="280" y="320"/>
                  </a:lnTo>
                  <a:lnTo>
                    <a:pt x="280" y="312"/>
                  </a:lnTo>
                  <a:lnTo>
                    <a:pt x="264" y="312"/>
                  </a:lnTo>
                  <a:lnTo>
                    <a:pt x="264" y="328"/>
                  </a:lnTo>
                  <a:lnTo>
                    <a:pt x="272" y="344"/>
                  </a:lnTo>
                  <a:lnTo>
                    <a:pt x="264" y="344"/>
                  </a:lnTo>
                  <a:lnTo>
                    <a:pt x="264" y="360"/>
                  </a:lnTo>
                  <a:lnTo>
                    <a:pt x="232" y="384"/>
                  </a:lnTo>
                  <a:lnTo>
                    <a:pt x="224" y="384"/>
                  </a:lnTo>
                  <a:lnTo>
                    <a:pt x="216" y="376"/>
                  </a:lnTo>
                  <a:lnTo>
                    <a:pt x="184" y="384"/>
                  </a:lnTo>
                  <a:lnTo>
                    <a:pt x="168" y="352"/>
                  </a:lnTo>
                  <a:lnTo>
                    <a:pt x="152" y="368"/>
                  </a:lnTo>
                  <a:lnTo>
                    <a:pt x="152" y="384"/>
                  </a:lnTo>
                  <a:lnTo>
                    <a:pt x="128" y="384"/>
                  </a:lnTo>
                  <a:lnTo>
                    <a:pt x="128" y="368"/>
                  </a:lnTo>
                  <a:lnTo>
                    <a:pt x="136" y="360"/>
                  </a:lnTo>
                  <a:lnTo>
                    <a:pt x="128" y="352"/>
                  </a:lnTo>
                  <a:lnTo>
                    <a:pt x="120" y="368"/>
                  </a:lnTo>
                  <a:lnTo>
                    <a:pt x="88" y="360"/>
                  </a:lnTo>
                  <a:lnTo>
                    <a:pt x="80" y="312"/>
                  </a:lnTo>
                  <a:lnTo>
                    <a:pt x="80" y="296"/>
                  </a:lnTo>
                  <a:lnTo>
                    <a:pt x="72" y="264"/>
                  </a:lnTo>
                  <a:lnTo>
                    <a:pt x="32" y="240"/>
                  </a:lnTo>
                  <a:lnTo>
                    <a:pt x="72" y="216"/>
                  </a:lnTo>
                  <a:lnTo>
                    <a:pt x="80" y="216"/>
                  </a:lnTo>
                  <a:lnTo>
                    <a:pt x="72" y="160"/>
                  </a:lnTo>
                  <a:lnTo>
                    <a:pt x="48" y="168"/>
                  </a:lnTo>
                  <a:lnTo>
                    <a:pt x="24" y="152"/>
                  </a:lnTo>
                  <a:lnTo>
                    <a:pt x="16" y="136"/>
                  </a:lnTo>
                  <a:lnTo>
                    <a:pt x="0" y="136"/>
                  </a:lnTo>
                  <a:lnTo>
                    <a:pt x="8" y="120"/>
                  </a:lnTo>
                  <a:lnTo>
                    <a:pt x="32" y="120"/>
                  </a:lnTo>
                  <a:lnTo>
                    <a:pt x="40" y="88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104" y="48"/>
                  </a:lnTo>
                  <a:lnTo>
                    <a:pt x="104" y="32"/>
                  </a:lnTo>
                  <a:lnTo>
                    <a:pt x="80" y="16"/>
                  </a:lnTo>
                  <a:lnTo>
                    <a:pt x="80" y="8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6" name="Freeform 27"/>
            <p:cNvSpPr>
              <a:spLocks noChangeArrowheads="1"/>
            </p:cNvSpPr>
            <p:nvPr/>
          </p:nvSpPr>
          <p:spPr bwMode="auto">
            <a:xfrm>
              <a:off x="3367059" y="2327452"/>
              <a:ext cx="634739" cy="614595"/>
            </a:xfrm>
            <a:custGeom>
              <a:avLst/>
              <a:gdLst>
                <a:gd name="T0" fmla="*/ 500 w 377"/>
                <a:gd name="T1" fmla="*/ 13 h 361"/>
                <a:gd name="T2" fmla="*/ 621 w 377"/>
                <a:gd name="T3" fmla="*/ 0 h 361"/>
                <a:gd name="T4" fmla="*/ 661 w 377"/>
                <a:gd name="T5" fmla="*/ 27 h 361"/>
                <a:gd name="T6" fmla="*/ 761 w 377"/>
                <a:gd name="T7" fmla="*/ 40 h 361"/>
                <a:gd name="T8" fmla="*/ 803 w 377"/>
                <a:gd name="T9" fmla="*/ 27 h 361"/>
                <a:gd name="T10" fmla="*/ 842 w 377"/>
                <a:gd name="T11" fmla="*/ 27 h 361"/>
                <a:gd name="T12" fmla="*/ 701 w 377"/>
                <a:gd name="T13" fmla="*/ 105 h 361"/>
                <a:gd name="T14" fmla="*/ 681 w 377"/>
                <a:gd name="T15" fmla="*/ 144 h 361"/>
                <a:gd name="T16" fmla="*/ 701 w 377"/>
                <a:gd name="T17" fmla="*/ 158 h 361"/>
                <a:gd name="T18" fmla="*/ 722 w 377"/>
                <a:gd name="T19" fmla="*/ 158 h 361"/>
                <a:gd name="T20" fmla="*/ 803 w 377"/>
                <a:gd name="T21" fmla="*/ 210 h 361"/>
                <a:gd name="T22" fmla="*/ 881 w 377"/>
                <a:gd name="T23" fmla="*/ 210 h 361"/>
                <a:gd name="T24" fmla="*/ 881 w 377"/>
                <a:gd name="T25" fmla="*/ 239 h 361"/>
                <a:gd name="T26" fmla="*/ 941 w 377"/>
                <a:gd name="T27" fmla="*/ 252 h 361"/>
                <a:gd name="T28" fmla="*/ 941 w 377"/>
                <a:gd name="T29" fmla="*/ 279 h 361"/>
                <a:gd name="T30" fmla="*/ 881 w 377"/>
                <a:gd name="T31" fmla="*/ 316 h 361"/>
                <a:gd name="T32" fmla="*/ 881 w 377"/>
                <a:gd name="T33" fmla="*/ 292 h 361"/>
                <a:gd name="T34" fmla="*/ 821 w 377"/>
                <a:gd name="T35" fmla="*/ 265 h 361"/>
                <a:gd name="T36" fmla="*/ 782 w 377"/>
                <a:gd name="T37" fmla="*/ 265 h 361"/>
                <a:gd name="T38" fmla="*/ 782 w 377"/>
                <a:gd name="T39" fmla="*/ 344 h 361"/>
                <a:gd name="T40" fmla="*/ 761 w 377"/>
                <a:gd name="T41" fmla="*/ 396 h 361"/>
                <a:gd name="T42" fmla="*/ 701 w 377"/>
                <a:gd name="T43" fmla="*/ 396 h 361"/>
                <a:gd name="T44" fmla="*/ 681 w 377"/>
                <a:gd name="T45" fmla="*/ 409 h 361"/>
                <a:gd name="T46" fmla="*/ 722 w 377"/>
                <a:gd name="T47" fmla="*/ 422 h 361"/>
                <a:gd name="T48" fmla="*/ 743 w 377"/>
                <a:gd name="T49" fmla="*/ 450 h 361"/>
                <a:gd name="T50" fmla="*/ 803 w 377"/>
                <a:gd name="T51" fmla="*/ 474 h 361"/>
                <a:gd name="T52" fmla="*/ 860 w 377"/>
                <a:gd name="T53" fmla="*/ 462 h 361"/>
                <a:gd name="T54" fmla="*/ 881 w 377"/>
                <a:gd name="T55" fmla="*/ 554 h 361"/>
                <a:gd name="T56" fmla="*/ 761 w 377"/>
                <a:gd name="T57" fmla="*/ 594 h 361"/>
                <a:gd name="T58" fmla="*/ 743 w 377"/>
                <a:gd name="T59" fmla="*/ 580 h 361"/>
                <a:gd name="T60" fmla="*/ 722 w 377"/>
                <a:gd name="T61" fmla="*/ 594 h 361"/>
                <a:gd name="T62" fmla="*/ 643 w 377"/>
                <a:gd name="T63" fmla="*/ 594 h 361"/>
                <a:gd name="T64" fmla="*/ 601 w 377"/>
                <a:gd name="T65" fmla="*/ 567 h 361"/>
                <a:gd name="T66" fmla="*/ 582 w 377"/>
                <a:gd name="T67" fmla="*/ 594 h 361"/>
                <a:gd name="T68" fmla="*/ 542 w 377"/>
                <a:gd name="T69" fmla="*/ 567 h 361"/>
                <a:gd name="T70" fmla="*/ 542 w 377"/>
                <a:gd name="T71" fmla="*/ 527 h 361"/>
                <a:gd name="T72" fmla="*/ 482 w 377"/>
                <a:gd name="T73" fmla="*/ 501 h 361"/>
                <a:gd name="T74" fmla="*/ 440 w 377"/>
                <a:gd name="T75" fmla="*/ 514 h 361"/>
                <a:gd name="T76" fmla="*/ 401 w 377"/>
                <a:gd name="T77" fmla="*/ 501 h 361"/>
                <a:gd name="T78" fmla="*/ 221 w 377"/>
                <a:gd name="T79" fmla="*/ 487 h 361"/>
                <a:gd name="T80" fmla="*/ 121 w 377"/>
                <a:gd name="T81" fmla="*/ 382 h 361"/>
                <a:gd name="T82" fmla="*/ 41 w 377"/>
                <a:gd name="T83" fmla="*/ 303 h 361"/>
                <a:gd name="T84" fmla="*/ 0 w 377"/>
                <a:gd name="T85" fmla="*/ 210 h 361"/>
                <a:gd name="T86" fmla="*/ 79 w 377"/>
                <a:gd name="T87" fmla="*/ 210 h 361"/>
                <a:gd name="T88" fmla="*/ 281 w 377"/>
                <a:gd name="T89" fmla="*/ 130 h 361"/>
                <a:gd name="T90" fmla="*/ 341 w 377"/>
                <a:gd name="T91" fmla="*/ 130 h 361"/>
                <a:gd name="T92" fmla="*/ 422 w 377"/>
                <a:gd name="T93" fmla="*/ 130 h 361"/>
                <a:gd name="T94" fmla="*/ 482 w 377"/>
                <a:gd name="T95" fmla="*/ 80 h 361"/>
                <a:gd name="T96" fmla="*/ 500 w 377"/>
                <a:gd name="T97" fmla="*/ 13 h 36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77"/>
                <a:gd name="T148" fmla="*/ 0 h 361"/>
                <a:gd name="T149" fmla="*/ 377 w 377"/>
                <a:gd name="T150" fmla="*/ 361 h 36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77" h="361">
                  <a:moveTo>
                    <a:pt x="200" y="8"/>
                  </a:moveTo>
                  <a:lnTo>
                    <a:pt x="248" y="0"/>
                  </a:lnTo>
                  <a:lnTo>
                    <a:pt x="264" y="16"/>
                  </a:lnTo>
                  <a:lnTo>
                    <a:pt x="304" y="24"/>
                  </a:lnTo>
                  <a:lnTo>
                    <a:pt x="320" y="16"/>
                  </a:lnTo>
                  <a:lnTo>
                    <a:pt x="336" y="16"/>
                  </a:lnTo>
                  <a:lnTo>
                    <a:pt x="280" y="64"/>
                  </a:lnTo>
                  <a:lnTo>
                    <a:pt x="272" y="88"/>
                  </a:lnTo>
                  <a:lnTo>
                    <a:pt x="280" y="96"/>
                  </a:lnTo>
                  <a:lnTo>
                    <a:pt x="288" y="96"/>
                  </a:lnTo>
                  <a:lnTo>
                    <a:pt x="320" y="128"/>
                  </a:lnTo>
                  <a:lnTo>
                    <a:pt x="352" y="128"/>
                  </a:lnTo>
                  <a:lnTo>
                    <a:pt x="352" y="144"/>
                  </a:lnTo>
                  <a:lnTo>
                    <a:pt x="376" y="152"/>
                  </a:lnTo>
                  <a:lnTo>
                    <a:pt x="376" y="168"/>
                  </a:lnTo>
                  <a:lnTo>
                    <a:pt x="352" y="192"/>
                  </a:lnTo>
                  <a:lnTo>
                    <a:pt x="352" y="176"/>
                  </a:lnTo>
                  <a:lnTo>
                    <a:pt x="328" y="160"/>
                  </a:lnTo>
                  <a:lnTo>
                    <a:pt x="312" y="160"/>
                  </a:lnTo>
                  <a:lnTo>
                    <a:pt x="312" y="208"/>
                  </a:lnTo>
                  <a:lnTo>
                    <a:pt x="304" y="240"/>
                  </a:lnTo>
                  <a:lnTo>
                    <a:pt x="280" y="240"/>
                  </a:lnTo>
                  <a:lnTo>
                    <a:pt x="272" y="248"/>
                  </a:lnTo>
                  <a:lnTo>
                    <a:pt x="288" y="256"/>
                  </a:lnTo>
                  <a:lnTo>
                    <a:pt x="296" y="272"/>
                  </a:lnTo>
                  <a:lnTo>
                    <a:pt x="320" y="288"/>
                  </a:lnTo>
                  <a:lnTo>
                    <a:pt x="344" y="280"/>
                  </a:lnTo>
                  <a:lnTo>
                    <a:pt x="352" y="336"/>
                  </a:lnTo>
                  <a:lnTo>
                    <a:pt x="304" y="360"/>
                  </a:lnTo>
                  <a:lnTo>
                    <a:pt x="296" y="352"/>
                  </a:lnTo>
                  <a:lnTo>
                    <a:pt x="288" y="360"/>
                  </a:lnTo>
                  <a:lnTo>
                    <a:pt x="256" y="360"/>
                  </a:lnTo>
                  <a:lnTo>
                    <a:pt x="240" y="344"/>
                  </a:lnTo>
                  <a:lnTo>
                    <a:pt x="232" y="360"/>
                  </a:lnTo>
                  <a:lnTo>
                    <a:pt x="216" y="344"/>
                  </a:lnTo>
                  <a:lnTo>
                    <a:pt x="216" y="320"/>
                  </a:lnTo>
                  <a:lnTo>
                    <a:pt x="192" y="304"/>
                  </a:lnTo>
                  <a:lnTo>
                    <a:pt x="176" y="312"/>
                  </a:lnTo>
                  <a:lnTo>
                    <a:pt x="160" y="304"/>
                  </a:lnTo>
                  <a:lnTo>
                    <a:pt x="88" y="296"/>
                  </a:lnTo>
                  <a:lnTo>
                    <a:pt x="48" y="232"/>
                  </a:lnTo>
                  <a:lnTo>
                    <a:pt x="16" y="184"/>
                  </a:lnTo>
                  <a:lnTo>
                    <a:pt x="0" y="128"/>
                  </a:lnTo>
                  <a:lnTo>
                    <a:pt x="32" y="128"/>
                  </a:lnTo>
                  <a:lnTo>
                    <a:pt x="112" y="80"/>
                  </a:lnTo>
                  <a:lnTo>
                    <a:pt x="136" y="80"/>
                  </a:lnTo>
                  <a:lnTo>
                    <a:pt x="168" y="80"/>
                  </a:lnTo>
                  <a:lnTo>
                    <a:pt x="192" y="48"/>
                  </a:lnTo>
                  <a:lnTo>
                    <a:pt x="200" y="8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7" name="Freeform 28"/>
            <p:cNvSpPr>
              <a:spLocks noChangeArrowheads="1"/>
            </p:cNvSpPr>
            <p:nvPr/>
          </p:nvSpPr>
          <p:spPr bwMode="auto">
            <a:xfrm>
              <a:off x="3354448" y="1768309"/>
              <a:ext cx="418956" cy="780952"/>
            </a:xfrm>
            <a:custGeom>
              <a:avLst/>
              <a:gdLst>
                <a:gd name="T0" fmla="*/ 519 w 249"/>
                <a:gd name="T1" fmla="*/ 565 h 457"/>
                <a:gd name="T2" fmla="*/ 498 w 249"/>
                <a:gd name="T3" fmla="*/ 632 h 457"/>
                <a:gd name="T4" fmla="*/ 438 w 249"/>
                <a:gd name="T5" fmla="*/ 687 h 457"/>
                <a:gd name="T6" fmla="*/ 339 w 249"/>
                <a:gd name="T7" fmla="*/ 673 h 457"/>
                <a:gd name="T8" fmla="*/ 199 w 249"/>
                <a:gd name="T9" fmla="*/ 724 h 457"/>
                <a:gd name="T10" fmla="*/ 101 w 249"/>
                <a:gd name="T11" fmla="*/ 765 h 457"/>
                <a:gd name="T12" fmla="*/ 20 w 249"/>
                <a:gd name="T13" fmla="*/ 765 h 457"/>
                <a:gd name="T14" fmla="*/ 0 w 249"/>
                <a:gd name="T15" fmla="*/ 752 h 457"/>
                <a:gd name="T16" fmla="*/ 41 w 249"/>
                <a:gd name="T17" fmla="*/ 646 h 457"/>
                <a:gd name="T18" fmla="*/ 60 w 249"/>
                <a:gd name="T19" fmla="*/ 619 h 457"/>
                <a:gd name="T20" fmla="*/ 20 w 249"/>
                <a:gd name="T21" fmla="*/ 551 h 457"/>
                <a:gd name="T22" fmla="*/ 41 w 249"/>
                <a:gd name="T23" fmla="*/ 444 h 457"/>
                <a:gd name="T24" fmla="*/ 60 w 249"/>
                <a:gd name="T25" fmla="*/ 376 h 457"/>
                <a:gd name="T26" fmla="*/ 79 w 249"/>
                <a:gd name="T27" fmla="*/ 349 h 457"/>
                <a:gd name="T28" fmla="*/ 41 w 249"/>
                <a:gd name="T29" fmla="*/ 323 h 457"/>
                <a:gd name="T30" fmla="*/ 79 w 249"/>
                <a:gd name="T31" fmla="*/ 270 h 457"/>
                <a:gd name="T32" fmla="*/ 138 w 249"/>
                <a:gd name="T33" fmla="*/ 189 h 457"/>
                <a:gd name="T34" fmla="*/ 138 w 249"/>
                <a:gd name="T35" fmla="*/ 135 h 457"/>
                <a:gd name="T36" fmla="*/ 179 w 249"/>
                <a:gd name="T37" fmla="*/ 135 h 457"/>
                <a:gd name="T38" fmla="*/ 300 w 249"/>
                <a:gd name="T39" fmla="*/ 41 h 457"/>
                <a:gd name="T40" fmla="*/ 360 w 249"/>
                <a:gd name="T41" fmla="*/ 27 h 457"/>
                <a:gd name="T42" fmla="*/ 421 w 249"/>
                <a:gd name="T43" fmla="*/ 0 h 457"/>
                <a:gd name="T44" fmla="*/ 438 w 249"/>
                <a:gd name="T45" fmla="*/ 13 h 457"/>
                <a:gd name="T46" fmla="*/ 538 w 249"/>
                <a:gd name="T47" fmla="*/ 0 h 457"/>
                <a:gd name="T48" fmla="*/ 598 w 249"/>
                <a:gd name="T49" fmla="*/ 41 h 457"/>
                <a:gd name="T50" fmla="*/ 538 w 249"/>
                <a:gd name="T51" fmla="*/ 54 h 457"/>
                <a:gd name="T52" fmla="*/ 519 w 249"/>
                <a:gd name="T53" fmla="*/ 80 h 457"/>
                <a:gd name="T54" fmla="*/ 598 w 249"/>
                <a:gd name="T55" fmla="*/ 80 h 457"/>
                <a:gd name="T56" fmla="*/ 620 w 249"/>
                <a:gd name="T57" fmla="*/ 149 h 457"/>
                <a:gd name="T58" fmla="*/ 580 w 249"/>
                <a:gd name="T59" fmla="*/ 202 h 457"/>
                <a:gd name="T60" fmla="*/ 538 w 249"/>
                <a:gd name="T61" fmla="*/ 175 h 457"/>
                <a:gd name="T62" fmla="*/ 480 w 249"/>
                <a:gd name="T63" fmla="*/ 202 h 457"/>
                <a:gd name="T64" fmla="*/ 498 w 249"/>
                <a:gd name="T65" fmla="*/ 229 h 457"/>
                <a:gd name="T66" fmla="*/ 459 w 249"/>
                <a:gd name="T67" fmla="*/ 270 h 457"/>
                <a:gd name="T68" fmla="*/ 560 w 249"/>
                <a:gd name="T69" fmla="*/ 363 h 457"/>
                <a:gd name="T70" fmla="*/ 480 w 249"/>
                <a:gd name="T71" fmla="*/ 510 h 457"/>
                <a:gd name="T72" fmla="*/ 519 w 249"/>
                <a:gd name="T73" fmla="*/ 565 h 45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9"/>
                <a:gd name="T112" fmla="*/ 0 h 457"/>
                <a:gd name="T113" fmla="*/ 249 w 249"/>
                <a:gd name="T114" fmla="*/ 457 h 45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9" h="457">
                  <a:moveTo>
                    <a:pt x="208" y="336"/>
                  </a:moveTo>
                  <a:lnTo>
                    <a:pt x="200" y="376"/>
                  </a:lnTo>
                  <a:lnTo>
                    <a:pt x="176" y="408"/>
                  </a:lnTo>
                  <a:lnTo>
                    <a:pt x="136" y="400"/>
                  </a:lnTo>
                  <a:lnTo>
                    <a:pt x="80" y="432"/>
                  </a:lnTo>
                  <a:lnTo>
                    <a:pt x="40" y="456"/>
                  </a:lnTo>
                  <a:lnTo>
                    <a:pt x="8" y="456"/>
                  </a:lnTo>
                  <a:lnTo>
                    <a:pt x="0" y="448"/>
                  </a:lnTo>
                  <a:lnTo>
                    <a:pt x="16" y="384"/>
                  </a:lnTo>
                  <a:lnTo>
                    <a:pt x="24" y="368"/>
                  </a:lnTo>
                  <a:lnTo>
                    <a:pt x="8" y="328"/>
                  </a:lnTo>
                  <a:lnTo>
                    <a:pt x="16" y="264"/>
                  </a:lnTo>
                  <a:lnTo>
                    <a:pt x="24" y="224"/>
                  </a:lnTo>
                  <a:lnTo>
                    <a:pt x="32" y="208"/>
                  </a:lnTo>
                  <a:lnTo>
                    <a:pt x="16" y="192"/>
                  </a:lnTo>
                  <a:lnTo>
                    <a:pt x="32" y="16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72" y="80"/>
                  </a:lnTo>
                  <a:lnTo>
                    <a:pt x="120" y="24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176" y="8"/>
                  </a:lnTo>
                  <a:lnTo>
                    <a:pt x="216" y="0"/>
                  </a:lnTo>
                  <a:lnTo>
                    <a:pt x="240" y="24"/>
                  </a:lnTo>
                  <a:lnTo>
                    <a:pt x="216" y="32"/>
                  </a:lnTo>
                  <a:lnTo>
                    <a:pt x="208" y="48"/>
                  </a:lnTo>
                  <a:lnTo>
                    <a:pt x="240" y="48"/>
                  </a:lnTo>
                  <a:lnTo>
                    <a:pt x="248" y="88"/>
                  </a:lnTo>
                  <a:lnTo>
                    <a:pt x="232" y="120"/>
                  </a:lnTo>
                  <a:lnTo>
                    <a:pt x="216" y="104"/>
                  </a:lnTo>
                  <a:lnTo>
                    <a:pt x="192" y="120"/>
                  </a:lnTo>
                  <a:lnTo>
                    <a:pt x="200" y="136"/>
                  </a:lnTo>
                  <a:lnTo>
                    <a:pt x="184" y="160"/>
                  </a:lnTo>
                  <a:lnTo>
                    <a:pt x="224" y="216"/>
                  </a:lnTo>
                  <a:lnTo>
                    <a:pt x="192" y="304"/>
                  </a:lnTo>
                  <a:lnTo>
                    <a:pt x="208" y="336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8" name="Freeform 29"/>
            <p:cNvSpPr>
              <a:spLocks noChangeArrowheads="1"/>
            </p:cNvSpPr>
            <p:nvPr/>
          </p:nvSpPr>
          <p:spPr bwMode="auto">
            <a:xfrm>
              <a:off x="2908870" y="1903859"/>
              <a:ext cx="540859" cy="1038189"/>
            </a:xfrm>
            <a:custGeom>
              <a:avLst/>
              <a:gdLst>
                <a:gd name="T0" fmla="*/ 806 w 321"/>
                <a:gd name="T1" fmla="*/ 797 h 609"/>
                <a:gd name="T2" fmla="*/ 744 w 321"/>
                <a:gd name="T3" fmla="*/ 825 h 609"/>
                <a:gd name="T4" fmla="*/ 705 w 321"/>
                <a:gd name="T5" fmla="*/ 811 h 609"/>
                <a:gd name="T6" fmla="*/ 562 w 321"/>
                <a:gd name="T7" fmla="*/ 811 h 609"/>
                <a:gd name="T8" fmla="*/ 605 w 321"/>
                <a:gd name="T9" fmla="*/ 863 h 609"/>
                <a:gd name="T10" fmla="*/ 562 w 321"/>
                <a:gd name="T11" fmla="*/ 930 h 609"/>
                <a:gd name="T12" fmla="*/ 583 w 321"/>
                <a:gd name="T13" fmla="*/ 1010 h 609"/>
                <a:gd name="T14" fmla="*/ 503 w 321"/>
                <a:gd name="T15" fmla="*/ 996 h 609"/>
                <a:gd name="T16" fmla="*/ 384 w 321"/>
                <a:gd name="T17" fmla="*/ 943 h 609"/>
                <a:gd name="T18" fmla="*/ 240 w 321"/>
                <a:gd name="T19" fmla="*/ 916 h 609"/>
                <a:gd name="T20" fmla="*/ 141 w 321"/>
                <a:gd name="T21" fmla="*/ 863 h 609"/>
                <a:gd name="T22" fmla="*/ 41 w 321"/>
                <a:gd name="T23" fmla="*/ 863 h 609"/>
                <a:gd name="T24" fmla="*/ 41 w 321"/>
                <a:gd name="T25" fmla="*/ 851 h 609"/>
                <a:gd name="T26" fmla="*/ 0 w 321"/>
                <a:gd name="T27" fmla="*/ 838 h 609"/>
                <a:gd name="T28" fmla="*/ 20 w 321"/>
                <a:gd name="T29" fmla="*/ 825 h 609"/>
                <a:gd name="T30" fmla="*/ 20 w 321"/>
                <a:gd name="T31" fmla="*/ 784 h 609"/>
                <a:gd name="T32" fmla="*/ 0 w 321"/>
                <a:gd name="T33" fmla="*/ 771 h 609"/>
                <a:gd name="T34" fmla="*/ 41 w 321"/>
                <a:gd name="T35" fmla="*/ 758 h 609"/>
                <a:gd name="T36" fmla="*/ 121 w 321"/>
                <a:gd name="T37" fmla="*/ 758 h 609"/>
                <a:gd name="T38" fmla="*/ 121 w 321"/>
                <a:gd name="T39" fmla="*/ 572 h 609"/>
                <a:gd name="T40" fmla="*/ 221 w 321"/>
                <a:gd name="T41" fmla="*/ 572 h 609"/>
                <a:gd name="T42" fmla="*/ 221 w 321"/>
                <a:gd name="T43" fmla="*/ 597 h 609"/>
                <a:gd name="T44" fmla="*/ 281 w 321"/>
                <a:gd name="T45" fmla="*/ 597 h 609"/>
                <a:gd name="T46" fmla="*/ 281 w 321"/>
                <a:gd name="T47" fmla="*/ 545 h 609"/>
                <a:gd name="T48" fmla="*/ 402 w 321"/>
                <a:gd name="T49" fmla="*/ 545 h 609"/>
                <a:gd name="T50" fmla="*/ 422 w 321"/>
                <a:gd name="T51" fmla="*/ 466 h 609"/>
                <a:gd name="T52" fmla="*/ 422 w 321"/>
                <a:gd name="T53" fmla="*/ 411 h 609"/>
                <a:gd name="T54" fmla="*/ 362 w 321"/>
                <a:gd name="T55" fmla="*/ 385 h 609"/>
                <a:gd name="T56" fmla="*/ 281 w 321"/>
                <a:gd name="T57" fmla="*/ 345 h 609"/>
                <a:gd name="T58" fmla="*/ 240 w 321"/>
                <a:gd name="T59" fmla="*/ 307 h 609"/>
                <a:gd name="T60" fmla="*/ 260 w 321"/>
                <a:gd name="T61" fmla="*/ 239 h 609"/>
                <a:gd name="T62" fmla="*/ 301 w 321"/>
                <a:gd name="T63" fmla="*/ 214 h 609"/>
                <a:gd name="T64" fmla="*/ 362 w 321"/>
                <a:gd name="T65" fmla="*/ 239 h 609"/>
                <a:gd name="T66" fmla="*/ 444 w 321"/>
                <a:gd name="T67" fmla="*/ 239 h 609"/>
                <a:gd name="T68" fmla="*/ 463 w 321"/>
                <a:gd name="T69" fmla="*/ 199 h 609"/>
                <a:gd name="T70" fmla="*/ 503 w 321"/>
                <a:gd name="T71" fmla="*/ 199 h 609"/>
                <a:gd name="T72" fmla="*/ 483 w 321"/>
                <a:gd name="T73" fmla="*/ 145 h 609"/>
                <a:gd name="T74" fmla="*/ 622 w 321"/>
                <a:gd name="T75" fmla="*/ 53 h 609"/>
                <a:gd name="T76" fmla="*/ 622 w 321"/>
                <a:gd name="T77" fmla="*/ 27 h 609"/>
                <a:gd name="T78" fmla="*/ 705 w 321"/>
                <a:gd name="T79" fmla="*/ 27 h 609"/>
                <a:gd name="T80" fmla="*/ 723 w 321"/>
                <a:gd name="T81" fmla="*/ 41 h 609"/>
                <a:gd name="T82" fmla="*/ 744 w 321"/>
                <a:gd name="T83" fmla="*/ 13 h 609"/>
                <a:gd name="T84" fmla="*/ 765 w 321"/>
                <a:gd name="T85" fmla="*/ 0 h 609"/>
                <a:gd name="T86" fmla="*/ 806 w 321"/>
                <a:gd name="T87" fmla="*/ 41 h 609"/>
                <a:gd name="T88" fmla="*/ 806 w 321"/>
                <a:gd name="T89" fmla="*/ 53 h 609"/>
                <a:gd name="T90" fmla="*/ 705 w 321"/>
                <a:gd name="T91" fmla="*/ 186 h 609"/>
                <a:gd name="T92" fmla="*/ 744 w 321"/>
                <a:gd name="T93" fmla="*/ 214 h 609"/>
                <a:gd name="T94" fmla="*/ 705 w 321"/>
                <a:gd name="T95" fmla="*/ 307 h 609"/>
                <a:gd name="T96" fmla="*/ 684 w 321"/>
                <a:gd name="T97" fmla="*/ 411 h 609"/>
                <a:gd name="T98" fmla="*/ 723 w 321"/>
                <a:gd name="T99" fmla="*/ 479 h 609"/>
                <a:gd name="T100" fmla="*/ 663 w 321"/>
                <a:gd name="T101" fmla="*/ 597 h 609"/>
                <a:gd name="T102" fmla="*/ 684 w 321"/>
                <a:gd name="T103" fmla="*/ 623 h 609"/>
                <a:gd name="T104" fmla="*/ 723 w 321"/>
                <a:gd name="T105" fmla="*/ 716 h 609"/>
                <a:gd name="T106" fmla="*/ 806 w 321"/>
                <a:gd name="T107" fmla="*/ 797 h 60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321"/>
                <a:gd name="T163" fmla="*/ 0 h 609"/>
                <a:gd name="T164" fmla="*/ 321 w 321"/>
                <a:gd name="T165" fmla="*/ 609 h 609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321" h="609">
                  <a:moveTo>
                    <a:pt x="320" y="480"/>
                  </a:moveTo>
                  <a:lnTo>
                    <a:pt x="296" y="496"/>
                  </a:lnTo>
                  <a:lnTo>
                    <a:pt x="280" y="488"/>
                  </a:lnTo>
                  <a:lnTo>
                    <a:pt x="224" y="488"/>
                  </a:lnTo>
                  <a:lnTo>
                    <a:pt x="240" y="520"/>
                  </a:lnTo>
                  <a:lnTo>
                    <a:pt x="224" y="560"/>
                  </a:lnTo>
                  <a:lnTo>
                    <a:pt x="232" y="608"/>
                  </a:lnTo>
                  <a:lnTo>
                    <a:pt x="200" y="600"/>
                  </a:lnTo>
                  <a:lnTo>
                    <a:pt x="152" y="568"/>
                  </a:lnTo>
                  <a:lnTo>
                    <a:pt x="96" y="552"/>
                  </a:lnTo>
                  <a:lnTo>
                    <a:pt x="56" y="520"/>
                  </a:lnTo>
                  <a:lnTo>
                    <a:pt x="16" y="520"/>
                  </a:lnTo>
                  <a:lnTo>
                    <a:pt x="16" y="512"/>
                  </a:lnTo>
                  <a:lnTo>
                    <a:pt x="0" y="504"/>
                  </a:lnTo>
                  <a:lnTo>
                    <a:pt x="8" y="496"/>
                  </a:lnTo>
                  <a:lnTo>
                    <a:pt x="8" y="472"/>
                  </a:lnTo>
                  <a:lnTo>
                    <a:pt x="0" y="464"/>
                  </a:lnTo>
                  <a:lnTo>
                    <a:pt x="16" y="456"/>
                  </a:lnTo>
                  <a:lnTo>
                    <a:pt x="48" y="456"/>
                  </a:lnTo>
                  <a:lnTo>
                    <a:pt x="48" y="344"/>
                  </a:lnTo>
                  <a:lnTo>
                    <a:pt x="88" y="344"/>
                  </a:lnTo>
                  <a:lnTo>
                    <a:pt x="88" y="360"/>
                  </a:lnTo>
                  <a:lnTo>
                    <a:pt x="112" y="360"/>
                  </a:lnTo>
                  <a:lnTo>
                    <a:pt x="112" y="328"/>
                  </a:lnTo>
                  <a:lnTo>
                    <a:pt x="160" y="328"/>
                  </a:lnTo>
                  <a:lnTo>
                    <a:pt x="168" y="280"/>
                  </a:lnTo>
                  <a:lnTo>
                    <a:pt x="168" y="248"/>
                  </a:lnTo>
                  <a:lnTo>
                    <a:pt x="144" y="232"/>
                  </a:lnTo>
                  <a:lnTo>
                    <a:pt x="112" y="208"/>
                  </a:lnTo>
                  <a:lnTo>
                    <a:pt x="96" y="184"/>
                  </a:lnTo>
                  <a:lnTo>
                    <a:pt x="104" y="144"/>
                  </a:lnTo>
                  <a:lnTo>
                    <a:pt x="120" y="128"/>
                  </a:lnTo>
                  <a:lnTo>
                    <a:pt x="144" y="144"/>
                  </a:lnTo>
                  <a:lnTo>
                    <a:pt x="176" y="144"/>
                  </a:lnTo>
                  <a:lnTo>
                    <a:pt x="184" y="120"/>
                  </a:lnTo>
                  <a:lnTo>
                    <a:pt x="200" y="120"/>
                  </a:lnTo>
                  <a:lnTo>
                    <a:pt x="192" y="88"/>
                  </a:lnTo>
                  <a:lnTo>
                    <a:pt x="248" y="32"/>
                  </a:lnTo>
                  <a:lnTo>
                    <a:pt x="248" y="16"/>
                  </a:lnTo>
                  <a:lnTo>
                    <a:pt x="280" y="16"/>
                  </a:lnTo>
                  <a:lnTo>
                    <a:pt x="288" y="24"/>
                  </a:lnTo>
                  <a:lnTo>
                    <a:pt x="296" y="8"/>
                  </a:lnTo>
                  <a:lnTo>
                    <a:pt x="304" y="0"/>
                  </a:lnTo>
                  <a:lnTo>
                    <a:pt x="320" y="24"/>
                  </a:lnTo>
                  <a:lnTo>
                    <a:pt x="320" y="32"/>
                  </a:lnTo>
                  <a:lnTo>
                    <a:pt x="280" y="112"/>
                  </a:lnTo>
                  <a:lnTo>
                    <a:pt x="296" y="128"/>
                  </a:lnTo>
                  <a:lnTo>
                    <a:pt x="280" y="184"/>
                  </a:lnTo>
                  <a:lnTo>
                    <a:pt x="272" y="248"/>
                  </a:lnTo>
                  <a:lnTo>
                    <a:pt x="288" y="288"/>
                  </a:lnTo>
                  <a:lnTo>
                    <a:pt x="264" y="360"/>
                  </a:lnTo>
                  <a:lnTo>
                    <a:pt x="272" y="376"/>
                  </a:lnTo>
                  <a:lnTo>
                    <a:pt x="288" y="432"/>
                  </a:lnTo>
                  <a:lnTo>
                    <a:pt x="320" y="480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49" name="Freeform 30"/>
            <p:cNvSpPr>
              <a:spLocks noChangeArrowheads="1"/>
            </p:cNvSpPr>
            <p:nvPr/>
          </p:nvSpPr>
          <p:spPr bwMode="auto">
            <a:xfrm>
              <a:off x="2807984" y="1917722"/>
              <a:ext cx="295651" cy="534498"/>
            </a:xfrm>
            <a:custGeom>
              <a:avLst/>
              <a:gdLst>
                <a:gd name="T0" fmla="*/ 423 w 177"/>
                <a:gd name="T1" fmla="*/ 201 h 313"/>
                <a:gd name="T2" fmla="*/ 386 w 177"/>
                <a:gd name="T3" fmla="*/ 173 h 313"/>
                <a:gd name="T4" fmla="*/ 288 w 177"/>
                <a:gd name="T5" fmla="*/ 149 h 313"/>
                <a:gd name="T6" fmla="*/ 327 w 177"/>
                <a:gd name="T7" fmla="*/ 53 h 313"/>
                <a:gd name="T8" fmla="*/ 309 w 177"/>
                <a:gd name="T9" fmla="*/ 0 h 313"/>
                <a:gd name="T10" fmla="*/ 175 w 177"/>
                <a:gd name="T11" fmla="*/ 93 h 313"/>
                <a:gd name="T12" fmla="*/ 154 w 177"/>
                <a:gd name="T13" fmla="*/ 187 h 313"/>
                <a:gd name="T14" fmla="*/ 97 w 177"/>
                <a:gd name="T15" fmla="*/ 201 h 313"/>
                <a:gd name="T16" fmla="*/ 20 w 177"/>
                <a:gd name="T17" fmla="*/ 241 h 313"/>
                <a:gd name="T18" fmla="*/ 0 w 177"/>
                <a:gd name="T19" fmla="*/ 280 h 313"/>
                <a:gd name="T20" fmla="*/ 97 w 177"/>
                <a:gd name="T21" fmla="*/ 322 h 313"/>
                <a:gd name="T22" fmla="*/ 97 w 177"/>
                <a:gd name="T23" fmla="*/ 375 h 313"/>
                <a:gd name="T24" fmla="*/ 116 w 177"/>
                <a:gd name="T25" fmla="*/ 402 h 313"/>
                <a:gd name="T26" fmla="*/ 97 w 177"/>
                <a:gd name="T27" fmla="*/ 442 h 313"/>
                <a:gd name="T28" fmla="*/ 116 w 177"/>
                <a:gd name="T29" fmla="*/ 468 h 313"/>
                <a:gd name="T30" fmla="*/ 230 w 177"/>
                <a:gd name="T31" fmla="*/ 523 h 313"/>
                <a:gd name="T32" fmla="*/ 272 w 177"/>
                <a:gd name="T33" fmla="*/ 523 h 313"/>
                <a:gd name="T34" fmla="*/ 272 w 177"/>
                <a:gd name="T35" fmla="*/ 497 h 313"/>
                <a:gd name="T36" fmla="*/ 309 w 177"/>
                <a:gd name="T37" fmla="*/ 456 h 313"/>
                <a:gd name="T38" fmla="*/ 288 w 177"/>
                <a:gd name="T39" fmla="*/ 402 h 313"/>
                <a:gd name="T40" fmla="*/ 272 w 177"/>
                <a:gd name="T41" fmla="*/ 402 h 313"/>
                <a:gd name="T42" fmla="*/ 250 w 177"/>
                <a:gd name="T43" fmla="*/ 349 h 313"/>
                <a:gd name="T44" fmla="*/ 288 w 177"/>
                <a:gd name="T45" fmla="*/ 349 h 313"/>
                <a:gd name="T46" fmla="*/ 288 w 177"/>
                <a:gd name="T47" fmla="*/ 294 h 313"/>
                <a:gd name="T48" fmla="*/ 327 w 177"/>
                <a:gd name="T49" fmla="*/ 294 h 313"/>
                <a:gd name="T50" fmla="*/ 365 w 177"/>
                <a:gd name="T51" fmla="*/ 308 h 313"/>
                <a:gd name="T52" fmla="*/ 386 w 177"/>
                <a:gd name="T53" fmla="*/ 227 h 313"/>
                <a:gd name="T54" fmla="*/ 423 w 177"/>
                <a:gd name="T55" fmla="*/ 201 h 3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77"/>
                <a:gd name="T85" fmla="*/ 0 h 313"/>
                <a:gd name="T86" fmla="*/ 177 w 177"/>
                <a:gd name="T87" fmla="*/ 313 h 31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77" h="313">
                  <a:moveTo>
                    <a:pt x="176" y="120"/>
                  </a:moveTo>
                  <a:lnTo>
                    <a:pt x="160" y="104"/>
                  </a:lnTo>
                  <a:lnTo>
                    <a:pt x="120" y="88"/>
                  </a:lnTo>
                  <a:lnTo>
                    <a:pt x="136" y="32"/>
                  </a:lnTo>
                  <a:lnTo>
                    <a:pt x="128" y="0"/>
                  </a:lnTo>
                  <a:lnTo>
                    <a:pt x="72" y="56"/>
                  </a:lnTo>
                  <a:lnTo>
                    <a:pt x="64" y="112"/>
                  </a:lnTo>
                  <a:lnTo>
                    <a:pt x="40" y="120"/>
                  </a:lnTo>
                  <a:lnTo>
                    <a:pt x="8" y="144"/>
                  </a:lnTo>
                  <a:lnTo>
                    <a:pt x="0" y="168"/>
                  </a:lnTo>
                  <a:lnTo>
                    <a:pt x="40" y="192"/>
                  </a:lnTo>
                  <a:lnTo>
                    <a:pt x="40" y="224"/>
                  </a:lnTo>
                  <a:lnTo>
                    <a:pt x="48" y="240"/>
                  </a:lnTo>
                  <a:lnTo>
                    <a:pt x="40" y="264"/>
                  </a:lnTo>
                  <a:lnTo>
                    <a:pt x="48" y="280"/>
                  </a:lnTo>
                  <a:lnTo>
                    <a:pt x="96" y="312"/>
                  </a:lnTo>
                  <a:lnTo>
                    <a:pt x="112" y="312"/>
                  </a:lnTo>
                  <a:lnTo>
                    <a:pt x="112" y="296"/>
                  </a:lnTo>
                  <a:lnTo>
                    <a:pt x="128" y="272"/>
                  </a:lnTo>
                  <a:lnTo>
                    <a:pt x="120" y="240"/>
                  </a:lnTo>
                  <a:lnTo>
                    <a:pt x="112" y="240"/>
                  </a:lnTo>
                  <a:lnTo>
                    <a:pt x="104" y="208"/>
                  </a:lnTo>
                  <a:lnTo>
                    <a:pt x="120" y="208"/>
                  </a:lnTo>
                  <a:lnTo>
                    <a:pt x="120" y="176"/>
                  </a:lnTo>
                  <a:lnTo>
                    <a:pt x="136" y="176"/>
                  </a:lnTo>
                  <a:lnTo>
                    <a:pt x="152" y="184"/>
                  </a:lnTo>
                  <a:lnTo>
                    <a:pt x="160" y="136"/>
                  </a:lnTo>
                  <a:lnTo>
                    <a:pt x="176" y="120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50" name="Freeform 31"/>
            <p:cNvSpPr>
              <a:spLocks noChangeArrowheads="1"/>
            </p:cNvSpPr>
            <p:nvPr/>
          </p:nvSpPr>
          <p:spPr bwMode="auto">
            <a:xfrm>
              <a:off x="1750086" y="1386305"/>
              <a:ext cx="1443225" cy="1434056"/>
            </a:xfrm>
            <a:custGeom>
              <a:avLst/>
              <a:gdLst>
                <a:gd name="T0" fmla="*/ 1584 w 857"/>
                <a:gd name="T1" fmla="*/ 798 h 841"/>
                <a:gd name="T2" fmla="*/ 1686 w 857"/>
                <a:gd name="T3" fmla="*/ 890 h 841"/>
                <a:gd name="T4" fmla="*/ 1686 w 857"/>
                <a:gd name="T5" fmla="*/ 943 h 841"/>
                <a:gd name="T6" fmla="*/ 1847 w 857"/>
                <a:gd name="T7" fmla="*/ 1038 h 841"/>
                <a:gd name="T8" fmla="*/ 1865 w 857"/>
                <a:gd name="T9" fmla="*/ 997 h 841"/>
                <a:gd name="T10" fmla="*/ 1885 w 857"/>
                <a:gd name="T11" fmla="*/ 917 h 841"/>
                <a:gd name="T12" fmla="*/ 1847 w 857"/>
                <a:gd name="T13" fmla="*/ 866 h 841"/>
                <a:gd name="T14" fmla="*/ 1885 w 857"/>
                <a:gd name="T15" fmla="*/ 811 h 841"/>
                <a:gd name="T16" fmla="*/ 2005 w 857"/>
                <a:gd name="T17" fmla="*/ 851 h 841"/>
                <a:gd name="T18" fmla="*/ 2148 w 857"/>
                <a:gd name="T19" fmla="*/ 917 h 841"/>
                <a:gd name="T20" fmla="*/ 2005 w 857"/>
                <a:gd name="T21" fmla="*/ 1052 h 841"/>
                <a:gd name="T22" fmla="*/ 1946 w 857"/>
                <a:gd name="T23" fmla="*/ 1104 h 841"/>
                <a:gd name="T24" fmla="*/ 1847 w 857"/>
                <a:gd name="T25" fmla="*/ 1077 h 841"/>
                <a:gd name="T26" fmla="*/ 1766 w 857"/>
                <a:gd name="T27" fmla="*/ 1250 h 841"/>
                <a:gd name="T28" fmla="*/ 1745 w 857"/>
                <a:gd name="T29" fmla="*/ 1291 h 841"/>
                <a:gd name="T30" fmla="*/ 1726 w 857"/>
                <a:gd name="T31" fmla="*/ 1343 h 841"/>
                <a:gd name="T32" fmla="*/ 1584 w 857"/>
                <a:gd name="T33" fmla="*/ 1397 h 841"/>
                <a:gd name="T34" fmla="*/ 1487 w 857"/>
                <a:gd name="T35" fmla="*/ 1263 h 841"/>
                <a:gd name="T36" fmla="*/ 1445 w 857"/>
                <a:gd name="T37" fmla="*/ 1250 h 841"/>
                <a:gd name="T38" fmla="*/ 1324 w 857"/>
                <a:gd name="T39" fmla="*/ 1156 h 841"/>
                <a:gd name="T40" fmla="*/ 1244 w 857"/>
                <a:gd name="T41" fmla="*/ 1182 h 841"/>
                <a:gd name="T42" fmla="*/ 1224 w 857"/>
                <a:gd name="T43" fmla="*/ 1210 h 841"/>
                <a:gd name="T44" fmla="*/ 1203 w 857"/>
                <a:gd name="T45" fmla="*/ 1291 h 841"/>
                <a:gd name="T46" fmla="*/ 1165 w 857"/>
                <a:gd name="T47" fmla="*/ 1238 h 841"/>
                <a:gd name="T48" fmla="*/ 1043 w 857"/>
                <a:gd name="T49" fmla="*/ 1210 h 841"/>
                <a:gd name="T50" fmla="*/ 1023 w 857"/>
                <a:gd name="T51" fmla="*/ 1145 h 841"/>
                <a:gd name="T52" fmla="*/ 1144 w 857"/>
                <a:gd name="T53" fmla="*/ 1156 h 841"/>
                <a:gd name="T54" fmla="*/ 1224 w 857"/>
                <a:gd name="T55" fmla="*/ 1118 h 841"/>
                <a:gd name="T56" fmla="*/ 1165 w 857"/>
                <a:gd name="T57" fmla="*/ 1064 h 841"/>
                <a:gd name="T58" fmla="*/ 1264 w 857"/>
                <a:gd name="T59" fmla="*/ 997 h 841"/>
                <a:gd name="T60" fmla="*/ 1344 w 857"/>
                <a:gd name="T61" fmla="*/ 943 h 841"/>
                <a:gd name="T62" fmla="*/ 1203 w 857"/>
                <a:gd name="T63" fmla="*/ 679 h 841"/>
                <a:gd name="T64" fmla="*/ 1023 w 857"/>
                <a:gd name="T65" fmla="*/ 599 h 841"/>
                <a:gd name="T66" fmla="*/ 861 w 857"/>
                <a:gd name="T67" fmla="*/ 559 h 841"/>
                <a:gd name="T68" fmla="*/ 703 w 857"/>
                <a:gd name="T69" fmla="*/ 518 h 841"/>
                <a:gd name="T70" fmla="*/ 522 w 857"/>
                <a:gd name="T71" fmla="*/ 559 h 841"/>
                <a:gd name="T72" fmla="*/ 121 w 857"/>
                <a:gd name="T73" fmla="*/ 399 h 841"/>
                <a:gd name="T74" fmla="*/ 20 w 857"/>
                <a:gd name="T75" fmla="*/ 266 h 841"/>
                <a:gd name="T76" fmla="*/ 121 w 857"/>
                <a:gd name="T77" fmla="*/ 252 h 841"/>
                <a:gd name="T78" fmla="*/ 281 w 857"/>
                <a:gd name="T79" fmla="*/ 159 h 841"/>
                <a:gd name="T80" fmla="*/ 341 w 857"/>
                <a:gd name="T81" fmla="*/ 106 h 841"/>
                <a:gd name="T82" fmla="*/ 542 w 857"/>
                <a:gd name="T83" fmla="*/ 53 h 841"/>
                <a:gd name="T84" fmla="*/ 582 w 857"/>
                <a:gd name="T85" fmla="*/ 0 h 841"/>
                <a:gd name="T86" fmla="*/ 722 w 857"/>
                <a:gd name="T87" fmla="*/ 122 h 841"/>
                <a:gd name="T88" fmla="*/ 743 w 857"/>
                <a:gd name="T89" fmla="*/ 214 h 841"/>
                <a:gd name="T90" fmla="*/ 782 w 857"/>
                <a:gd name="T91" fmla="*/ 293 h 841"/>
                <a:gd name="T92" fmla="*/ 844 w 857"/>
                <a:gd name="T93" fmla="*/ 320 h 841"/>
                <a:gd name="T94" fmla="*/ 1023 w 857"/>
                <a:gd name="T95" fmla="*/ 293 h 841"/>
                <a:gd name="T96" fmla="*/ 1023 w 857"/>
                <a:gd name="T97" fmla="*/ 359 h 841"/>
                <a:gd name="T98" fmla="*/ 964 w 857"/>
                <a:gd name="T99" fmla="*/ 424 h 841"/>
                <a:gd name="T100" fmla="*/ 1083 w 857"/>
                <a:gd name="T101" fmla="*/ 546 h 841"/>
                <a:gd name="T102" fmla="*/ 1244 w 857"/>
                <a:gd name="T103" fmla="*/ 572 h 841"/>
                <a:gd name="T104" fmla="*/ 1324 w 857"/>
                <a:gd name="T105" fmla="*/ 531 h 841"/>
                <a:gd name="T106" fmla="*/ 1465 w 857"/>
                <a:gd name="T107" fmla="*/ 531 h 841"/>
                <a:gd name="T108" fmla="*/ 1565 w 857"/>
                <a:gd name="T109" fmla="*/ 559 h 841"/>
                <a:gd name="T110" fmla="*/ 1445 w 857"/>
                <a:gd name="T111" fmla="*/ 651 h 841"/>
                <a:gd name="T112" fmla="*/ 1505 w 857"/>
                <a:gd name="T113" fmla="*/ 758 h 841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857"/>
                <a:gd name="T172" fmla="*/ 0 h 841"/>
                <a:gd name="T173" fmla="*/ 857 w 857"/>
                <a:gd name="T174" fmla="*/ 841 h 841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857" h="841">
                  <a:moveTo>
                    <a:pt x="640" y="456"/>
                  </a:moveTo>
                  <a:lnTo>
                    <a:pt x="632" y="480"/>
                  </a:lnTo>
                  <a:lnTo>
                    <a:pt x="680" y="504"/>
                  </a:lnTo>
                  <a:lnTo>
                    <a:pt x="672" y="536"/>
                  </a:lnTo>
                  <a:lnTo>
                    <a:pt x="680" y="544"/>
                  </a:lnTo>
                  <a:lnTo>
                    <a:pt x="672" y="568"/>
                  </a:lnTo>
                  <a:lnTo>
                    <a:pt x="680" y="592"/>
                  </a:lnTo>
                  <a:lnTo>
                    <a:pt x="736" y="624"/>
                  </a:lnTo>
                  <a:lnTo>
                    <a:pt x="744" y="624"/>
                  </a:lnTo>
                  <a:lnTo>
                    <a:pt x="744" y="600"/>
                  </a:lnTo>
                  <a:lnTo>
                    <a:pt x="760" y="584"/>
                  </a:lnTo>
                  <a:lnTo>
                    <a:pt x="752" y="552"/>
                  </a:lnTo>
                  <a:lnTo>
                    <a:pt x="736" y="544"/>
                  </a:lnTo>
                  <a:lnTo>
                    <a:pt x="736" y="520"/>
                  </a:lnTo>
                  <a:lnTo>
                    <a:pt x="752" y="520"/>
                  </a:lnTo>
                  <a:lnTo>
                    <a:pt x="752" y="488"/>
                  </a:lnTo>
                  <a:lnTo>
                    <a:pt x="784" y="496"/>
                  </a:lnTo>
                  <a:lnTo>
                    <a:pt x="800" y="512"/>
                  </a:lnTo>
                  <a:lnTo>
                    <a:pt x="840" y="536"/>
                  </a:lnTo>
                  <a:lnTo>
                    <a:pt x="856" y="552"/>
                  </a:lnTo>
                  <a:lnTo>
                    <a:pt x="848" y="632"/>
                  </a:lnTo>
                  <a:lnTo>
                    <a:pt x="800" y="632"/>
                  </a:lnTo>
                  <a:lnTo>
                    <a:pt x="800" y="664"/>
                  </a:lnTo>
                  <a:lnTo>
                    <a:pt x="776" y="664"/>
                  </a:lnTo>
                  <a:lnTo>
                    <a:pt x="776" y="648"/>
                  </a:lnTo>
                  <a:lnTo>
                    <a:pt x="736" y="648"/>
                  </a:lnTo>
                  <a:lnTo>
                    <a:pt x="736" y="760"/>
                  </a:lnTo>
                  <a:lnTo>
                    <a:pt x="704" y="752"/>
                  </a:lnTo>
                  <a:lnTo>
                    <a:pt x="688" y="768"/>
                  </a:lnTo>
                  <a:lnTo>
                    <a:pt x="696" y="776"/>
                  </a:lnTo>
                  <a:lnTo>
                    <a:pt x="704" y="800"/>
                  </a:lnTo>
                  <a:lnTo>
                    <a:pt x="688" y="808"/>
                  </a:lnTo>
                  <a:lnTo>
                    <a:pt x="664" y="840"/>
                  </a:lnTo>
                  <a:lnTo>
                    <a:pt x="632" y="840"/>
                  </a:lnTo>
                  <a:lnTo>
                    <a:pt x="608" y="816"/>
                  </a:lnTo>
                  <a:lnTo>
                    <a:pt x="592" y="760"/>
                  </a:lnTo>
                  <a:lnTo>
                    <a:pt x="592" y="752"/>
                  </a:lnTo>
                  <a:lnTo>
                    <a:pt x="576" y="752"/>
                  </a:lnTo>
                  <a:lnTo>
                    <a:pt x="544" y="736"/>
                  </a:lnTo>
                  <a:lnTo>
                    <a:pt x="528" y="696"/>
                  </a:lnTo>
                  <a:lnTo>
                    <a:pt x="512" y="704"/>
                  </a:lnTo>
                  <a:lnTo>
                    <a:pt x="496" y="712"/>
                  </a:lnTo>
                  <a:lnTo>
                    <a:pt x="488" y="712"/>
                  </a:lnTo>
                  <a:lnTo>
                    <a:pt x="488" y="728"/>
                  </a:lnTo>
                  <a:lnTo>
                    <a:pt x="496" y="752"/>
                  </a:lnTo>
                  <a:lnTo>
                    <a:pt x="480" y="776"/>
                  </a:lnTo>
                  <a:lnTo>
                    <a:pt x="448" y="768"/>
                  </a:lnTo>
                  <a:lnTo>
                    <a:pt x="464" y="744"/>
                  </a:lnTo>
                  <a:lnTo>
                    <a:pt x="448" y="736"/>
                  </a:lnTo>
                  <a:lnTo>
                    <a:pt x="416" y="728"/>
                  </a:lnTo>
                  <a:lnTo>
                    <a:pt x="400" y="704"/>
                  </a:lnTo>
                  <a:lnTo>
                    <a:pt x="408" y="688"/>
                  </a:lnTo>
                  <a:lnTo>
                    <a:pt x="424" y="688"/>
                  </a:lnTo>
                  <a:lnTo>
                    <a:pt x="456" y="696"/>
                  </a:lnTo>
                  <a:lnTo>
                    <a:pt x="480" y="680"/>
                  </a:lnTo>
                  <a:lnTo>
                    <a:pt x="488" y="672"/>
                  </a:lnTo>
                  <a:lnTo>
                    <a:pt x="464" y="664"/>
                  </a:lnTo>
                  <a:lnTo>
                    <a:pt x="464" y="640"/>
                  </a:lnTo>
                  <a:lnTo>
                    <a:pt x="496" y="632"/>
                  </a:lnTo>
                  <a:lnTo>
                    <a:pt x="504" y="600"/>
                  </a:lnTo>
                  <a:lnTo>
                    <a:pt x="528" y="600"/>
                  </a:lnTo>
                  <a:lnTo>
                    <a:pt x="536" y="568"/>
                  </a:lnTo>
                  <a:lnTo>
                    <a:pt x="520" y="480"/>
                  </a:lnTo>
                  <a:lnTo>
                    <a:pt x="480" y="408"/>
                  </a:lnTo>
                  <a:lnTo>
                    <a:pt x="480" y="432"/>
                  </a:lnTo>
                  <a:lnTo>
                    <a:pt x="408" y="360"/>
                  </a:lnTo>
                  <a:lnTo>
                    <a:pt x="392" y="368"/>
                  </a:lnTo>
                  <a:lnTo>
                    <a:pt x="344" y="336"/>
                  </a:lnTo>
                  <a:lnTo>
                    <a:pt x="336" y="304"/>
                  </a:lnTo>
                  <a:lnTo>
                    <a:pt x="280" y="312"/>
                  </a:lnTo>
                  <a:lnTo>
                    <a:pt x="224" y="288"/>
                  </a:lnTo>
                  <a:lnTo>
                    <a:pt x="208" y="336"/>
                  </a:lnTo>
                  <a:lnTo>
                    <a:pt x="136" y="280"/>
                  </a:lnTo>
                  <a:lnTo>
                    <a:pt x="48" y="240"/>
                  </a:lnTo>
                  <a:lnTo>
                    <a:pt x="0" y="248"/>
                  </a:lnTo>
                  <a:lnTo>
                    <a:pt x="8" y="160"/>
                  </a:lnTo>
                  <a:lnTo>
                    <a:pt x="24" y="144"/>
                  </a:lnTo>
                  <a:lnTo>
                    <a:pt x="48" y="152"/>
                  </a:lnTo>
                  <a:lnTo>
                    <a:pt x="72" y="112"/>
                  </a:lnTo>
                  <a:lnTo>
                    <a:pt x="112" y="96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200" y="64"/>
                  </a:lnTo>
                  <a:lnTo>
                    <a:pt x="216" y="32"/>
                  </a:lnTo>
                  <a:lnTo>
                    <a:pt x="216" y="8"/>
                  </a:lnTo>
                  <a:lnTo>
                    <a:pt x="232" y="0"/>
                  </a:lnTo>
                  <a:lnTo>
                    <a:pt x="272" y="8"/>
                  </a:lnTo>
                  <a:lnTo>
                    <a:pt x="288" y="72"/>
                  </a:lnTo>
                  <a:lnTo>
                    <a:pt x="288" y="104"/>
                  </a:lnTo>
                  <a:lnTo>
                    <a:pt x="296" y="128"/>
                  </a:lnTo>
                  <a:lnTo>
                    <a:pt x="312" y="152"/>
                  </a:lnTo>
                  <a:lnTo>
                    <a:pt x="312" y="176"/>
                  </a:lnTo>
                  <a:lnTo>
                    <a:pt x="320" y="192"/>
                  </a:lnTo>
                  <a:lnTo>
                    <a:pt x="336" y="192"/>
                  </a:lnTo>
                  <a:lnTo>
                    <a:pt x="336" y="168"/>
                  </a:lnTo>
                  <a:lnTo>
                    <a:pt x="408" y="176"/>
                  </a:lnTo>
                  <a:lnTo>
                    <a:pt x="408" y="200"/>
                  </a:lnTo>
                  <a:lnTo>
                    <a:pt x="408" y="216"/>
                  </a:lnTo>
                  <a:lnTo>
                    <a:pt x="384" y="240"/>
                  </a:lnTo>
                  <a:lnTo>
                    <a:pt x="384" y="256"/>
                  </a:lnTo>
                  <a:lnTo>
                    <a:pt x="432" y="304"/>
                  </a:lnTo>
                  <a:lnTo>
                    <a:pt x="432" y="328"/>
                  </a:lnTo>
                  <a:lnTo>
                    <a:pt x="488" y="352"/>
                  </a:lnTo>
                  <a:lnTo>
                    <a:pt x="496" y="344"/>
                  </a:lnTo>
                  <a:lnTo>
                    <a:pt x="488" y="312"/>
                  </a:lnTo>
                  <a:lnTo>
                    <a:pt x="528" y="320"/>
                  </a:lnTo>
                  <a:lnTo>
                    <a:pt x="536" y="320"/>
                  </a:lnTo>
                  <a:lnTo>
                    <a:pt x="584" y="320"/>
                  </a:lnTo>
                  <a:lnTo>
                    <a:pt x="608" y="312"/>
                  </a:lnTo>
                  <a:lnTo>
                    <a:pt x="624" y="336"/>
                  </a:lnTo>
                  <a:lnTo>
                    <a:pt x="584" y="368"/>
                  </a:lnTo>
                  <a:lnTo>
                    <a:pt x="576" y="392"/>
                  </a:lnTo>
                  <a:lnTo>
                    <a:pt x="568" y="416"/>
                  </a:lnTo>
                  <a:lnTo>
                    <a:pt x="600" y="456"/>
                  </a:lnTo>
                  <a:lnTo>
                    <a:pt x="640" y="456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51" name="Freeform 32"/>
            <p:cNvSpPr>
              <a:spLocks noChangeArrowheads="1"/>
            </p:cNvSpPr>
            <p:nvPr/>
          </p:nvSpPr>
          <p:spPr bwMode="auto">
            <a:xfrm>
              <a:off x="2208275" y="61614"/>
              <a:ext cx="2397436" cy="2117966"/>
            </a:xfrm>
            <a:custGeom>
              <a:avLst/>
              <a:gdLst>
                <a:gd name="T0" fmla="*/ 41 w 1425"/>
                <a:gd name="T1" fmla="*/ 1497 h 1241"/>
                <a:gd name="T2" fmla="*/ 158 w 1425"/>
                <a:gd name="T3" fmla="*/ 1617 h 1241"/>
                <a:gd name="T4" fmla="*/ 339 w 1425"/>
                <a:gd name="T5" fmla="*/ 1629 h 1241"/>
                <a:gd name="T6" fmla="*/ 279 w 1425"/>
                <a:gd name="T7" fmla="*/ 1722 h 1241"/>
                <a:gd name="T8" fmla="*/ 538 w 1425"/>
                <a:gd name="T9" fmla="*/ 1885 h 1241"/>
                <a:gd name="T10" fmla="*/ 639 w 1425"/>
                <a:gd name="T11" fmla="*/ 1829 h 1241"/>
                <a:gd name="T12" fmla="*/ 879 w 1425"/>
                <a:gd name="T13" fmla="*/ 1843 h 1241"/>
                <a:gd name="T14" fmla="*/ 819 w 1425"/>
                <a:gd name="T15" fmla="*/ 2070 h 1241"/>
                <a:gd name="T16" fmla="*/ 1058 w 1425"/>
                <a:gd name="T17" fmla="*/ 2004 h 1241"/>
                <a:gd name="T18" fmla="*/ 1240 w 1425"/>
                <a:gd name="T19" fmla="*/ 1856 h 1241"/>
                <a:gd name="T20" fmla="*/ 1396 w 1425"/>
                <a:gd name="T21" fmla="*/ 2043 h 1241"/>
                <a:gd name="T22" fmla="*/ 1498 w 1425"/>
                <a:gd name="T23" fmla="*/ 2004 h 1241"/>
                <a:gd name="T24" fmla="*/ 1657 w 1425"/>
                <a:gd name="T25" fmla="*/ 1856 h 1241"/>
                <a:gd name="T26" fmla="*/ 1758 w 1425"/>
                <a:gd name="T27" fmla="*/ 1829 h 1241"/>
                <a:gd name="T28" fmla="*/ 1837 w 1425"/>
                <a:gd name="T29" fmla="*/ 1829 h 1241"/>
                <a:gd name="T30" fmla="*/ 1998 w 1425"/>
                <a:gd name="T31" fmla="*/ 1712 h 1241"/>
                <a:gd name="T32" fmla="*/ 2155 w 1425"/>
                <a:gd name="T33" fmla="*/ 1684 h 1241"/>
                <a:gd name="T34" fmla="*/ 2236 w 1425"/>
                <a:gd name="T35" fmla="*/ 1536 h 1241"/>
                <a:gd name="T36" fmla="*/ 2355 w 1425"/>
                <a:gd name="T37" fmla="*/ 1522 h 1241"/>
                <a:gd name="T38" fmla="*/ 2515 w 1425"/>
                <a:gd name="T39" fmla="*/ 1456 h 1241"/>
                <a:gd name="T40" fmla="*/ 2715 w 1425"/>
                <a:gd name="T41" fmla="*/ 1376 h 1241"/>
                <a:gd name="T42" fmla="*/ 2814 w 1425"/>
                <a:gd name="T43" fmla="*/ 1536 h 1241"/>
                <a:gd name="T44" fmla="*/ 2933 w 1425"/>
                <a:gd name="T45" fmla="*/ 1482 h 1241"/>
                <a:gd name="T46" fmla="*/ 2933 w 1425"/>
                <a:gd name="T47" fmla="*/ 1403 h 1241"/>
                <a:gd name="T48" fmla="*/ 3374 w 1425"/>
                <a:gd name="T49" fmla="*/ 1310 h 1241"/>
                <a:gd name="T50" fmla="*/ 3434 w 1425"/>
                <a:gd name="T51" fmla="*/ 1217 h 1241"/>
                <a:gd name="T52" fmla="*/ 3274 w 1425"/>
                <a:gd name="T53" fmla="*/ 1122 h 1241"/>
                <a:gd name="T54" fmla="*/ 3155 w 1425"/>
                <a:gd name="T55" fmla="*/ 934 h 1241"/>
                <a:gd name="T56" fmla="*/ 3334 w 1425"/>
                <a:gd name="T57" fmla="*/ 934 h 1241"/>
                <a:gd name="T58" fmla="*/ 3374 w 1425"/>
                <a:gd name="T59" fmla="*/ 788 h 1241"/>
                <a:gd name="T60" fmla="*/ 3233 w 1425"/>
                <a:gd name="T61" fmla="*/ 721 h 1241"/>
                <a:gd name="T62" fmla="*/ 3472 w 1425"/>
                <a:gd name="T63" fmla="*/ 493 h 1241"/>
                <a:gd name="T64" fmla="*/ 3554 w 1425"/>
                <a:gd name="T65" fmla="*/ 214 h 1241"/>
                <a:gd name="T66" fmla="*/ 3355 w 1425"/>
                <a:gd name="T67" fmla="*/ 214 h 1241"/>
                <a:gd name="T68" fmla="*/ 3155 w 1425"/>
                <a:gd name="T69" fmla="*/ 122 h 1241"/>
                <a:gd name="T70" fmla="*/ 2974 w 1425"/>
                <a:gd name="T71" fmla="*/ 109 h 1241"/>
                <a:gd name="T72" fmla="*/ 2914 w 1425"/>
                <a:gd name="T73" fmla="*/ 0 h 1241"/>
                <a:gd name="T74" fmla="*/ 2896 w 1425"/>
                <a:gd name="T75" fmla="*/ 109 h 1241"/>
                <a:gd name="T76" fmla="*/ 2814 w 1425"/>
                <a:gd name="T77" fmla="*/ 280 h 1241"/>
                <a:gd name="T78" fmla="*/ 2795 w 1425"/>
                <a:gd name="T79" fmla="*/ 401 h 1241"/>
                <a:gd name="T80" fmla="*/ 2476 w 1425"/>
                <a:gd name="T81" fmla="*/ 466 h 1241"/>
                <a:gd name="T82" fmla="*/ 2476 w 1425"/>
                <a:gd name="T83" fmla="*/ 721 h 1241"/>
                <a:gd name="T84" fmla="*/ 2634 w 1425"/>
                <a:gd name="T85" fmla="*/ 695 h 1241"/>
                <a:gd name="T86" fmla="*/ 2836 w 1425"/>
                <a:gd name="T87" fmla="*/ 748 h 1241"/>
                <a:gd name="T88" fmla="*/ 2836 w 1425"/>
                <a:gd name="T89" fmla="*/ 841 h 1241"/>
                <a:gd name="T90" fmla="*/ 2596 w 1425"/>
                <a:gd name="T91" fmla="*/ 895 h 1241"/>
                <a:gd name="T92" fmla="*/ 2476 w 1425"/>
                <a:gd name="T93" fmla="*/ 988 h 1241"/>
                <a:gd name="T94" fmla="*/ 2155 w 1425"/>
                <a:gd name="T95" fmla="*/ 1109 h 1241"/>
                <a:gd name="T96" fmla="*/ 1897 w 1425"/>
                <a:gd name="T97" fmla="*/ 1082 h 1241"/>
                <a:gd name="T98" fmla="*/ 1916 w 1425"/>
                <a:gd name="T99" fmla="*/ 1255 h 1241"/>
                <a:gd name="T100" fmla="*/ 1596 w 1425"/>
                <a:gd name="T101" fmla="*/ 1415 h 1241"/>
                <a:gd name="T102" fmla="*/ 1139 w 1425"/>
                <a:gd name="T103" fmla="*/ 1469 h 1241"/>
                <a:gd name="T104" fmla="*/ 879 w 1425"/>
                <a:gd name="T105" fmla="*/ 1482 h 1241"/>
                <a:gd name="T106" fmla="*/ 620 w 1425"/>
                <a:gd name="T107" fmla="*/ 1441 h 1241"/>
                <a:gd name="T108" fmla="*/ 239 w 1425"/>
                <a:gd name="T109" fmla="*/ 1363 h 12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425"/>
                <a:gd name="T166" fmla="*/ 0 h 1241"/>
                <a:gd name="T167" fmla="*/ 1425 w 1425"/>
                <a:gd name="T168" fmla="*/ 1241 h 124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425" h="1241">
                  <a:moveTo>
                    <a:pt x="0" y="784"/>
                  </a:moveTo>
                  <a:lnTo>
                    <a:pt x="16" y="848"/>
                  </a:lnTo>
                  <a:lnTo>
                    <a:pt x="16" y="896"/>
                  </a:lnTo>
                  <a:lnTo>
                    <a:pt x="40" y="928"/>
                  </a:lnTo>
                  <a:lnTo>
                    <a:pt x="48" y="968"/>
                  </a:lnTo>
                  <a:lnTo>
                    <a:pt x="64" y="968"/>
                  </a:lnTo>
                  <a:lnTo>
                    <a:pt x="64" y="944"/>
                  </a:lnTo>
                  <a:lnTo>
                    <a:pt x="136" y="952"/>
                  </a:lnTo>
                  <a:lnTo>
                    <a:pt x="136" y="976"/>
                  </a:lnTo>
                  <a:lnTo>
                    <a:pt x="136" y="992"/>
                  </a:lnTo>
                  <a:lnTo>
                    <a:pt x="112" y="1016"/>
                  </a:lnTo>
                  <a:lnTo>
                    <a:pt x="112" y="1032"/>
                  </a:lnTo>
                  <a:lnTo>
                    <a:pt x="160" y="1080"/>
                  </a:lnTo>
                  <a:lnTo>
                    <a:pt x="160" y="1104"/>
                  </a:lnTo>
                  <a:lnTo>
                    <a:pt x="216" y="1128"/>
                  </a:lnTo>
                  <a:lnTo>
                    <a:pt x="224" y="1120"/>
                  </a:lnTo>
                  <a:lnTo>
                    <a:pt x="216" y="1088"/>
                  </a:lnTo>
                  <a:lnTo>
                    <a:pt x="256" y="1096"/>
                  </a:lnTo>
                  <a:lnTo>
                    <a:pt x="264" y="1096"/>
                  </a:lnTo>
                  <a:lnTo>
                    <a:pt x="336" y="1088"/>
                  </a:lnTo>
                  <a:lnTo>
                    <a:pt x="352" y="1104"/>
                  </a:lnTo>
                  <a:lnTo>
                    <a:pt x="312" y="1144"/>
                  </a:lnTo>
                  <a:lnTo>
                    <a:pt x="296" y="1192"/>
                  </a:lnTo>
                  <a:lnTo>
                    <a:pt x="328" y="1240"/>
                  </a:lnTo>
                  <a:lnTo>
                    <a:pt x="376" y="1232"/>
                  </a:lnTo>
                  <a:lnTo>
                    <a:pt x="400" y="1208"/>
                  </a:lnTo>
                  <a:lnTo>
                    <a:pt x="424" y="1200"/>
                  </a:lnTo>
                  <a:lnTo>
                    <a:pt x="432" y="1136"/>
                  </a:lnTo>
                  <a:lnTo>
                    <a:pt x="488" y="1088"/>
                  </a:lnTo>
                  <a:lnTo>
                    <a:pt x="496" y="1112"/>
                  </a:lnTo>
                  <a:lnTo>
                    <a:pt x="480" y="1176"/>
                  </a:lnTo>
                  <a:lnTo>
                    <a:pt x="520" y="1192"/>
                  </a:lnTo>
                  <a:lnTo>
                    <a:pt x="560" y="1224"/>
                  </a:lnTo>
                  <a:lnTo>
                    <a:pt x="576" y="1224"/>
                  </a:lnTo>
                  <a:lnTo>
                    <a:pt x="592" y="1224"/>
                  </a:lnTo>
                  <a:lnTo>
                    <a:pt x="600" y="1200"/>
                  </a:lnTo>
                  <a:lnTo>
                    <a:pt x="616" y="1200"/>
                  </a:lnTo>
                  <a:lnTo>
                    <a:pt x="608" y="1168"/>
                  </a:lnTo>
                  <a:lnTo>
                    <a:pt x="664" y="1112"/>
                  </a:lnTo>
                  <a:lnTo>
                    <a:pt x="664" y="1096"/>
                  </a:lnTo>
                  <a:lnTo>
                    <a:pt x="696" y="1096"/>
                  </a:lnTo>
                  <a:lnTo>
                    <a:pt x="704" y="1096"/>
                  </a:lnTo>
                  <a:lnTo>
                    <a:pt x="712" y="1080"/>
                  </a:lnTo>
                  <a:lnTo>
                    <a:pt x="720" y="1080"/>
                  </a:lnTo>
                  <a:lnTo>
                    <a:pt x="736" y="1096"/>
                  </a:lnTo>
                  <a:lnTo>
                    <a:pt x="736" y="1072"/>
                  </a:lnTo>
                  <a:lnTo>
                    <a:pt x="760" y="1080"/>
                  </a:lnTo>
                  <a:lnTo>
                    <a:pt x="800" y="1024"/>
                  </a:lnTo>
                  <a:lnTo>
                    <a:pt x="832" y="1016"/>
                  </a:lnTo>
                  <a:lnTo>
                    <a:pt x="848" y="1000"/>
                  </a:lnTo>
                  <a:lnTo>
                    <a:pt x="864" y="1008"/>
                  </a:lnTo>
                  <a:lnTo>
                    <a:pt x="896" y="1000"/>
                  </a:lnTo>
                  <a:lnTo>
                    <a:pt x="872" y="928"/>
                  </a:lnTo>
                  <a:lnTo>
                    <a:pt x="896" y="920"/>
                  </a:lnTo>
                  <a:lnTo>
                    <a:pt x="896" y="888"/>
                  </a:lnTo>
                  <a:lnTo>
                    <a:pt x="928" y="872"/>
                  </a:lnTo>
                  <a:lnTo>
                    <a:pt x="944" y="912"/>
                  </a:lnTo>
                  <a:lnTo>
                    <a:pt x="984" y="888"/>
                  </a:lnTo>
                  <a:lnTo>
                    <a:pt x="1000" y="896"/>
                  </a:lnTo>
                  <a:lnTo>
                    <a:pt x="1008" y="872"/>
                  </a:lnTo>
                  <a:lnTo>
                    <a:pt x="1040" y="880"/>
                  </a:lnTo>
                  <a:lnTo>
                    <a:pt x="1040" y="840"/>
                  </a:lnTo>
                  <a:lnTo>
                    <a:pt x="1088" y="824"/>
                  </a:lnTo>
                  <a:lnTo>
                    <a:pt x="1112" y="864"/>
                  </a:lnTo>
                  <a:lnTo>
                    <a:pt x="1112" y="904"/>
                  </a:lnTo>
                  <a:lnTo>
                    <a:pt x="1128" y="920"/>
                  </a:lnTo>
                  <a:lnTo>
                    <a:pt x="1160" y="912"/>
                  </a:lnTo>
                  <a:lnTo>
                    <a:pt x="1176" y="912"/>
                  </a:lnTo>
                  <a:lnTo>
                    <a:pt x="1176" y="888"/>
                  </a:lnTo>
                  <a:lnTo>
                    <a:pt x="1176" y="864"/>
                  </a:lnTo>
                  <a:lnTo>
                    <a:pt x="1160" y="832"/>
                  </a:lnTo>
                  <a:lnTo>
                    <a:pt x="1176" y="840"/>
                  </a:lnTo>
                  <a:lnTo>
                    <a:pt x="1200" y="872"/>
                  </a:lnTo>
                  <a:lnTo>
                    <a:pt x="1328" y="776"/>
                  </a:lnTo>
                  <a:lnTo>
                    <a:pt x="1352" y="784"/>
                  </a:lnTo>
                  <a:lnTo>
                    <a:pt x="1392" y="752"/>
                  </a:lnTo>
                  <a:lnTo>
                    <a:pt x="1392" y="728"/>
                  </a:lnTo>
                  <a:lnTo>
                    <a:pt x="1376" y="728"/>
                  </a:lnTo>
                  <a:lnTo>
                    <a:pt x="1376" y="688"/>
                  </a:lnTo>
                  <a:lnTo>
                    <a:pt x="1352" y="640"/>
                  </a:lnTo>
                  <a:lnTo>
                    <a:pt x="1312" y="672"/>
                  </a:lnTo>
                  <a:lnTo>
                    <a:pt x="1288" y="616"/>
                  </a:lnTo>
                  <a:lnTo>
                    <a:pt x="1296" y="592"/>
                  </a:lnTo>
                  <a:lnTo>
                    <a:pt x="1264" y="560"/>
                  </a:lnTo>
                  <a:lnTo>
                    <a:pt x="1272" y="536"/>
                  </a:lnTo>
                  <a:lnTo>
                    <a:pt x="1312" y="560"/>
                  </a:lnTo>
                  <a:lnTo>
                    <a:pt x="1336" y="560"/>
                  </a:lnTo>
                  <a:lnTo>
                    <a:pt x="1328" y="512"/>
                  </a:lnTo>
                  <a:lnTo>
                    <a:pt x="1328" y="488"/>
                  </a:lnTo>
                  <a:lnTo>
                    <a:pt x="1352" y="472"/>
                  </a:lnTo>
                  <a:lnTo>
                    <a:pt x="1352" y="456"/>
                  </a:lnTo>
                  <a:lnTo>
                    <a:pt x="1320" y="472"/>
                  </a:lnTo>
                  <a:lnTo>
                    <a:pt x="1296" y="432"/>
                  </a:lnTo>
                  <a:lnTo>
                    <a:pt x="1368" y="336"/>
                  </a:lnTo>
                  <a:lnTo>
                    <a:pt x="1384" y="360"/>
                  </a:lnTo>
                  <a:lnTo>
                    <a:pt x="1392" y="296"/>
                  </a:lnTo>
                  <a:lnTo>
                    <a:pt x="1408" y="272"/>
                  </a:lnTo>
                  <a:lnTo>
                    <a:pt x="1400" y="216"/>
                  </a:lnTo>
                  <a:lnTo>
                    <a:pt x="1424" y="128"/>
                  </a:lnTo>
                  <a:lnTo>
                    <a:pt x="1384" y="88"/>
                  </a:lnTo>
                  <a:lnTo>
                    <a:pt x="1360" y="120"/>
                  </a:lnTo>
                  <a:lnTo>
                    <a:pt x="1344" y="128"/>
                  </a:lnTo>
                  <a:lnTo>
                    <a:pt x="1296" y="144"/>
                  </a:lnTo>
                  <a:lnTo>
                    <a:pt x="1280" y="120"/>
                  </a:lnTo>
                  <a:lnTo>
                    <a:pt x="1264" y="72"/>
                  </a:lnTo>
                  <a:lnTo>
                    <a:pt x="1240" y="56"/>
                  </a:lnTo>
                  <a:lnTo>
                    <a:pt x="1224" y="72"/>
                  </a:lnTo>
                  <a:lnTo>
                    <a:pt x="1192" y="64"/>
                  </a:lnTo>
                  <a:lnTo>
                    <a:pt x="1208" y="32"/>
                  </a:lnTo>
                  <a:lnTo>
                    <a:pt x="1200" y="0"/>
                  </a:lnTo>
                  <a:lnTo>
                    <a:pt x="1168" y="0"/>
                  </a:lnTo>
                  <a:lnTo>
                    <a:pt x="1128" y="40"/>
                  </a:lnTo>
                  <a:lnTo>
                    <a:pt x="1128" y="56"/>
                  </a:lnTo>
                  <a:lnTo>
                    <a:pt x="1160" y="64"/>
                  </a:lnTo>
                  <a:lnTo>
                    <a:pt x="1168" y="88"/>
                  </a:lnTo>
                  <a:lnTo>
                    <a:pt x="1136" y="136"/>
                  </a:lnTo>
                  <a:lnTo>
                    <a:pt x="1128" y="168"/>
                  </a:lnTo>
                  <a:lnTo>
                    <a:pt x="1112" y="200"/>
                  </a:lnTo>
                  <a:lnTo>
                    <a:pt x="1112" y="232"/>
                  </a:lnTo>
                  <a:lnTo>
                    <a:pt x="1120" y="240"/>
                  </a:lnTo>
                  <a:lnTo>
                    <a:pt x="1056" y="288"/>
                  </a:lnTo>
                  <a:lnTo>
                    <a:pt x="1016" y="280"/>
                  </a:lnTo>
                  <a:lnTo>
                    <a:pt x="992" y="280"/>
                  </a:lnTo>
                  <a:lnTo>
                    <a:pt x="944" y="416"/>
                  </a:lnTo>
                  <a:lnTo>
                    <a:pt x="960" y="432"/>
                  </a:lnTo>
                  <a:lnTo>
                    <a:pt x="992" y="432"/>
                  </a:lnTo>
                  <a:lnTo>
                    <a:pt x="1032" y="432"/>
                  </a:lnTo>
                  <a:lnTo>
                    <a:pt x="1040" y="440"/>
                  </a:lnTo>
                  <a:lnTo>
                    <a:pt x="1056" y="416"/>
                  </a:lnTo>
                  <a:lnTo>
                    <a:pt x="1080" y="408"/>
                  </a:lnTo>
                  <a:lnTo>
                    <a:pt x="1104" y="416"/>
                  </a:lnTo>
                  <a:lnTo>
                    <a:pt x="1136" y="448"/>
                  </a:lnTo>
                  <a:lnTo>
                    <a:pt x="1160" y="480"/>
                  </a:lnTo>
                  <a:lnTo>
                    <a:pt x="1160" y="512"/>
                  </a:lnTo>
                  <a:lnTo>
                    <a:pt x="1136" y="504"/>
                  </a:lnTo>
                  <a:lnTo>
                    <a:pt x="1088" y="520"/>
                  </a:lnTo>
                  <a:lnTo>
                    <a:pt x="1048" y="520"/>
                  </a:lnTo>
                  <a:lnTo>
                    <a:pt x="1040" y="536"/>
                  </a:lnTo>
                  <a:lnTo>
                    <a:pt x="1016" y="536"/>
                  </a:lnTo>
                  <a:lnTo>
                    <a:pt x="992" y="560"/>
                  </a:lnTo>
                  <a:lnTo>
                    <a:pt x="992" y="592"/>
                  </a:lnTo>
                  <a:lnTo>
                    <a:pt x="968" y="608"/>
                  </a:lnTo>
                  <a:lnTo>
                    <a:pt x="912" y="616"/>
                  </a:lnTo>
                  <a:lnTo>
                    <a:pt x="864" y="664"/>
                  </a:lnTo>
                  <a:lnTo>
                    <a:pt x="800" y="664"/>
                  </a:lnTo>
                  <a:lnTo>
                    <a:pt x="784" y="648"/>
                  </a:lnTo>
                  <a:lnTo>
                    <a:pt x="760" y="648"/>
                  </a:lnTo>
                  <a:lnTo>
                    <a:pt x="752" y="680"/>
                  </a:lnTo>
                  <a:lnTo>
                    <a:pt x="728" y="704"/>
                  </a:lnTo>
                  <a:lnTo>
                    <a:pt x="768" y="752"/>
                  </a:lnTo>
                  <a:lnTo>
                    <a:pt x="720" y="784"/>
                  </a:lnTo>
                  <a:lnTo>
                    <a:pt x="696" y="824"/>
                  </a:lnTo>
                  <a:lnTo>
                    <a:pt x="640" y="848"/>
                  </a:lnTo>
                  <a:lnTo>
                    <a:pt x="560" y="856"/>
                  </a:lnTo>
                  <a:lnTo>
                    <a:pt x="496" y="864"/>
                  </a:lnTo>
                  <a:lnTo>
                    <a:pt x="456" y="880"/>
                  </a:lnTo>
                  <a:lnTo>
                    <a:pt x="408" y="912"/>
                  </a:lnTo>
                  <a:lnTo>
                    <a:pt x="384" y="912"/>
                  </a:lnTo>
                  <a:lnTo>
                    <a:pt x="352" y="888"/>
                  </a:lnTo>
                  <a:lnTo>
                    <a:pt x="312" y="888"/>
                  </a:lnTo>
                  <a:lnTo>
                    <a:pt x="280" y="864"/>
                  </a:lnTo>
                  <a:lnTo>
                    <a:pt x="248" y="864"/>
                  </a:lnTo>
                  <a:lnTo>
                    <a:pt x="224" y="824"/>
                  </a:lnTo>
                  <a:lnTo>
                    <a:pt x="160" y="816"/>
                  </a:lnTo>
                  <a:lnTo>
                    <a:pt x="96" y="816"/>
                  </a:lnTo>
                  <a:lnTo>
                    <a:pt x="64" y="792"/>
                  </a:lnTo>
                  <a:lnTo>
                    <a:pt x="0" y="784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52" name="Freeform 33"/>
            <p:cNvSpPr>
              <a:spLocks noChangeArrowheads="1"/>
            </p:cNvSpPr>
            <p:nvPr/>
          </p:nvSpPr>
          <p:spPr bwMode="auto">
            <a:xfrm>
              <a:off x="0" y="417432"/>
              <a:ext cx="2142419" cy="1762148"/>
            </a:xfrm>
            <a:custGeom>
              <a:avLst/>
              <a:gdLst>
                <a:gd name="T0" fmla="*/ 3140 w 1273"/>
                <a:gd name="T1" fmla="*/ 960 h 1033"/>
                <a:gd name="T2" fmla="*/ 3099 w 1273"/>
                <a:gd name="T3" fmla="*/ 1052 h 1033"/>
                <a:gd name="T4" fmla="*/ 2939 w 1273"/>
                <a:gd name="T5" fmla="*/ 1052 h 1033"/>
                <a:gd name="T6" fmla="*/ 2879 w 1273"/>
                <a:gd name="T7" fmla="*/ 1105 h 1033"/>
                <a:gd name="T8" fmla="*/ 2699 w 1273"/>
                <a:gd name="T9" fmla="*/ 1199 h 1033"/>
                <a:gd name="T10" fmla="*/ 2620 w 1273"/>
                <a:gd name="T11" fmla="*/ 1213 h 1033"/>
                <a:gd name="T12" fmla="*/ 2339 w 1273"/>
                <a:gd name="T13" fmla="*/ 1373 h 1033"/>
                <a:gd name="T14" fmla="*/ 2200 w 1273"/>
                <a:gd name="T15" fmla="*/ 1467 h 1033"/>
                <a:gd name="T16" fmla="*/ 2300 w 1273"/>
                <a:gd name="T17" fmla="*/ 1571 h 1033"/>
                <a:gd name="T18" fmla="*/ 2222 w 1273"/>
                <a:gd name="T19" fmla="*/ 1653 h 1033"/>
                <a:gd name="T20" fmla="*/ 2239 w 1273"/>
                <a:gd name="T21" fmla="*/ 1720 h 1033"/>
                <a:gd name="T22" fmla="*/ 2101 w 1273"/>
                <a:gd name="T23" fmla="*/ 1692 h 1033"/>
                <a:gd name="T24" fmla="*/ 2018 w 1273"/>
                <a:gd name="T25" fmla="*/ 1666 h 1033"/>
                <a:gd name="T26" fmla="*/ 1841 w 1273"/>
                <a:gd name="T27" fmla="*/ 1598 h 1033"/>
                <a:gd name="T28" fmla="*/ 1500 w 1273"/>
                <a:gd name="T29" fmla="*/ 1640 h 1033"/>
                <a:gd name="T30" fmla="*/ 1282 w 1273"/>
                <a:gd name="T31" fmla="*/ 1653 h 1033"/>
                <a:gd name="T32" fmla="*/ 1079 w 1273"/>
                <a:gd name="T33" fmla="*/ 1585 h 1033"/>
                <a:gd name="T34" fmla="*/ 920 w 1273"/>
                <a:gd name="T35" fmla="*/ 1598 h 1033"/>
                <a:gd name="T36" fmla="*/ 681 w 1273"/>
                <a:gd name="T37" fmla="*/ 1545 h 1033"/>
                <a:gd name="T38" fmla="*/ 539 w 1273"/>
                <a:gd name="T39" fmla="*/ 1640 h 1033"/>
                <a:gd name="T40" fmla="*/ 381 w 1273"/>
                <a:gd name="T41" fmla="*/ 1571 h 1033"/>
                <a:gd name="T42" fmla="*/ 259 w 1273"/>
                <a:gd name="T43" fmla="*/ 1440 h 1033"/>
                <a:gd name="T44" fmla="*/ 138 w 1273"/>
                <a:gd name="T45" fmla="*/ 1332 h 1033"/>
                <a:gd name="T46" fmla="*/ 160 w 1273"/>
                <a:gd name="T47" fmla="*/ 1291 h 1033"/>
                <a:gd name="T48" fmla="*/ 101 w 1273"/>
                <a:gd name="T49" fmla="*/ 1187 h 1033"/>
                <a:gd name="T50" fmla="*/ 0 w 1273"/>
                <a:gd name="T51" fmla="*/ 1146 h 1033"/>
                <a:gd name="T52" fmla="*/ 79 w 1273"/>
                <a:gd name="T53" fmla="*/ 1146 h 1033"/>
                <a:gd name="T54" fmla="*/ 79 w 1273"/>
                <a:gd name="T55" fmla="*/ 1026 h 1033"/>
                <a:gd name="T56" fmla="*/ 60 w 1273"/>
                <a:gd name="T57" fmla="*/ 947 h 1033"/>
                <a:gd name="T58" fmla="*/ 0 w 1273"/>
                <a:gd name="T59" fmla="*/ 867 h 1033"/>
                <a:gd name="T60" fmla="*/ 221 w 1273"/>
                <a:gd name="T61" fmla="*/ 773 h 1033"/>
                <a:gd name="T62" fmla="*/ 339 w 1273"/>
                <a:gd name="T63" fmla="*/ 760 h 1033"/>
                <a:gd name="T64" fmla="*/ 381 w 1273"/>
                <a:gd name="T65" fmla="*/ 800 h 1033"/>
                <a:gd name="T66" fmla="*/ 500 w 1273"/>
                <a:gd name="T67" fmla="*/ 800 h 1033"/>
                <a:gd name="T68" fmla="*/ 759 w 1273"/>
                <a:gd name="T69" fmla="*/ 760 h 1033"/>
                <a:gd name="T70" fmla="*/ 1041 w 1273"/>
                <a:gd name="T71" fmla="*/ 708 h 1033"/>
                <a:gd name="T72" fmla="*/ 1059 w 1273"/>
                <a:gd name="T73" fmla="*/ 627 h 1033"/>
                <a:gd name="T74" fmla="*/ 1179 w 1273"/>
                <a:gd name="T75" fmla="*/ 388 h 1033"/>
                <a:gd name="T76" fmla="*/ 1140 w 1273"/>
                <a:gd name="T77" fmla="*/ 332 h 1033"/>
                <a:gd name="T78" fmla="*/ 1480 w 1273"/>
                <a:gd name="T79" fmla="*/ 374 h 1033"/>
                <a:gd name="T80" fmla="*/ 1660 w 1273"/>
                <a:gd name="T81" fmla="*/ 159 h 1033"/>
                <a:gd name="T82" fmla="*/ 1959 w 1273"/>
                <a:gd name="T83" fmla="*/ 214 h 1033"/>
                <a:gd name="T84" fmla="*/ 1959 w 1273"/>
                <a:gd name="T85" fmla="*/ 135 h 1033"/>
                <a:gd name="T86" fmla="*/ 2101 w 1273"/>
                <a:gd name="T87" fmla="*/ 66 h 1033"/>
                <a:gd name="T88" fmla="*/ 2200 w 1273"/>
                <a:gd name="T89" fmla="*/ 0 h 1033"/>
                <a:gd name="T90" fmla="*/ 2319 w 1273"/>
                <a:gd name="T91" fmla="*/ 27 h 1033"/>
                <a:gd name="T92" fmla="*/ 2319 w 1273"/>
                <a:gd name="T93" fmla="*/ 80 h 1033"/>
                <a:gd name="T94" fmla="*/ 2401 w 1273"/>
                <a:gd name="T95" fmla="*/ 186 h 1033"/>
                <a:gd name="T96" fmla="*/ 2560 w 1273"/>
                <a:gd name="T97" fmla="*/ 239 h 1033"/>
                <a:gd name="T98" fmla="*/ 2599 w 1273"/>
                <a:gd name="T99" fmla="*/ 414 h 1033"/>
                <a:gd name="T100" fmla="*/ 2539 w 1273"/>
                <a:gd name="T101" fmla="*/ 559 h 1033"/>
                <a:gd name="T102" fmla="*/ 2782 w 1273"/>
                <a:gd name="T103" fmla="*/ 615 h 1033"/>
                <a:gd name="T104" fmla="*/ 3021 w 1273"/>
                <a:gd name="T105" fmla="*/ 732 h 1033"/>
                <a:gd name="T106" fmla="*/ 3082 w 1273"/>
                <a:gd name="T107" fmla="*/ 800 h 1033"/>
                <a:gd name="T108" fmla="*/ 3179 w 1273"/>
                <a:gd name="T109" fmla="*/ 947 h 103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273"/>
                <a:gd name="T166" fmla="*/ 0 h 1033"/>
                <a:gd name="T167" fmla="*/ 1273 w 1273"/>
                <a:gd name="T168" fmla="*/ 1033 h 103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273" h="1033">
                  <a:moveTo>
                    <a:pt x="1272" y="568"/>
                  </a:moveTo>
                  <a:lnTo>
                    <a:pt x="1256" y="576"/>
                  </a:lnTo>
                  <a:lnTo>
                    <a:pt x="1256" y="600"/>
                  </a:lnTo>
                  <a:lnTo>
                    <a:pt x="1240" y="632"/>
                  </a:lnTo>
                  <a:lnTo>
                    <a:pt x="1208" y="632"/>
                  </a:lnTo>
                  <a:lnTo>
                    <a:pt x="1176" y="632"/>
                  </a:lnTo>
                  <a:lnTo>
                    <a:pt x="1176" y="648"/>
                  </a:lnTo>
                  <a:lnTo>
                    <a:pt x="1152" y="664"/>
                  </a:lnTo>
                  <a:lnTo>
                    <a:pt x="1112" y="680"/>
                  </a:lnTo>
                  <a:lnTo>
                    <a:pt x="1080" y="720"/>
                  </a:lnTo>
                  <a:lnTo>
                    <a:pt x="1064" y="712"/>
                  </a:lnTo>
                  <a:lnTo>
                    <a:pt x="1048" y="728"/>
                  </a:lnTo>
                  <a:lnTo>
                    <a:pt x="1040" y="816"/>
                  </a:lnTo>
                  <a:lnTo>
                    <a:pt x="936" y="824"/>
                  </a:lnTo>
                  <a:lnTo>
                    <a:pt x="888" y="840"/>
                  </a:lnTo>
                  <a:lnTo>
                    <a:pt x="880" y="880"/>
                  </a:lnTo>
                  <a:lnTo>
                    <a:pt x="920" y="928"/>
                  </a:lnTo>
                  <a:lnTo>
                    <a:pt x="920" y="944"/>
                  </a:lnTo>
                  <a:lnTo>
                    <a:pt x="888" y="968"/>
                  </a:lnTo>
                  <a:lnTo>
                    <a:pt x="888" y="992"/>
                  </a:lnTo>
                  <a:lnTo>
                    <a:pt x="896" y="1000"/>
                  </a:lnTo>
                  <a:lnTo>
                    <a:pt x="896" y="1032"/>
                  </a:lnTo>
                  <a:lnTo>
                    <a:pt x="840" y="1008"/>
                  </a:lnTo>
                  <a:lnTo>
                    <a:pt x="840" y="1016"/>
                  </a:lnTo>
                  <a:lnTo>
                    <a:pt x="816" y="1016"/>
                  </a:lnTo>
                  <a:lnTo>
                    <a:pt x="808" y="1000"/>
                  </a:lnTo>
                  <a:lnTo>
                    <a:pt x="760" y="976"/>
                  </a:lnTo>
                  <a:lnTo>
                    <a:pt x="736" y="960"/>
                  </a:lnTo>
                  <a:lnTo>
                    <a:pt x="624" y="968"/>
                  </a:lnTo>
                  <a:lnTo>
                    <a:pt x="600" y="984"/>
                  </a:lnTo>
                  <a:lnTo>
                    <a:pt x="528" y="984"/>
                  </a:lnTo>
                  <a:lnTo>
                    <a:pt x="512" y="992"/>
                  </a:lnTo>
                  <a:lnTo>
                    <a:pt x="440" y="984"/>
                  </a:lnTo>
                  <a:lnTo>
                    <a:pt x="432" y="952"/>
                  </a:lnTo>
                  <a:lnTo>
                    <a:pt x="384" y="944"/>
                  </a:lnTo>
                  <a:lnTo>
                    <a:pt x="368" y="960"/>
                  </a:lnTo>
                  <a:lnTo>
                    <a:pt x="296" y="928"/>
                  </a:lnTo>
                  <a:lnTo>
                    <a:pt x="272" y="928"/>
                  </a:lnTo>
                  <a:lnTo>
                    <a:pt x="248" y="968"/>
                  </a:lnTo>
                  <a:lnTo>
                    <a:pt x="216" y="984"/>
                  </a:lnTo>
                  <a:lnTo>
                    <a:pt x="176" y="976"/>
                  </a:lnTo>
                  <a:lnTo>
                    <a:pt x="152" y="944"/>
                  </a:lnTo>
                  <a:lnTo>
                    <a:pt x="152" y="872"/>
                  </a:lnTo>
                  <a:lnTo>
                    <a:pt x="104" y="864"/>
                  </a:lnTo>
                  <a:lnTo>
                    <a:pt x="72" y="816"/>
                  </a:lnTo>
                  <a:lnTo>
                    <a:pt x="56" y="800"/>
                  </a:lnTo>
                  <a:lnTo>
                    <a:pt x="48" y="784"/>
                  </a:lnTo>
                  <a:lnTo>
                    <a:pt x="64" y="776"/>
                  </a:lnTo>
                  <a:lnTo>
                    <a:pt x="64" y="752"/>
                  </a:lnTo>
                  <a:lnTo>
                    <a:pt x="40" y="712"/>
                  </a:lnTo>
                  <a:lnTo>
                    <a:pt x="16" y="704"/>
                  </a:lnTo>
                  <a:lnTo>
                    <a:pt x="0" y="688"/>
                  </a:lnTo>
                  <a:lnTo>
                    <a:pt x="16" y="680"/>
                  </a:lnTo>
                  <a:lnTo>
                    <a:pt x="32" y="688"/>
                  </a:lnTo>
                  <a:lnTo>
                    <a:pt x="40" y="672"/>
                  </a:lnTo>
                  <a:lnTo>
                    <a:pt x="32" y="616"/>
                  </a:lnTo>
                  <a:lnTo>
                    <a:pt x="48" y="592"/>
                  </a:lnTo>
                  <a:lnTo>
                    <a:pt x="24" y="568"/>
                  </a:lnTo>
                  <a:lnTo>
                    <a:pt x="0" y="568"/>
                  </a:lnTo>
                  <a:lnTo>
                    <a:pt x="0" y="520"/>
                  </a:lnTo>
                  <a:lnTo>
                    <a:pt x="48" y="464"/>
                  </a:lnTo>
                  <a:lnTo>
                    <a:pt x="88" y="464"/>
                  </a:lnTo>
                  <a:lnTo>
                    <a:pt x="112" y="448"/>
                  </a:lnTo>
                  <a:lnTo>
                    <a:pt x="136" y="456"/>
                  </a:lnTo>
                  <a:lnTo>
                    <a:pt x="144" y="448"/>
                  </a:lnTo>
                  <a:lnTo>
                    <a:pt x="152" y="480"/>
                  </a:lnTo>
                  <a:lnTo>
                    <a:pt x="168" y="472"/>
                  </a:lnTo>
                  <a:lnTo>
                    <a:pt x="200" y="480"/>
                  </a:lnTo>
                  <a:lnTo>
                    <a:pt x="208" y="456"/>
                  </a:lnTo>
                  <a:lnTo>
                    <a:pt x="304" y="456"/>
                  </a:lnTo>
                  <a:lnTo>
                    <a:pt x="320" y="432"/>
                  </a:lnTo>
                  <a:lnTo>
                    <a:pt x="416" y="424"/>
                  </a:lnTo>
                  <a:lnTo>
                    <a:pt x="424" y="408"/>
                  </a:lnTo>
                  <a:lnTo>
                    <a:pt x="424" y="376"/>
                  </a:lnTo>
                  <a:lnTo>
                    <a:pt x="464" y="352"/>
                  </a:lnTo>
                  <a:lnTo>
                    <a:pt x="472" y="232"/>
                  </a:lnTo>
                  <a:lnTo>
                    <a:pt x="456" y="224"/>
                  </a:lnTo>
                  <a:lnTo>
                    <a:pt x="456" y="200"/>
                  </a:lnTo>
                  <a:lnTo>
                    <a:pt x="576" y="208"/>
                  </a:lnTo>
                  <a:lnTo>
                    <a:pt x="592" y="224"/>
                  </a:lnTo>
                  <a:lnTo>
                    <a:pt x="608" y="176"/>
                  </a:lnTo>
                  <a:lnTo>
                    <a:pt x="664" y="96"/>
                  </a:lnTo>
                  <a:lnTo>
                    <a:pt x="744" y="136"/>
                  </a:lnTo>
                  <a:lnTo>
                    <a:pt x="784" y="128"/>
                  </a:lnTo>
                  <a:lnTo>
                    <a:pt x="792" y="104"/>
                  </a:lnTo>
                  <a:lnTo>
                    <a:pt x="784" y="80"/>
                  </a:lnTo>
                  <a:lnTo>
                    <a:pt x="816" y="48"/>
                  </a:lnTo>
                  <a:lnTo>
                    <a:pt x="840" y="40"/>
                  </a:lnTo>
                  <a:lnTo>
                    <a:pt x="872" y="24"/>
                  </a:lnTo>
                  <a:lnTo>
                    <a:pt x="880" y="0"/>
                  </a:lnTo>
                  <a:lnTo>
                    <a:pt x="928" y="8"/>
                  </a:lnTo>
                  <a:lnTo>
                    <a:pt x="928" y="16"/>
                  </a:lnTo>
                  <a:lnTo>
                    <a:pt x="912" y="32"/>
                  </a:lnTo>
                  <a:lnTo>
                    <a:pt x="928" y="48"/>
                  </a:lnTo>
                  <a:lnTo>
                    <a:pt x="936" y="72"/>
                  </a:lnTo>
                  <a:lnTo>
                    <a:pt x="960" y="112"/>
                  </a:lnTo>
                  <a:lnTo>
                    <a:pt x="984" y="120"/>
                  </a:lnTo>
                  <a:lnTo>
                    <a:pt x="1024" y="144"/>
                  </a:lnTo>
                  <a:lnTo>
                    <a:pt x="1024" y="200"/>
                  </a:lnTo>
                  <a:lnTo>
                    <a:pt x="1040" y="248"/>
                  </a:lnTo>
                  <a:lnTo>
                    <a:pt x="1008" y="304"/>
                  </a:lnTo>
                  <a:lnTo>
                    <a:pt x="1016" y="336"/>
                  </a:lnTo>
                  <a:lnTo>
                    <a:pt x="1048" y="360"/>
                  </a:lnTo>
                  <a:lnTo>
                    <a:pt x="1112" y="368"/>
                  </a:lnTo>
                  <a:lnTo>
                    <a:pt x="1160" y="392"/>
                  </a:lnTo>
                  <a:lnTo>
                    <a:pt x="1208" y="440"/>
                  </a:lnTo>
                  <a:lnTo>
                    <a:pt x="1232" y="440"/>
                  </a:lnTo>
                  <a:lnTo>
                    <a:pt x="1232" y="480"/>
                  </a:lnTo>
                  <a:lnTo>
                    <a:pt x="1248" y="520"/>
                  </a:lnTo>
                  <a:lnTo>
                    <a:pt x="1272" y="568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  <p:sp>
          <p:nvSpPr>
            <p:cNvPr id="153" name="Freeform 34"/>
            <p:cNvSpPr>
              <a:spLocks noChangeArrowheads="1"/>
            </p:cNvSpPr>
            <p:nvPr/>
          </p:nvSpPr>
          <p:spPr bwMode="auto">
            <a:xfrm>
              <a:off x="4458586" y="3652144"/>
              <a:ext cx="214382" cy="440537"/>
            </a:xfrm>
            <a:custGeom>
              <a:avLst/>
              <a:gdLst>
                <a:gd name="T0" fmla="*/ 55 w 129"/>
                <a:gd name="T1" fmla="*/ 395 h 257"/>
                <a:gd name="T2" fmla="*/ 75 w 129"/>
                <a:gd name="T3" fmla="*/ 424 h 257"/>
                <a:gd name="T4" fmla="*/ 130 w 129"/>
                <a:gd name="T5" fmla="*/ 437 h 257"/>
                <a:gd name="T6" fmla="*/ 151 w 129"/>
                <a:gd name="T7" fmla="*/ 382 h 257"/>
                <a:gd name="T8" fmla="*/ 243 w 129"/>
                <a:gd name="T9" fmla="*/ 315 h 257"/>
                <a:gd name="T10" fmla="*/ 243 w 129"/>
                <a:gd name="T11" fmla="*/ 218 h 257"/>
                <a:gd name="T12" fmla="*/ 280 w 129"/>
                <a:gd name="T13" fmla="*/ 164 h 257"/>
                <a:gd name="T14" fmla="*/ 300 w 129"/>
                <a:gd name="T15" fmla="*/ 122 h 257"/>
                <a:gd name="T16" fmla="*/ 263 w 129"/>
                <a:gd name="T17" fmla="*/ 96 h 257"/>
                <a:gd name="T18" fmla="*/ 243 w 129"/>
                <a:gd name="T19" fmla="*/ 0 h 257"/>
                <a:gd name="T20" fmla="*/ 151 w 129"/>
                <a:gd name="T21" fmla="*/ 41 h 257"/>
                <a:gd name="T22" fmla="*/ 114 w 129"/>
                <a:gd name="T23" fmla="*/ 41 h 257"/>
                <a:gd name="T24" fmla="*/ 130 w 129"/>
                <a:gd name="T25" fmla="*/ 69 h 257"/>
                <a:gd name="T26" fmla="*/ 55 w 129"/>
                <a:gd name="T27" fmla="*/ 122 h 257"/>
                <a:gd name="T28" fmla="*/ 55 w 129"/>
                <a:gd name="T29" fmla="*/ 191 h 257"/>
                <a:gd name="T30" fmla="*/ 0 w 129"/>
                <a:gd name="T31" fmla="*/ 231 h 257"/>
                <a:gd name="T32" fmla="*/ 18 w 129"/>
                <a:gd name="T33" fmla="*/ 286 h 257"/>
                <a:gd name="T34" fmla="*/ 38 w 129"/>
                <a:gd name="T35" fmla="*/ 382 h 257"/>
                <a:gd name="T36" fmla="*/ 55 w 129"/>
                <a:gd name="T37" fmla="*/ 395 h 25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9"/>
                <a:gd name="T58" fmla="*/ 0 h 257"/>
                <a:gd name="T59" fmla="*/ 129 w 129"/>
                <a:gd name="T60" fmla="*/ 257 h 25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9" h="257">
                  <a:moveTo>
                    <a:pt x="24" y="232"/>
                  </a:moveTo>
                  <a:lnTo>
                    <a:pt x="32" y="248"/>
                  </a:lnTo>
                  <a:lnTo>
                    <a:pt x="56" y="256"/>
                  </a:lnTo>
                  <a:lnTo>
                    <a:pt x="64" y="224"/>
                  </a:lnTo>
                  <a:lnTo>
                    <a:pt x="104" y="184"/>
                  </a:lnTo>
                  <a:lnTo>
                    <a:pt x="104" y="128"/>
                  </a:lnTo>
                  <a:lnTo>
                    <a:pt x="120" y="96"/>
                  </a:lnTo>
                  <a:lnTo>
                    <a:pt x="128" y="72"/>
                  </a:lnTo>
                  <a:lnTo>
                    <a:pt x="112" y="56"/>
                  </a:lnTo>
                  <a:lnTo>
                    <a:pt x="104" y="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56" y="40"/>
                  </a:lnTo>
                  <a:lnTo>
                    <a:pt x="24" y="72"/>
                  </a:lnTo>
                  <a:lnTo>
                    <a:pt x="24" y="112"/>
                  </a:lnTo>
                  <a:lnTo>
                    <a:pt x="0" y="136"/>
                  </a:lnTo>
                  <a:lnTo>
                    <a:pt x="8" y="168"/>
                  </a:lnTo>
                  <a:lnTo>
                    <a:pt x="16" y="224"/>
                  </a:lnTo>
                  <a:lnTo>
                    <a:pt x="24" y="232"/>
                  </a:lnTo>
                </a:path>
              </a:pathLst>
            </a:custGeom>
            <a:grpFill/>
            <a:ln w="9525" cmpd="sng">
              <a:solidFill>
                <a:schemeClr val="bg1">
                  <a:lumMod val="50000"/>
                </a:schemeClr>
              </a:solidFill>
              <a:bevel/>
            </a:ln>
          </p:spPr>
          <p:txBody>
            <a:bodyPr/>
            <a:lstStyle/>
            <a:p>
              <a:pPr>
                <a:defRPr/>
              </a:pPr>
              <a:endParaRPr lang="zh-CN" altLang="zh-CN" sz="900" b="1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_GBK" pitchFamily="2" charset="-122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4265339" y="1319317"/>
            <a:ext cx="589402" cy="530461"/>
            <a:chOff x="5966154" y="1913676"/>
            <a:chExt cx="720080" cy="648071"/>
          </a:xfrm>
        </p:grpSpPr>
        <p:sp>
          <p:nvSpPr>
            <p:cNvPr id="155" name="泪滴形 154"/>
            <p:cNvSpPr/>
            <p:nvPr/>
          </p:nvSpPr>
          <p:spPr>
            <a:xfrm rot="8202971">
              <a:off x="6002159" y="1913676"/>
              <a:ext cx="648071" cy="648071"/>
            </a:xfrm>
            <a:prstGeom prst="teardrop">
              <a:avLst>
                <a:gd name="adj" fmla="val 127639"/>
              </a:avLst>
            </a:prstGeom>
            <a:gradFill>
              <a:gsLst>
                <a:gs pos="0">
                  <a:srgbClr val="D6D6D6"/>
                </a:gs>
                <a:gs pos="100000">
                  <a:srgbClr val="F7F7F7"/>
                </a:gs>
              </a:gsLst>
              <a:path path="circle">
                <a:fillToRect t="100000" r="100000"/>
              </a:path>
            </a:gra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6085284" y="1996801"/>
              <a:ext cx="481820" cy="4818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57" name="TextBox 6"/>
            <p:cNvSpPr txBox="1"/>
            <p:nvPr/>
          </p:nvSpPr>
          <p:spPr>
            <a:xfrm>
              <a:off x="5966154" y="2018945"/>
              <a:ext cx="720080" cy="39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500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04</a:t>
              </a:r>
              <a:endParaRPr lang="zh-CN" altLang="en-US" sz="1500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1333217" y="1547075"/>
            <a:ext cx="537498" cy="530461"/>
            <a:chOff x="5993560" y="1913676"/>
            <a:chExt cx="656670" cy="648071"/>
          </a:xfrm>
        </p:grpSpPr>
        <p:sp>
          <p:nvSpPr>
            <p:cNvPr id="159" name="泪滴形 158"/>
            <p:cNvSpPr/>
            <p:nvPr/>
          </p:nvSpPr>
          <p:spPr>
            <a:xfrm rot="8202971">
              <a:off x="6002159" y="1913676"/>
              <a:ext cx="648071" cy="648071"/>
            </a:xfrm>
            <a:prstGeom prst="teardrop">
              <a:avLst>
                <a:gd name="adj" fmla="val 127639"/>
              </a:avLst>
            </a:prstGeom>
            <a:gradFill>
              <a:gsLst>
                <a:gs pos="0">
                  <a:srgbClr val="D6D6D6"/>
                </a:gs>
                <a:gs pos="100000">
                  <a:srgbClr val="F7F7F7"/>
                </a:gs>
              </a:gsLst>
              <a:path path="circle">
                <a:fillToRect t="100000" r="100000"/>
              </a:path>
            </a:gra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6085284" y="1996801"/>
              <a:ext cx="481820" cy="4818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61" name="TextBox 11"/>
            <p:cNvSpPr txBox="1"/>
            <p:nvPr/>
          </p:nvSpPr>
          <p:spPr>
            <a:xfrm>
              <a:off x="5993560" y="2033829"/>
              <a:ext cx="645427" cy="39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500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01</a:t>
              </a:r>
              <a:endParaRPr lang="zh-CN" altLang="en-US" sz="1500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2229747" y="2225550"/>
            <a:ext cx="589402" cy="530461"/>
            <a:chOff x="5966153" y="1913676"/>
            <a:chExt cx="720080" cy="648071"/>
          </a:xfrm>
        </p:grpSpPr>
        <p:sp>
          <p:nvSpPr>
            <p:cNvPr id="163" name="泪滴形 162"/>
            <p:cNvSpPr/>
            <p:nvPr/>
          </p:nvSpPr>
          <p:spPr>
            <a:xfrm rot="8202971">
              <a:off x="6002159" y="1913676"/>
              <a:ext cx="648071" cy="648071"/>
            </a:xfrm>
            <a:prstGeom prst="teardrop">
              <a:avLst>
                <a:gd name="adj" fmla="val 127639"/>
              </a:avLst>
            </a:prstGeom>
            <a:gradFill>
              <a:gsLst>
                <a:gs pos="0">
                  <a:srgbClr val="D6D6D6"/>
                </a:gs>
                <a:gs pos="100000">
                  <a:srgbClr val="F7F7F7"/>
                </a:gs>
              </a:gsLst>
              <a:path path="circle">
                <a:fillToRect t="100000" r="100000"/>
              </a:path>
            </a:gra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085284" y="1996801"/>
              <a:ext cx="481820" cy="4818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65" name="TextBox 15"/>
            <p:cNvSpPr txBox="1"/>
            <p:nvPr/>
          </p:nvSpPr>
          <p:spPr>
            <a:xfrm>
              <a:off x="5966153" y="2017799"/>
              <a:ext cx="720080" cy="39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500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02</a:t>
              </a:r>
              <a:endParaRPr lang="zh-CN" altLang="en-US" sz="1500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3440990" y="2734898"/>
            <a:ext cx="589402" cy="530461"/>
            <a:chOff x="5966154" y="1913676"/>
            <a:chExt cx="720080" cy="648071"/>
          </a:xfrm>
        </p:grpSpPr>
        <p:sp>
          <p:nvSpPr>
            <p:cNvPr id="167" name="泪滴形 166"/>
            <p:cNvSpPr/>
            <p:nvPr/>
          </p:nvSpPr>
          <p:spPr>
            <a:xfrm rot="8202971">
              <a:off x="6002159" y="1913676"/>
              <a:ext cx="648071" cy="648071"/>
            </a:xfrm>
            <a:prstGeom prst="teardrop">
              <a:avLst>
                <a:gd name="adj" fmla="val 127639"/>
              </a:avLst>
            </a:prstGeom>
            <a:gradFill>
              <a:gsLst>
                <a:gs pos="0">
                  <a:srgbClr val="D6D6D6"/>
                </a:gs>
                <a:gs pos="100000">
                  <a:srgbClr val="F7F7F7"/>
                </a:gs>
              </a:gsLst>
              <a:path path="circle">
                <a:fillToRect t="100000" r="100000"/>
              </a:path>
            </a:gra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68" name="椭圆 167"/>
            <p:cNvSpPr/>
            <p:nvPr/>
          </p:nvSpPr>
          <p:spPr>
            <a:xfrm>
              <a:off x="6085284" y="1996801"/>
              <a:ext cx="481820" cy="4818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69" name="TextBox 19"/>
            <p:cNvSpPr txBox="1"/>
            <p:nvPr/>
          </p:nvSpPr>
          <p:spPr>
            <a:xfrm>
              <a:off x="5966154" y="2027391"/>
              <a:ext cx="720080" cy="39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500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03</a:t>
              </a:r>
              <a:endParaRPr lang="zh-CN" altLang="en-US" sz="1500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5165911" y="1650229"/>
            <a:ext cx="502789" cy="453321"/>
            <a:chOff x="5424755" y="1340768"/>
            <a:chExt cx="670560" cy="604586"/>
          </a:xfrm>
        </p:grpSpPr>
        <p:grpSp>
          <p:nvGrpSpPr>
            <p:cNvPr id="171" name="组合 170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73" name="组合 172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75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76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74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72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77" name="矩形 176"/>
          <p:cNvSpPr/>
          <p:nvPr/>
        </p:nvSpPr>
        <p:spPr>
          <a:xfrm>
            <a:off x="5805146" y="1533836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矩形 47"/>
          <p:cNvSpPr>
            <a:spLocks noChangeArrowheads="1"/>
          </p:cNvSpPr>
          <p:nvPr/>
        </p:nvSpPr>
        <p:spPr bwMode="auto">
          <a:xfrm>
            <a:off x="5805146" y="1776022"/>
            <a:ext cx="2384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179" name="组合 178"/>
          <p:cNvGrpSpPr/>
          <p:nvPr/>
        </p:nvGrpSpPr>
        <p:grpSpPr>
          <a:xfrm>
            <a:off x="5165911" y="2268337"/>
            <a:ext cx="502789" cy="453321"/>
            <a:chOff x="5424755" y="1340768"/>
            <a:chExt cx="670560" cy="604586"/>
          </a:xfrm>
        </p:grpSpPr>
        <p:grpSp>
          <p:nvGrpSpPr>
            <p:cNvPr id="180" name="组合 179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82" name="组合 181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84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85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83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81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86" name="矩形 185"/>
          <p:cNvSpPr/>
          <p:nvPr/>
        </p:nvSpPr>
        <p:spPr>
          <a:xfrm>
            <a:off x="5805146" y="2151944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矩形 47"/>
          <p:cNvSpPr>
            <a:spLocks noChangeArrowheads="1"/>
          </p:cNvSpPr>
          <p:nvPr/>
        </p:nvSpPr>
        <p:spPr bwMode="auto">
          <a:xfrm>
            <a:off x="5805146" y="2394130"/>
            <a:ext cx="2384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188" name="组合 187"/>
          <p:cNvGrpSpPr/>
          <p:nvPr/>
        </p:nvGrpSpPr>
        <p:grpSpPr>
          <a:xfrm>
            <a:off x="5165911" y="2894830"/>
            <a:ext cx="502789" cy="453321"/>
            <a:chOff x="5424755" y="1340768"/>
            <a:chExt cx="670560" cy="604586"/>
          </a:xfrm>
        </p:grpSpPr>
        <p:grpSp>
          <p:nvGrpSpPr>
            <p:cNvPr id="189" name="组合 18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91" name="组合 19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9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19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9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90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95" name="矩形 194"/>
          <p:cNvSpPr/>
          <p:nvPr/>
        </p:nvSpPr>
        <p:spPr>
          <a:xfrm>
            <a:off x="5805146" y="2778437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矩形 47"/>
          <p:cNvSpPr>
            <a:spLocks noChangeArrowheads="1"/>
          </p:cNvSpPr>
          <p:nvPr/>
        </p:nvSpPr>
        <p:spPr bwMode="auto">
          <a:xfrm>
            <a:off x="5805146" y="3020622"/>
            <a:ext cx="2384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197" name="组合 196"/>
          <p:cNvGrpSpPr/>
          <p:nvPr/>
        </p:nvGrpSpPr>
        <p:grpSpPr>
          <a:xfrm>
            <a:off x="5165911" y="3510152"/>
            <a:ext cx="502789" cy="453321"/>
            <a:chOff x="5424755" y="1340768"/>
            <a:chExt cx="670560" cy="604586"/>
          </a:xfrm>
        </p:grpSpPr>
        <p:grpSp>
          <p:nvGrpSpPr>
            <p:cNvPr id="198" name="组合 197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200" name="组合 19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02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03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01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99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04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04" name="矩形 203"/>
          <p:cNvSpPr/>
          <p:nvPr/>
        </p:nvSpPr>
        <p:spPr>
          <a:xfrm>
            <a:off x="5805146" y="3393759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矩形 47"/>
          <p:cNvSpPr>
            <a:spLocks noChangeArrowheads="1"/>
          </p:cNvSpPr>
          <p:nvPr/>
        </p:nvSpPr>
        <p:spPr bwMode="auto">
          <a:xfrm>
            <a:off x="5805146" y="3635944"/>
            <a:ext cx="2384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206" name="组合 205"/>
          <p:cNvGrpSpPr/>
          <p:nvPr/>
        </p:nvGrpSpPr>
        <p:grpSpPr>
          <a:xfrm>
            <a:off x="5003935" y="1263876"/>
            <a:ext cx="208734" cy="138347"/>
            <a:chOff x="9482595" y="2565731"/>
            <a:chExt cx="278384" cy="184511"/>
          </a:xfrm>
        </p:grpSpPr>
        <p:sp>
          <p:nvSpPr>
            <p:cNvPr id="207" name="椭圆 206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  <p:sp>
          <p:nvSpPr>
            <p:cNvPr id="208" name="椭圆 207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14455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4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4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4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4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4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4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177" grpId="0"/>
      <p:bldP spid="178" grpId="0"/>
      <p:bldP spid="186" grpId="0"/>
      <p:bldP spid="187" grpId="0"/>
      <p:bldP spid="195" grpId="0"/>
      <p:bldP spid="196" grpId="0"/>
      <p:bldP spid="204" grpId="0"/>
      <p:bldP spid="20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0" y="1978413"/>
            <a:ext cx="2789599" cy="12152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9" name="组合 158"/>
          <p:cNvGrpSpPr/>
          <p:nvPr/>
        </p:nvGrpSpPr>
        <p:grpSpPr>
          <a:xfrm>
            <a:off x="2064628" y="1988867"/>
            <a:ext cx="1384430" cy="1248221"/>
            <a:chOff x="3720691" y="2824413"/>
            <a:chExt cx="1341120" cy="1209172"/>
          </a:xfrm>
        </p:grpSpPr>
        <p:sp>
          <p:nvSpPr>
            <p:cNvPr id="16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6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62" name="Freeform 5"/>
          <p:cNvSpPr/>
          <p:nvPr/>
        </p:nvSpPr>
        <p:spPr bwMode="auto">
          <a:xfrm rot="1855731">
            <a:off x="2159429" y="2074341"/>
            <a:ext cx="1194827" cy="1077274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169" name="组合 168"/>
          <p:cNvGrpSpPr/>
          <p:nvPr/>
        </p:nvGrpSpPr>
        <p:grpSpPr>
          <a:xfrm>
            <a:off x="3350801" y="2079269"/>
            <a:ext cx="208734" cy="138347"/>
            <a:chOff x="9482595" y="2565731"/>
            <a:chExt cx="278384" cy="184511"/>
          </a:xfrm>
        </p:grpSpPr>
        <p:sp>
          <p:nvSpPr>
            <p:cNvPr id="170" name="椭圆 169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71" name="椭圆 170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6" name="圆角矩形 15"/>
          <p:cNvSpPr/>
          <p:nvPr/>
        </p:nvSpPr>
        <p:spPr>
          <a:xfrm>
            <a:off x="4086072" y="1950849"/>
            <a:ext cx="4913267" cy="1215263"/>
          </a:xfrm>
          <a:prstGeom prst="round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C0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03935" y="1950849"/>
            <a:ext cx="4157379" cy="1215263"/>
          </a:xfrm>
          <a:prstGeom prst="rect">
            <a:avLst/>
          </a:prstGeom>
          <a:solidFill>
            <a:srgbClr val="5B5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TextBox 17"/>
          <p:cNvSpPr txBox="1"/>
          <p:nvPr/>
        </p:nvSpPr>
        <p:spPr>
          <a:xfrm flipH="1">
            <a:off x="4410024" y="2091923"/>
            <a:ext cx="269960" cy="845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950" b="1" dirty="0" smtClean="0">
                <a:solidFill>
                  <a:schemeClr val="bg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5</a:t>
            </a:r>
            <a:endParaRPr lang="id-ID" sz="4950" b="1" dirty="0">
              <a:solidFill>
                <a:schemeClr val="bg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9" name="文本框 9"/>
          <p:cNvSpPr txBox="1"/>
          <p:nvPr/>
        </p:nvSpPr>
        <p:spPr>
          <a:xfrm>
            <a:off x="5219903" y="2004841"/>
            <a:ext cx="2051694" cy="39306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21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  <a:endParaRPr lang="zh-CN" altLang="en-US" sz="2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276508" y="2436776"/>
            <a:ext cx="1077226" cy="171450"/>
            <a:chOff x="4369395" y="3284984"/>
            <a:chExt cx="1436675" cy="228660"/>
          </a:xfrm>
        </p:grpSpPr>
        <p:sp>
          <p:nvSpPr>
            <p:cNvPr id="21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研究总结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6356347" y="2436776"/>
            <a:ext cx="1077226" cy="171450"/>
            <a:chOff x="4369395" y="3284984"/>
            <a:chExt cx="1436675" cy="228660"/>
          </a:xfrm>
        </p:grpSpPr>
        <p:sp>
          <p:nvSpPr>
            <p:cNvPr id="26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成绩思考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7436185" y="2436776"/>
            <a:ext cx="1293193" cy="171450"/>
            <a:chOff x="4369395" y="3284984"/>
            <a:chExt cx="1724707" cy="228660"/>
          </a:xfrm>
        </p:grpSpPr>
        <p:sp>
          <p:nvSpPr>
            <p:cNvPr id="31" name="文本框 9"/>
            <p:cNvSpPr txBox="1"/>
            <p:nvPr/>
          </p:nvSpPr>
          <p:spPr>
            <a:xfrm>
              <a:off x="4581935" y="3284984"/>
              <a:ext cx="1512167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参考文献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5273895" y="2637263"/>
            <a:ext cx="1077226" cy="171450"/>
            <a:chOff x="4369395" y="3284984"/>
            <a:chExt cx="1436675" cy="228660"/>
          </a:xfrm>
        </p:grpSpPr>
        <p:sp>
          <p:nvSpPr>
            <p:cNvPr id="50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相关法律</a:t>
              </a: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6353734" y="2637263"/>
            <a:ext cx="1077226" cy="171450"/>
            <a:chOff x="4369395" y="3284984"/>
            <a:chExt cx="1436675" cy="228660"/>
          </a:xfrm>
        </p:grpSpPr>
        <p:sp>
          <p:nvSpPr>
            <p:cNvPr id="56" name="文本框 9"/>
            <p:cNvSpPr txBox="1"/>
            <p:nvPr/>
          </p:nvSpPr>
          <p:spPr>
            <a:xfrm>
              <a:off x="4581935" y="3284984"/>
              <a:ext cx="1224135" cy="2286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结束语</a:t>
              </a: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58" name="椭圆 5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rgbClr val="414455"/>
              </a:solidFill>
              <a:ln>
                <a:solidFill>
                  <a:srgbClr val="4144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等腰三角形 5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5" name="Freeform 206"/>
          <p:cNvSpPr>
            <a:spLocks noChangeAspect="1" noEditPoints="1"/>
          </p:cNvSpPr>
          <p:nvPr/>
        </p:nvSpPr>
        <p:spPr bwMode="auto">
          <a:xfrm>
            <a:off x="2517460" y="2264788"/>
            <a:ext cx="544277" cy="65791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ldLvl="0" animBg="1"/>
      <p:bldP spid="162" grpId="0" bldLvl="0" animBg="1"/>
      <p:bldP spid="16" grpId="0" bldLvl="0" animBg="1"/>
      <p:bldP spid="17" grpId="0" bldLvl="0" animBg="1"/>
      <p:bldP spid="18" grpId="0"/>
      <p:bldP spid="19" grpId="0"/>
      <p:bldP spid="45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研究总结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35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83" name="Freeform 206"/>
          <p:cNvSpPr>
            <a:spLocks noChangeAspect="1" noEditPoints="1"/>
          </p:cNvSpPr>
          <p:nvPr/>
        </p:nvSpPr>
        <p:spPr bwMode="auto">
          <a:xfrm>
            <a:off x="584886" y="250547"/>
            <a:ext cx="207678" cy="251039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172522" y="1439806"/>
            <a:ext cx="863871" cy="778878"/>
            <a:chOff x="5424755" y="1340768"/>
            <a:chExt cx="670560" cy="604586"/>
          </a:xfrm>
        </p:grpSpPr>
        <p:grpSp>
          <p:nvGrpSpPr>
            <p:cNvPr id="15" name="组合 1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19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0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18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16" name="TextBox 7"/>
            <p:cNvSpPr>
              <a:spLocks noChangeArrowheads="1"/>
            </p:cNvSpPr>
            <p:nvPr/>
          </p:nvSpPr>
          <p:spPr bwMode="auto">
            <a:xfrm>
              <a:off x="5472003" y="1592566"/>
              <a:ext cx="576064" cy="124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输入标题</a:t>
              </a:r>
              <a:endParaRPr lang="zh-CN" altLang="en-US" sz="105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715005" y="2164693"/>
            <a:ext cx="863871" cy="778878"/>
            <a:chOff x="5424755" y="1340768"/>
            <a:chExt cx="670560" cy="604586"/>
          </a:xfrm>
        </p:grpSpPr>
        <p:grpSp>
          <p:nvGrpSpPr>
            <p:cNvPr id="22" name="组合 21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26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27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5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23" name="TextBox 7"/>
            <p:cNvSpPr>
              <a:spLocks noChangeArrowheads="1"/>
            </p:cNvSpPr>
            <p:nvPr/>
          </p:nvSpPr>
          <p:spPr bwMode="auto">
            <a:xfrm>
              <a:off x="5472003" y="1592566"/>
              <a:ext cx="576064" cy="124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输入标题</a:t>
              </a:r>
              <a:endParaRPr lang="zh-CN" altLang="en-US" sz="105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72000" y="2198072"/>
            <a:ext cx="863871" cy="778878"/>
            <a:chOff x="5424755" y="1340768"/>
            <a:chExt cx="670560" cy="604586"/>
          </a:xfrm>
        </p:grpSpPr>
        <p:grpSp>
          <p:nvGrpSpPr>
            <p:cNvPr id="29" name="组合 2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3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3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0" name="TextBox 7"/>
            <p:cNvSpPr>
              <a:spLocks noChangeArrowheads="1"/>
            </p:cNvSpPr>
            <p:nvPr/>
          </p:nvSpPr>
          <p:spPr bwMode="auto">
            <a:xfrm>
              <a:off x="5472003" y="1592566"/>
              <a:ext cx="576064" cy="124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输入标题</a:t>
              </a:r>
              <a:endParaRPr lang="zh-CN" altLang="en-US" sz="105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026771" y="1554762"/>
            <a:ext cx="502789" cy="453321"/>
            <a:chOff x="5424755" y="1340768"/>
            <a:chExt cx="670560" cy="604586"/>
          </a:xfrm>
        </p:grpSpPr>
        <p:grpSp>
          <p:nvGrpSpPr>
            <p:cNvPr id="36" name="组合 35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0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41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37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5620683" y="1438369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7"/>
          <p:cNvSpPr>
            <a:spLocks noChangeArrowheads="1"/>
          </p:cNvSpPr>
          <p:nvPr/>
        </p:nvSpPr>
        <p:spPr bwMode="auto">
          <a:xfrm>
            <a:off x="5620683" y="1680555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5434765" y="2314167"/>
            <a:ext cx="502789" cy="453321"/>
            <a:chOff x="5424755" y="1340768"/>
            <a:chExt cx="670560" cy="604586"/>
          </a:xfrm>
        </p:grpSpPr>
        <p:grpSp>
          <p:nvGrpSpPr>
            <p:cNvPr id="45" name="组合 4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9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50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8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6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6029782" y="2191470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47"/>
          <p:cNvSpPr>
            <a:spLocks noChangeArrowheads="1"/>
          </p:cNvSpPr>
          <p:nvPr/>
        </p:nvSpPr>
        <p:spPr bwMode="auto">
          <a:xfrm>
            <a:off x="6029782" y="2433656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3222201" y="2299454"/>
            <a:ext cx="502789" cy="453321"/>
            <a:chOff x="5424755" y="1340768"/>
            <a:chExt cx="670560" cy="604586"/>
          </a:xfrm>
        </p:grpSpPr>
        <p:grpSp>
          <p:nvGrpSpPr>
            <p:cNvPr id="54" name="组合 53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58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59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/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57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55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 smtClean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60" name="矩形 59"/>
          <p:cNvSpPr/>
          <p:nvPr/>
        </p:nvSpPr>
        <p:spPr>
          <a:xfrm>
            <a:off x="1247335" y="2191470"/>
            <a:ext cx="1163522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47"/>
          <p:cNvSpPr>
            <a:spLocks noChangeArrowheads="1"/>
          </p:cNvSpPr>
          <p:nvPr/>
        </p:nvSpPr>
        <p:spPr bwMode="auto">
          <a:xfrm>
            <a:off x="1247335" y="2433656"/>
            <a:ext cx="202885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录入上述图表的描述说明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，录入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上述图表的描述说明。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1017726" y="3328087"/>
            <a:ext cx="394805" cy="355962"/>
            <a:chOff x="5424755" y="1340768"/>
            <a:chExt cx="670560" cy="604586"/>
          </a:xfrm>
        </p:grpSpPr>
        <p:grpSp>
          <p:nvGrpSpPr>
            <p:cNvPr id="63" name="组合 62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4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71" name="文本框 9"/>
          <p:cNvSpPr txBox="1"/>
          <p:nvPr/>
        </p:nvSpPr>
        <p:spPr>
          <a:xfrm>
            <a:off x="1494459" y="3338713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72" name="直接连接符 71"/>
          <p:cNvCxnSpPr/>
          <p:nvPr/>
        </p:nvCxnSpPr>
        <p:spPr>
          <a:xfrm>
            <a:off x="1548451" y="3608673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7779502" y="3510880"/>
            <a:ext cx="193989" cy="174903"/>
            <a:chOff x="3720691" y="2824413"/>
            <a:chExt cx="1341120" cy="1209172"/>
          </a:xfrm>
        </p:grpSpPr>
        <p:sp>
          <p:nvSpPr>
            <p:cNvPr id="75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76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1476027" y="3719311"/>
            <a:ext cx="640726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6360968" y="1330386"/>
            <a:ext cx="208734" cy="138347"/>
            <a:chOff x="9482595" y="2565731"/>
            <a:chExt cx="278384" cy="184511"/>
          </a:xfrm>
        </p:grpSpPr>
        <p:sp>
          <p:nvSpPr>
            <p:cNvPr id="79" name="椭圆 78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0" name="椭圆 79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500"/>
                            </p:stCondLst>
                            <p:childTnLst>
                              <p:par>
                                <p:cTn id="9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ldLvl="0" animBg="1"/>
      <p:bldP spid="42" grpId="0"/>
      <p:bldP spid="43" grpId="0"/>
      <p:bldP spid="51" grpId="0"/>
      <p:bldP spid="52" grpId="0"/>
      <p:bldP spid="60" grpId="0"/>
      <p:bldP spid="61" grpId="0"/>
      <p:bldP spid="71" grpId="0"/>
      <p:bldP spid="7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成绩与思考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36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83" name="Freeform 206"/>
          <p:cNvSpPr>
            <a:spLocks noChangeAspect="1" noEditPoints="1"/>
          </p:cNvSpPr>
          <p:nvPr/>
        </p:nvSpPr>
        <p:spPr bwMode="auto">
          <a:xfrm>
            <a:off x="584886" y="250547"/>
            <a:ext cx="207678" cy="251039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Line 23"/>
          <p:cNvSpPr>
            <a:spLocks noChangeShapeType="1"/>
          </p:cNvSpPr>
          <p:nvPr/>
        </p:nvSpPr>
        <p:spPr bwMode="auto">
          <a:xfrm flipH="1">
            <a:off x="1282549" y="1654337"/>
            <a:ext cx="2371588" cy="0"/>
          </a:xfrm>
          <a:prstGeom prst="line">
            <a:avLst/>
          </a:prstGeom>
          <a:noFill/>
          <a:ln w="5" cap="flat">
            <a:solidFill>
              <a:srgbClr val="414455"/>
            </a:solidFill>
            <a:prstDash val="dash"/>
            <a:miter lim="800000"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vert="horz" wrap="square" lIns="56605" tIns="28302" rIns="56605" bIns="28302" numCol="1" anchor="t" anchorCtr="0" compatLnSpc="1"/>
          <a:lstStyle/>
          <a:p>
            <a:endParaRPr lang="zh-CN" altLang="en-US" sz="13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3330185" y="1329846"/>
            <a:ext cx="820879" cy="740115"/>
            <a:chOff x="3720691" y="2824413"/>
            <a:chExt cx="1341120" cy="1209172"/>
          </a:xfrm>
        </p:grpSpPr>
        <p:sp>
          <p:nvSpPr>
            <p:cNvPr id="8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8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88" name="KSO_Shape"/>
          <p:cNvSpPr/>
          <p:nvPr/>
        </p:nvSpPr>
        <p:spPr bwMode="auto">
          <a:xfrm>
            <a:off x="3550346" y="1517237"/>
            <a:ext cx="380556" cy="365334"/>
          </a:xfrm>
          <a:custGeom>
            <a:avLst/>
            <a:gdLst>
              <a:gd name="T0" fmla="*/ 1618108 w 3816350"/>
              <a:gd name="T1" fmla="*/ 3491708 h 3665538"/>
              <a:gd name="T2" fmla="*/ 3711914 w 3816350"/>
              <a:gd name="T3" fmla="*/ 3515947 h 3665538"/>
              <a:gd name="T4" fmla="*/ 1938033 w 3816350"/>
              <a:gd name="T5" fmla="*/ 3320852 h 3665538"/>
              <a:gd name="T6" fmla="*/ 2466975 w 3816350"/>
              <a:gd name="T7" fmla="*/ 3464378 h 3665538"/>
              <a:gd name="T8" fmla="*/ 1420823 w 3816350"/>
              <a:gd name="T9" fmla="*/ 3514907 h 3665538"/>
              <a:gd name="T10" fmla="*/ 1072366 w 3816350"/>
              <a:gd name="T11" fmla="*/ 3448171 h 3665538"/>
              <a:gd name="T12" fmla="*/ 350995 w 3816350"/>
              <a:gd name="T13" fmla="*/ 3613421 h 3665538"/>
              <a:gd name="T14" fmla="*/ 2826009 w 3816350"/>
              <a:gd name="T15" fmla="*/ 3416327 h 3665538"/>
              <a:gd name="T16" fmla="*/ 3710327 w 3816350"/>
              <a:gd name="T17" fmla="*/ 3553504 h 3665538"/>
              <a:gd name="T18" fmla="*/ 1625482 w 3816350"/>
              <a:gd name="T19" fmla="*/ 3379536 h 3665538"/>
              <a:gd name="T20" fmla="*/ 2426374 w 3816350"/>
              <a:gd name="T21" fmla="*/ 3213000 h 3665538"/>
              <a:gd name="T22" fmla="*/ 771525 w 3816350"/>
              <a:gd name="T23" fmla="*/ 3205163 h 3665538"/>
              <a:gd name="T24" fmla="*/ 1067953 w 3816350"/>
              <a:gd name="T25" fmla="*/ 3277053 h 3665538"/>
              <a:gd name="T26" fmla="*/ 784892 w 3816350"/>
              <a:gd name="T27" fmla="*/ 3451540 h 3665538"/>
              <a:gd name="T28" fmla="*/ 2490788 w 3816350"/>
              <a:gd name="T29" fmla="*/ 3116568 h 3665538"/>
              <a:gd name="T30" fmla="*/ 1449375 w 3816350"/>
              <a:gd name="T31" fmla="*/ 3307847 h 3665538"/>
              <a:gd name="T32" fmla="*/ 2434307 w 3816350"/>
              <a:gd name="T33" fmla="*/ 3163198 h 3665538"/>
              <a:gd name="T34" fmla="*/ 3783974 w 3816350"/>
              <a:gd name="T35" fmla="*/ 3278823 h 3665538"/>
              <a:gd name="T36" fmla="*/ 2635250 w 3816350"/>
              <a:gd name="T37" fmla="*/ 3206432 h 3665538"/>
              <a:gd name="T38" fmla="*/ 3815080 w 3816350"/>
              <a:gd name="T39" fmla="*/ 3040062 h 3665538"/>
              <a:gd name="T40" fmla="*/ 2866956 w 3816350"/>
              <a:gd name="T41" fmla="*/ 3006725 h 3665538"/>
              <a:gd name="T42" fmla="*/ 657993 w 3816350"/>
              <a:gd name="T43" fmla="*/ 3196983 h 3665538"/>
              <a:gd name="T44" fmla="*/ 872062 w 3816350"/>
              <a:gd name="T45" fmla="*/ 3214746 h 3665538"/>
              <a:gd name="T46" fmla="*/ 825374 w 3816350"/>
              <a:gd name="T47" fmla="*/ 2994614 h 3665538"/>
              <a:gd name="T48" fmla="*/ 1190307 w 3816350"/>
              <a:gd name="T49" fmla="*/ 3120223 h 3665538"/>
              <a:gd name="T50" fmla="*/ 273368 w 3816350"/>
              <a:gd name="T51" fmla="*/ 3120223 h 3665538"/>
              <a:gd name="T52" fmla="*/ 1472924 w 3816350"/>
              <a:gd name="T53" fmla="*/ 2958852 h 3665538"/>
              <a:gd name="T54" fmla="*/ 2445690 w 3816350"/>
              <a:gd name="T55" fmla="*/ 3096148 h 3665538"/>
              <a:gd name="T56" fmla="*/ 1403350 w 3816350"/>
              <a:gd name="T57" fmla="*/ 2909186 h 3665538"/>
              <a:gd name="T58" fmla="*/ 3767144 w 3816350"/>
              <a:gd name="T59" fmla="*/ 2880042 h 3665538"/>
              <a:gd name="T60" fmla="*/ 2660954 w 3816350"/>
              <a:gd name="T61" fmla="*/ 3062923 h 3665538"/>
              <a:gd name="T62" fmla="*/ 2077078 w 3816350"/>
              <a:gd name="T63" fmla="*/ 2755988 h 3665538"/>
              <a:gd name="T64" fmla="*/ 2064323 w 3816350"/>
              <a:gd name="T65" fmla="*/ 3023556 h 3665538"/>
              <a:gd name="T66" fmla="*/ 1553136 w 3816350"/>
              <a:gd name="T67" fmla="*/ 2926811 h 3665538"/>
              <a:gd name="T68" fmla="*/ 2489519 w 3816350"/>
              <a:gd name="T69" fmla="*/ 2707310 h 3665538"/>
              <a:gd name="T70" fmla="*/ 1846579 w 3816350"/>
              <a:gd name="T71" fmla="*/ 2621224 h 3665538"/>
              <a:gd name="T72" fmla="*/ 3411957 w 3816350"/>
              <a:gd name="T73" fmla="*/ 2738921 h 3665538"/>
              <a:gd name="T74" fmla="*/ 3080259 w 3816350"/>
              <a:gd name="T75" fmla="*/ 2936880 h 3665538"/>
              <a:gd name="T76" fmla="*/ 1829436 w 3816350"/>
              <a:gd name="T77" fmla="*/ 2582778 h 3665538"/>
              <a:gd name="T78" fmla="*/ 1856740 w 3816350"/>
              <a:gd name="T79" fmla="*/ 2801747 h 3665538"/>
              <a:gd name="T80" fmla="*/ 2088516 w 3816350"/>
              <a:gd name="T81" fmla="*/ 2619751 h 3665538"/>
              <a:gd name="T82" fmla="*/ 2403793 w 3816350"/>
              <a:gd name="T83" fmla="*/ 2645568 h 3665538"/>
              <a:gd name="T84" fmla="*/ 1545273 w 3816350"/>
              <a:gd name="T85" fmla="*/ 2758080 h 3665538"/>
              <a:gd name="T86" fmla="*/ 2737140 w 3816350"/>
              <a:gd name="T87" fmla="*/ 2576196 h 3665538"/>
              <a:gd name="T88" fmla="*/ 3655103 w 3816350"/>
              <a:gd name="T89" fmla="*/ 2636838 h 3665538"/>
              <a:gd name="T90" fmla="*/ 2771738 w 3816350"/>
              <a:gd name="T91" fmla="*/ 2448243 h 3665538"/>
              <a:gd name="T92" fmla="*/ 2989478 w 3816350"/>
              <a:gd name="T93" fmla="*/ 2307907 h 3665538"/>
              <a:gd name="T94" fmla="*/ 2867591 w 3816350"/>
              <a:gd name="T95" fmla="*/ 2234247 h 3665538"/>
              <a:gd name="T96" fmla="*/ 3696043 w 3816350"/>
              <a:gd name="T97" fmla="*/ 2367598 h 3665538"/>
              <a:gd name="T98" fmla="*/ 3314856 w 3816350"/>
              <a:gd name="T99" fmla="*/ 1892183 h 3665538"/>
              <a:gd name="T100" fmla="*/ 2974884 w 3816350"/>
              <a:gd name="T101" fmla="*/ 2068371 h 3665538"/>
              <a:gd name="T102" fmla="*/ 3799844 w 3816350"/>
              <a:gd name="T103" fmla="*/ 2062969 h 3665538"/>
              <a:gd name="T104" fmla="*/ 2637789 w 3816350"/>
              <a:gd name="T105" fmla="*/ 2027696 h 3665538"/>
              <a:gd name="T106" fmla="*/ 3189458 w 3816350"/>
              <a:gd name="T107" fmla="*/ 1697313 h 3665538"/>
              <a:gd name="T108" fmla="*/ 3015840 w 3816350"/>
              <a:gd name="T109" fmla="*/ 1948969 h 3665538"/>
              <a:gd name="T110" fmla="*/ 3354189 w 3816350"/>
              <a:gd name="T111" fmla="*/ 1860541 h 3665538"/>
              <a:gd name="T112" fmla="*/ 3468771 w 3816350"/>
              <a:gd name="T113" fmla="*/ 1695411 h 3665538"/>
              <a:gd name="T114" fmla="*/ 3173905 w 3816350"/>
              <a:gd name="T115" fmla="*/ 2035495 h 3665538"/>
              <a:gd name="T116" fmla="*/ 3074241 w 3816350"/>
              <a:gd name="T117" fmla="*/ 1681466 h 3665538"/>
              <a:gd name="T118" fmla="*/ 3386120 w 3816350"/>
              <a:gd name="T119" fmla="*/ 1131189 h 3665538"/>
              <a:gd name="T120" fmla="*/ 254975 w 3816350"/>
              <a:gd name="T121" fmla="*/ 2785759 h 3665538"/>
              <a:gd name="T122" fmla="*/ 1131353 w 3816350"/>
              <a:gd name="T123" fmla="*/ 1377803 h 3665538"/>
              <a:gd name="T124" fmla="*/ 2508155 w 3816350"/>
              <a:gd name="T125" fmla="*/ 314537 h 3665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16350" h="3665538">
                <a:moveTo>
                  <a:pt x="1892592" y="3532067"/>
                </a:moveTo>
                <a:lnTo>
                  <a:pt x="1892592" y="3635348"/>
                </a:lnTo>
                <a:lnTo>
                  <a:pt x="1913877" y="3636302"/>
                </a:lnTo>
                <a:lnTo>
                  <a:pt x="1935480" y="3636302"/>
                </a:lnTo>
                <a:lnTo>
                  <a:pt x="1965343" y="3635666"/>
                </a:lnTo>
                <a:lnTo>
                  <a:pt x="1965343" y="3532385"/>
                </a:lnTo>
                <a:lnTo>
                  <a:pt x="1935480" y="3532703"/>
                </a:lnTo>
                <a:lnTo>
                  <a:pt x="1913877" y="3532703"/>
                </a:lnTo>
                <a:lnTo>
                  <a:pt x="1892592" y="3532067"/>
                </a:lnTo>
                <a:close/>
                <a:moveTo>
                  <a:pt x="665284" y="3532067"/>
                </a:moveTo>
                <a:lnTo>
                  <a:pt x="665284" y="3635348"/>
                </a:lnTo>
                <a:lnTo>
                  <a:pt x="686575" y="3636302"/>
                </a:lnTo>
                <a:lnTo>
                  <a:pt x="708185" y="3636302"/>
                </a:lnTo>
                <a:lnTo>
                  <a:pt x="738374" y="3635666"/>
                </a:lnTo>
                <a:lnTo>
                  <a:pt x="738374" y="3532385"/>
                </a:lnTo>
                <a:lnTo>
                  <a:pt x="708185" y="3532703"/>
                </a:lnTo>
                <a:lnTo>
                  <a:pt x="686575" y="3532703"/>
                </a:lnTo>
                <a:lnTo>
                  <a:pt x="665284" y="3532067"/>
                </a:lnTo>
                <a:close/>
                <a:moveTo>
                  <a:pt x="1746773" y="3519356"/>
                </a:moveTo>
                <a:lnTo>
                  <a:pt x="1746773" y="3623272"/>
                </a:lnTo>
                <a:lnTo>
                  <a:pt x="1764563" y="3625497"/>
                </a:lnTo>
                <a:lnTo>
                  <a:pt x="1782671" y="3628039"/>
                </a:lnTo>
                <a:lnTo>
                  <a:pt x="1800780" y="3629628"/>
                </a:lnTo>
                <a:lnTo>
                  <a:pt x="1819841" y="3631535"/>
                </a:lnTo>
                <a:lnTo>
                  <a:pt x="1819841" y="3527618"/>
                </a:lnTo>
                <a:lnTo>
                  <a:pt x="1800780" y="3526029"/>
                </a:lnTo>
                <a:lnTo>
                  <a:pt x="1782671" y="3524123"/>
                </a:lnTo>
                <a:lnTo>
                  <a:pt x="1764563" y="3521580"/>
                </a:lnTo>
                <a:lnTo>
                  <a:pt x="1746773" y="3519356"/>
                </a:lnTo>
                <a:close/>
                <a:moveTo>
                  <a:pt x="519421" y="3519356"/>
                </a:moveTo>
                <a:lnTo>
                  <a:pt x="519421" y="3623272"/>
                </a:lnTo>
                <a:lnTo>
                  <a:pt x="537217" y="3625497"/>
                </a:lnTo>
                <a:lnTo>
                  <a:pt x="555330" y="3628039"/>
                </a:lnTo>
                <a:lnTo>
                  <a:pt x="573762" y="3629946"/>
                </a:lnTo>
                <a:lnTo>
                  <a:pt x="592511" y="3631535"/>
                </a:lnTo>
                <a:lnTo>
                  <a:pt x="592511" y="3527618"/>
                </a:lnTo>
                <a:lnTo>
                  <a:pt x="573762" y="3526029"/>
                </a:lnTo>
                <a:lnTo>
                  <a:pt x="555330" y="3524123"/>
                </a:lnTo>
                <a:lnTo>
                  <a:pt x="537217" y="3521580"/>
                </a:lnTo>
                <a:lnTo>
                  <a:pt x="519421" y="3519356"/>
                </a:lnTo>
                <a:close/>
                <a:moveTo>
                  <a:pt x="3151360" y="3517220"/>
                </a:moveTo>
                <a:lnTo>
                  <a:pt x="3151360" y="3632118"/>
                </a:lnTo>
                <a:lnTo>
                  <a:pt x="3174848" y="3632755"/>
                </a:lnTo>
                <a:lnTo>
                  <a:pt x="3198972" y="3633073"/>
                </a:lnTo>
                <a:lnTo>
                  <a:pt x="3231983" y="3632755"/>
                </a:lnTo>
                <a:lnTo>
                  <a:pt x="3231983" y="3517539"/>
                </a:lnTo>
                <a:lnTo>
                  <a:pt x="3198972" y="3517857"/>
                </a:lnTo>
                <a:lnTo>
                  <a:pt x="3174848" y="3517539"/>
                </a:lnTo>
                <a:lnTo>
                  <a:pt x="3151360" y="3517220"/>
                </a:lnTo>
                <a:close/>
                <a:moveTo>
                  <a:pt x="2989478" y="3502580"/>
                </a:moveTo>
                <a:lnTo>
                  <a:pt x="2989478" y="3618432"/>
                </a:lnTo>
                <a:lnTo>
                  <a:pt x="3009158" y="3620979"/>
                </a:lnTo>
                <a:lnTo>
                  <a:pt x="3029472" y="3623525"/>
                </a:lnTo>
                <a:lnTo>
                  <a:pt x="3049469" y="3625753"/>
                </a:lnTo>
                <a:lnTo>
                  <a:pt x="3070419" y="3627344"/>
                </a:lnTo>
                <a:lnTo>
                  <a:pt x="3070419" y="3512446"/>
                </a:lnTo>
                <a:lnTo>
                  <a:pt x="3049469" y="3510537"/>
                </a:lnTo>
                <a:lnTo>
                  <a:pt x="3029472" y="3507990"/>
                </a:lnTo>
                <a:lnTo>
                  <a:pt x="3009158" y="3505763"/>
                </a:lnTo>
                <a:lnTo>
                  <a:pt x="2989478" y="3502580"/>
                </a:lnTo>
                <a:close/>
                <a:moveTo>
                  <a:pt x="1600953" y="3486306"/>
                </a:moveTo>
                <a:lnTo>
                  <a:pt x="1600953" y="3591494"/>
                </a:lnTo>
                <a:lnTo>
                  <a:pt x="1618744" y="3596578"/>
                </a:lnTo>
                <a:lnTo>
                  <a:pt x="1636217" y="3601345"/>
                </a:lnTo>
                <a:lnTo>
                  <a:pt x="1654960" y="3606112"/>
                </a:lnTo>
                <a:lnTo>
                  <a:pt x="1673704" y="3610243"/>
                </a:lnTo>
                <a:lnTo>
                  <a:pt x="1673704" y="3506009"/>
                </a:lnTo>
                <a:lnTo>
                  <a:pt x="1654960" y="3501242"/>
                </a:lnTo>
                <a:lnTo>
                  <a:pt x="1636217" y="3496475"/>
                </a:lnTo>
                <a:lnTo>
                  <a:pt x="1618108" y="3491708"/>
                </a:lnTo>
                <a:lnTo>
                  <a:pt x="1600953" y="3486306"/>
                </a:lnTo>
                <a:close/>
                <a:moveTo>
                  <a:pt x="373875" y="3486306"/>
                </a:moveTo>
                <a:lnTo>
                  <a:pt x="373875" y="3591494"/>
                </a:lnTo>
                <a:lnTo>
                  <a:pt x="391353" y="3596578"/>
                </a:lnTo>
                <a:lnTo>
                  <a:pt x="409149" y="3601345"/>
                </a:lnTo>
                <a:lnTo>
                  <a:pt x="427581" y="3606112"/>
                </a:lnTo>
                <a:lnTo>
                  <a:pt x="446648" y="3610243"/>
                </a:lnTo>
                <a:lnTo>
                  <a:pt x="446648" y="3506009"/>
                </a:lnTo>
                <a:lnTo>
                  <a:pt x="427581" y="3501242"/>
                </a:lnTo>
                <a:lnTo>
                  <a:pt x="409149" y="3496475"/>
                </a:lnTo>
                <a:lnTo>
                  <a:pt x="390718" y="3491708"/>
                </a:lnTo>
                <a:lnTo>
                  <a:pt x="373875" y="3486306"/>
                </a:lnTo>
                <a:close/>
                <a:moveTo>
                  <a:pt x="2827597" y="3465978"/>
                </a:moveTo>
                <a:lnTo>
                  <a:pt x="2827597" y="3583104"/>
                </a:lnTo>
                <a:lnTo>
                  <a:pt x="2846959" y="3589151"/>
                </a:lnTo>
                <a:lnTo>
                  <a:pt x="2866956" y="3594243"/>
                </a:lnTo>
                <a:lnTo>
                  <a:pt x="2887588" y="3599336"/>
                </a:lnTo>
                <a:lnTo>
                  <a:pt x="2908220" y="3604110"/>
                </a:lnTo>
                <a:lnTo>
                  <a:pt x="2908220" y="3487939"/>
                </a:lnTo>
                <a:lnTo>
                  <a:pt x="2887588" y="3482847"/>
                </a:lnTo>
                <a:lnTo>
                  <a:pt x="2866956" y="3477436"/>
                </a:lnTo>
                <a:lnTo>
                  <a:pt x="2846959" y="3472025"/>
                </a:lnTo>
                <a:lnTo>
                  <a:pt x="2827597" y="3465978"/>
                </a:lnTo>
                <a:close/>
                <a:moveTo>
                  <a:pt x="2402802" y="3447218"/>
                </a:moveTo>
                <a:lnTo>
                  <a:pt x="2397719" y="3450714"/>
                </a:lnTo>
                <a:lnTo>
                  <a:pt x="2391365" y="3453891"/>
                </a:lnTo>
                <a:lnTo>
                  <a:pt x="2383740" y="3457387"/>
                </a:lnTo>
                <a:lnTo>
                  <a:pt x="2376433" y="3460565"/>
                </a:lnTo>
                <a:lnTo>
                  <a:pt x="2347841" y="3472005"/>
                </a:lnTo>
                <a:lnTo>
                  <a:pt x="2347841" y="3562893"/>
                </a:lnTo>
                <a:lnTo>
                  <a:pt x="2355784" y="3558761"/>
                </a:lnTo>
                <a:lnTo>
                  <a:pt x="2363408" y="3554630"/>
                </a:lnTo>
                <a:lnTo>
                  <a:pt x="2371033" y="3550181"/>
                </a:lnTo>
                <a:lnTo>
                  <a:pt x="2378340" y="3545414"/>
                </a:lnTo>
                <a:lnTo>
                  <a:pt x="2385329" y="3540648"/>
                </a:lnTo>
                <a:lnTo>
                  <a:pt x="2391683" y="3535881"/>
                </a:lnTo>
                <a:lnTo>
                  <a:pt x="2397719" y="3531114"/>
                </a:lnTo>
                <a:lnTo>
                  <a:pt x="2402802" y="3526983"/>
                </a:lnTo>
                <a:lnTo>
                  <a:pt x="2402802" y="3447218"/>
                </a:lnTo>
                <a:close/>
                <a:moveTo>
                  <a:pt x="1175646" y="3447218"/>
                </a:moveTo>
                <a:lnTo>
                  <a:pt x="1170561" y="3450714"/>
                </a:lnTo>
                <a:lnTo>
                  <a:pt x="1164205" y="3453891"/>
                </a:lnTo>
                <a:lnTo>
                  <a:pt x="1156578" y="3457387"/>
                </a:lnTo>
                <a:lnTo>
                  <a:pt x="1149269" y="3460565"/>
                </a:lnTo>
                <a:lnTo>
                  <a:pt x="1120669" y="3472005"/>
                </a:lnTo>
                <a:lnTo>
                  <a:pt x="1120669" y="3562893"/>
                </a:lnTo>
                <a:lnTo>
                  <a:pt x="1128613" y="3558761"/>
                </a:lnTo>
                <a:lnTo>
                  <a:pt x="1136240" y="3554630"/>
                </a:lnTo>
                <a:lnTo>
                  <a:pt x="1144185" y="3550181"/>
                </a:lnTo>
                <a:lnTo>
                  <a:pt x="1151176" y="3545414"/>
                </a:lnTo>
                <a:lnTo>
                  <a:pt x="1158167" y="3540648"/>
                </a:lnTo>
                <a:lnTo>
                  <a:pt x="1164523" y="3535881"/>
                </a:lnTo>
                <a:lnTo>
                  <a:pt x="1170561" y="3531114"/>
                </a:lnTo>
                <a:lnTo>
                  <a:pt x="1175646" y="3526347"/>
                </a:lnTo>
                <a:lnTo>
                  <a:pt x="1175646" y="3447218"/>
                </a:lnTo>
                <a:close/>
                <a:moveTo>
                  <a:pt x="3717945" y="3422692"/>
                </a:moveTo>
                <a:lnTo>
                  <a:pt x="3711914" y="3426193"/>
                </a:lnTo>
                <a:lnTo>
                  <a:pt x="3704931" y="3430013"/>
                </a:lnTo>
                <a:lnTo>
                  <a:pt x="3696678" y="3433832"/>
                </a:lnTo>
                <a:lnTo>
                  <a:pt x="3688425" y="3437651"/>
                </a:lnTo>
                <a:lnTo>
                  <a:pt x="3671285" y="3444335"/>
                </a:lnTo>
                <a:lnTo>
                  <a:pt x="3656684" y="3450064"/>
                </a:lnTo>
                <a:lnTo>
                  <a:pt x="3656684" y="3551276"/>
                </a:lnTo>
                <a:lnTo>
                  <a:pt x="3665254" y="3546820"/>
                </a:lnTo>
                <a:lnTo>
                  <a:pt x="3674142" y="3542046"/>
                </a:lnTo>
                <a:lnTo>
                  <a:pt x="3682394" y="3537272"/>
                </a:lnTo>
                <a:lnTo>
                  <a:pt x="3690647" y="3532179"/>
                </a:lnTo>
                <a:lnTo>
                  <a:pt x="3698582" y="3526769"/>
                </a:lnTo>
                <a:lnTo>
                  <a:pt x="3705566" y="3521358"/>
                </a:lnTo>
                <a:lnTo>
                  <a:pt x="3711914" y="3515947"/>
                </a:lnTo>
                <a:lnTo>
                  <a:pt x="3717945" y="3510855"/>
                </a:lnTo>
                <a:lnTo>
                  <a:pt x="3717945" y="3422692"/>
                </a:lnTo>
                <a:close/>
                <a:moveTo>
                  <a:pt x="1455133" y="3410672"/>
                </a:moveTo>
                <a:lnTo>
                  <a:pt x="1455133" y="3516813"/>
                </a:lnTo>
                <a:lnTo>
                  <a:pt x="1457675" y="3519674"/>
                </a:lnTo>
                <a:lnTo>
                  <a:pt x="1460216" y="3522534"/>
                </a:lnTo>
                <a:lnTo>
                  <a:pt x="1466888" y="3528572"/>
                </a:lnTo>
                <a:lnTo>
                  <a:pt x="1475466" y="3534610"/>
                </a:lnTo>
                <a:lnTo>
                  <a:pt x="1484679" y="3540965"/>
                </a:lnTo>
                <a:lnTo>
                  <a:pt x="1495162" y="3547639"/>
                </a:lnTo>
                <a:lnTo>
                  <a:pt x="1505964" y="3553677"/>
                </a:lnTo>
                <a:lnTo>
                  <a:pt x="1517083" y="3559715"/>
                </a:lnTo>
                <a:lnTo>
                  <a:pt x="1528202" y="3564799"/>
                </a:lnTo>
                <a:lnTo>
                  <a:pt x="1528202" y="3457387"/>
                </a:lnTo>
                <a:lnTo>
                  <a:pt x="1517083" y="3452302"/>
                </a:lnTo>
                <a:lnTo>
                  <a:pt x="1506917" y="3446582"/>
                </a:lnTo>
                <a:lnTo>
                  <a:pt x="1497068" y="3441180"/>
                </a:lnTo>
                <a:lnTo>
                  <a:pt x="1487538" y="3435142"/>
                </a:lnTo>
                <a:lnTo>
                  <a:pt x="1478960" y="3429422"/>
                </a:lnTo>
                <a:lnTo>
                  <a:pt x="1470700" y="3423384"/>
                </a:lnTo>
                <a:lnTo>
                  <a:pt x="1462758" y="3417028"/>
                </a:lnTo>
                <a:lnTo>
                  <a:pt x="1455133" y="3410672"/>
                </a:lnTo>
                <a:close/>
                <a:moveTo>
                  <a:pt x="227694" y="3410672"/>
                </a:moveTo>
                <a:lnTo>
                  <a:pt x="227694" y="3516813"/>
                </a:lnTo>
                <a:lnTo>
                  <a:pt x="230237" y="3519674"/>
                </a:lnTo>
                <a:lnTo>
                  <a:pt x="233097" y="3522534"/>
                </a:lnTo>
                <a:lnTo>
                  <a:pt x="239770" y="3528572"/>
                </a:lnTo>
                <a:lnTo>
                  <a:pt x="248033" y="3534610"/>
                </a:lnTo>
                <a:lnTo>
                  <a:pt x="257566" y="3540965"/>
                </a:lnTo>
                <a:lnTo>
                  <a:pt x="267735" y="3547639"/>
                </a:lnTo>
                <a:lnTo>
                  <a:pt x="278858" y="3553677"/>
                </a:lnTo>
                <a:lnTo>
                  <a:pt x="289662" y="3559715"/>
                </a:lnTo>
                <a:lnTo>
                  <a:pt x="300785" y="3564799"/>
                </a:lnTo>
                <a:lnTo>
                  <a:pt x="300785" y="3457387"/>
                </a:lnTo>
                <a:lnTo>
                  <a:pt x="289662" y="3452302"/>
                </a:lnTo>
                <a:lnTo>
                  <a:pt x="279493" y="3446582"/>
                </a:lnTo>
                <a:lnTo>
                  <a:pt x="269642" y="3441180"/>
                </a:lnTo>
                <a:lnTo>
                  <a:pt x="260108" y="3435142"/>
                </a:lnTo>
                <a:lnTo>
                  <a:pt x="251528" y="3429422"/>
                </a:lnTo>
                <a:lnTo>
                  <a:pt x="243266" y="3423384"/>
                </a:lnTo>
                <a:lnTo>
                  <a:pt x="235321" y="3417028"/>
                </a:lnTo>
                <a:lnTo>
                  <a:pt x="227694" y="3410672"/>
                </a:lnTo>
                <a:close/>
                <a:moveTo>
                  <a:pt x="2665715" y="3381953"/>
                </a:moveTo>
                <a:lnTo>
                  <a:pt x="2665715" y="3500670"/>
                </a:lnTo>
                <a:lnTo>
                  <a:pt x="2668254" y="3503216"/>
                </a:lnTo>
                <a:lnTo>
                  <a:pt x="2671429" y="3506399"/>
                </a:lnTo>
                <a:lnTo>
                  <a:pt x="2678729" y="3512765"/>
                </a:lnTo>
                <a:lnTo>
                  <a:pt x="2687934" y="3519767"/>
                </a:lnTo>
                <a:lnTo>
                  <a:pt x="2698726" y="3527087"/>
                </a:lnTo>
                <a:lnTo>
                  <a:pt x="2710153" y="3534089"/>
                </a:lnTo>
                <a:lnTo>
                  <a:pt x="2722215" y="3541409"/>
                </a:lnTo>
                <a:lnTo>
                  <a:pt x="2734594" y="3547457"/>
                </a:lnTo>
                <a:lnTo>
                  <a:pt x="2746656" y="3553504"/>
                </a:lnTo>
                <a:lnTo>
                  <a:pt x="2746656" y="3434150"/>
                </a:lnTo>
                <a:lnTo>
                  <a:pt x="2734594" y="3428103"/>
                </a:lnTo>
                <a:lnTo>
                  <a:pt x="2723167" y="3422374"/>
                </a:lnTo>
                <a:lnTo>
                  <a:pt x="2712058" y="3416009"/>
                </a:lnTo>
                <a:lnTo>
                  <a:pt x="2701583" y="3409325"/>
                </a:lnTo>
                <a:lnTo>
                  <a:pt x="2691743" y="3402959"/>
                </a:lnTo>
                <a:lnTo>
                  <a:pt x="2682538" y="3396276"/>
                </a:lnTo>
                <a:lnTo>
                  <a:pt x="2673650" y="3388955"/>
                </a:lnTo>
                <a:lnTo>
                  <a:pt x="2665715" y="3381953"/>
                </a:lnTo>
                <a:close/>
                <a:moveTo>
                  <a:pt x="1916773" y="3320218"/>
                </a:moveTo>
                <a:lnTo>
                  <a:pt x="1916773" y="3423312"/>
                </a:lnTo>
                <a:lnTo>
                  <a:pt x="1938033" y="3423629"/>
                </a:lnTo>
                <a:lnTo>
                  <a:pt x="1959928" y="3424263"/>
                </a:lnTo>
                <a:lnTo>
                  <a:pt x="1989755" y="3423629"/>
                </a:lnTo>
                <a:lnTo>
                  <a:pt x="1989755" y="3320535"/>
                </a:lnTo>
                <a:lnTo>
                  <a:pt x="1959293" y="3320852"/>
                </a:lnTo>
                <a:lnTo>
                  <a:pt x="1938033" y="3320852"/>
                </a:lnTo>
                <a:lnTo>
                  <a:pt x="1916773" y="3320218"/>
                </a:lnTo>
                <a:close/>
                <a:moveTo>
                  <a:pt x="1404938" y="3314700"/>
                </a:moveTo>
                <a:lnTo>
                  <a:pt x="1408115" y="3320420"/>
                </a:lnTo>
                <a:lnTo>
                  <a:pt x="1411928" y="3325505"/>
                </a:lnTo>
                <a:lnTo>
                  <a:pt x="1415740" y="3330590"/>
                </a:lnTo>
                <a:lnTo>
                  <a:pt x="1419552" y="3335992"/>
                </a:lnTo>
                <a:lnTo>
                  <a:pt x="1424000" y="3340759"/>
                </a:lnTo>
                <a:lnTo>
                  <a:pt x="1428447" y="3346161"/>
                </a:lnTo>
                <a:lnTo>
                  <a:pt x="1438296" y="3356013"/>
                </a:lnTo>
                <a:lnTo>
                  <a:pt x="1448780" y="3365229"/>
                </a:lnTo>
                <a:lnTo>
                  <a:pt x="1460852" y="3374444"/>
                </a:lnTo>
                <a:lnTo>
                  <a:pt x="1472924" y="3383025"/>
                </a:lnTo>
                <a:lnTo>
                  <a:pt x="1486267" y="3391287"/>
                </a:lnTo>
                <a:lnTo>
                  <a:pt x="1500563" y="3399550"/>
                </a:lnTo>
                <a:lnTo>
                  <a:pt x="1515494" y="3407494"/>
                </a:lnTo>
                <a:lnTo>
                  <a:pt x="1531061" y="3415121"/>
                </a:lnTo>
                <a:lnTo>
                  <a:pt x="1547263" y="3422113"/>
                </a:lnTo>
                <a:lnTo>
                  <a:pt x="1564101" y="3428786"/>
                </a:lnTo>
                <a:lnTo>
                  <a:pt x="1581574" y="3435142"/>
                </a:lnTo>
                <a:lnTo>
                  <a:pt x="1599682" y="3441498"/>
                </a:lnTo>
                <a:lnTo>
                  <a:pt x="1618108" y="3447218"/>
                </a:lnTo>
                <a:lnTo>
                  <a:pt x="1637170" y="3452620"/>
                </a:lnTo>
                <a:lnTo>
                  <a:pt x="1656866" y="3457705"/>
                </a:lnTo>
                <a:lnTo>
                  <a:pt x="1676881" y="3462472"/>
                </a:lnTo>
                <a:lnTo>
                  <a:pt x="1697213" y="3466921"/>
                </a:lnTo>
                <a:lnTo>
                  <a:pt x="1718180" y="3471052"/>
                </a:lnTo>
                <a:lnTo>
                  <a:pt x="1738830" y="3474865"/>
                </a:lnTo>
                <a:lnTo>
                  <a:pt x="1760116" y="3478361"/>
                </a:lnTo>
                <a:lnTo>
                  <a:pt x="1782036" y="3480903"/>
                </a:lnTo>
                <a:lnTo>
                  <a:pt x="1803639" y="3483763"/>
                </a:lnTo>
                <a:lnTo>
                  <a:pt x="1825877" y="3486306"/>
                </a:lnTo>
                <a:lnTo>
                  <a:pt x="1847798" y="3488213"/>
                </a:lnTo>
                <a:lnTo>
                  <a:pt x="1870036" y="3489801"/>
                </a:lnTo>
                <a:lnTo>
                  <a:pt x="1891957" y="3490755"/>
                </a:lnTo>
                <a:lnTo>
                  <a:pt x="1914513" y="3492026"/>
                </a:lnTo>
                <a:lnTo>
                  <a:pt x="1936751" y="3492344"/>
                </a:lnTo>
                <a:lnTo>
                  <a:pt x="1959307" y="3492979"/>
                </a:lnTo>
                <a:lnTo>
                  <a:pt x="1978051" y="3492344"/>
                </a:lnTo>
                <a:lnTo>
                  <a:pt x="1996794" y="3492026"/>
                </a:lnTo>
                <a:lnTo>
                  <a:pt x="2015538" y="3491708"/>
                </a:lnTo>
                <a:lnTo>
                  <a:pt x="2034599" y="3490437"/>
                </a:lnTo>
                <a:lnTo>
                  <a:pt x="2053025" y="3489801"/>
                </a:lnTo>
                <a:lnTo>
                  <a:pt x="2071769" y="3488213"/>
                </a:lnTo>
                <a:lnTo>
                  <a:pt x="2090513" y="3486624"/>
                </a:lnTo>
                <a:lnTo>
                  <a:pt x="2108621" y="3484717"/>
                </a:lnTo>
                <a:lnTo>
                  <a:pt x="2127365" y="3482492"/>
                </a:lnTo>
                <a:lnTo>
                  <a:pt x="2145473" y="3480268"/>
                </a:lnTo>
                <a:lnTo>
                  <a:pt x="2163581" y="3477408"/>
                </a:lnTo>
                <a:lnTo>
                  <a:pt x="2181372" y="3474865"/>
                </a:lnTo>
                <a:lnTo>
                  <a:pt x="2199163" y="3471688"/>
                </a:lnTo>
                <a:lnTo>
                  <a:pt x="2216318" y="3468510"/>
                </a:lnTo>
                <a:lnTo>
                  <a:pt x="2233473" y="3464696"/>
                </a:lnTo>
                <a:lnTo>
                  <a:pt x="2250311" y="3460883"/>
                </a:lnTo>
                <a:lnTo>
                  <a:pt x="2266830" y="3457069"/>
                </a:lnTo>
                <a:lnTo>
                  <a:pt x="2283668" y="3452620"/>
                </a:lnTo>
                <a:lnTo>
                  <a:pt x="2299235" y="3448171"/>
                </a:lnTo>
                <a:lnTo>
                  <a:pt x="2315119" y="3443404"/>
                </a:lnTo>
                <a:lnTo>
                  <a:pt x="2330051" y="3438320"/>
                </a:lnTo>
                <a:lnTo>
                  <a:pt x="2344982" y="3432917"/>
                </a:lnTo>
                <a:lnTo>
                  <a:pt x="2359278" y="3427833"/>
                </a:lnTo>
                <a:lnTo>
                  <a:pt x="2373574" y="3421795"/>
                </a:lnTo>
                <a:lnTo>
                  <a:pt x="2386917" y="3415757"/>
                </a:lnTo>
                <a:lnTo>
                  <a:pt x="2399942" y="3409719"/>
                </a:lnTo>
                <a:lnTo>
                  <a:pt x="2412650" y="3403363"/>
                </a:lnTo>
                <a:lnTo>
                  <a:pt x="2424722" y="3396690"/>
                </a:lnTo>
                <a:lnTo>
                  <a:pt x="2436159" y="3389380"/>
                </a:lnTo>
                <a:lnTo>
                  <a:pt x="2446961" y="3382389"/>
                </a:lnTo>
                <a:lnTo>
                  <a:pt x="2457444" y="3375080"/>
                </a:lnTo>
                <a:lnTo>
                  <a:pt x="2466975" y="3367453"/>
                </a:lnTo>
                <a:lnTo>
                  <a:pt x="2466975" y="3464378"/>
                </a:lnTo>
                <a:lnTo>
                  <a:pt x="2466657" y="3464696"/>
                </a:lnTo>
                <a:lnTo>
                  <a:pt x="2466340" y="3472641"/>
                </a:lnTo>
                <a:lnTo>
                  <a:pt x="2466022" y="3477408"/>
                </a:lnTo>
                <a:lnTo>
                  <a:pt x="2464751" y="3482492"/>
                </a:lnTo>
                <a:lnTo>
                  <a:pt x="2463480" y="3487895"/>
                </a:lnTo>
                <a:lnTo>
                  <a:pt x="2461892" y="3492344"/>
                </a:lnTo>
                <a:lnTo>
                  <a:pt x="2459986" y="3497111"/>
                </a:lnTo>
                <a:lnTo>
                  <a:pt x="2457444" y="3501877"/>
                </a:lnTo>
                <a:lnTo>
                  <a:pt x="2455220" y="3506962"/>
                </a:lnTo>
                <a:lnTo>
                  <a:pt x="2452361" y="3511729"/>
                </a:lnTo>
                <a:lnTo>
                  <a:pt x="2449184" y="3516178"/>
                </a:lnTo>
                <a:lnTo>
                  <a:pt x="2445690" y="3520945"/>
                </a:lnTo>
                <a:lnTo>
                  <a:pt x="2441878" y="3525712"/>
                </a:lnTo>
                <a:lnTo>
                  <a:pt x="2437748" y="3529843"/>
                </a:lnTo>
                <a:lnTo>
                  <a:pt x="2429170" y="3539059"/>
                </a:lnTo>
                <a:lnTo>
                  <a:pt x="2419322" y="3547639"/>
                </a:lnTo>
                <a:lnTo>
                  <a:pt x="2408202" y="3556537"/>
                </a:lnTo>
                <a:lnTo>
                  <a:pt x="2396130" y="3564799"/>
                </a:lnTo>
                <a:lnTo>
                  <a:pt x="2383423" y="3572744"/>
                </a:lnTo>
                <a:lnTo>
                  <a:pt x="2369127" y="3580689"/>
                </a:lnTo>
                <a:lnTo>
                  <a:pt x="2354195" y="3587998"/>
                </a:lnTo>
                <a:lnTo>
                  <a:pt x="2338311" y="3595625"/>
                </a:lnTo>
                <a:lnTo>
                  <a:pt x="2321791" y="3602298"/>
                </a:lnTo>
                <a:lnTo>
                  <a:pt x="2304636" y="3608972"/>
                </a:lnTo>
                <a:lnTo>
                  <a:pt x="2285892" y="3615328"/>
                </a:lnTo>
                <a:lnTo>
                  <a:pt x="2266830" y="3621683"/>
                </a:lnTo>
                <a:lnTo>
                  <a:pt x="2247134" y="3627086"/>
                </a:lnTo>
                <a:lnTo>
                  <a:pt x="2226802" y="3632806"/>
                </a:lnTo>
                <a:lnTo>
                  <a:pt x="2205516" y="3637255"/>
                </a:lnTo>
                <a:lnTo>
                  <a:pt x="2183278" y="3642022"/>
                </a:lnTo>
                <a:lnTo>
                  <a:pt x="2160722" y="3646471"/>
                </a:lnTo>
                <a:lnTo>
                  <a:pt x="2137848" y="3649967"/>
                </a:lnTo>
                <a:lnTo>
                  <a:pt x="2114340" y="3653462"/>
                </a:lnTo>
                <a:lnTo>
                  <a:pt x="2089877" y="3656640"/>
                </a:lnTo>
                <a:lnTo>
                  <a:pt x="2065415" y="3659182"/>
                </a:lnTo>
                <a:lnTo>
                  <a:pt x="2040000" y="3661407"/>
                </a:lnTo>
                <a:lnTo>
                  <a:pt x="2014267" y="3662996"/>
                </a:lnTo>
                <a:lnTo>
                  <a:pt x="1988217" y="3664267"/>
                </a:lnTo>
                <a:lnTo>
                  <a:pt x="1962166" y="3664903"/>
                </a:lnTo>
                <a:lnTo>
                  <a:pt x="1935480" y="3665538"/>
                </a:lnTo>
                <a:lnTo>
                  <a:pt x="1908159" y="3664903"/>
                </a:lnTo>
                <a:lnTo>
                  <a:pt x="1881155" y="3664267"/>
                </a:lnTo>
                <a:lnTo>
                  <a:pt x="1854469" y="3662996"/>
                </a:lnTo>
                <a:lnTo>
                  <a:pt x="1828419" y="3661089"/>
                </a:lnTo>
                <a:lnTo>
                  <a:pt x="1803004" y="3659182"/>
                </a:lnTo>
                <a:lnTo>
                  <a:pt x="1777588" y="3656322"/>
                </a:lnTo>
                <a:lnTo>
                  <a:pt x="1752809" y="3653145"/>
                </a:lnTo>
                <a:lnTo>
                  <a:pt x="1728664" y="3649649"/>
                </a:lnTo>
                <a:lnTo>
                  <a:pt x="1705155" y="3645835"/>
                </a:lnTo>
                <a:lnTo>
                  <a:pt x="1682282" y="3641069"/>
                </a:lnTo>
                <a:lnTo>
                  <a:pt x="1660043" y="3636302"/>
                </a:lnTo>
                <a:lnTo>
                  <a:pt x="1638440" y="3631217"/>
                </a:lnTo>
                <a:lnTo>
                  <a:pt x="1617791" y="3625497"/>
                </a:lnTo>
                <a:lnTo>
                  <a:pt x="1597776" y="3619777"/>
                </a:lnTo>
                <a:lnTo>
                  <a:pt x="1578397" y="3613421"/>
                </a:lnTo>
                <a:lnTo>
                  <a:pt x="1559653" y="3606747"/>
                </a:lnTo>
                <a:lnTo>
                  <a:pt x="1542498" y="3599438"/>
                </a:lnTo>
                <a:lnTo>
                  <a:pt x="1525343" y="3592447"/>
                </a:lnTo>
                <a:lnTo>
                  <a:pt x="1509776" y="3584820"/>
                </a:lnTo>
                <a:lnTo>
                  <a:pt x="1495162" y="3576875"/>
                </a:lnTo>
                <a:lnTo>
                  <a:pt x="1481184" y="3568613"/>
                </a:lnTo>
                <a:lnTo>
                  <a:pt x="1468159" y="3560350"/>
                </a:lnTo>
                <a:lnTo>
                  <a:pt x="1456404" y="3551770"/>
                </a:lnTo>
                <a:lnTo>
                  <a:pt x="1445603" y="3542554"/>
                </a:lnTo>
                <a:lnTo>
                  <a:pt x="1440837" y="3538423"/>
                </a:lnTo>
                <a:lnTo>
                  <a:pt x="1436390" y="3533656"/>
                </a:lnTo>
                <a:lnTo>
                  <a:pt x="1431942" y="3529207"/>
                </a:lnTo>
                <a:lnTo>
                  <a:pt x="1428130" y="3524440"/>
                </a:lnTo>
                <a:lnTo>
                  <a:pt x="1424318" y="3519674"/>
                </a:lnTo>
                <a:lnTo>
                  <a:pt x="1420823" y="3514907"/>
                </a:lnTo>
                <a:lnTo>
                  <a:pt x="1417646" y="3510140"/>
                </a:lnTo>
                <a:lnTo>
                  <a:pt x="1415105" y="3505055"/>
                </a:lnTo>
                <a:lnTo>
                  <a:pt x="1412563" y="3500288"/>
                </a:lnTo>
                <a:lnTo>
                  <a:pt x="1410339" y="3495204"/>
                </a:lnTo>
                <a:lnTo>
                  <a:pt x="1408115" y="3490437"/>
                </a:lnTo>
                <a:lnTo>
                  <a:pt x="1407162" y="3485352"/>
                </a:lnTo>
                <a:lnTo>
                  <a:pt x="1405892" y="3480268"/>
                </a:lnTo>
                <a:lnTo>
                  <a:pt x="1404621" y="3475183"/>
                </a:lnTo>
                <a:lnTo>
                  <a:pt x="1404303" y="3470099"/>
                </a:lnTo>
                <a:lnTo>
                  <a:pt x="1404303" y="3464696"/>
                </a:lnTo>
                <a:lnTo>
                  <a:pt x="1403350" y="3464696"/>
                </a:lnTo>
                <a:lnTo>
                  <a:pt x="1403350" y="3333132"/>
                </a:lnTo>
                <a:lnTo>
                  <a:pt x="1403350" y="3329318"/>
                </a:lnTo>
                <a:lnTo>
                  <a:pt x="1403985" y="3322327"/>
                </a:lnTo>
                <a:lnTo>
                  <a:pt x="1404938" y="3314700"/>
                </a:lnTo>
                <a:close/>
                <a:moveTo>
                  <a:pt x="177802" y="3314700"/>
                </a:moveTo>
                <a:lnTo>
                  <a:pt x="180980" y="3320420"/>
                </a:lnTo>
                <a:lnTo>
                  <a:pt x="184476" y="3325505"/>
                </a:lnTo>
                <a:lnTo>
                  <a:pt x="188289" y="3330590"/>
                </a:lnTo>
                <a:lnTo>
                  <a:pt x="192420" y="3335992"/>
                </a:lnTo>
                <a:lnTo>
                  <a:pt x="196551" y="3340759"/>
                </a:lnTo>
                <a:lnTo>
                  <a:pt x="201000" y="3346161"/>
                </a:lnTo>
                <a:lnTo>
                  <a:pt x="210852" y="3356013"/>
                </a:lnTo>
                <a:lnTo>
                  <a:pt x="221656" y="3365229"/>
                </a:lnTo>
                <a:lnTo>
                  <a:pt x="233414" y="3374444"/>
                </a:lnTo>
                <a:lnTo>
                  <a:pt x="245490" y="3383025"/>
                </a:lnTo>
                <a:lnTo>
                  <a:pt x="259155" y="3391287"/>
                </a:lnTo>
                <a:lnTo>
                  <a:pt x="273138" y="3399550"/>
                </a:lnTo>
                <a:lnTo>
                  <a:pt x="288073" y="3407494"/>
                </a:lnTo>
                <a:lnTo>
                  <a:pt x="303645" y="3415121"/>
                </a:lnTo>
                <a:lnTo>
                  <a:pt x="319852" y="3422113"/>
                </a:lnTo>
                <a:lnTo>
                  <a:pt x="336694" y="3428786"/>
                </a:lnTo>
                <a:lnTo>
                  <a:pt x="354173" y="3435142"/>
                </a:lnTo>
                <a:lnTo>
                  <a:pt x="372286" y="3441498"/>
                </a:lnTo>
                <a:lnTo>
                  <a:pt x="390718" y="3447218"/>
                </a:lnTo>
                <a:lnTo>
                  <a:pt x="409785" y="3452620"/>
                </a:lnTo>
                <a:lnTo>
                  <a:pt x="429488" y="3457705"/>
                </a:lnTo>
                <a:lnTo>
                  <a:pt x="449826" y="3462472"/>
                </a:lnTo>
                <a:lnTo>
                  <a:pt x="469846" y="3466921"/>
                </a:lnTo>
                <a:lnTo>
                  <a:pt x="490820" y="3471052"/>
                </a:lnTo>
                <a:lnTo>
                  <a:pt x="511794" y="3474865"/>
                </a:lnTo>
                <a:lnTo>
                  <a:pt x="533085" y="3478361"/>
                </a:lnTo>
                <a:lnTo>
                  <a:pt x="554695" y="3480903"/>
                </a:lnTo>
                <a:lnTo>
                  <a:pt x="576304" y="3483763"/>
                </a:lnTo>
                <a:lnTo>
                  <a:pt x="598549" y="3486306"/>
                </a:lnTo>
                <a:lnTo>
                  <a:pt x="620476" y="3488213"/>
                </a:lnTo>
                <a:lnTo>
                  <a:pt x="642721" y="3489801"/>
                </a:lnTo>
                <a:lnTo>
                  <a:pt x="664966" y="3490755"/>
                </a:lnTo>
                <a:lnTo>
                  <a:pt x="687211" y="3492026"/>
                </a:lnTo>
                <a:lnTo>
                  <a:pt x="709456" y="3492344"/>
                </a:lnTo>
                <a:lnTo>
                  <a:pt x="732018" y="3492344"/>
                </a:lnTo>
                <a:lnTo>
                  <a:pt x="750768" y="3492344"/>
                </a:lnTo>
                <a:lnTo>
                  <a:pt x="769517" y="3492026"/>
                </a:lnTo>
                <a:lnTo>
                  <a:pt x="788266" y="3491708"/>
                </a:lnTo>
                <a:lnTo>
                  <a:pt x="807333" y="3490437"/>
                </a:lnTo>
                <a:lnTo>
                  <a:pt x="825765" y="3489801"/>
                </a:lnTo>
                <a:lnTo>
                  <a:pt x="844832" y="3488213"/>
                </a:lnTo>
                <a:lnTo>
                  <a:pt x="863263" y="3486624"/>
                </a:lnTo>
                <a:lnTo>
                  <a:pt x="881695" y="3484717"/>
                </a:lnTo>
                <a:lnTo>
                  <a:pt x="900126" y="3482492"/>
                </a:lnTo>
                <a:lnTo>
                  <a:pt x="918240" y="3480268"/>
                </a:lnTo>
                <a:lnTo>
                  <a:pt x="936354" y="3477408"/>
                </a:lnTo>
                <a:lnTo>
                  <a:pt x="954150" y="3474865"/>
                </a:lnTo>
                <a:lnTo>
                  <a:pt x="971946" y="3471688"/>
                </a:lnTo>
                <a:lnTo>
                  <a:pt x="989424" y="3468510"/>
                </a:lnTo>
                <a:lnTo>
                  <a:pt x="1006266" y="3464696"/>
                </a:lnTo>
                <a:lnTo>
                  <a:pt x="1023109" y="3460883"/>
                </a:lnTo>
                <a:lnTo>
                  <a:pt x="1039952" y="3457069"/>
                </a:lnTo>
                <a:lnTo>
                  <a:pt x="1056476" y="3452620"/>
                </a:lnTo>
                <a:lnTo>
                  <a:pt x="1072366" y="3448171"/>
                </a:lnTo>
                <a:lnTo>
                  <a:pt x="1087937" y="3443087"/>
                </a:lnTo>
                <a:lnTo>
                  <a:pt x="1102873" y="3438320"/>
                </a:lnTo>
                <a:lnTo>
                  <a:pt x="1118126" y="3432917"/>
                </a:lnTo>
                <a:lnTo>
                  <a:pt x="1132109" y="3427833"/>
                </a:lnTo>
                <a:lnTo>
                  <a:pt x="1146409" y="3421795"/>
                </a:lnTo>
                <a:lnTo>
                  <a:pt x="1159756" y="3415757"/>
                </a:lnTo>
                <a:lnTo>
                  <a:pt x="1172785" y="3409719"/>
                </a:lnTo>
                <a:lnTo>
                  <a:pt x="1185497" y="3403363"/>
                </a:lnTo>
                <a:lnTo>
                  <a:pt x="1197890" y="3396690"/>
                </a:lnTo>
                <a:lnTo>
                  <a:pt x="1209331" y="3389380"/>
                </a:lnTo>
                <a:lnTo>
                  <a:pt x="1219818" y="3382389"/>
                </a:lnTo>
                <a:lnTo>
                  <a:pt x="1230622" y="3375080"/>
                </a:lnTo>
                <a:lnTo>
                  <a:pt x="1239838" y="3367453"/>
                </a:lnTo>
                <a:lnTo>
                  <a:pt x="1239838" y="3464378"/>
                </a:lnTo>
                <a:lnTo>
                  <a:pt x="1239838" y="3464696"/>
                </a:lnTo>
                <a:lnTo>
                  <a:pt x="1239520" y="3468827"/>
                </a:lnTo>
                <a:lnTo>
                  <a:pt x="1239202" y="3472641"/>
                </a:lnTo>
                <a:lnTo>
                  <a:pt x="1238885" y="3477408"/>
                </a:lnTo>
                <a:lnTo>
                  <a:pt x="1237614" y="3482492"/>
                </a:lnTo>
                <a:lnTo>
                  <a:pt x="1236342" y="3487895"/>
                </a:lnTo>
                <a:lnTo>
                  <a:pt x="1234754" y="3492344"/>
                </a:lnTo>
                <a:lnTo>
                  <a:pt x="1232847" y="3497111"/>
                </a:lnTo>
                <a:lnTo>
                  <a:pt x="1230622" y="3501877"/>
                </a:lnTo>
                <a:lnTo>
                  <a:pt x="1228080" y="3506962"/>
                </a:lnTo>
                <a:lnTo>
                  <a:pt x="1225538" y="3511729"/>
                </a:lnTo>
                <a:lnTo>
                  <a:pt x="1222360" y="3516178"/>
                </a:lnTo>
                <a:lnTo>
                  <a:pt x="1218546" y="3520945"/>
                </a:lnTo>
                <a:lnTo>
                  <a:pt x="1214733" y="3525712"/>
                </a:lnTo>
                <a:lnTo>
                  <a:pt x="1210920" y="3529843"/>
                </a:lnTo>
                <a:lnTo>
                  <a:pt x="1202022" y="3539059"/>
                </a:lnTo>
                <a:lnTo>
                  <a:pt x="1192170" y="3547639"/>
                </a:lnTo>
                <a:lnTo>
                  <a:pt x="1181048" y="3556537"/>
                </a:lnTo>
                <a:lnTo>
                  <a:pt x="1169290" y="3564799"/>
                </a:lnTo>
                <a:lnTo>
                  <a:pt x="1156261" y="3572744"/>
                </a:lnTo>
                <a:lnTo>
                  <a:pt x="1141960" y="3580689"/>
                </a:lnTo>
                <a:lnTo>
                  <a:pt x="1127024" y="3587998"/>
                </a:lnTo>
                <a:lnTo>
                  <a:pt x="1111453" y="3595625"/>
                </a:lnTo>
                <a:lnTo>
                  <a:pt x="1094610" y="3602298"/>
                </a:lnTo>
                <a:lnTo>
                  <a:pt x="1077450" y="3608972"/>
                </a:lnTo>
                <a:lnTo>
                  <a:pt x="1058701" y="3615328"/>
                </a:lnTo>
                <a:lnTo>
                  <a:pt x="1039952" y="3621683"/>
                </a:lnTo>
                <a:lnTo>
                  <a:pt x="1020249" y="3627086"/>
                </a:lnTo>
                <a:lnTo>
                  <a:pt x="999593" y="3632806"/>
                </a:lnTo>
                <a:lnTo>
                  <a:pt x="978301" y="3637255"/>
                </a:lnTo>
                <a:lnTo>
                  <a:pt x="956056" y="3642022"/>
                </a:lnTo>
                <a:lnTo>
                  <a:pt x="933494" y="3646471"/>
                </a:lnTo>
                <a:lnTo>
                  <a:pt x="910613" y="3649967"/>
                </a:lnTo>
                <a:lnTo>
                  <a:pt x="887097" y="3653462"/>
                </a:lnTo>
                <a:lnTo>
                  <a:pt x="862946" y="3656640"/>
                </a:lnTo>
                <a:lnTo>
                  <a:pt x="838158" y="3659182"/>
                </a:lnTo>
                <a:lnTo>
                  <a:pt x="812736" y="3661407"/>
                </a:lnTo>
                <a:lnTo>
                  <a:pt x="787313" y="3662996"/>
                </a:lnTo>
                <a:lnTo>
                  <a:pt x="761572" y="3664267"/>
                </a:lnTo>
                <a:lnTo>
                  <a:pt x="735196" y="3664903"/>
                </a:lnTo>
                <a:lnTo>
                  <a:pt x="708185" y="3665538"/>
                </a:lnTo>
                <a:lnTo>
                  <a:pt x="680855" y="3664903"/>
                </a:lnTo>
                <a:lnTo>
                  <a:pt x="654161" y="3664267"/>
                </a:lnTo>
                <a:lnTo>
                  <a:pt x="627467" y="3662996"/>
                </a:lnTo>
                <a:lnTo>
                  <a:pt x="601409" y="3661089"/>
                </a:lnTo>
                <a:lnTo>
                  <a:pt x="575668" y="3659182"/>
                </a:lnTo>
                <a:lnTo>
                  <a:pt x="550246" y="3656322"/>
                </a:lnTo>
                <a:lnTo>
                  <a:pt x="525458" y="3653145"/>
                </a:lnTo>
                <a:lnTo>
                  <a:pt x="501307" y="3649649"/>
                </a:lnTo>
                <a:lnTo>
                  <a:pt x="478109" y="3645835"/>
                </a:lnTo>
                <a:lnTo>
                  <a:pt x="455228" y="3641069"/>
                </a:lnTo>
                <a:lnTo>
                  <a:pt x="432665" y="3636302"/>
                </a:lnTo>
                <a:lnTo>
                  <a:pt x="411374" y="3631217"/>
                </a:lnTo>
                <a:lnTo>
                  <a:pt x="390400" y="3625497"/>
                </a:lnTo>
                <a:lnTo>
                  <a:pt x="370380" y="3619777"/>
                </a:lnTo>
                <a:lnTo>
                  <a:pt x="350995" y="3613421"/>
                </a:lnTo>
                <a:lnTo>
                  <a:pt x="332563" y="3606747"/>
                </a:lnTo>
                <a:lnTo>
                  <a:pt x="315085" y="3599438"/>
                </a:lnTo>
                <a:lnTo>
                  <a:pt x="297925" y="3592447"/>
                </a:lnTo>
                <a:lnTo>
                  <a:pt x="282353" y="3584820"/>
                </a:lnTo>
                <a:lnTo>
                  <a:pt x="267735" y="3576875"/>
                </a:lnTo>
                <a:lnTo>
                  <a:pt x="253753" y="3568613"/>
                </a:lnTo>
                <a:lnTo>
                  <a:pt x="240724" y="3560350"/>
                </a:lnTo>
                <a:lnTo>
                  <a:pt x="229283" y="3551770"/>
                </a:lnTo>
                <a:lnTo>
                  <a:pt x="218796" y="3542872"/>
                </a:lnTo>
                <a:lnTo>
                  <a:pt x="213712" y="3538423"/>
                </a:lnTo>
                <a:lnTo>
                  <a:pt x="208945" y="3533656"/>
                </a:lnTo>
                <a:lnTo>
                  <a:pt x="204814" y="3529207"/>
                </a:lnTo>
                <a:lnTo>
                  <a:pt x="200683" y="3524440"/>
                </a:lnTo>
                <a:lnTo>
                  <a:pt x="196869" y="3519674"/>
                </a:lnTo>
                <a:lnTo>
                  <a:pt x="193374" y="3514907"/>
                </a:lnTo>
                <a:lnTo>
                  <a:pt x="190196" y="3510140"/>
                </a:lnTo>
                <a:lnTo>
                  <a:pt x="187653" y="3505055"/>
                </a:lnTo>
                <a:lnTo>
                  <a:pt x="185111" y="3500288"/>
                </a:lnTo>
                <a:lnTo>
                  <a:pt x="182887" y="3495204"/>
                </a:lnTo>
                <a:lnTo>
                  <a:pt x="181298" y="3490437"/>
                </a:lnTo>
                <a:lnTo>
                  <a:pt x="179709" y="3485352"/>
                </a:lnTo>
                <a:lnTo>
                  <a:pt x="178438" y="3480268"/>
                </a:lnTo>
                <a:lnTo>
                  <a:pt x="177802" y="3475183"/>
                </a:lnTo>
                <a:lnTo>
                  <a:pt x="176849" y="3470099"/>
                </a:lnTo>
                <a:lnTo>
                  <a:pt x="176849" y="3464696"/>
                </a:lnTo>
                <a:lnTo>
                  <a:pt x="176531" y="3464696"/>
                </a:lnTo>
                <a:lnTo>
                  <a:pt x="176531" y="3333132"/>
                </a:lnTo>
                <a:lnTo>
                  <a:pt x="176213" y="3329318"/>
                </a:lnTo>
                <a:lnTo>
                  <a:pt x="176531" y="3322327"/>
                </a:lnTo>
                <a:lnTo>
                  <a:pt x="177802" y="3314700"/>
                </a:lnTo>
                <a:close/>
                <a:moveTo>
                  <a:pt x="1771445" y="3307529"/>
                </a:moveTo>
                <a:lnTo>
                  <a:pt x="1771445" y="3411258"/>
                </a:lnTo>
                <a:lnTo>
                  <a:pt x="1789215" y="3413478"/>
                </a:lnTo>
                <a:lnTo>
                  <a:pt x="1807301" y="3415698"/>
                </a:lnTo>
                <a:lnTo>
                  <a:pt x="1825388" y="3417285"/>
                </a:lnTo>
                <a:lnTo>
                  <a:pt x="1843792" y="3419505"/>
                </a:lnTo>
                <a:lnTo>
                  <a:pt x="1843792" y="3315777"/>
                </a:lnTo>
                <a:lnTo>
                  <a:pt x="1825388" y="3314191"/>
                </a:lnTo>
                <a:lnTo>
                  <a:pt x="1807301" y="3312287"/>
                </a:lnTo>
                <a:lnTo>
                  <a:pt x="1789215" y="3309750"/>
                </a:lnTo>
                <a:lnTo>
                  <a:pt x="1771445" y="3307529"/>
                </a:lnTo>
                <a:close/>
                <a:moveTo>
                  <a:pt x="3178346" y="3281045"/>
                </a:moveTo>
                <a:lnTo>
                  <a:pt x="3178346" y="3395980"/>
                </a:lnTo>
                <a:lnTo>
                  <a:pt x="3201835" y="3396298"/>
                </a:lnTo>
                <a:lnTo>
                  <a:pt x="3225959" y="3396615"/>
                </a:lnTo>
                <a:lnTo>
                  <a:pt x="3258970" y="3396298"/>
                </a:lnTo>
                <a:lnTo>
                  <a:pt x="3258970" y="3281363"/>
                </a:lnTo>
                <a:lnTo>
                  <a:pt x="3225641" y="3281680"/>
                </a:lnTo>
                <a:lnTo>
                  <a:pt x="3201835" y="3281363"/>
                </a:lnTo>
                <a:lnTo>
                  <a:pt x="3178346" y="3281045"/>
                </a:lnTo>
                <a:close/>
                <a:moveTo>
                  <a:pt x="2609850" y="3275012"/>
                </a:moveTo>
                <a:lnTo>
                  <a:pt x="2613342" y="3281059"/>
                </a:lnTo>
                <a:lnTo>
                  <a:pt x="2617468" y="3287107"/>
                </a:lnTo>
                <a:lnTo>
                  <a:pt x="2621594" y="3292836"/>
                </a:lnTo>
                <a:lnTo>
                  <a:pt x="2626038" y="3298883"/>
                </a:lnTo>
                <a:lnTo>
                  <a:pt x="2631117" y="3304294"/>
                </a:lnTo>
                <a:lnTo>
                  <a:pt x="2635878" y="3310023"/>
                </a:lnTo>
                <a:lnTo>
                  <a:pt x="2641274" y="3315433"/>
                </a:lnTo>
                <a:lnTo>
                  <a:pt x="2646988" y="3320844"/>
                </a:lnTo>
                <a:lnTo>
                  <a:pt x="2658732" y="3331347"/>
                </a:lnTo>
                <a:lnTo>
                  <a:pt x="2671746" y="3341532"/>
                </a:lnTo>
                <a:lnTo>
                  <a:pt x="2685712" y="3351080"/>
                </a:lnTo>
                <a:lnTo>
                  <a:pt x="2700631" y="3360629"/>
                </a:lnTo>
                <a:lnTo>
                  <a:pt x="2715867" y="3369540"/>
                </a:lnTo>
                <a:lnTo>
                  <a:pt x="2732372" y="3378452"/>
                </a:lnTo>
                <a:lnTo>
                  <a:pt x="2749830" y="3386727"/>
                </a:lnTo>
                <a:lnTo>
                  <a:pt x="2767923" y="3394684"/>
                </a:lnTo>
                <a:lnTo>
                  <a:pt x="2786650" y="3402004"/>
                </a:lnTo>
                <a:lnTo>
                  <a:pt x="2805695" y="3409325"/>
                </a:lnTo>
                <a:lnTo>
                  <a:pt x="2826009" y="3416327"/>
                </a:lnTo>
                <a:lnTo>
                  <a:pt x="2846959" y="3422692"/>
                </a:lnTo>
                <a:lnTo>
                  <a:pt x="2867591" y="3428421"/>
                </a:lnTo>
                <a:lnTo>
                  <a:pt x="2889492" y="3434469"/>
                </a:lnTo>
                <a:lnTo>
                  <a:pt x="2912029" y="3439561"/>
                </a:lnTo>
                <a:lnTo>
                  <a:pt x="2934248" y="3444654"/>
                </a:lnTo>
                <a:lnTo>
                  <a:pt x="2957102" y="3449109"/>
                </a:lnTo>
                <a:lnTo>
                  <a:pt x="2980908" y="3453565"/>
                </a:lnTo>
                <a:lnTo>
                  <a:pt x="3004396" y="3457066"/>
                </a:lnTo>
                <a:lnTo>
                  <a:pt x="3028203" y="3460567"/>
                </a:lnTo>
                <a:lnTo>
                  <a:pt x="3052644" y="3463432"/>
                </a:lnTo>
                <a:lnTo>
                  <a:pt x="3077084" y="3465978"/>
                </a:lnTo>
                <a:lnTo>
                  <a:pt x="3101525" y="3468206"/>
                </a:lnTo>
                <a:lnTo>
                  <a:pt x="3125966" y="3470116"/>
                </a:lnTo>
                <a:lnTo>
                  <a:pt x="3150725" y="3471389"/>
                </a:lnTo>
                <a:lnTo>
                  <a:pt x="3175800" y="3472344"/>
                </a:lnTo>
                <a:lnTo>
                  <a:pt x="3200559" y="3472980"/>
                </a:lnTo>
                <a:lnTo>
                  <a:pt x="3225317" y="3473298"/>
                </a:lnTo>
                <a:lnTo>
                  <a:pt x="3246266" y="3473298"/>
                </a:lnTo>
                <a:lnTo>
                  <a:pt x="3267216" y="3472344"/>
                </a:lnTo>
                <a:lnTo>
                  <a:pt x="3288165" y="3472025"/>
                </a:lnTo>
                <a:lnTo>
                  <a:pt x="3308797" y="3470752"/>
                </a:lnTo>
                <a:lnTo>
                  <a:pt x="3329429" y="3469797"/>
                </a:lnTo>
                <a:lnTo>
                  <a:pt x="3350378" y="3468206"/>
                </a:lnTo>
                <a:lnTo>
                  <a:pt x="3371010" y="3466615"/>
                </a:lnTo>
                <a:lnTo>
                  <a:pt x="3391325" y="3464068"/>
                </a:lnTo>
                <a:lnTo>
                  <a:pt x="3411957" y="3462159"/>
                </a:lnTo>
                <a:lnTo>
                  <a:pt x="3431954" y="3459294"/>
                </a:lnTo>
                <a:lnTo>
                  <a:pt x="3451951" y="3456748"/>
                </a:lnTo>
                <a:lnTo>
                  <a:pt x="3471948" y="3453565"/>
                </a:lnTo>
                <a:lnTo>
                  <a:pt x="3491628" y="3450064"/>
                </a:lnTo>
                <a:lnTo>
                  <a:pt x="3510990" y="3446245"/>
                </a:lnTo>
                <a:lnTo>
                  <a:pt x="3530035" y="3442107"/>
                </a:lnTo>
                <a:lnTo>
                  <a:pt x="3548763" y="3437970"/>
                </a:lnTo>
                <a:lnTo>
                  <a:pt x="3567173" y="3433196"/>
                </a:lnTo>
                <a:lnTo>
                  <a:pt x="3585265" y="3428421"/>
                </a:lnTo>
                <a:lnTo>
                  <a:pt x="3603041" y="3423329"/>
                </a:lnTo>
                <a:lnTo>
                  <a:pt x="3620498" y="3418237"/>
                </a:lnTo>
                <a:lnTo>
                  <a:pt x="3637004" y="3412826"/>
                </a:lnTo>
                <a:lnTo>
                  <a:pt x="3653510" y="3406779"/>
                </a:lnTo>
                <a:lnTo>
                  <a:pt x="3669698" y="3400731"/>
                </a:lnTo>
                <a:lnTo>
                  <a:pt x="3685251" y="3394048"/>
                </a:lnTo>
                <a:lnTo>
                  <a:pt x="3700170" y="3387682"/>
                </a:lnTo>
                <a:lnTo>
                  <a:pt x="3714770" y="3380680"/>
                </a:lnTo>
                <a:lnTo>
                  <a:pt x="3728419" y="3373678"/>
                </a:lnTo>
                <a:lnTo>
                  <a:pt x="3741751" y="3366039"/>
                </a:lnTo>
                <a:lnTo>
                  <a:pt x="3754765" y="3358719"/>
                </a:lnTo>
                <a:lnTo>
                  <a:pt x="3767144" y="3350762"/>
                </a:lnTo>
                <a:lnTo>
                  <a:pt x="3778571" y="3342487"/>
                </a:lnTo>
                <a:lnTo>
                  <a:pt x="3789363" y="3333575"/>
                </a:lnTo>
                <a:lnTo>
                  <a:pt x="3789363" y="3441471"/>
                </a:lnTo>
                <a:lnTo>
                  <a:pt x="3788728" y="3442107"/>
                </a:lnTo>
                <a:lnTo>
                  <a:pt x="3788411" y="3451019"/>
                </a:lnTo>
                <a:lnTo>
                  <a:pt x="3787776" y="3456748"/>
                </a:lnTo>
                <a:lnTo>
                  <a:pt x="3786506" y="3462159"/>
                </a:lnTo>
                <a:lnTo>
                  <a:pt x="3785237" y="3467569"/>
                </a:lnTo>
                <a:lnTo>
                  <a:pt x="3783332" y="3472980"/>
                </a:lnTo>
                <a:lnTo>
                  <a:pt x="3781428" y="3478391"/>
                </a:lnTo>
                <a:lnTo>
                  <a:pt x="3778571" y="3483801"/>
                </a:lnTo>
                <a:lnTo>
                  <a:pt x="3775714" y="3489212"/>
                </a:lnTo>
                <a:lnTo>
                  <a:pt x="3772540" y="3494305"/>
                </a:lnTo>
                <a:lnTo>
                  <a:pt x="3769048" y="3499715"/>
                </a:lnTo>
                <a:lnTo>
                  <a:pt x="3765557" y="3504808"/>
                </a:lnTo>
                <a:lnTo>
                  <a:pt x="3761113" y="3509900"/>
                </a:lnTo>
                <a:lnTo>
                  <a:pt x="3756987" y="3514674"/>
                </a:lnTo>
                <a:lnTo>
                  <a:pt x="3752226" y="3519767"/>
                </a:lnTo>
                <a:lnTo>
                  <a:pt x="3747147" y="3525177"/>
                </a:lnTo>
                <a:lnTo>
                  <a:pt x="3741433" y="3529633"/>
                </a:lnTo>
                <a:lnTo>
                  <a:pt x="3736037" y="3534407"/>
                </a:lnTo>
                <a:lnTo>
                  <a:pt x="3723658" y="3543956"/>
                </a:lnTo>
                <a:lnTo>
                  <a:pt x="3710327" y="3553504"/>
                </a:lnTo>
                <a:lnTo>
                  <a:pt x="3696043" y="3562097"/>
                </a:lnTo>
                <a:lnTo>
                  <a:pt x="3680490" y="3571009"/>
                </a:lnTo>
                <a:lnTo>
                  <a:pt x="3663667" y="3579603"/>
                </a:lnTo>
                <a:lnTo>
                  <a:pt x="3646526" y="3587560"/>
                </a:lnTo>
                <a:lnTo>
                  <a:pt x="3627799" y="3595516"/>
                </a:lnTo>
                <a:lnTo>
                  <a:pt x="3608754" y="3602837"/>
                </a:lnTo>
                <a:lnTo>
                  <a:pt x="3588122" y="3609521"/>
                </a:lnTo>
                <a:lnTo>
                  <a:pt x="3566855" y="3616523"/>
                </a:lnTo>
                <a:lnTo>
                  <a:pt x="3544636" y="3622570"/>
                </a:lnTo>
                <a:lnTo>
                  <a:pt x="3522417" y="3628935"/>
                </a:lnTo>
                <a:lnTo>
                  <a:pt x="3498611" y="3634664"/>
                </a:lnTo>
                <a:lnTo>
                  <a:pt x="3474170" y="3639757"/>
                </a:lnTo>
                <a:lnTo>
                  <a:pt x="3449412" y="3644213"/>
                </a:lnTo>
                <a:lnTo>
                  <a:pt x="3423701" y="3648350"/>
                </a:lnTo>
                <a:lnTo>
                  <a:pt x="3397356" y="3652488"/>
                </a:lnTo>
                <a:lnTo>
                  <a:pt x="3370376" y="3655671"/>
                </a:lnTo>
                <a:lnTo>
                  <a:pt x="3343395" y="3658853"/>
                </a:lnTo>
                <a:lnTo>
                  <a:pt x="3315146" y="3661081"/>
                </a:lnTo>
                <a:lnTo>
                  <a:pt x="3286896" y="3662673"/>
                </a:lnTo>
                <a:lnTo>
                  <a:pt x="3258011" y="3664264"/>
                </a:lnTo>
                <a:lnTo>
                  <a:pt x="3228491" y="3664901"/>
                </a:lnTo>
                <a:lnTo>
                  <a:pt x="3198972" y="3665537"/>
                </a:lnTo>
                <a:lnTo>
                  <a:pt x="3168500" y="3664901"/>
                </a:lnTo>
                <a:lnTo>
                  <a:pt x="3138663" y="3664264"/>
                </a:lnTo>
                <a:lnTo>
                  <a:pt x="3109143" y="3662673"/>
                </a:lnTo>
                <a:lnTo>
                  <a:pt x="3080259" y="3660763"/>
                </a:lnTo>
                <a:lnTo>
                  <a:pt x="3051374" y="3658217"/>
                </a:lnTo>
                <a:lnTo>
                  <a:pt x="3023441" y="3655034"/>
                </a:lnTo>
                <a:lnTo>
                  <a:pt x="2996144" y="3651533"/>
                </a:lnTo>
                <a:lnTo>
                  <a:pt x="2969481" y="3647714"/>
                </a:lnTo>
                <a:lnTo>
                  <a:pt x="2943453" y="3643258"/>
                </a:lnTo>
                <a:lnTo>
                  <a:pt x="2917742" y="3638165"/>
                </a:lnTo>
                <a:lnTo>
                  <a:pt x="2892984" y="3633073"/>
                </a:lnTo>
                <a:lnTo>
                  <a:pt x="2869178" y="3627026"/>
                </a:lnTo>
                <a:lnTo>
                  <a:pt x="2846007" y="3620660"/>
                </a:lnTo>
                <a:lnTo>
                  <a:pt x="2823470" y="3614295"/>
                </a:lnTo>
                <a:lnTo>
                  <a:pt x="2802203" y="3607293"/>
                </a:lnTo>
                <a:lnTo>
                  <a:pt x="2781889" y="3599654"/>
                </a:lnTo>
                <a:lnTo>
                  <a:pt x="2762527" y="3592334"/>
                </a:lnTo>
                <a:lnTo>
                  <a:pt x="2743799" y="3584059"/>
                </a:lnTo>
                <a:lnTo>
                  <a:pt x="2726024" y="3575783"/>
                </a:lnTo>
                <a:lnTo>
                  <a:pt x="2709518" y="3566872"/>
                </a:lnTo>
                <a:lnTo>
                  <a:pt x="2694600" y="3557960"/>
                </a:lnTo>
                <a:lnTo>
                  <a:pt x="2679999" y="3548412"/>
                </a:lnTo>
                <a:lnTo>
                  <a:pt x="2666985" y="3538863"/>
                </a:lnTo>
                <a:lnTo>
                  <a:pt x="2660954" y="3533771"/>
                </a:lnTo>
                <a:lnTo>
                  <a:pt x="2655240" y="3528997"/>
                </a:lnTo>
                <a:lnTo>
                  <a:pt x="2650162" y="3523904"/>
                </a:lnTo>
                <a:lnTo>
                  <a:pt x="2645083" y="3518812"/>
                </a:lnTo>
                <a:lnTo>
                  <a:pt x="2639687" y="3513719"/>
                </a:lnTo>
                <a:lnTo>
                  <a:pt x="2635561" y="3508309"/>
                </a:lnTo>
                <a:lnTo>
                  <a:pt x="2631434" y="3503216"/>
                </a:lnTo>
                <a:lnTo>
                  <a:pt x="2627625" y="3497806"/>
                </a:lnTo>
                <a:lnTo>
                  <a:pt x="2624134" y="3492713"/>
                </a:lnTo>
                <a:lnTo>
                  <a:pt x="2620960" y="3486984"/>
                </a:lnTo>
                <a:lnTo>
                  <a:pt x="2618103" y="3481574"/>
                </a:lnTo>
                <a:lnTo>
                  <a:pt x="2615881" y="3476163"/>
                </a:lnTo>
                <a:lnTo>
                  <a:pt x="2613659" y="3470434"/>
                </a:lnTo>
                <a:lnTo>
                  <a:pt x="2612072" y="3465023"/>
                </a:lnTo>
                <a:lnTo>
                  <a:pt x="2610485" y="3459294"/>
                </a:lnTo>
                <a:lnTo>
                  <a:pt x="2609850" y="3453565"/>
                </a:lnTo>
                <a:lnTo>
                  <a:pt x="2609215" y="3447836"/>
                </a:lnTo>
                <a:lnTo>
                  <a:pt x="2609215" y="3442107"/>
                </a:lnTo>
                <a:lnTo>
                  <a:pt x="2608580" y="3442426"/>
                </a:lnTo>
                <a:lnTo>
                  <a:pt x="2608580" y="3295700"/>
                </a:lnTo>
                <a:lnTo>
                  <a:pt x="2608263" y="3291881"/>
                </a:lnTo>
                <a:lnTo>
                  <a:pt x="2608580" y="3283287"/>
                </a:lnTo>
                <a:lnTo>
                  <a:pt x="2609850" y="3275012"/>
                </a:lnTo>
                <a:close/>
                <a:moveTo>
                  <a:pt x="1625482" y="3274222"/>
                </a:moveTo>
                <a:lnTo>
                  <a:pt x="1625482" y="3379536"/>
                </a:lnTo>
                <a:lnTo>
                  <a:pt x="1642935" y="3384612"/>
                </a:lnTo>
                <a:lnTo>
                  <a:pt x="1661021" y="3389370"/>
                </a:lnTo>
                <a:lnTo>
                  <a:pt x="1679425" y="3394128"/>
                </a:lnTo>
                <a:lnTo>
                  <a:pt x="1698464" y="3398252"/>
                </a:lnTo>
                <a:lnTo>
                  <a:pt x="1698464" y="3294206"/>
                </a:lnTo>
                <a:lnTo>
                  <a:pt x="1679425" y="3289448"/>
                </a:lnTo>
                <a:lnTo>
                  <a:pt x="1661021" y="3284690"/>
                </a:lnTo>
                <a:lnTo>
                  <a:pt x="1642935" y="3279932"/>
                </a:lnTo>
                <a:lnTo>
                  <a:pt x="1625482" y="3274222"/>
                </a:lnTo>
                <a:close/>
                <a:moveTo>
                  <a:pt x="3016148" y="3266758"/>
                </a:moveTo>
                <a:lnTo>
                  <a:pt x="3016148" y="3382010"/>
                </a:lnTo>
                <a:lnTo>
                  <a:pt x="3035827" y="3384868"/>
                </a:lnTo>
                <a:lnTo>
                  <a:pt x="3056142" y="3387090"/>
                </a:lnTo>
                <a:lnTo>
                  <a:pt x="3076456" y="3389630"/>
                </a:lnTo>
                <a:lnTo>
                  <a:pt x="3097406" y="3391535"/>
                </a:lnTo>
                <a:lnTo>
                  <a:pt x="3097406" y="3276283"/>
                </a:lnTo>
                <a:lnTo>
                  <a:pt x="3076456" y="3274378"/>
                </a:lnTo>
                <a:lnTo>
                  <a:pt x="3056142" y="3271838"/>
                </a:lnTo>
                <a:lnTo>
                  <a:pt x="3035827" y="3269615"/>
                </a:lnTo>
                <a:lnTo>
                  <a:pt x="3016148" y="3266758"/>
                </a:lnTo>
                <a:close/>
                <a:moveTo>
                  <a:pt x="2854584" y="3230245"/>
                </a:moveTo>
                <a:lnTo>
                  <a:pt x="2854584" y="3347403"/>
                </a:lnTo>
                <a:lnTo>
                  <a:pt x="2873946" y="3352800"/>
                </a:lnTo>
                <a:lnTo>
                  <a:pt x="2893626" y="3357880"/>
                </a:lnTo>
                <a:lnTo>
                  <a:pt x="2914258" y="3362960"/>
                </a:lnTo>
                <a:lnTo>
                  <a:pt x="2935524" y="3367723"/>
                </a:lnTo>
                <a:lnTo>
                  <a:pt x="2935524" y="3251835"/>
                </a:lnTo>
                <a:lnTo>
                  <a:pt x="2914258" y="3246755"/>
                </a:lnTo>
                <a:lnTo>
                  <a:pt x="2893626" y="3241675"/>
                </a:lnTo>
                <a:lnTo>
                  <a:pt x="2873946" y="3235960"/>
                </a:lnTo>
                <a:lnTo>
                  <a:pt x="2854584" y="3230245"/>
                </a:lnTo>
                <a:close/>
                <a:moveTo>
                  <a:pt x="1480154" y="3217441"/>
                </a:moveTo>
                <a:lnTo>
                  <a:pt x="1480154" y="3305626"/>
                </a:lnTo>
                <a:lnTo>
                  <a:pt x="1482375" y="3307847"/>
                </a:lnTo>
                <a:lnTo>
                  <a:pt x="1484914" y="3310701"/>
                </a:lnTo>
                <a:lnTo>
                  <a:pt x="1491895" y="3316411"/>
                </a:lnTo>
                <a:lnTo>
                  <a:pt x="1500145" y="3322755"/>
                </a:lnTo>
                <a:lnTo>
                  <a:pt x="1509664" y="3329100"/>
                </a:lnTo>
                <a:lnTo>
                  <a:pt x="1519818" y="3335444"/>
                </a:lnTo>
                <a:lnTo>
                  <a:pt x="1530924" y="3341788"/>
                </a:lnTo>
                <a:lnTo>
                  <a:pt x="1542030" y="3347498"/>
                </a:lnTo>
                <a:lnTo>
                  <a:pt x="1553136" y="3352891"/>
                </a:lnTo>
                <a:lnTo>
                  <a:pt x="1553136" y="3255189"/>
                </a:lnTo>
                <a:lnTo>
                  <a:pt x="1539174" y="3249797"/>
                </a:lnTo>
                <a:lnTo>
                  <a:pt x="1527116" y="3244721"/>
                </a:lnTo>
                <a:lnTo>
                  <a:pt x="1516010" y="3239646"/>
                </a:lnTo>
                <a:lnTo>
                  <a:pt x="1506174" y="3234888"/>
                </a:lnTo>
                <a:lnTo>
                  <a:pt x="1497924" y="3230130"/>
                </a:lnTo>
                <a:lnTo>
                  <a:pt x="1490626" y="3226006"/>
                </a:lnTo>
                <a:lnTo>
                  <a:pt x="1484914" y="3221565"/>
                </a:lnTo>
                <a:lnTo>
                  <a:pt x="1480154" y="3217441"/>
                </a:lnTo>
                <a:close/>
                <a:moveTo>
                  <a:pt x="2426374" y="3213000"/>
                </a:moveTo>
                <a:lnTo>
                  <a:pt x="2420662" y="3217124"/>
                </a:lnTo>
                <a:lnTo>
                  <a:pt x="2413999" y="3221565"/>
                </a:lnTo>
                <a:lnTo>
                  <a:pt x="2406701" y="3226323"/>
                </a:lnTo>
                <a:lnTo>
                  <a:pt x="2399720" y="3230130"/>
                </a:lnTo>
                <a:lnTo>
                  <a:pt x="2392739" y="3234253"/>
                </a:lnTo>
                <a:lnTo>
                  <a:pt x="2385124" y="3237743"/>
                </a:lnTo>
                <a:lnTo>
                  <a:pt x="2378460" y="3240915"/>
                </a:lnTo>
                <a:lnTo>
                  <a:pt x="2371797" y="3243135"/>
                </a:lnTo>
                <a:lnTo>
                  <a:pt x="2371797" y="3350353"/>
                </a:lnTo>
                <a:lnTo>
                  <a:pt x="2379729" y="3346864"/>
                </a:lnTo>
                <a:lnTo>
                  <a:pt x="2387028" y="3342423"/>
                </a:lnTo>
                <a:lnTo>
                  <a:pt x="2394643" y="3338299"/>
                </a:lnTo>
                <a:lnTo>
                  <a:pt x="2401941" y="3333541"/>
                </a:lnTo>
                <a:lnTo>
                  <a:pt x="2409239" y="3328782"/>
                </a:lnTo>
                <a:lnTo>
                  <a:pt x="2415585" y="3324024"/>
                </a:lnTo>
                <a:lnTo>
                  <a:pt x="2421297" y="3319266"/>
                </a:lnTo>
                <a:lnTo>
                  <a:pt x="2426374" y="3314508"/>
                </a:lnTo>
                <a:lnTo>
                  <a:pt x="2426374" y="3213000"/>
                </a:lnTo>
                <a:close/>
                <a:moveTo>
                  <a:pt x="2692385" y="3167062"/>
                </a:moveTo>
                <a:lnTo>
                  <a:pt x="2692385" y="3264535"/>
                </a:lnTo>
                <a:lnTo>
                  <a:pt x="2695241" y="3267393"/>
                </a:lnTo>
                <a:lnTo>
                  <a:pt x="2698098" y="3270250"/>
                </a:lnTo>
                <a:lnTo>
                  <a:pt x="2705399" y="3276600"/>
                </a:lnTo>
                <a:lnTo>
                  <a:pt x="2714921" y="3283903"/>
                </a:lnTo>
                <a:lnTo>
                  <a:pt x="2725078" y="3290888"/>
                </a:lnTo>
                <a:lnTo>
                  <a:pt x="2737140" y="3297873"/>
                </a:lnTo>
                <a:lnTo>
                  <a:pt x="2748884" y="3305175"/>
                </a:lnTo>
                <a:lnTo>
                  <a:pt x="2761581" y="3311525"/>
                </a:lnTo>
                <a:lnTo>
                  <a:pt x="2773325" y="3317240"/>
                </a:lnTo>
                <a:lnTo>
                  <a:pt x="2773325" y="3208337"/>
                </a:lnTo>
                <a:lnTo>
                  <a:pt x="2758407" y="3202940"/>
                </a:lnTo>
                <a:lnTo>
                  <a:pt x="2744441" y="3196907"/>
                </a:lnTo>
                <a:lnTo>
                  <a:pt x="2732379" y="3191510"/>
                </a:lnTo>
                <a:lnTo>
                  <a:pt x="2721269" y="3186430"/>
                </a:lnTo>
                <a:lnTo>
                  <a:pt x="2712064" y="3180715"/>
                </a:lnTo>
                <a:lnTo>
                  <a:pt x="2704446" y="3176270"/>
                </a:lnTo>
                <a:lnTo>
                  <a:pt x="2697781" y="3171507"/>
                </a:lnTo>
                <a:lnTo>
                  <a:pt x="2692385" y="3167062"/>
                </a:lnTo>
                <a:close/>
                <a:moveTo>
                  <a:pt x="3744614" y="3161665"/>
                </a:moveTo>
                <a:lnTo>
                  <a:pt x="3737949" y="3166745"/>
                </a:lnTo>
                <a:lnTo>
                  <a:pt x="3730648" y="3171507"/>
                </a:lnTo>
                <a:lnTo>
                  <a:pt x="3722713" y="3176587"/>
                </a:lnTo>
                <a:lnTo>
                  <a:pt x="3715095" y="3180715"/>
                </a:lnTo>
                <a:lnTo>
                  <a:pt x="3706524" y="3185160"/>
                </a:lnTo>
                <a:lnTo>
                  <a:pt x="3698907" y="3189287"/>
                </a:lnTo>
                <a:lnTo>
                  <a:pt x="3691289" y="3192780"/>
                </a:lnTo>
                <a:lnTo>
                  <a:pt x="3683671" y="3195320"/>
                </a:lnTo>
                <a:lnTo>
                  <a:pt x="3683671" y="3315018"/>
                </a:lnTo>
                <a:lnTo>
                  <a:pt x="3692558" y="3310573"/>
                </a:lnTo>
                <a:lnTo>
                  <a:pt x="3701128" y="3305810"/>
                </a:lnTo>
                <a:lnTo>
                  <a:pt x="3709381" y="3301048"/>
                </a:lnTo>
                <a:lnTo>
                  <a:pt x="3717634" y="3295968"/>
                </a:lnTo>
                <a:lnTo>
                  <a:pt x="3725252" y="3290570"/>
                </a:lnTo>
                <a:lnTo>
                  <a:pt x="3732235" y="3285490"/>
                </a:lnTo>
                <a:lnTo>
                  <a:pt x="3738901" y="3279775"/>
                </a:lnTo>
                <a:lnTo>
                  <a:pt x="3744614" y="3275013"/>
                </a:lnTo>
                <a:lnTo>
                  <a:pt x="3744614" y="3161665"/>
                </a:lnTo>
                <a:close/>
                <a:moveTo>
                  <a:pt x="771525" y="3136900"/>
                </a:moveTo>
                <a:lnTo>
                  <a:pt x="805634" y="3143476"/>
                </a:lnTo>
                <a:lnTo>
                  <a:pt x="812009" y="3145042"/>
                </a:lnTo>
                <a:lnTo>
                  <a:pt x="818066" y="3146921"/>
                </a:lnTo>
                <a:lnTo>
                  <a:pt x="823167" y="3148486"/>
                </a:lnTo>
                <a:lnTo>
                  <a:pt x="827311" y="3150365"/>
                </a:lnTo>
                <a:lnTo>
                  <a:pt x="831455" y="3152557"/>
                </a:lnTo>
                <a:lnTo>
                  <a:pt x="835280" y="3155062"/>
                </a:lnTo>
                <a:lnTo>
                  <a:pt x="842612" y="3160072"/>
                </a:lnTo>
                <a:lnTo>
                  <a:pt x="845162" y="3162890"/>
                </a:lnTo>
                <a:lnTo>
                  <a:pt x="847075" y="3165082"/>
                </a:lnTo>
                <a:lnTo>
                  <a:pt x="848669" y="3167587"/>
                </a:lnTo>
                <a:lnTo>
                  <a:pt x="849944" y="3170092"/>
                </a:lnTo>
                <a:lnTo>
                  <a:pt x="850900" y="3172597"/>
                </a:lnTo>
                <a:lnTo>
                  <a:pt x="850900" y="3175416"/>
                </a:lnTo>
                <a:lnTo>
                  <a:pt x="850262" y="3177608"/>
                </a:lnTo>
                <a:lnTo>
                  <a:pt x="849625" y="3180426"/>
                </a:lnTo>
                <a:lnTo>
                  <a:pt x="848031" y="3182618"/>
                </a:lnTo>
                <a:lnTo>
                  <a:pt x="846437" y="3185123"/>
                </a:lnTo>
                <a:lnTo>
                  <a:pt x="844206" y="3187315"/>
                </a:lnTo>
                <a:lnTo>
                  <a:pt x="841656" y="3189820"/>
                </a:lnTo>
                <a:lnTo>
                  <a:pt x="838468" y="3191699"/>
                </a:lnTo>
                <a:lnTo>
                  <a:pt x="834961" y="3193577"/>
                </a:lnTo>
                <a:lnTo>
                  <a:pt x="831136" y="3195143"/>
                </a:lnTo>
                <a:lnTo>
                  <a:pt x="826992" y="3197022"/>
                </a:lnTo>
                <a:lnTo>
                  <a:pt x="820935" y="3198587"/>
                </a:lnTo>
                <a:lnTo>
                  <a:pt x="815197" y="3200153"/>
                </a:lnTo>
                <a:lnTo>
                  <a:pt x="808503" y="3201719"/>
                </a:lnTo>
                <a:lnTo>
                  <a:pt x="801171" y="3202971"/>
                </a:lnTo>
                <a:lnTo>
                  <a:pt x="787145" y="3204537"/>
                </a:lnTo>
                <a:lnTo>
                  <a:pt x="771525" y="3205163"/>
                </a:lnTo>
                <a:lnTo>
                  <a:pt x="771525" y="3136900"/>
                </a:lnTo>
                <a:close/>
                <a:moveTo>
                  <a:pt x="200025" y="3117850"/>
                </a:moveTo>
                <a:lnTo>
                  <a:pt x="200343" y="3123582"/>
                </a:lnTo>
                <a:lnTo>
                  <a:pt x="201296" y="3129631"/>
                </a:lnTo>
                <a:lnTo>
                  <a:pt x="202567" y="3135044"/>
                </a:lnTo>
                <a:lnTo>
                  <a:pt x="204155" y="3141094"/>
                </a:lnTo>
                <a:lnTo>
                  <a:pt x="206061" y="3146507"/>
                </a:lnTo>
                <a:lnTo>
                  <a:pt x="208285" y="3152238"/>
                </a:lnTo>
                <a:lnTo>
                  <a:pt x="211144" y="3157651"/>
                </a:lnTo>
                <a:lnTo>
                  <a:pt x="214321" y="3163064"/>
                </a:lnTo>
                <a:lnTo>
                  <a:pt x="217816" y="3168795"/>
                </a:lnTo>
                <a:lnTo>
                  <a:pt x="221310" y="3173890"/>
                </a:lnTo>
                <a:lnTo>
                  <a:pt x="225758" y="3179303"/>
                </a:lnTo>
                <a:lnTo>
                  <a:pt x="230206" y="3184715"/>
                </a:lnTo>
                <a:lnTo>
                  <a:pt x="235289" y="3189810"/>
                </a:lnTo>
                <a:lnTo>
                  <a:pt x="240372" y="3194904"/>
                </a:lnTo>
                <a:lnTo>
                  <a:pt x="245773" y="3199999"/>
                </a:lnTo>
                <a:lnTo>
                  <a:pt x="251809" y="3205093"/>
                </a:lnTo>
                <a:lnTo>
                  <a:pt x="251809" y="3304436"/>
                </a:lnTo>
                <a:lnTo>
                  <a:pt x="254032" y="3306983"/>
                </a:lnTo>
                <a:lnTo>
                  <a:pt x="256574" y="3309531"/>
                </a:lnTo>
                <a:lnTo>
                  <a:pt x="263563" y="3315580"/>
                </a:lnTo>
                <a:lnTo>
                  <a:pt x="271823" y="3321948"/>
                </a:lnTo>
                <a:lnTo>
                  <a:pt x="281354" y="3328317"/>
                </a:lnTo>
                <a:lnTo>
                  <a:pt x="291520" y="3335003"/>
                </a:lnTo>
                <a:lnTo>
                  <a:pt x="302639" y="3340734"/>
                </a:lnTo>
                <a:lnTo>
                  <a:pt x="313758" y="3346784"/>
                </a:lnTo>
                <a:lnTo>
                  <a:pt x="324877" y="3351879"/>
                </a:lnTo>
                <a:lnTo>
                  <a:pt x="324877" y="3249352"/>
                </a:lnTo>
                <a:lnTo>
                  <a:pt x="341715" y="3256994"/>
                </a:lnTo>
                <a:lnTo>
                  <a:pt x="359505" y="3263999"/>
                </a:lnTo>
                <a:lnTo>
                  <a:pt x="377931" y="3270685"/>
                </a:lnTo>
                <a:lnTo>
                  <a:pt x="397311" y="3277053"/>
                </a:lnTo>
                <a:lnTo>
                  <a:pt x="397311" y="3378943"/>
                </a:lnTo>
                <a:lnTo>
                  <a:pt x="414783" y="3384038"/>
                </a:lnTo>
                <a:lnTo>
                  <a:pt x="432892" y="3388814"/>
                </a:lnTo>
                <a:lnTo>
                  <a:pt x="451318" y="3393590"/>
                </a:lnTo>
                <a:lnTo>
                  <a:pt x="470379" y="3397729"/>
                </a:lnTo>
                <a:lnTo>
                  <a:pt x="470379" y="3296476"/>
                </a:lnTo>
                <a:lnTo>
                  <a:pt x="488170" y="3300615"/>
                </a:lnTo>
                <a:lnTo>
                  <a:pt x="506278" y="3303799"/>
                </a:lnTo>
                <a:lnTo>
                  <a:pt x="524386" y="3306983"/>
                </a:lnTo>
                <a:lnTo>
                  <a:pt x="543448" y="3309849"/>
                </a:lnTo>
                <a:lnTo>
                  <a:pt x="543448" y="3410465"/>
                </a:lnTo>
                <a:lnTo>
                  <a:pt x="561238" y="3412694"/>
                </a:lnTo>
                <a:lnTo>
                  <a:pt x="579347" y="3415241"/>
                </a:lnTo>
                <a:lnTo>
                  <a:pt x="597455" y="3417152"/>
                </a:lnTo>
                <a:lnTo>
                  <a:pt x="615881" y="3418744"/>
                </a:lnTo>
                <a:lnTo>
                  <a:pt x="615881" y="3318446"/>
                </a:lnTo>
                <a:lnTo>
                  <a:pt x="634307" y="3320038"/>
                </a:lnTo>
                <a:lnTo>
                  <a:pt x="652415" y="3320993"/>
                </a:lnTo>
                <a:lnTo>
                  <a:pt x="670524" y="3321948"/>
                </a:lnTo>
                <a:lnTo>
                  <a:pt x="688950" y="3322585"/>
                </a:lnTo>
                <a:lnTo>
                  <a:pt x="688950" y="3422883"/>
                </a:lnTo>
                <a:lnTo>
                  <a:pt x="710235" y="3423520"/>
                </a:lnTo>
                <a:lnTo>
                  <a:pt x="732155" y="3423520"/>
                </a:lnTo>
                <a:lnTo>
                  <a:pt x="762018" y="3423201"/>
                </a:lnTo>
                <a:lnTo>
                  <a:pt x="762018" y="3322904"/>
                </a:lnTo>
                <a:lnTo>
                  <a:pt x="790928" y="3321948"/>
                </a:lnTo>
                <a:lnTo>
                  <a:pt x="818884" y="3320675"/>
                </a:lnTo>
                <a:lnTo>
                  <a:pt x="846524" y="3318446"/>
                </a:lnTo>
                <a:lnTo>
                  <a:pt x="873845" y="3315899"/>
                </a:lnTo>
                <a:lnTo>
                  <a:pt x="900531" y="3312715"/>
                </a:lnTo>
                <a:lnTo>
                  <a:pt x="926581" y="3309212"/>
                </a:lnTo>
                <a:lnTo>
                  <a:pt x="951996" y="3304755"/>
                </a:lnTo>
                <a:lnTo>
                  <a:pt x="976776" y="3299978"/>
                </a:lnTo>
                <a:lnTo>
                  <a:pt x="1000921" y="3294884"/>
                </a:lnTo>
                <a:lnTo>
                  <a:pt x="1023794" y="3289471"/>
                </a:lnTo>
                <a:lnTo>
                  <a:pt x="1046350" y="3283421"/>
                </a:lnTo>
                <a:lnTo>
                  <a:pt x="1067953" y="3277053"/>
                </a:lnTo>
                <a:lnTo>
                  <a:pt x="1088285" y="3270048"/>
                </a:lnTo>
                <a:lnTo>
                  <a:pt x="1108300" y="3263043"/>
                </a:lnTo>
                <a:lnTo>
                  <a:pt x="1126726" y="3255083"/>
                </a:lnTo>
                <a:lnTo>
                  <a:pt x="1144516" y="3247123"/>
                </a:lnTo>
                <a:lnTo>
                  <a:pt x="1144516" y="3349968"/>
                </a:lnTo>
                <a:lnTo>
                  <a:pt x="1152459" y="3346147"/>
                </a:lnTo>
                <a:lnTo>
                  <a:pt x="1159766" y="3342008"/>
                </a:lnTo>
                <a:lnTo>
                  <a:pt x="1167390" y="3337232"/>
                </a:lnTo>
                <a:lnTo>
                  <a:pt x="1175015" y="3332456"/>
                </a:lnTo>
                <a:lnTo>
                  <a:pt x="1182004" y="3327680"/>
                </a:lnTo>
                <a:lnTo>
                  <a:pt x="1188358" y="3322904"/>
                </a:lnTo>
                <a:lnTo>
                  <a:pt x="1194076" y="3318446"/>
                </a:lnTo>
                <a:lnTo>
                  <a:pt x="1199477" y="3313988"/>
                </a:lnTo>
                <a:lnTo>
                  <a:pt x="1199477" y="3215601"/>
                </a:lnTo>
                <a:lnTo>
                  <a:pt x="1206784" y="3209870"/>
                </a:lnTo>
                <a:lnTo>
                  <a:pt x="1213455" y="3204457"/>
                </a:lnTo>
                <a:lnTo>
                  <a:pt x="1220126" y="3198725"/>
                </a:lnTo>
                <a:lnTo>
                  <a:pt x="1226163" y="3192994"/>
                </a:lnTo>
                <a:lnTo>
                  <a:pt x="1232199" y="3186944"/>
                </a:lnTo>
                <a:lnTo>
                  <a:pt x="1237282" y="3181531"/>
                </a:lnTo>
                <a:lnTo>
                  <a:pt x="1242047" y="3175163"/>
                </a:lnTo>
                <a:lnTo>
                  <a:pt x="1246177" y="3169114"/>
                </a:lnTo>
                <a:lnTo>
                  <a:pt x="1250307" y="3162745"/>
                </a:lnTo>
                <a:lnTo>
                  <a:pt x="1253802" y="3157014"/>
                </a:lnTo>
                <a:lnTo>
                  <a:pt x="1256661" y="3150646"/>
                </a:lnTo>
                <a:lnTo>
                  <a:pt x="1258885" y="3144278"/>
                </a:lnTo>
                <a:lnTo>
                  <a:pt x="1260791" y="3137910"/>
                </a:lnTo>
                <a:lnTo>
                  <a:pt x="1262379" y="3131223"/>
                </a:lnTo>
                <a:lnTo>
                  <a:pt x="1263332" y="3124855"/>
                </a:lnTo>
                <a:lnTo>
                  <a:pt x="1263650" y="3118169"/>
                </a:lnTo>
                <a:lnTo>
                  <a:pt x="1263650" y="3251581"/>
                </a:lnTo>
                <a:lnTo>
                  <a:pt x="1263332" y="3251899"/>
                </a:lnTo>
                <a:lnTo>
                  <a:pt x="1263332" y="3255720"/>
                </a:lnTo>
                <a:lnTo>
                  <a:pt x="1263015" y="3259859"/>
                </a:lnTo>
                <a:lnTo>
                  <a:pt x="1262379" y="3264635"/>
                </a:lnTo>
                <a:lnTo>
                  <a:pt x="1261426" y="3269730"/>
                </a:lnTo>
                <a:lnTo>
                  <a:pt x="1260155" y="3274506"/>
                </a:lnTo>
                <a:lnTo>
                  <a:pt x="1258567" y="3279600"/>
                </a:lnTo>
                <a:lnTo>
                  <a:pt x="1256661" y="3284377"/>
                </a:lnTo>
                <a:lnTo>
                  <a:pt x="1254119" y="3289153"/>
                </a:lnTo>
                <a:lnTo>
                  <a:pt x="1251896" y="3294247"/>
                </a:lnTo>
                <a:lnTo>
                  <a:pt x="1248719" y="3299023"/>
                </a:lnTo>
                <a:lnTo>
                  <a:pt x="1245542" y="3303162"/>
                </a:lnTo>
                <a:lnTo>
                  <a:pt x="1242365" y="3307939"/>
                </a:lnTo>
                <a:lnTo>
                  <a:pt x="1238552" y="3312715"/>
                </a:lnTo>
                <a:lnTo>
                  <a:pt x="1234423" y="3317172"/>
                </a:lnTo>
                <a:lnTo>
                  <a:pt x="1225845" y="3326088"/>
                </a:lnTo>
                <a:lnTo>
                  <a:pt x="1215997" y="3335003"/>
                </a:lnTo>
                <a:lnTo>
                  <a:pt x="1204877" y="3343600"/>
                </a:lnTo>
                <a:lnTo>
                  <a:pt x="1192488" y="3351879"/>
                </a:lnTo>
                <a:lnTo>
                  <a:pt x="1179462" y="3360157"/>
                </a:lnTo>
                <a:lnTo>
                  <a:pt x="1165802" y="3367799"/>
                </a:lnTo>
                <a:lnTo>
                  <a:pt x="1150870" y="3375122"/>
                </a:lnTo>
                <a:lnTo>
                  <a:pt x="1134986" y="3382764"/>
                </a:lnTo>
                <a:lnTo>
                  <a:pt x="1118466" y="3389769"/>
                </a:lnTo>
                <a:lnTo>
                  <a:pt x="1100993" y="3396137"/>
                </a:lnTo>
                <a:lnTo>
                  <a:pt x="1082567" y="3402824"/>
                </a:lnTo>
                <a:lnTo>
                  <a:pt x="1063506" y="3408873"/>
                </a:lnTo>
                <a:lnTo>
                  <a:pt x="1043491" y="3414286"/>
                </a:lnTo>
                <a:lnTo>
                  <a:pt x="1022841" y="3420017"/>
                </a:lnTo>
                <a:lnTo>
                  <a:pt x="1001874" y="3424794"/>
                </a:lnTo>
                <a:lnTo>
                  <a:pt x="979953" y="3429570"/>
                </a:lnTo>
                <a:lnTo>
                  <a:pt x="957397" y="3433709"/>
                </a:lnTo>
                <a:lnTo>
                  <a:pt x="934524" y="3437848"/>
                </a:lnTo>
                <a:lnTo>
                  <a:pt x="910697" y="3441032"/>
                </a:lnTo>
                <a:lnTo>
                  <a:pt x="886235" y="3444216"/>
                </a:lnTo>
                <a:lnTo>
                  <a:pt x="861773" y="3446764"/>
                </a:lnTo>
                <a:lnTo>
                  <a:pt x="836675" y="3448992"/>
                </a:lnTo>
                <a:lnTo>
                  <a:pt x="810942" y="3450584"/>
                </a:lnTo>
                <a:lnTo>
                  <a:pt x="784892" y="3451540"/>
                </a:lnTo>
                <a:lnTo>
                  <a:pt x="758841" y="3452495"/>
                </a:lnTo>
                <a:lnTo>
                  <a:pt x="732155" y="3452813"/>
                </a:lnTo>
                <a:lnTo>
                  <a:pt x="704834" y="3452495"/>
                </a:lnTo>
                <a:lnTo>
                  <a:pt x="677513" y="3451540"/>
                </a:lnTo>
                <a:lnTo>
                  <a:pt x="651145" y="3450584"/>
                </a:lnTo>
                <a:lnTo>
                  <a:pt x="625094" y="3448356"/>
                </a:lnTo>
                <a:lnTo>
                  <a:pt x="599361" y="3446445"/>
                </a:lnTo>
                <a:lnTo>
                  <a:pt x="574264" y="3443579"/>
                </a:lnTo>
                <a:lnTo>
                  <a:pt x="549484" y="3440395"/>
                </a:lnTo>
                <a:lnTo>
                  <a:pt x="525339" y="3436893"/>
                </a:lnTo>
                <a:lnTo>
                  <a:pt x="501513" y="3433072"/>
                </a:lnTo>
                <a:lnTo>
                  <a:pt x="478639" y="3428296"/>
                </a:lnTo>
                <a:lnTo>
                  <a:pt x="456718" y="3423520"/>
                </a:lnTo>
                <a:lnTo>
                  <a:pt x="434798" y="3418425"/>
                </a:lnTo>
                <a:lnTo>
                  <a:pt x="413830" y="3412694"/>
                </a:lnTo>
                <a:lnTo>
                  <a:pt x="394134" y="3406963"/>
                </a:lnTo>
                <a:lnTo>
                  <a:pt x="374755" y="3400595"/>
                </a:lnTo>
                <a:lnTo>
                  <a:pt x="356329" y="3393908"/>
                </a:lnTo>
                <a:lnTo>
                  <a:pt x="338538" y="3386585"/>
                </a:lnTo>
                <a:lnTo>
                  <a:pt x="322018" y="3379580"/>
                </a:lnTo>
                <a:lnTo>
                  <a:pt x="306134" y="3372257"/>
                </a:lnTo>
                <a:lnTo>
                  <a:pt x="291520" y="3364296"/>
                </a:lnTo>
                <a:lnTo>
                  <a:pt x="277542" y="3356018"/>
                </a:lnTo>
                <a:lnTo>
                  <a:pt x="264834" y="3347421"/>
                </a:lnTo>
                <a:lnTo>
                  <a:pt x="253079" y="3338824"/>
                </a:lnTo>
                <a:lnTo>
                  <a:pt x="242278" y="3330227"/>
                </a:lnTo>
                <a:lnTo>
                  <a:pt x="237513" y="3325451"/>
                </a:lnTo>
                <a:lnTo>
                  <a:pt x="232747" y="3320675"/>
                </a:lnTo>
                <a:lnTo>
                  <a:pt x="228617" y="3316217"/>
                </a:lnTo>
                <a:lnTo>
                  <a:pt x="224487" y="3311441"/>
                </a:lnTo>
                <a:lnTo>
                  <a:pt x="220993" y="3306983"/>
                </a:lnTo>
                <a:lnTo>
                  <a:pt x="217498" y="3302207"/>
                </a:lnTo>
                <a:lnTo>
                  <a:pt x="214321" y="3297431"/>
                </a:lnTo>
                <a:lnTo>
                  <a:pt x="211462" y="3292337"/>
                </a:lnTo>
                <a:lnTo>
                  <a:pt x="208921" y="3287561"/>
                </a:lnTo>
                <a:lnTo>
                  <a:pt x="206697" y="3282148"/>
                </a:lnTo>
                <a:lnTo>
                  <a:pt x="204791" y="3277690"/>
                </a:lnTo>
                <a:lnTo>
                  <a:pt x="203202" y="3272277"/>
                </a:lnTo>
                <a:lnTo>
                  <a:pt x="201931" y="3267183"/>
                </a:lnTo>
                <a:lnTo>
                  <a:pt x="201296" y="3262088"/>
                </a:lnTo>
                <a:lnTo>
                  <a:pt x="200978" y="3256994"/>
                </a:lnTo>
                <a:lnTo>
                  <a:pt x="200343" y="3251899"/>
                </a:lnTo>
                <a:lnTo>
                  <a:pt x="200025" y="3251899"/>
                </a:lnTo>
                <a:lnTo>
                  <a:pt x="200025" y="3117850"/>
                </a:lnTo>
                <a:close/>
                <a:moveTo>
                  <a:pt x="1263332" y="3111818"/>
                </a:moveTo>
                <a:lnTo>
                  <a:pt x="1263650" y="3117533"/>
                </a:lnTo>
                <a:lnTo>
                  <a:pt x="1263332" y="3119438"/>
                </a:lnTo>
                <a:lnTo>
                  <a:pt x="1263332" y="3116263"/>
                </a:lnTo>
                <a:lnTo>
                  <a:pt x="1263332" y="3111818"/>
                </a:lnTo>
                <a:close/>
                <a:moveTo>
                  <a:pt x="1263253" y="3110548"/>
                </a:moveTo>
                <a:lnTo>
                  <a:pt x="1263332" y="3111183"/>
                </a:lnTo>
                <a:lnTo>
                  <a:pt x="1263332" y="3111818"/>
                </a:lnTo>
                <a:lnTo>
                  <a:pt x="1263253" y="3110548"/>
                </a:lnTo>
                <a:close/>
                <a:moveTo>
                  <a:pt x="1892592" y="3107220"/>
                </a:moveTo>
                <a:lnTo>
                  <a:pt x="1892592" y="3210034"/>
                </a:lnTo>
                <a:lnTo>
                  <a:pt x="1913877" y="3210983"/>
                </a:lnTo>
                <a:lnTo>
                  <a:pt x="1935480" y="3210983"/>
                </a:lnTo>
                <a:lnTo>
                  <a:pt x="1965343" y="3210667"/>
                </a:lnTo>
                <a:lnTo>
                  <a:pt x="1965343" y="3107537"/>
                </a:lnTo>
                <a:lnTo>
                  <a:pt x="1935480" y="3107853"/>
                </a:lnTo>
                <a:lnTo>
                  <a:pt x="1913877" y="3107853"/>
                </a:lnTo>
                <a:lnTo>
                  <a:pt x="1892592" y="3107220"/>
                </a:lnTo>
                <a:close/>
                <a:moveTo>
                  <a:pt x="200819" y="3107046"/>
                </a:moveTo>
                <a:lnTo>
                  <a:pt x="200378" y="3110133"/>
                </a:lnTo>
                <a:lnTo>
                  <a:pt x="200025" y="3115072"/>
                </a:lnTo>
                <a:lnTo>
                  <a:pt x="200025" y="3110751"/>
                </a:lnTo>
                <a:lnTo>
                  <a:pt x="200819" y="3107046"/>
                </a:lnTo>
                <a:close/>
                <a:moveTo>
                  <a:pt x="2489519" y="3103562"/>
                </a:moveTo>
                <a:lnTo>
                  <a:pt x="2490471" y="3109906"/>
                </a:lnTo>
                <a:lnTo>
                  <a:pt x="2490788" y="3116568"/>
                </a:lnTo>
                <a:lnTo>
                  <a:pt x="2490788" y="3252652"/>
                </a:lnTo>
                <a:lnTo>
                  <a:pt x="2490471" y="3252969"/>
                </a:lnTo>
                <a:lnTo>
                  <a:pt x="2489836" y="3260899"/>
                </a:lnTo>
                <a:lnTo>
                  <a:pt x="2489519" y="3265657"/>
                </a:lnTo>
                <a:lnTo>
                  <a:pt x="2488250" y="3270733"/>
                </a:lnTo>
                <a:lnTo>
                  <a:pt x="2487298" y="3275491"/>
                </a:lnTo>
                <a:lnTo>
                  <a:pt x="2485711" y="3280566"/>
                </a:lnTo>
                <a:lnTo>
                  <a:pt x="2483490" y="3285325"/>
                </a:lnTo>
                <a:lnTo>
                  <a:pt x="2481269" y="3290083"/>
                </a:lnTo>
                <a:lnTo>
                  <a:pt x="2479048" y="3294841"/>
                </a:lnTo>
                <a:lnTo>
                  <a:pt x="2475874" y="3299599"/>
                </a:lnTo>
                <a:lnTo>
                  <a:pt x="2472701" y="3304357"/>
                </a:lnTo>
                <a:lnTo>
                  <a:pt x="2469528" y="3309115"/>
                </a:lnTo>
                <a:lnTo>
                  <a:pt x="2465403" y="3313874"/>
                </a:lnTo>
                <a:lnTo>
                  <a:pt x="2461595" y="3317997"/>
                </a:lnTo>
                <a:lnTo>
                  <a:pt x="2453028" y="3327196"/>
                </a:lnTo>
                <a:lnTo>
                  <a:pt x="2443191" y="3335761"/>
                </a:lnTo>
                <a:lnTo>
                  <a:pt x="2432086" y="3344643"/>
                </a:lnTo>
                <a:lnTo>
                  <a:pt x="2419710" y="3352891"/>
                </a:lnTo>
                <a:lnTo>
                  <a:pt x="2406701" y="3360504"/>
                </a:lnTo>
                <a:lnTo>
                  <a:pt x="2393056" y="3368434"/>
                </a:lnTo>
                <a:lnTo>
                  <a:pt x="2378143" y="3376047"/>
                </a:lnTo>
                <a:lnTo>
                  <a:pt x="2362277" y="3383660"/>
                </a:lnTo>
                <a:lnTo>
                  <a:pt x="2345777" y="3390322"/>
                </a:lnTo>
                <a:lnTo>
                  <a:pt x="2328325" y="3396983"/>
                </a:lnTo>
                <a:lnTo>
                  <a:pt x="2309921" y="3403327"/>
                </a:lnTo>
                <a:lnTo>
                  <a:pt x="2290882" y="3409671"/>
                </a:lnTo>
                <a:lnTo>
                  <a:pt x="2270892" y="3415064"/>
                </a:lnTo>
                <a:lnTo>
                  <a:pt x="2250267" y="3420139"/>
                </a:lnTo>
                <a:lnTo>
                  <a:pt x="2229324" y="3425215"/>
                </a:lnTo>
                <a:lnTo>
                  <a:pt x="2207430" y="3429973"/>
                </a:lnTo>
                <a:lnTo>
                  <a:pt x="2184901" y="3434414"/>
                </a:lnTo>
                <a:lnTo>
                  <a:pt x="2162054" y="3437903"/>
                </a:lnTo>
                <a:lnTo>
                  <a:pt x="2138256" y="3441393"/>
                </a:lnTo>
                <a:lnTo>
                  <a:pt x="2113823" y="3444565"/>
                </a:lnTo>
                <a:lnTo>
                  <a:pt x="2089390" y="3447102"/>
                </a:lnTo>
                <a:lnTo>
                  <a:pt x="2064323" y="3449006"/>
                </a:lnTo>
                <a:lnTo>
                  <a:pt x="2038621" y="3450909"/>
                </a:lnTo>
                <a:lnTo>
                  <a:pt x="2012601" y="3452178"/>
                </a:lnTo>
                <a:lnTo>
                  <a:pt x="1986582" y="3452812"/>
                </a:lnTo>
                <a:lnTo>
                  <a:pt x="1959928" y="3452812"/>
                </a:lnTo>
                <a:lnTo>
                  <a:pt x="1932639" y="3452812"/>
                </a:lnTo>
                <a:lnTo>
                  <a:pt x="1905350" y="3452178"/>
                </a:lnTo>
                <a:lnTo>
                  <a:pt x="1879014" y="3450592"/>
                </a:lnTo>
                <a:lnTo>
                  <a:pt x="1852994" y="3449006"/>
                </a:lnTo>
                <a:lnTo>
                  <a:pt x="1827292" y="3446468"/>
                </a:lnTo>
                <a:lnTo>
                  <a:pt x="1802224" y="3443930"/>
                </a:lnTo>
                <a:lnTo>
                  <a:pt x="1777157" y="3441075"/>
                </a:lnTo>
                <a:lnTo>
                  <a:pt x="1753359" y="3437269"/>
                </a:lnTo>
                <a:lnTo>
                  <a:pt x="1729560" y="3433145"/>
                </a:lnTo>
                <a:lnTo>
                  <a:pt x="1706714" y="3428704"/>
                </a:lnTo>
                <a:lnTo>
                  <a:pt x="1684502" y="3424263"/>
                </a:lnTo>
                <a:lnTo>
                  <a:pt x="1662925" y="3418871"/>
                </a:lnTo>
                <a:lnTo>
                  <a:pt x="1641983" y="3413478"/>
                </a:lnTo>
                <a:lnTo>
                  <a:pt x="1622309" y="3407134"/>
                </a:lnTo>
                <a:lnTo>
                  <a:pt x="1602953" y="3400790"/>
                </a:lnTo>
                <a:lnTo>
                  <a:pt x="1584549" y="3394445"/>
                </a:lnTo>
                <a:lnTo>
                  <a:pt x="1566780" y="3387467"/>
                </a:lnTo>
                <a:lnTo>
                  <a:pt x="1550280" y="3380488"/>
                </a:lnTo>
                <a:lnTo>
                  <a:pt x="1534414" y="3372558"/>
                </a:lnTo>
                <a:lnTo>
                  <a:pt x="1519501" y="3364945"/>
                </a:lnTo>
                <a:lnTo>
                  <a:pt x="1505539" y="3356697"/>
                </a:lnTo>
                <a:lnTo>
                  <a:pt x="1493164" y="3348450"/>
                </a:lnTo>
                <a:lnTo>
                  <a:pt x="1481106" y="3339885"/>
                </a:lnTo>
                <a:lnTo>
                  <a:pt x="1470635" y="3330686"/>
                </a:lnTo>
                <a:lnTo>
                  <a:pt x="1465875" y="3326245"/>
                </a:lnTo>
                <a:lnTo>
                  <a:pt x="1461116" y="3321487"/>
                </a:lnTo>
                <a:lnTo>
                  <a:pt x="1456673" y="3317363"/>
                </a:lnTo>
                <a:lnTo>
                  <a:pt x="1452866" y="3312605"/>
                </a:lnTo>
                <a:lnTo>
                  <a:pt x="1449375" y="3307847"/>
                </a:lnTo>
                <a:lnTo>
                  <a:pt x="1445885" y="3303088"/>
                </a:lnTo>
                <a:lnTo>
                  <a:pt x="1442712" y="3298013"/>
                </a:lnTo>
                <a:lnTo>
                  <a:pt x="1439856" y="3293255"/>
                </a:lnTo>
                <a:lnTo>
                  <a:pt x="1437000" y="3288497"/>
                </a:lnTo>
                <a:lnTo>
                  <a:pt x="1435096" y="3283421"/>
                </a:lnTo>
                <a:lnTo>
                  <a:pt x="1433192" y="3278346"/>
                </a:lnTo>
                <a:lnTo>
                  <a:pt x="1431606" y="3273588"/>
                </a:lnTo>
                <a:lnTo>
                  <a:pt x="1430337" y="3268512"/>
                </a:lnTo>
                <a:lnTo>
                  <a:pt x="1429702" y="3263437"/>
                </a:lnTo>
                <a:lnTo>
                  <a:pt x="1429385" y="3258044"/>
                </a:lnTo>
                <a:lnTo>
                  <a:pt x="1428750" y="3252969"/>
                </a:lnTo>
                <a:lnTo>
                  <a:pt x="1428750" y="3155268"/>
                </a:lnTo>
                <a:lnTo>
                  <a:pt x="1438269" y="3162881"/>
                </a:lnTo>
                <a:lnTo>
                  <a:pt x="1449058" y="3170177"/>
                </a:lnTo>
                <a:lnTo>
                  <a:pt x="1459846" y="3177473"/>
                </a:lnTo>
                <a:lnTo>
                  <a:pt x="1471270" y="3184134"/>
                </a:lnTo>
                <a:lnTo>
                  <a:pt x="1483645" y="3190795"/>
                </a:lnTo>
                <a:lnTo>
                  <a:pt x="1496337" y="3197140"/>
                </a:lnTo>
                <a:lnTo>
                  <a:pt x="1509347" y="3203484"/>
                </a:lnTo>
                <a:lnTo>
                  <a:pt x="1522674" y="3209194"/>
                </a:lnTo>
                <a:lnTo>
                  <a:pt x="1536953" y="3215221"/>
                </a:lnTo>
                <a:lnTo>
                  <a:pt x="1550915" y="3220613"/>
                </a:lnTo>
                <a:lnTo>
                  <a:pt x="1566145" y="3226006"/>
                </a:lnTo>
                <a:lnTo>
                  <a:pt x="1581376" y="3231081"/>
                </a:lnTo>
                <a:lnTo>
                  <a:pt x="1597242" y="3235839"/>
                </a:lnTo>
                <a:lnTo>
                  <a:pt x="1612790" y="3240598"/>
                </a:lnTo>
                <a:lnTo>
                  <a:pt x="1628973" y="3244721"/>
                </a:lnTo>
                <a:lnTo>
                  <a:pt x="1646108" y="3248845"/>
                </a:lnTo>
                <a:lnTo>
                  <a:pt x="1662608" y="3252652"/>
                </a:lnTo>
                <a:lnTo>
                  <a:pt x="1680060" y="3256141"/>
                </a:lnTo>
                <a:lnTo>
                  <a:pt x="1697195" y="3259313"/>
                </a:lnTo>
                <a:lnTo>
                  <a:pt x="1714964" y="3262485"/>
                </a:lnTo>
                <a:lnTo>
                  <a:pt x="1732733" y="3265657"/>
                </a:lnTo>
                <a:lnTo>
                  <a:pt x="1750820" y="3268195"/>
                </a:lnTo>
                <a:lnTo>
                  <a:pt x="1768907" y="3270416"/>
                </a:lnTo>
                <a:lnTo>
                  <a:pt x="1786993" y="3272636"/>
                </a:lnTo>
                <a:lnTo>
                  <a:pt x="1805715" y="3274857"/>
                </a:lnTo>
                <a:lnTo>
                  <a:pt x="1824119" y="3276443"/>
                </a:lnTo>
                <a:lnTo>
                  <a:pt x="1842840" y="3277394"/>
                </a:lnTo>
                <a:lnTo>
                  <a:pt x="1861561" y="3278663"/>
                </a:lnTo>
                <a:lnTo>
                  <a:pt x="1880283" y="3279615"/>
                </a:lnTo>
                <a:lnTo>
                  <a:pt x="1898687" y="3280249"/>
                </a:lnTo>
                <a:lnTo>
                  <a:pt x="1917725" y="3280566"/>
                </a:lnTo>
                <a:lnTo>
                  <a:pt x="1936129" y="3280566"/>
                </a:lnTo>
                <a:lnTo>
                  <a:pt x="1958658" y="3280566"/>
                </a:lnTo>
                <a:lnTo>
                  <a:pt x="1981187" y="3280249"/>
                </a:lnTo>
                <a:lnTo>
                  <a:pt x="2003399" y="3278980"/>
                </a:lnTo>
                <a:lnTo>
                  <a:pt x="2025928" y="3278029"/>
                </a:lnTo>
                <a:lnTo>
                  <a:pt x="2048140" y="3276443"/>
                </a:lnTo>
                <a:lnTo>
                  <a:pt x="2070034" y="3274222"/>
                </a:lnTo>
                <a:lnTo>
                  <a:pt x="2092246" y="3272002"/>
                </a:lnTo>
                <a:lnTo>
                  <a:pt x="2114458" y="3269464"/>
                </a:lnTo>
                <a:lnTo>
                  <a:pt x="2135718" y="3266609"/>
                </a:lnTo>
                <a:lnTo>
                  <a:pt x="2157295" y="3263437"/>
                </a:lnTo>
                <a:lnTo>
                  <a:pt x="2178237" y="3259313"/>
                </a:lnTo>
                <a:lnTo>
                  <a:pt x="2198545" y="3255507"/>
                </a:lnTo>
                <a:lnTo>
                  <a:pt x="2219170" y="3251066"/>
                </a:lnTo>
                <a:lnTo>
                  <a:pt x="2239161" y="3246307"/>
                </a:lnTo>
                <a:lnTo>
                  <a:pt x="2258517" y="3241232"/>
                </a:lnTo>
                <a:lnTo>
                  <a:pt x="2277555" y="3235839"/>
                </a:lnTo>
                <a:lnTo>
                  <a:pt x="2295959" y="3230130"/>
                </a:lnTo>
                <a:lnTo>
                  <a:pt x="2314046" y="3223785"/>
                </a:lnTo>
                <a:lnTo>
                  <a:pt x="2331498" y="3217441"/>
                </a:lnTo>
                <a:lnTo>
                  <a:pt x="2348316" y="3210780"/>
                </a:lnTo>
                <a:lnTo>
                  <a:pt x="2364498" y="3203801"/>
                </a:lnTo>
                <a:lnTo>
                  <a:pt x="2380047" y="3196188"/>
                </a:lnTo>
                <a:lnTo>
                  <a:pt x="2394643" y="3188575"/>
                </a:lnTo>
                <a:lnTo>
                  <a:pt x="2408605" y="3180645"/>
                </a:lnTo>
                <a:lnTo>
                  <a:pt x="2422249" y="3171763"/>
                </a:lnTo>
                <a:lnTo>
                  <a:pt x="2434307" y="3163198"/>
                </a:lnTo>
                <a:lnTo>
                  <a:pt x="2445730" y="3153999"/>
                </a:lnTo>
                <a:lnTo>
                  <a:pt x="2456518" y="3144800"/>
                </a:lnTo>
                <a:lnTo>
                  <a:pt x="2466355" y="3134966"/>
                </a:lnTo>
                <a:lnTo>
                  <a:pt x="2471115" y="3129574"/>
                </a:lnTo>
                <a:lnTo>
                  <a:pt x="2474922" y="3124498"/>
                </a:lnTo>
                <a:lnTo>
                  <a:pt x="2479365" y="3119423"/>
                </a:lnTo>
                <a:lnTo>
                  <a:pt x="2482855" y="3114347"/>
                </a:lnTo>
                <a:lnTo>
                  <a:pt x="2486346" y="3108955"/>
                </a:lnTo>
                <a:lnTo>
                  <a:pt x="2489519" y="3103562"/>
                </a:lnTo>
                <a:close/>
                <a:moveTo>
                  <a:pt x="201789" y="3100564"/>
                </a:moveTo>
                <a:lnTo>
                  <a:pt x="201084" y="3105812"/>
                </a:lnTo>
                <a:lnTo>
                  <a:pt x="200819" y="3107046"/>
                </a:lnTo>
                <a:lnTo>
                  <a:pt x="201084" y="3105194"/>
                </a:lnTo>
                <a:lnTo>
                  <a:pt x="201789" y="3100564"/>
                </a:lnTo>
                <a:close/>
                <a:moveTo>
                  <a:pt x="1260475" y="3095625"/>
                </a:moveTo>
                <a:lnTo>
                  <a:pt x="1262062" y="3101340"/>
                </a:lnTo>
                <a:lnTo>
                  <a:pt x="1263015" y="3106738"/>
                </a:lnTo>
                <a:lnTo>
                  <a:pt x="1263253" y="3110548"/>
                </a:lnTo>
                <a:lnTo>
                  <a:pt x="1262698" y="3106103"/>
                </a:lnTo>
                <a:lnTo>
                  <a:pt x="1261745" y="3100705"/>
                </a:lnTo>
                <a:lnTo>
                  <a:pt x="1260475" y="3095625"/>
                </a:lnTo>
                <a:close/>
                <a:moveTo>
                  <a:pt x="1746773" y="3094566"/>
                </a:moveTo>
                <a:lnTo>
                  <a:pt x="1746773" y="3198013"/>
                </a:lnTo>
                <a:lnTo>
                  <a:pt x="1764563" y="3200227"/>
                </a:lnTo>
                <a:lnTo>
                  <a:pt x="1782671" y="3202758"/>
                </a:lnTo>
                <a:lnTo>
                  <a:pt x="1800780" y="3204656"/>
                </a:lnTo>
                <a:lnTo>
                  <a:pt x="1819841" y="3206238"/>
                </a:lnTo>
                <a:lnTo>
                  <a:pt x="1819841" y="3102791"/>
                </a:lnTo>
                <a:lnTo>
                  <a:pt x="1800780" y="3101210"/>
                </a:lnTo>
                <a:lnTo>
                  <a:pt x="1782671" y="3099312"/>
                </a:lnTo>
                <a:lnTo>
                  <a:pt x="1764563" y="3097097"/>
                </a:lnTo>
                <a:lnTo>
                  <a:pt x="1746773" y="3094566"/>
                </a:lnTo>
                <a:close/>
                <a:moveTo>
                  <a:pt x="1600953" y="3061666"/>
                </a:moveTo>
                <a:lnTo>
                  <a:pt x="1600953" y="3166378"/>
                </a:lnTo>
                <a:lnTo>
                  <a:pt x="1618744" y="3171756"/>
                </a:lnTo>
                <a:lnTo>
                  <a:pt x="1636217" y="3176501"/>
                </a:lnTo>
                <a:lnTo>
                  <a:pt x="1654960" y="3180930"/>
                </a:lnTo>
                <a:lnTo>
                  <a:pt x="1673704" y="3185042"/>
                </a:lnTo>
                <a:lnTo>
                  <a:pt x="1673704" y="3080963"/>
                </a:lnTo>
                <a:lnTo>
                  <a:pt x="1654960" y="3076534"/>
                </a:lnTo>
                <a:lnTo>
                  <a:pt x="1636217" y="3071789"/>
                </a:lnTo>
                <a:lnTo>
                  <a:pt x="1618108" y="3066728"/>
                </a:lnTo>
                <a:lnTo>
                  <a:pt x="1600953" y="3061666"/>
                </a:lnTo>
                <a:close/>
                <a:moveTo>
                  <a:pt x="3151360" y="3046095"/>
                </a:moveTo>
                <a:lnTo>
                  <a:pt x="3151360" y="3160713"/>
                </a:lnTo>
                <a:lnTo>
                  <a:pt x="3174848" y="3161665"/>
                </a:lnTo>
                <a:lnTo>
                  <a:pt x="3198972" y="3161665"/>
                </a:lnTo>
                <a:lnTo>
                  <a:pt x="3231983" y="3161348"/>
                </a:lnTo>
                <a:lnTo>
                  <a:pt x="3231983" y="3046413"/>
                </a:lnTo>
                <a:lnTo>
                  <a:pt x="3198972" y="3046730"/>
                </a:lnTo>
                <a:lnTo>
                  <a:pt x="3174848" y="3046413"/>
                </a:lnTo>
                <a:lnTo>
                  <a:pt x="3151360" y="3046095"/>
                </a:lnTo>
                <a:close/>
                <a:moveTo>
                  <a:pt x="3815080" y="3040062"/>
                </a:moveTo>
                <a:lnTo>
                  <a:pt x="3816033" y="3047365"/>
                </a:lnTo>
                <a:lnTo>
                  <a:pt x="3816350" y="3054985"/>
                </a:lnTo>
                <a:lnTo>
                  <a:pt x="3816350" y="3206115"/>
                </a:lnTo>
                <a:lnTo>
                  <a:pt x="3816033" y="3206432"/>
                </a:lnTo>
                <a:lnTo>
                  <a:pt x="3815398" y="3214687"/>
                </a:lnTo>
                <a:lnTo>
                  <a:pt x="3814763" y="3220720"/>
                </a:lnTo>
                <a:lnTo>
                  <a:pt x="3813493" y="3226117"/>
                </a:lnTo>
                <a:lnTo>
                  <a:pt x="3811906" y="3231197"/>
                </a:lnTo>
                <a:lnTo>
                  <a:pt x="3810319" y="3236912"/>
                </a:lnTo>
                <a:lnTo>
                  <a:pt x="3808097" y="3242310"/>
                </a:lnTo>
                <a:lnTo>
                  <a:pt x="3805558" y="3248025"/>
                </a:lnTo>
                <a:lnTo>
                  <a:pt x="3803019" y="3253105"/>
                </a:lnTo>
                <a:lnTo>
                  <a:pt x="3799844" y="3258185"/>
                </a:lnTo>
                <a:lnTo>
                  <a:pt x="3796036" y="3263583"/>
                </a:lnTo>
                <a:lnTo>
                  <a:pt x="3792226" y="3268663"/>
                </a:lnTo>
                <a:lnTo>
                  <a:pt x="3788418" y="3274060"/>
                </a:lnTo>
                <a:lnTo>
                  <a:pt x="3783974" y="3278823"/>
                </a:lnTo>
                <a:lnTo>
                  <a:pt x="3779212" y="3283903"/>
                </a:lnTo>
                <a:lnTo>
                  <a:pt x="3774134" y="3288983"/>
                </a:lnTo>
                <a:lnTo>
                  <a:pt x="3768420" y="3293745"/>
                </a:lnTo>
                <a:lnTo>
                  <a:pt x="3763024" y="3298508"/>
                </a:lnTo>
                <a:lnTo>
                  <a:pt x="3750963" y="3307715"/>
                </a:lnTo>
                <a:lnTo>
                  <a:pt x="3737314" y="3317240"/>
                </a:lnTo>
                <a:lnTo>
                  <a:pt x="3722713" y="3326448"/>
                </a:lnTo>
                <a:lnTo>
                  <a:pt x="3707477" y="3335020"/>
                </a:lnTo>
                <a:lnTo>
                  <a:pt x="3690971" y="3343275"/>
                </a:lnTo>
                <a:lnTo>
                  <a:pt x="3673513" y="3351213"/>
                </a:lnTo>
                <a:lnTo>
                  <a:pt x="3655103" y="3359150"/>
                </a:lnTo>
                <a:lnTo>
                  <a:pt x="3635424" y="3366770"/>
                </a:lnTo>
                <a:lnTo>
                  <a:pt x="3615109" y="3373755"/>
                </a:lnTo>
                <a:lnTo>
                  <a:pt x="3593842" y="3380423"/>
                </a:lnTo>
                <a:lnTo>
                  <a:pt x="3571941" y="3386773"/>
                </a:lnTo>
                <a:lnTo>
                  <a:pt x="3549087" y="3392805"/>
                </a:lnTo>
                <a:lnTo>
                  <a:pt x="3525281" y="3398203"/>
                </a:lnTo>
                <a:lnTo>
                  <a:pt x="3501157" y="3403283"/>
                </a:lnTo>
                <a:lnTo>
                  <a:pt x="3476082" y="3408045"/>
                </a:lnTo>
                <a:lnTo>
                  <a:pt x="3450371" y="3411855"/>
                </a:lnTo>
                <a:lnTo>
                  <a:pt x="3424343" y="3415983"/>
                </a:lnTo>
                <a:lnTo>
                  <a:pt x="3397680" y="3419475"/>
                </a:lnTo>
                <a:lnTo>
                  <a:pt x="3370065" y="3422333"/>
                </a:lnTo>
                <a:lnTo>
                  <a:pt x="3341815" y="3424555"/>
                </a:lnTo>
                <a:lnTo>
                  <a:pt x="3313565" y="3426460"/>
                </a:lnTo>
                <a:lnTo>
                  <a:pt x="3284680" y="3427730"/>
                </a:lnTo>
                <a:lnTo>
                  <a:pt x="3255478" y="3428683"/>
                </a:lnTo>
                <a:lnTo>
                  <a:pt x="3225959" y="3429000"/>
                </a:lnTo>
                <a:lnTo>
                  <a:pt x="3195487" y="3428683"/>
                </a:lnTo>
                <a:lnTo>
                  <a:pt x="3165650" y="3427730"/>
                </a:lnTo>
                <a:lnTo>
                  <a:pt x="3136130" y="3426143"/>
                </a:lnTo>
                <a:lnTo>
                  <a:pt x="3106928" y="3424238"/>
                </a:lnTo>
                <a:lnTo>
                  <a:pt x="3078678" y="3422015"/>
                </a:lnTo>
                <a:lnTo>
                  <a:pt x="3050428" y="3418840"/>
                </a:lnTo>
                <a:lnTo>
                  <a:pt x="3022813" y="3415030"/>
                </a:lnTo>
                <a:lnTo>
                  <a:pt x="2996150" y="3411220"/>
                </a:lnTo>
                <a:lnTo>
                  <a:pt x="2970122" y="3406775"/>
                </a:lnTo>
                <a:lnTo>
                  <a:pt x="2944729" y="3402013"/>
                </a:lnTo>
                <a:lnTo>
                  <a:pt x="2919971" y="3396615"/>
                </a:lnTo>
                <a:lnTo>
                  <a:pt x="2895847" y="3390583"/>
                </a:lnTo>
                <a:lnTo>
                  <a:pt x="2872994" y="3384868"/>
                </a:lnTo>
                <a:lnTo>
                  <a:pt x="2850775" y="3378200"/>
                </a:lnTo>
                <a:lnTo>
                  <a:pt x="2829190" y="3370898"/>
                </a:lnTo>
                <a:lnTo>
                  <a:pt x="2808876" y="3363595"/>
                </a:lnTo>
                <a:lnTo>
                  <a:pt x="2789196" y="3355975"/>
                </a:lnTo>
                <a:lnTo>
                  <a:pt x="2770469" y="3347720"/>
                </a:lnTo>
                <a:lnTo>
                  <a:pt x="2753328" y="3339465"/>
                </a:lnTo>
                <a:lnTo>
                  <a:pt x="2736823" y="3330893"/>
                </a:lnTo>
                <a:lnTo>
                  <a:pt x="2721269" y="3321685"/>
                </a:lnTo>
                <a:lnTo>
                  <a:pt x="2706986" y="3312160"/>
                </a:lnTo>
                <a:lnTo>
                  <a:pt x="2693972" y="3302635"/>
                </a:lnTo>
                <a:lnTo>
                  <a:pt x="2688258" y="3297873"/>
                </a:lnTo>
                <a:lnTo>
                  <a:pt x="2682227" y="3292793"/>
                </a:lnTo>
                <a:lnTo>
                  <a:pt x="2676831" y="3287713"/>
                </a:lnTo>
                <a:lnTo>
                  <a:pt x="2671753" y="3282950"/>
                </a:lnTo>
                <a:lnTo>
                  <a:pt x="2666991" y="3277870"/>
                </a:lnTo>
                <a:lnTo>
                  <a:pt x="2662548" y="3272473"/>
                </a:lnTo>
                <a:lnTo>
                  <a:pt x="2658104" y="3267393"/>
                </a:lnTo>
                <a:lnTo>
                  <a:pt x="2654612" y="3261995"/>
                </a:lnTo>
                <a:lnTo>
                  <a:pt x="2651121" y="3256598"/>
                </a:lnTo>
                <a:lnTo>
                  <a:pt x="2647947" y="3251200"/>
                </a:lnTo>
                <a:lnTo>
                  <a:pt x="2645090" y="3245485"/>
                </a:lnTo>
                <a:lnTo>
                  <a:pt x="2642868" y="3240405"/>
                </a:lnTo>
                <a:lnTo>
                  <a:pt x="2640329" y="3234372"/>
                </a:lnTo>
                <a:lnTo>
                  <a:pt x="2638742" y="3228975"/>
                </a:lnTo>
                <a:lnTo>
                  <a:pt x="2637789" y="3223577"/>
                </a:lnTo>
                <a:lnTo>
                  <a:pt x="2636520" y="3217862"/>
                </a:lnTo>
                <a:lnTo>
                  <a:pt x="2636202" y="3212147"/>
                </a:lnTo>
                <a:lnTo>
                  <a:pt x="2635885" y="3206432"/>
                </a:lnTo>
                <a:lnTo>
                  <a:pt x="2635250" y="3206432"/>
                </a:lnTo>
                <a:lnTo>
                  <a:pt x="2635250" y="3097530"/>
                </a:lnTo>
                <a:lnTo>
                  <a:pt x="2646360" y="3105785"/>
                </a:lnTo>
                <a:lnTo>
                  <a:pt x="2657786" y="3114040"/>
                </a:lnTo>
                <a:lnTo>
                  <a:pt x="2670166" y="3121977"/>
                </a:lnTo>
                <a:lnTo>
                  <a:pt x="2683180" y="3129597"/>
                </a:lnTo>
                <a:lnTo>
                  <a:pt x="2696511" y="3136900"/>
                </a:lnTo>
                <a:lnTo>
                  <a:pt x="2710160" y="3144202"/>
                </a:lnTo>
                <a:lnTo>
                  <a:pt x="2724761" y="3151187"/>
                </a:lnTo>
                <a:lnTo>
                  <a:pt x="2740314" y="3157855"/>
                </a:lnTo>
                <a:lnTo>
                  <a:pt x="2755550" y="3164205"/>
                </a:lnTo>
                <a:lnTo>
                  <a:pt x="2771738" y="3170237"/>
                </a:lnTo>
                <a:lnTo>
                  <a:pt x="2788244" y="3176270"/>
                </a:lnTo>
                <a:lnTo>
                  <a:pt x="2805384" y="3181985"/>
                </a:lnTo>
                <a:lnTo>
                  <a:pt x="2822525" y="3187065"/>
                </a:lnTo>
                <a:lnTo>
                  <a:pt x="2840300" y="3192145"/>
                </a:lnTo>
                <a:lnTo>
                  <a:pt x="2858393" y="3196907"/>
                </a:lnTo>
                <a:lnTo>
                  <a:pt x="2877120" y="3201670"/>
                </a:lnTo>
                <a:lnTo>
                  <a:pt x="2895530" y="3205797"/>
                </a:lnTo>
                <a:lnTo>
                  <a:pt x="2914892" y="3209925"/>
                </a:lnTo>
                <a:lnTo>
                  <a:pt x="2934255" y="3213735"/>
                </a:lnTo>
                <a:lnTo>
                  <a:pt x="2953617" y="3217227"/>
                </a:lnTo>
                <a:lnTo>
                  <a:pt x="2973614" y="3220402"/>
                </a:lnTo>
                <a:lnTo>
                  <a:pt x="2993294" y="3222942"/>
                </a:lnTo>
                <a:lnTo>
                  <a:pt x="3013926" y="3225800"/>
                </a:lnTo>
                <a:lnTo>
                  <a:pt x="3033923" y="3228340"/>
                </a:lnTo>
                <a:lnTo>
                  <a:pt x="3054555" y="3230245"/>
                </a:lnTo>
                <a:lnTo>
                  <a:pt x="3074869" y="3232150"/>
                </a:lnTo>
                <a:lnTo>
                  <a:pt x="3095819" y="3233737"/>
                </a:lnTo>
                <a:lnTo>
                  <a:pt x="3116451" y="3235007"/>
                </a:lnTo>
                <a:lnTo>
                  <a:pt x="3137400" y="3235960"/>
                </a:lnTo>
                <a:lnTo>
                  <a:pt x="3158032" y="3236595"/>
                </a:lnTo>
                <a:lnTo>
                  <a:pt x="3178981" y="3237230"/>
                </a:lnTo>
                <a:lnTo>
                  <a:pt x="3199613" y="3237230"/>
                </a:lnTo>
                <a:lnTo>
                  <a:pt x="3224372" y="3236912"/>
                </a:lnTo>
                <a:lnTo>
                  <a:pt x="3249765" y="3236595"/>
                </a:lnTo>
                <a:lnTo>
                  <a:pt x="3274523" y="3235325"/>
                </a:lnTo>
                <a:lnTo>
                  <a:pt x="3299282" y="3234055"/>
                </a:lnTo>
                <a:lnTo>
                  <a:pt x="3324040" y="3232150"/>
                </a:lnTo>
                <a:lnTo>
                  <a:pt x="3348481" y="3230245"/>
                </a:lnTo>
                <a:lnTo>
                  <a:pt x="3372922" y="3227387"/>
                </a:lnTo>
                <a:lnTo>
                  <a:pt x="3397680" y="3224530"/>
                </a:lnTo>
                <a:lnTo>
                  <a:pt x="3421486" y="3221355"/>
                </a:lnTo>
                <a:lnTo>
                  <a:pt x="3445292" y="3217545"/>
                </a:lnTo>
                <a:lnTo>
                  <a:pt x="3468464" y="3213735"/>
                </a:lnTo>
                <a:lnTo>
                  <a:pt x="3491635" y="3208972"/>
                </a:lnTo>
                <a:lnTo>
                  <a:pt x="3514171" y="3204210"/>
                </a:lnTo>
                <a:lnTo>
                  <a:pt x="3536390" y="3199130"/>
                </a:lnTo>
                <a:lnTo>
                  <a:pt x="3557974" y="3193097"/>
                </a:lnTo>
                <a:lnTo>
                  <a:pt x="3579241" y="3187065"/>
                </a:lnTo>
                <a:lnTo>
                  <a:pt x="3599873" y="3180715"/>
                </a:lnTo>
                <a:lnTo>
                  <a:pt x="3619870" y="3174047"/>
                </a:lnTo>
                <a:lnTo>
                  <a:pt x="3639233" y="3167062"/>
                </a:lnTo>
                <a:lnTo>
                  <a:pt x="3657643" y="3159442"/>
                </a:lnTo>
                <a:lnTo>
                  <a:pt x="3676053" y="3151505"/>
                </a:lnTo>
                <a:lnTo>
                  <a:pt x="3692876" y="3143250"/>
                </a:lnTo>
                <a:lnTo>
                  <a:pt x="3709381" y="3134677"/>
                </a:lnTo>
                <a:lnTo>
                  <a:pt x="3724935" y="3125470"/>
                </a:lnTo>
                <a:lnTo>
                  <a:pt x="3739853" y="3116262"/>
                </a:lnTo>
                <a:lnTo>
                  <a:pt x="3753502" y="3106420"/>
                </a:lnTo>
                <a:lnTo>
                  <a:pt x="3766198" y="3096577"/>
                </a:lnTo>
                <a:lnTo>
                  <a:pt x="3772547" y="3090862"/>
                </a:lnTo>
                <a:lnTo>
                  <a:pt x="3777943" y="3085782"/>
                </a:lnTo>
                <a:lnTo>
                  <a:pt x="3783656" y="3080385"/>
                </a:lnTo>
                <a:lnTo>
                  <a:pt x="3789052" y="3074670"/>
                </a:lnTo>
                <a:lnTo>
                  <a:pt x="3793814" y="3069272"/>
                </a:lnTo>
                <a:lnTo>
                  <a:pt x="3798575" y="3063557"/>
                </a:lnTo>
                <a:lnTo>
                  <a:pt x="3803336" y="3057842"/>
                </a:lnTo>
                <a:lnTo>
                  <a:pt x="3807145" y="3051810"/>
                </a:lnTo>
                <a:lnTo>
                  <a:pt x="3811271" y="3045777"/>
                </a:lnTo>
                <a:lnTo>
                  <a:pt x="3815080" y="3040062"/>
                </a:lnTo>
                <a:close/>
                <a:moveTo>
                  <a:pt x="2989478" y="3031808"/>
                </a:moveTo>
                <a:lnTo>
                  <a:pt x="2989478" y="3147378"/>
                </a:lnTo>
                <a:lnTo>
                  <a:pt x="3009158" y="3149918"/>
                </a:lnTo>
                <a:lnTo>
                  <a:pt x="3029472" y="3152140"/>
                </a:lnTo>
                <a:lnTo>
                  <a:pt x="3049469" y="3154363"/>
                </a:lnTo>
                <a:lnTo>
                  <a:pt x="3070419" y="3155950"/>
                </a:lnTo>
                <a:lnTo>
                  <a:pt x="3070419" y="3041333"/>
                </a:lnTo>
                <a:lnTo>
                  <a:pt x="3049469" y="3039428"/>
                </a:lnTo>
                <a:lnTo>
                  <a:pt x="3029472" y="3036888"/>
                </a:lnTo>
                <a:lnTo>
                  <a:pt x="3009158" y="3034665"/>
                </a:lnTo>
                <a:lnTo>
                  <a:pt x="2989478" y="3031808"/>
                </a:lnTo>
                <a:close/>
                <a:moveTo>
                  <a:pt x="2402802" y="3022755"/>
                </a:moveTo>
                <a:lnTo>
                  <a:pt x="2397719" y="3026235"/>
                </a:lnTo>
                <a:lnTo>
                  <a:pt x="2391365" y="3029398"/>
                </a:lnTo>
                <a:lnTo>
                  <a:pt x="2383740" y="3032878"/>
                </a:lnTo>
                <a:lnTo>
                  <a:pt x="2376433" y="3036042"/>
                </a:lnTo>
                <a:lnTo>
                  <a:pt x="2360867" y="3042369"/>
                </a:lnTo>
                <a:lnTo>
                  <a:pt x="2347841" y="3047114"/>
                </a:lnTo>
                <a:lnTo>
                  <a:pt x="2347841" y="3137274"/>
                </a:lnTo>
                <a:lnTo>
                  <a:pt x="2355784" y="3133794"/>
                </a:lnTo>
                <a:lnTo>
                  <a:pt x="2363408" y="3129681"/>
                </a:lnTo>
                <a:lnTo>
                  <a:pt x="2371033" y="3125252"/>
                </a:lnTo>
                <a:lnTo>
                  <a:pt x="2378340" y="3120507"/>
                </a:lnTo>
                <a:lnTo>
                  <a:pt x="2385329" y="3115762"/>
                </a:lnTo>
                <a:lnTo>
                  <a:pt x="2391683" y="3111017"/>
                </a:lnTo>
                <a:lnTo>
                  <a:pt x="2397719" y="3106271"/>
                </a:lnTo>
                <a:lnTo>
                  <a:pt x="2402802" y="3101526"/>
                </a:lnTo>
                <a:lnTo>
                  <a:pt x="2402802" y="3022755"/>
                </a:lnTo>
                <a:close/>
                <a:moveTo>
                  <a:pt x="698500" y="3017837"/>
                </a:moveTo>
                <a:lnTo>
                  <a:pt x="698500" y="3086100"/>
                </a:lnTo>
                <a:lnTo>
                  <a:pt x="684586" y="3083595"/>
                </a:lnTo>
                <a:lnTo>
                  <a:pt x="667825" y="3079838"/>
                </a:lnTo>
                <a:lnTo>
                  <a:pt x="659920" y="3077959"/>
                </a:lnTo>
                <a:lnTo>
                  <a:pt x="652962" y="3076393"/>
                </a:lnTo>
                <a:lnTo>
                  <a:pt x="646321" y="3074201"/>
                </a:lnTo>
                <a:lnTo>
                  <a:pt x="640313" y="3071696"/>
                </a:lnTo>
                <a:lnTo>
                  <a:pt x="634305" y="3069191"/>
                </a:lnTo>
                <a:lnTo>
                  <a:pt x="629245" y="3065433"/>
                </a:lnTo>
                <a:lnTo>
                  <a:pt x="626082" y="3063555"/>
                </a:lnTo>
                <a:lnTo>
                  <a:pt x="623869" y="3061363"/>
                </a:lnTo>
                <a:lnTo>
                  <a:pt x="622288" y="3058545"/>
                </a:lnTo>
                <a:lnTo>
                  <a:pt x="620706" y="3056353"/>
                </a:lnTo>
                <a:lnTo>
                  <a:pt x="619441" y="3053534"/>
                </a:lnTo>
                <a:lnTo>
                  <a:pt x="619125" y="3051029"/>
                </a:lnTo>
                <a:lnTo>
                  <a:pt x="619125" y="3048524"/>
                </a:lnTo>
                <a:lnTo>
                  <a:pt x="619441" y="3046019"/>
                </a:lnTo>
                <a:lnTo>
                  <a:pt x="620390" y="3043514"/>
                </a:lnTo>
                <a:lnTo>
                  <a:pt x="621971" y="3041009"/>
                </a:lnTo>
                <a:lnTo>
                  <a:pt x="623553" y="3038817"/>
                </a:lnTo>
                <a:lnTo>
                  <a:pt x="625766" y="3036312"/>
                </a:lnTo>
                <a:lnTo>
                  <a:pt x="628296" y="3034433"/>
                </a:lnTo>
                <a:lnTo>
                  <a:pt x="631142" y="3032555"/>
                </a:lnTo>
                <a:lnTo>
                  <a:pt x="634937" y="3030676"/>
                </a:lnTo>
                <a:lnTo>
                  <a:pt x="638732" y="3029110"/>
                </a:lnTo>
                <a:lnTo>
                  <a:pt x="645057" y="3026605"/>
                </a:lnTo>
                <a:lnTo>
                  <a:pt x="651697" y="3024726"/>
                </a:lnTo>
                <a:lnTo>
                  <a:pt x="658655" y="3023161"/>
                </a:lnTo>
                <a:lnTo>
                  <a:pt x="666244" y="3021595"/>
                </a:lnTo>
                <a:lnTo>
                  <a:pt x="674150" y="3020342"/>
                </a:lnTo>
                <a:lnTo>
                  <a:pt x="682056" y="3019403"/>
                </a:lnTo>
                <a:lnTo>
                  <a:pt x="698500" y="3017837"/>
                </a:lnTo>
                <a:close/>
                <a:moveTo>
                  <a:pt x="2827597" y="2994977"/>
                </a:moveTo>
                <a:lnTo>
                  <a:pt x="2827597" y="3112135"/>
                </a:lnTo>
                <a:lnTo>
                  <a:pt x="2846959" y="3117850"/>
                </a:lnTo>
                <a:lnTo>
                  <a:pt x="2866956" y="3123248"/>
                </a:lnTo>
                <a:lnTo>
                  <a:pt x="2887588" y="3128010"/>
                </a:lnTo>
                <a:lnTo>
                  <a:pt x="2908220" y="3132773"/>
                </a:lnTo>
                <a:lnTo>
                  <a:pt x="2908220" y="3016885"/>
                </a:lnTo>
                <a:lnTo>
                  <a:pt x="2887588" y="3011805"/>
                </a:lnTo>
                <a:lnTo>
                  <a:pt x="2866956" y="3006725"/>
                </a:lnTo>
                <a:lnTo>
                  <a:pt x="2846959" y="3001010"/>
                </a:lnTo>
                <a:lnTo>
                  <a:pt x="2827597" y="2994977"/>
                </a:lnTo>
                <a:close/>
                <a:moveTo>
                  <a:pt x="1455133" y="2986375"/>
                </a:moveTo>
                <a:lnTo>
                  <a:pt x="1455133" y="3092352"/>
                </a:lnTo>
                <a:lnTo>
                  <a:pt x="1457675" y="3094883"/>
                </a:lnTo>
                <a:lnTo>
                  <a:pt x="1460216" y="3097730"/>
                </a:lnTo>
                <a:lnTo>
                  <a:pt x="1466888" y="3103741"/>
                </a:lnTo>
                <a:lnTo>
                  <a:pt x="1475466" y="3110068"/>
                </a:lnTo>
                <a:lnTo>
                  <a:pt x="1484679" y="3116078"/>
                </a:lnTo>
                <a:lnTo>
                  <a:pt x="1495162" y="3122405"/>
                </a:lnTo>
                <a:lnTo>
                  <a:pt x="1505964" y="3128732"/>
                </a:lnTo>
                <a:lnTo>
                  <a:pt x="1517083" y="3134743"/>
                </a:lnTo>
                <a:lnTo>
                  <a:pt x="1528202" y="3139804"/>
                </a:lnTo>
                <a:lnTo>
                  <a:pt x="1528202" y="3033195"/>
                </a:lnTo>
                <a:lnTo>
                  <a:pt x="1517083" y="3027817"/>
                </a:lnTo>
                <a:lnTo>
                  <a:pt x="1506917" y="3022122"/>
                </a:lnTo>
                <a:lnTo>
                  <a:pt x="1497068" y="3016428"/>
                </a:lnTo>
                <a:lnTo>
                  <a:pt x="1487538" y="3010734"/>
                </a:lnTo>
                <a:lnTo>
                  <a:pt x="1478960" y="3005039"/>
                </a:lnTo>
                <a:lnTo>
                  <a:pt x="1470700" y="2998712"/>
                </a:lnTo>
                <a:lnTo>
                  <a:pt x="1462758" y="2992702"/>
                </a:lnTo>
                <a:lnTo>
                  <a:pt x="1455133" y="2986375"/>
                </a:lnTo>
                <a:close/>
                <a:moveTo>
                  <a:pt x="711352" y="2965750"/>
                </a:moveTo>
                <a:lnTo>
                  <a:pt x="709129" y="2966067"/>
                </a:lnTo>
                <a:lnTo>
                  <a:pt x="706270" y="2966384"/>
                </a:lnTo>
                <a:lnTo>
                  <a:pt x="704047" y="2966702"/>
                </a:lnTo>
                <a:lnTo>
                  <a:pt x="701824" y="2967653"/>
                </a:lnTo>
                <a:lnTo>
                  <a:pt x="700236" y="2968288"/>
                </a:lnTo>
                <a:lnTo>
                  <a:pt x="699283" y="2969556"/>
                </a:lnTo>
                <a:lnTo>
                  <a:pt x="698330" y="2970191"/>
                </a:lnTo>
                <a:lnTo>
                  <a:pt x="698012" y="2971459"/>
                </a:lnTo>
                <a:lnTo>
                  <a:pt x="698012" y="2990491"/>
                </a:lnTo>
                <a:lnTo>
                  <a:pt x="683085" y="2991760"/>
                </a:lnTo>
                <a:lnTo>
                  <a:pt x="667839" y="2993346"/>
                </a:lnTo>
                <a:lnTo>
                  <a:pt x="653865" y="2995249"/>
                </a:lnTo>
                <a:lnTo>
                  <a:pt x="639890" y="2997786"/>
                </a:lnTo>
                <a:lnTo>
                  <a:pt x="626550" y="3000641"/>
                </a:lnTo>
                <a:lnTo>
                  <a:pt x="613846" y="3004130"/>
                </a:lnTo>
                <a:lnTo>
                  <a:pt x="602094" y="3007619"/>
                </a:lnTo>
                <a:lnTo>
                  <a:pt x="590978" y="3012060"/>
                </a:lnTo>
                <a:lnTo>
                  <a:pt x="583673" y="3015549"/>
                </a:lnTo>
                <a:lnTo>
                  <a:pt x="576368" y="3019355"/>
                </a:lnTo>
                <a:lnTo>
                  <a:pt x="570015" y="3023162"/>
                </a:lnTo>
                <a:lnTo>
                  <a:pt x="564616" y="3026968"/>
                </a:lnTo>
                <a:lnTo>
                  <a:pt x="559852" y="3031092"/>
                </a:lnTo>
                <a:lnTo>
                  <a:pt x="556041" y="3035215"/>
                </a:lnTo>
                <a:lnTo>
                  <a:pt x="552865" y="3039656"/>
                </a:lnTo>
                <a:lnTo>
                  <a:pt x="550324" y="3044096"/>
                </a:lnTo>
                <a:lnTo>
                  <a:pt x="548736" y="3048854"/>
                </a:lnTo>
                <a:lnTo>
                  <a:pt x="547783" y="3052978"/>
                </a:lnTo>
                <a:lnTo>
                  <a:pt x="547783" y="3057736"/>
                </a:lnTo>
                <a:lnTo>
                  <a:pt x="548736" y="3062176"/>
                </a:lnTo>
                <a:lnTo>
                  <a:pt x="550324" y="3066617"/>
                </a:lnTo>
                <a:lnTo>
                  <a:pt x="552865" y="3070741"/>
                </a:lnTo>
                <a:lnTo>
                  <a:pt x="556358" y="3075181"/>
                </a:lnTo>
                <a:lnTo>
                  <a:pt x="560805" y="3079622"/>
                </a:lnTo>
                <a:lnTo>
                  <a:pt x="564934" y="3083111"/>
                </a:lnTo>
                <a:lnTo>
                  <a:pt x="570015" y="3086917"/>
                </a:lnTo>
                <a:lnTo>
                  <a:pt x="576050" y="3090089"/>
                </a:lnTo>
                <a:lnTo>
                  <a:pt x="582720" y="3093578"/>
                </a:lnTo>
                <a:lnTo>
                  <a:pt x="589390" y="3096433"/>
                </a:lnTo>
                <a:lnTo>
                  <a:pt x="597012" y="3099288"/>
                </a:lnTo>
                <a:lnTo>
                  <a:pt x="605270" y="3101825"/>
                </a:lnTo>
                <a:lnTo>
                  <a:pt x="613528" y="3104046"/>
                </a:lnTo>
                <a:lnTo>
                  <a:pt x="645607" y="3110707"/>
                </a:lnTo>
                <a:lnTo>
                  <a:pt x="698012" y="3121808"/>
                </a:lnTo>
                <a:lnTo>
                  <a:pt x="698012" y="3203010"/>
                </a:lnTo>
                <a:lnTo>
                  <a:pt x="684673" y="3201424"/>
                </a:lnTo>
                <a:lnTo>
                  <a:pt x="672286" y="3199203"/>
                </a:lnTo>
                <a:lnTo>
                  <a:pt x="657993" y="3196983"/>
                </a:lnTo>
                <a:lnTo>
                  <a:pt x="643066" y="3193494"/>
                </a:lnTo>
                <a:lnTo>
                  <a:pt x="629409" y="3189370"/>
                </a:lnTo>
                <a:lnTo>
                  <a:pt x="617022" y="3185247"/>
                </a:lnTo>
                <a:lnTo>
                  <a:pt x="613846" y="3183978"/>
                </a:lnTo>
                <a:lnTo>
                  <a:pt x="610670" y="3182709"/>
                </a:lnTo>
                <a:lnTo>
                  <a:pt x="608129" y="3181441"/>
                </a:lnTo>
                <a:lnTo>
                  <a:pt x="608446" y="3181441"/>
                </a:lnTo>
                <a:lnTo>
                  <a:pt x="608129" y="3181123"/>
                </a:lnTo>
                <a:lnTo>
                  <a:pt x="604317" y="3179220"/>
                </a:lnTo>
                <a:lnTo>
                  <a:pt x="602412" y="3177951"/>
                </a:lnTo>
                <a:lnTo>
                  <a:pt x="600506" y="3177000"/>
                </a:lnTo>
                <a:lnTo>
                  <a:pt x="595424" y="3175731"/>
                </a:lnTo>
                <a:lnTo>
                  <a:pt x="590343" y="3174780"/>
                </a:lnTo>
                <a:lnTo>
                  <a:pt x="584308" y="3174780"/>
                </a:lnTo>
                <a:lnTo>
                  <a:pt x="578273" y="3175414"/>
                </a:lnTo>
                <a:lnTo>
                  <a:pt x="572556" y="3176048"/>
                </a:lnTo>
                <a:lnTo>
                  <a:pt x="566522" y="3177634"/>
                </a:lnTo>
                <a:lnTo>
                  <a:pt x="560805" y="3179220"/>
                </a:lnTo>
                <a:lnTo>
                  <a:pt x="555405" y="3181123"/>
                </a:lnTo>
                <a:lnTo>
                  <a:pt x="551277" y="3183661"/>
                </a:lnTo>
                <a:lnTo>
                  <a:pt x="547148" y="3185881"/>
                </a:lnTo>
                <a:lnTo>
                  <a:pt x="544607" y="3188736"/>
                </a:lnTo>
                <a:lnTo>
                  <a:pt x="543336" y="3190005"/>
                </a:lnTo>
                <a:lnTo>
                  <a:pt x="542383" y="3190956"/>
                </a:lnTo>
                <a:lnTo>
                  <a:pt x="542066" y="3192542"/>
                </a:lnTo>
                <a:lnTo>
                  <a:pt x="542066" y="3193811"/>
                </a:lnTo>
                <a:lnTo>
                  <a:pt x="542066" y="3195080"/>
                </a:lnTo>
                <a:lnTo>
                  <a:pt x="543019" y="3196031"/>
                </a:lnTo>
                <a:lnTo>
                  <a:pt x="543654" y="3197300"/>
                </a:lnTo>
                <a:lnTo>
                  <a:pt x="545242" y="3198569"/>
                </a:lnTo>
                <a:lnTo>
                  <a:pt x="550959" y="3202058"/>
                </a:lnTo>
                <a:lnTo>
                  <a:pt x="557629" y="3205547"/>
                </a:lnTo>
                <a:lnTo>
                  <a:pt x="564299" y="3208719"/>
                </a:lnTo>
                <a:lnTo>
                  <a:pt x="572239" y="3211891"/>
                </a:lnTo>
                <a:lnTo>
                  <a:pt x="580497" y="3214746"/>
                </a:lnTo>
                <a:lnTo>
                  <a:pt x="589072" y="3216966"/>
                </a:lnTo>
                <a:lnTo>
                  <a:pt x="598600" y="3219821"/>
                </a:lnTo>
                <a:lnTo>
                  <a:pt x="608446" y="3221724"/>
                </a:lnTo>
                <a:lnTo>
                  <a:pt x="618610" y="3223627"/>
                </a:lnTo>
                <a:lnTo>
                  <a:pt x="629409" y="3225847"/>
                </a:lnTo>
                <a:lnTo>
                  <a:pt x="651324" y="3229019"/>
                </a:lnTo>
                <a:lnTo>
                  <a:pt x="674192" y="3230923"/>
                </a:lnTo>
                <a:lnTo>
                  <a:pt x="698012" y="3232509"/>
                </a:lnTo>
                <a:lnTo>
                  <a:pt x="698012" y="3251223"/>
                </a:lnTo>
                <a:lnTo>
                  <a:pt x="698330" y="3252492"/>
                </a:lnTo>
                <a:lnTo>
                  <a:pt x="699283" y="3253443"/>
                </a:lnTo>
                <a:lnTo>
                  <a:pt x="700236" y="3254395"/>
                </a:lnTo>
                <a:lnTo>
                  <a:pt x="701824" y="3255346"/>
                </a:lnTo>
                <a:lnTo>
                  <a:pt x="704047" y="3255981"/>
                </a:lnTo>
                <a:lnTo>
                  <a:pt x="706270" y="3256298"/>
                </a:lnTo>
                <a:lnTo>
                  <a:pt x="709129" y="3256932"/>
                </a:lnTo>
                <a:lnTo>
                  <a:pt x="711352" y="3257249"/>
                </a:lnTo>
                <a:lnTo>
                  <a:pt x="758358" y="3257249"/>
                </a:lnTo>
                <a:lnTo>
                  <a:pt x="760581" y="3256932"/>
                </a:lnTo>
                <a:lnTo>
                  <a:pt x="763440" y="3256298"/>
                </a:lnTo>
                <a:lnTo>
                  <a:pt x="765345" y="3255981"/>
                </a:lnTo>
                <a:lnTo>
                  <a:pt x="767886" y="3255346"/>
                </a:lnTo>
                <a:lnTo>
                  <a:pt x="769474" y="3254395"/>
                </a:lnTo>
                <a:lnTo>
                  <a:pt x="770427" y="3253443"/>
                </a:lnTo>
                <a:lnTo>
                  <a:pt x="771380" y="3252492"/>
                </a:lnTo>
                <a:lnTo>
                  <a:pt x="771698" y="3251223"/>
                </a:lnTo>
                <a:lnTo>
                  <a:pt x="771698" y="3231874"/>
                </a:lnTo>
                <a:lnTo>
                  <a:pt x="786308" y="3230923"/>
                </a:lnTo>
                <a:lnTo>
                  <a:pt x="800600" y="3229654"/>
                </a:lnTo>
                <a:lnTo>
                  <a:pt x="814257" y="3228068"/>
                </a:lnTo>
                <a:lnTo>
                  <a:pt x="827279" y="3226165"/>
                </a:lnTo>
                <a:lnTo>
                  <a:pt x="839984" y="3223627"/>
                </a:lnTo>
                <a:lnTo>
                  <a:pt x="851418" y="3221090"/>
                </a:lnTo>
                <a:lnTo>
                  <a:pt x="862534" y="3217918"/>
                </a:lnTo>
                <a:lnTo>
                  <a:pt x="872062" y="3214746"/>
                </a:lnTo>
                <a:lnTo>
                  <a:pt x="880002" y="3211257"/>
                </a:lnTo>
                <a:lnTo>
                  <a:pt x="886990" y="3208085"/>
                </a:lnTo>
                <a:lnTo>
                  <a:pt x="893660" y="3204278"/>
                </a:lnTo>
                <a:lnTo>
                  <a:pt x="899694" y="3200472"/>
                </a:lnTo>
                <a:lnTo>
                  <a:pt x="904776" y="3196666"/>
                </a:lnTo>
                <a:lnTo>
                  <a:pt x="909540" y="3192542"/>
                </a:lnTo>
                <a:lnTo>
                  <a:pt x="913352" y="3188419"/>
                </a:lnTo>
                <a:lnTo>
                  <a:pt x="916528" y="3184295"/>
                </a:lnTo>
                <a:lnTo>
                  <a:pt x="919069" y="3179855"/>
                </a:lnTo>
                <a:lnTo>
                  <a:pt x="920657" y="3175414"/>
                </a:lnTo>
                <a:lnTo>
                  <a:pt x="921609" y="3170973"/>
                </a:lnTo>
                <a:lnTo>
                  <a:pt x="921927" y="3166533"/>
                </a:lnTo>
                <a:lnTo>
                  <a:pt x="921292" y="3161775"/>
                </a:lnTo>
                <a:lnTo>
                  <a:pt x="920021" y="3157651"/>
                </a:lnTo>
                <a:lnTo>
                  <a:pt x="917798" y="3153210"/>
                </a:lnTo>
                <a:lnTo>
                  <a:pt x="914622" y="3148453"/>
                </a:lnTo>
                <a:lnTo>
                  <a:pt x="912716" y="3146549"/>
                </a:lnTo>
                <a:lnTo>
                  <a:pt x="910493" y="3144012"/>
                </a:lnTo>
                <a:lnTo>
                  <a:pt x="905411" y="3139888"/>
                </a:lnTo>
                <a:lnTo>
                  <a:pt x="899059" y="3135765"/>
                </a:lnTo>
                <a:lnTo>
                  <a:pt x="892389" y="3132276"/>
                </a:lnTo>
                <a:lnTo>
                  <a:pt x="884449" y="3128787"/>
                </a:lnTo>
                <a:lnTo>
                  <a:pt x="876191" y="3125615"/>
                </a:lnTo>
                <a:lnTo>
                  <a:pt x="867298" y="3122443"/>
                </a:lnTo>
                <a:lnTo>
                  <a:pt x="857452" y="3119588"/>
                </a:lnTo>
                <a:lnTo>
                  <a:pt x="847606" y="3117051"/>
                </a:lnTo>
                <a:lnTo>
                  <a:pt x="836808" y="3114196"/>
                </a:lnTo>
                <a:lnTo>
                  <a:pt x="815528" y="3109438"/>
                </a:lnTo>
                <a:lnTo>
                  <a:pt x="793613" y="3104997"/>
                </a:lnTo>
                <a:lnTo>
                  <a:pt x="771698" y="3101191"/>
                </a:lnTo>
                <a:lnTo>
                  <a:pt x="771698" y="3019673"/>
                </a:lnTo>
                <a:lnTo>
                  <a:pt x="790754" y="3021893"/>
                </a:lnTo>
                <a:lnTo>
                  <a:pt x="797742" y="3023162"/>
                </a:lnTo>
                <a:lnTo>
                  <a:pt x="805047" y="3024748"/>
                </a:lnTo>
                <a:lnTo>
                  <a:pt x="819974" y="3028554"/>
                </a:lnTo>
                <a:lnTo>
                  <a:pt x="834584" y="3033312"/>
                </a:lnTo>
                <a:lnTo>
                  <a:pt x="846336" y="3037435"/>
                </a:lnTo>
                <a:lnTo>
                  <a:pt x="853006" y="3039973"/>
                </a:lnTo>
                <a:lnTo>
                  <a:pt x="855547" y="3041242"/>
                </a:lnTo>
                <a:lnTo>
                  <a:pt x="859358" y="3043779"/>
                </a:lnTo>
                <a:lnTo>
                  <a:pt x="861264" y="3044731"/>
                </a:lnTo>
                <a:lnTo>
                  <a:pt x="863169" y="3046000"/>
                </a:lnTo>
                <a:lnTo>
                  <a:pt x="867933" y="3047268"/>
                </a:lnTo>
                <a:lnTo>
                  <a:pt x="873650" y="3047903"/>
                </a:lnTo>
                <a:lnTo>
                  <a:pt x="879367" y="3048220"/>
                </a:lnTo>
                <a:lnTo>
                  <a:pt x="885402" y="3047586"/>
                </a:lnTo>
                <a:lnTo>
                  <a:pt x="891436" y="3046634"/>
                </a:lnTo>
                <a:lnTo>
                  <a:pt x="897153" y="3045682"/>
                </a:lnTo>
                <a:lnTo>
                  <a:pt x="902870" y="3043779"/>
                </a:lnTo>
                <a:lnTo>
                  <a:pt x="907952" y="3041559"/>
                </a:lnTo>
                <a:lnTo>
                  <a:pt x="912716" y="3039339"/>
                </a:lnTo>
                <a:lnTo>
                  <a:pt x="916528" y="3036801"/>
                </a:lnTo>
                <a:lnTo>
                  <a:pt x="919386" y="3034263"/>
                </a:lnTo>
                <a:lnTo>
                  <a:pt x="920657" y="3032995"/>
                </a:lnTo>
                <a:lnTo>
                  <a:pt x="921292" y="3031726"/>
                </a:lnTo>
                <a:lnTo>
                  <a:pt x="921609" y="3030140"/>
                </a:lnTo>
                <a:lnTo>
                  <a:pt x="921609" y="3029188"/>
                </a:lnTo>
                <a:lnTo>
                  <a:pt x="921292" y="3027920"/>
                </a:lnTo>
                <a:lnTo>
                  <a:pt x="920974" y="3026651"/>
                </a:lnTo>
                <a:lnTo>
                  <a:pt x="919704" y="3025382"/>
                </a:lnTo>
                <a:lnTo>
                  <a:pt x="918433" y="3024431"/>
                </a:lnTo>
                <a:lnTo>
                  <a:pt x="914304" y="3021576"/>
                </a:lnTo>
                <a:lnTo>
                  <a:pt x="909540" y="3018721"/>
                </a:lnTo>
                <a:lnTo>
                  <a:pt x="903823" y="3016501"/>
                </a:lnTo>
                <a:lnTo>
                  <a:pt x="898424" y="3013963"/>
                </a:lnTo>
                <a:lnTo>
                  <a:pt x="885402" y="3009205"/>
                </a:lnTo>
                <a:lnTo>
                  <a:pt x="871109" y="3005082"/>
                </a:lnTo>
                <a:lnTo>
                  <a:pt x="856182" y="3000958"/>
                </a:lnTo>
                <a:lnTo>
                  <a:pt x="840936" y="2997469"/>
                </a:lnTo>
                <a:lnTo>
                  <a:pt x="825374" y="2994614"/>
                </a:lnTo>
                <a:lnTo>
                  <a:pt x="810764" y="2992711"/>
                </a:lnTo>
                <a:lnTo>
                  <a:pt x="791389" y="2990808"/>
                </a:lnTo>
                <a:lnTo>
                  <a:pt x="771698" y="2989539"/>
                </a:lnTo>
                <a:lnTo>
                  <a:pt x="771698" y="2971459"/>
                </a:lnTo>
                <a:lnTo>
                  <a:pt x="771380" y="2970191"/>
                </a:lnTo>
                <a:lnTo>
                  <a:pt x="770427" y="2969556"/>
                </a:lnTo>
                <a:lnTo>
                  <a:pt x="769474" y="2968288"/>
                </a:lnTo>
                <a:lnTo>
                  <a:pt x="767886" y="2967653"/>
                </a:lnTo>
                <a:lnTo>
                  <a:pt x="765345" y="2966702"/>
                </a:lnTo>
                <a:lnTo>
                  <a:pt x="763440" y="2966384"/>
                </a:lnTo>
                <a:lnTo>
                  <a:pt x="760581" y="2966067"/>
                </a:lnTo>
                <a:lnTo>
                  <a:pt x="758358" y="2965750"/>
                </a:lnTo>
                <a:lnTo>
                  <a:pt x="711352" y="2965750"/>
                </a:lnTo>
                <a:close/>
                <a:moveTo>
                  <a:pt x="3717945" y="2951797"/>
                </a:moveTo>
                <a:lnTo>
                  <a:pt x="3711914" y="2955607"/>
                </a:lnTo>
                <a:lnTo>
                  <a:pt x="3704931" y="2959100"/>
                </a:lnTo>
                <a:lnTo>
                  <a:pt x="3696678" y="2963227"/>
                </a:lnTo>
                <a:lnTo>
                  <a:pt x="3688425" y="2966720"/>
                </a:lnTo>
                <a:lnTo>
                  <a:pt x="3671285" y="2973387"/>
                </a:lnTo>
                <a:lnTo>
                  <a:pt x="3656684" y="2979102"/>
                </a:lnTo>
                <a:lnTo>
                  <a:pt x="3656684" y="3080068"/>
                </a:lnTo>
                <a:lnTo>
                  <a:pt x="3665254" y="3075623"/>
                </a:lnTo>
                <a:lnTo>
                  <a:pt x="3674142" y="3070860"/>
                </a:lnTo>
                <a:lnTo>
                  <a:pt x="3682394" y="3066098"/>
                </a:lnTo>
                <a:lnTo>
                  <a:pt x="3690647" y="3061018"/>
                </a:lnTo>
                <a:lnTo>
                  <a:pt x="3698582" y="3055620"/>
                </a:lnTo>
                <a:lnTo>
                  <a:pt x="3705566" y="3050223"/>
                </a:lnTo>
                <a:lnTo>
                  <a:pt x="3711914" y="3044825"/>
                </a:lnTo>
                <a:lnTo>
                  <a:pt x="3717945" y="3040063"/>
                </a:lnTo>
                <a:lnTo>
                  <a:pt x="3717945" y="2951797"/>
                </a:lnTo>
                <a:close/>
                <a:moveTo>
                  <a:pt x="731996" y="2947987"/>
                </a:moveTo>
                <a:lnTo>
                  <a:pt x="755499" y="2948304"/>
                </a:lnTo>
                <a:lnTo>
                  <a:pt x="779003" y="2948939"/>
                </a:lnTo>
                <a:lnTo>
                  <a:pt x="801870" y="2949890"/>
                </a:lnTo>
                <a:lnTo>
                  <a:pt x="824103" y="2951476"/>
                </a:lnTo>
                <a:lnTo>
                  <a:pt x="846654" y="2953380"/>
                </a:lnTo>
                <a:lnTo>
                  <a:pt x="868569" y="2955283"/>
                </a:lnTo>
                <a:lnTo>
                  <a:pt x="889848" y="2958137"/>
                </a:lnTo>
                <a:lnTo>
                  <a:pt x="910493" y="2960992"/>
                </a:lnTo>
                <a:lnTo>
                  <a:pt x="930820" y="2964164"/>
                </a:lnTo>
                <a:lnTo>
                  <a:pt x="950512" y="2967970"/>
                </a:lnTo>
                <a:lnTo>
                  <a:pt x="969886" y="2971777"/>
                </a:lnTo>
                <a:lnTo>
                  <a:pt x="988308" y="2975900"/>
                </a:lnTo>
                <a:lnTo>
                  <a:pt x="1006411" y="2980658"/>
                </a:lnTo>
                <a:lnTo>
                  <a:pt x="1023880" y="2985416"/>
                </a:lnTo>
                <a:lnTo>
                  <a:pt x="1040396" y="2990491"/>
                </a:lnTo>
                <a:lnTo>
                  <a:pt x="1056594" y="2995883"/>
                </a:lnTo>
                <a:lnTo>
                  <a:pt x="1071521" y="3001593"/>
                </a:lnTo>
                <a:lnTo>
                  <a:pt x="1086131" y="3007302"/>
                </a:lnTo>
                <a:lnTo>
                  <a:pt x="1099471" y="3013646"/>
                </a:lnTo>
                <a:lnTo>
                  <a:pt x="1112493" y="3019990"/>
                </a:lnTo>
                <a:lnTo>
                  <a:pt x="1124562" y="3026651"/>
                </a:lnTo>
                <a:lnTo>
                  <a:pt x="1135678" y="3033629"/>
                </a:lnTo>
                <a:lnTo>
                  <a:pt x="1145842" y="3040925"/>
                </a:lnTo>
                <a:lnTo>
                  <a:pt x="1154735" y="3047903"/>
                </a:lnTo>
                <a:lnTo>
                  <a:pt x="1162993" y="3055515"/>
                </a:lnTo>
                <a:lnTo>
                  <a:pt x="1170298" y="3062811"/>
                </a:lnTo>
                <a:lnTo>
                  <a:pt x="1176650" y="3070741"/>
                </a:lnTo>
                <a:lnTo>
                  <a:pt x="1178873" y="3074864"/>
                </a:lnTo>
                <a:lnTo>
                  <a:pt x="1181732" y="3078670"/>
                </a:lnTo>
                <a:lnTo>
                  <a:pt x="1183638" y="3082794"/>
                </a:lnTo>
                <a:lnTo>
                  <a:pt x="1185543" y="3086600"/>
                </a:lnTo>
                <a:lnTo>
                  <a:pt x="1187131" y="3090406"/>
                </a:lnTo>
                <a:lnTo>
                  <a:pt x="1188402" y="3094847"/>
                </a:lnTo>
                <a:lnTo>
                  <a:pt x="1189672" y="3098653"/>
                </a:lnTo>
                <a:lnTo>
                  <a:pt x="1190307" y="3103094"/>
                </a:lnTo>
                <a:lnTo>
                  <a:pt x="1190625" y="3107535"/>
                </a:lnTo>
                <a:lnTo>
                  <a:pt x="1190625" y="3111341"/>
                </a:lnTo>
                <a:lnTo>
                  <a:pt x="1190625" y="3115782"/>
                </a:lnTo>
                <a:lnTo>
                  <a:pt x="1190307" y="3120223"/>
                </a:lnTo>
                <a:lnTo>
                  <a:pt x="1189672" y="3124029"/>
                </a:lnTo>
                <a:lnTo>
                  <a:pt x="1188402" y="3128470"/>
                </a:lnTo>
                <a:lnTo>
                  <a:pt x="1187131" y="3132276"/>
                </a:lnTo>
                <a:lnTo>
                  <a:pt x="1185543" y="3136399"/>
                </a:lnTo>
                <a:lnTo>
                  <a:pt x="1183638" y="3140523"/>
                </a:lnTo>
                <a:lnTo>
                  <a:pt x="1181732" y="3144646"/>
                </a:lnTo>
                <a:lnTo>
                  <a:pt x="1178873" y="3148453"/>
                </a:lnTo>
                <a:lnTo>
                  <a:pt x="1176650" y="3152259"/>
                </a:lnTo>
                <a:lnTo>
                  <a:pt x="1170298" y="3160189"/>
                </a:lnTo>
                <a:lnTo>
                  <a:pt x="1162993" y="3167801"/>
                </a:lnTo>
                <a:lnTo>
                  <a:pt x="1154735" y="3175414"/>
                </a:lnTo>
                <a:lnTo>
                  <a:pt x="1145842" y="3182392"/>
                </a:lnTo>
                <a:lnTo>
                  <a:pt x="1135678" y="3189370"/>
                </a:lnTo>
                <a:lnTo>
                  <a:pt x="1124562" y="3196031"/>
                </a:lnTo>
                <a:lnTo>
                  <a:pt x="1112493" y="3203010"/>
                </a:lnTo>
                <a:lnTo>
                  <a:pt x="1099471" y="3209671"/>
                </a:lnTo>
                <a:lnTo>
                  <a:pt x="1086131" y="3215380"/>
                </a:lnTo>
                <a:lnTo>
                  <a:pt x="1071521" y="3221407"/>
                </a:lnTo>
                <a:lnTo>
                  <a:pt x="1056594" y="3227433"/>
                </a:lnTo>
                <a:lnTo>
                  <a:pt x="1040396" y="3232509"/>
                </a:lnTo>
                <a:lnTo>
                  <a:pt x="1023880" y="3237584"/>
                </a:lnTo>
                <a:lnTo>
                  <a:pt x="1006411" y="3242659"/>
                </a:lnTo>
                <a:lnTo>
                  <a:pt x="988308" y="3247099"/>
                </a:lnTo>
                <a:lnTo>
                  <a:pt x="969886" y="3251223"/>
                </a:lnTo>
                <a:lnTo>
                  <a:pt x="950512" y="3255346"/>
                </a:lnTo>
                <a:lnTo>
                  <a:pt x="930820" y="3258835"/>
                </a:lnTo>
                <a:lnTo>
                  <a:pt x="910493" y="3262325"/>
                </a:lnTo>
                <a:lnTo>
                  <a:pt x="889848" y="3265179"/>
                </a:lnTo>
                <a:lnTo>
                  <a:pt x="868569" y="3268034"/>
                </a:lnTo>
                <a:lnTo>
                  <a:pt x="846654" y="3269937"/>
                </a:lnTo>
                <a:lnTo>
                  <a:pt x="824103" y="3271840"/>
                </a:lnTo>
                <a:lnTo>
                  <a:pt x="801870" y="3273426"/>
                </a:lnTo>
                <a:lnTo>
                  <a:pt x="779003" y="3274061"/>
                </a:lnTo>
                <a:lnTo>
                  <a:pt x="755499" y="3275012"/>
                </a:lnTo>
                <a:lnTo>
                  <a:pt x="731996" y="3275012"/>
                </a:lnTo>
                <a:lnTo>
                  <a:pt x="708176" y="3275012"/>
                </a:lnTo>
                <a:lnTo>
                  <a:pt x="684990" y="3274061"/>
                </a:lnTo>
                <a:lnTo>
                  <a:pt x="662122" y="3273426"/>
                </a:lnTo>
                <a:lnTo>
                  <a:pt x="639572" y="3271840"/>
                </a:lnTo>
                <a:lnTo>
                  <a:pt x="617022" y="3269937"/>
                </a:lnTo>
                <a:lnTo>
                  <a:pt x="595424" y="3268034"/>
                </a:lnTo>
                <a:lnTo>
                  <a:pt x="574144" y="3265179"/>
                </a:lnTo>
                <a:lnTo>
                  <a:pt x="553182" y="3262325"/>
                </a:lnTo>
                <a:lnTo>
                  <a:pt x="533173" y="3258835"/>
                </a:lnTo>
                <a:lnTo>
                  <a:pt x="513481" y="3255346"/>
                </a:lnTo>
                <a:lnTo>
                  <a:pt x="494107" y="3251223"/>
                </a:lnTo>
                <a:lnTo>
                  <a:pt x="475368" y="3247099"/>
                </a:lnTo>
                <a:lnTo>
                  <a:pt x="457264" y="3242659"/>
                </a:lnTo>
                <a:lnTo>
                  <a:pt x="439795" y="3237584"/>
                </a:lnTo>
                <a:lnTo>
                  <a:pt x="423280" y="3232509"/>
                </a:lnTo>
                <a:lnTo>
                  <a:pt x="407082" y="3227433"/>
                </a:lnTo>
                <a:lnTo>
                  <a:pt x="392154" y="3221407"/>
                </a:lnTo>
                <a:lnTo>
                  <a:pt x="377544" y="3215380"/>
                </a:lnTo>
                <a:lnTo>
                  <a:pt x="364204" y="3209671"/>
                </a:lnTo>
                <a:lnTo>
                  <a:pt x="351182" y="3203010"/>
                </a:lnTo>
                <a:lnTo>
                  <a:pt x="339431" y="3196031"/>
                </a:lnTo>
                <a:lnTo>
                  <a:pt x="328314" y="3189370"/>
                </a:lnTo>
                <a:lnTo>
                  <a:pt x="318151" y="3182392"/>
                </a:lnTo>
                <a:lnTo>
                  <a:pt x="308940" y="3175414"/>
                </a:lnTo>
                <a:lnTo>
                  <a:pt x="300682" y="3167801"/>
                </a:lnTo>
                <a:lnTo>
                  <a:pt x="293695" y="3160189"/>
                </a:lnTo>
                <a:lnTo>
                  <a:pt x="287343" y="3152259"/>
                </a:lnTo>
                <a:lnTo>
                  <a:pt x="284484" y="3148453"/>
                </a:lnTo>
                <a:lnTo>
                  <a:pt x="282261" y="3144646"/>
                </a:lnTo>
                <a:lnTo>
                  <a:pt x="280038" y="3140523"/>
                </a:lnTo>
                <a:lnTo>
                  <a:pt x="278132" y="3136399"/>
                </a:lnTo>
                <a:lnTo>
                  <a:pt x="276544" y="3132276"/>
                </a:lnTo>
                <a:lnTo>
                  <a:pt x="275274" y="3128470"/>
                </a:lnTo>
                <a:lnTo>
                  <a:pt x="274321" y="3124029"/>
                </a:lnTo>
                <a:lnTo>
                  <a:pt x="273368" y="3120223"/>
                </a:lnTo>
                <a:lnTo>
                  <a:pt x="273050" y="3115782"/>
                </a:lnTo>
                <a:lnTo>
                  <a:pt x="273050" y="3111341"/>
                </a:lnTo>
                <a:lnTo>
                  <a:pt x="273050" y="3107535"/>
                </a:lnTo>
                <a:lnTo>
                  <a:pt x="273368" y="3103094"/>
                </a:lnTo>
                <a:lnTo>
                  <a:pt x="274321" y="3098653"/>
                </a:lnTo>
                <a:lnTo>
                  <a:pt x="275274" y="3094847"/>
                </a:lnTo>
                <a:lnTo>
                  <a:pt x="276544" y="3090406"/>
                </a:lnTo>
                <a:lnTo>
                  <a:pt x="278132" y="3086600"/>
                </a:lnTo>
                <a:lnTo>
                  <a:pt x="280038" y="3082794"/>
                </a:lnTo>
                <a:lnTo>
                  <a:pt x="282261" y="3078670"/>
                </a:lnTo>
                <a:lnTo>
                  <a:pt x="284484" y="3074864"/>
                </a:lnTo>
                <a:lnTo>
                  <a:pt x="287343" y="3070741"/>
                </a:lnTo>
                <a:lnTo>
                  <a:pt x="293695" y="3062811"/>
                </a:lnTo>
                <a:lnTo>
                  <a:pt x="300682" y="3055515"/>
                </a:lnTo>
                <a:lnTo>
                  <a:pt x="308940" y="3047903"/>
                </a:lnTo>
                <a:lnTo>
                  <a:pt x="318151" y="3040925"/>
                </a:lnTo>
                <a:lnTo>
                  <a:pt x="328314" y="3033629"/>
                </a:lnTo>
                <a:lnTo>
                  <a:pt x="339431" y="3026651"/>
                </a:lnTo>
                <a:lnTo>
                  <a:pt x="351182" y="3019990"/>
                </a:lnTo>
                <a:lnTo>
                  <a:pt x="364204" y="3013646"/>
                </a:lnTo>
                <a:lnTo>
                  <a:pt x="377544" y="3007302"/>
                </a:lnTo>
                <a:lnTo>
                  <a:pt x="392154" y="3001593"/>
                </a:lnTo>
                <a:lnTo>
                  <a:pt x="407082" y="2995883"/>
                </a:lnTo>
                <a:lnTo>
                  <a:pt x="423280" y="2990491"/>
                </a:lnTo>
                <a:lnTo>
                  <a:pt x="439795" y="2985416"/>
                </a:lnTo>
                <a:lnTo>
                  <a:pt x="457264" y="2980658"/>
                </a:lnTo>
                <a:lnTo>
                  <a:pt x="475368" y="2975900"/>
                </a:lnTo>
                <a:lnTo>
                  <a:pt x="494107" y="2971777"/>
                </a:lnTo>
                <a:lnTo>
                  <a:pt x="513481" y="2967970"/>
                </a:lnTo>
                <a:lnTo>
                  <a:pt x="533173" y="2964164"/>
                </a:lnTo>
                <a:lnTo>
                  <a:pt x="553182" y="2960992"/>
                </a:lnTo>
                <a:lnTo>
                  <a:pt x="574144" y="2958137"/>
                </a:lnTo>
                <a:lnTo>
                  <a:pt x="595424" y="2955283"/>
                </a:lnTo>
                <a:lnTo>
                  <a:pt x="617022" y="2953380"/>
                </a:lnTo>
                <a:lnTo>
                  <a:pt x="639572" y="2951476"/>
                </a:lnTo>
                <a:lnTo>
                  <a:pt x="662122" y="2949890"/>
                </a:lnTo>
                <a:lnTo>
                  <a:pt x="684990" y="2948939"/>
                </a:lnTo>
                <a:lnTo>
                  <a:pt x="708176" y="2948304"/>
                </a:lnTo>
                <a:lnTo>
                  <a:pt x="731996" y="2947987"/>
                </a:lnTo>
                <a:close/>
                <a:moveTo>
                  <a:pt x="2665715" y="2911157"/>
                </a:moveTo>
                <a:lnTo>
                  <a:pt x="2665715" y="3029585"/>
                </a:lnTo>
                <a:lnTo>
                  <a:pt x="2668254" y="3032125"/>
                </a:lnTo>
                <a:lnTo>
                  <a:pt x="2671429" y="3035300"/>
                </a:lnTo>
                <a:lnTo>
                  <a:pt x="2678729" y="3041650"/>
                </a:lnTo>
                <a:lnTo>
                  <a:pt x="2687934" y="3048635"/>
                </a:lnTo>
                <a:lnTo>
                  <a:pt x="2698726" y="3055938"/>
                </a:lnTo>
                <a:lnTo>
                  <a:pt x="2710153" y="3063240"/>
                </a:lnTo>
                <a:lnTo>
                  <a:pt x="2722215" y="3070225"/>
                </a:lnTo>
                <a:lnTo>
                  <a:pt x="2734594" y="3076258"/>
                </a:lnTo>
                <a:lnTo>
                  <a:pt x="2746656" y="3082290"/>
                </a:lnTo>
                <a:lnTo>
                  <a:pt x="2746656" y="2963227"/>
                </a:lnTo>
                <a:lnTo>
                  <a:pt x="2734594" y="2957195"/>
                </a:lnTo>
                <a:lnTo>
                  <a:pt x="2723167" y="2951480"/>
                </a:lnTo>
                <a:lnTo>
                  <a:pt x="2712058" y="2945130"/>
                </a:lnTo>
                <a:lnTo>
                  <a:pt x="2701583" y="2938462"/>
                </a:lnTo>
                <a:lnTo>
                  <a:pt x="2691743" y="2932112"/>
                </a:lnTo>
                <a:lnTo>
                  <a:pt x="2682538" y="2925445"/>
                </a:lnTo>
                <a:lnTo>
                  <a:pt x="2673650" y="2918142"/>
                </a:lnTo>
                <a:lnTo>
                  <a:pt x="2665715" y="2911157"/>
                </a:lnTo>
                <a:close/>
                <a:moveTo>
                  <a:pt x="1404938" y="2890837"/>
                </a:moveTo>
                <a:lnTo>
                  <a:pt x="1408115" y="2896532"/>
                </a:lnTo>
                <a:lnTo>
                  <a:pt x="1411928" y="2901593"/>
                </a:lnTo>
                <a:lnTo>
                  <a:pt x="1415740" y="2906655"/>
                </a:lnTo>
                <a:lnTo>
                  <a:pt x="1419552" y="2911716"/>
                </a:lnTo>
                <a:lnTo>
                  <a:pt x="1424000" y="2916778"/>
                </a:lnTo>
                <a:lnTo>
                  <a:pt x="1428447" y="2922156"/>
                </a:lnTo>
                <a:lnTo>
                  <a:pt x="1438296" y="2931963"/>
                </a:lnTo>
                <a:lnTo>
                  <a:pt x="1448780" y="2941453"/>
                </a:lnTo>
                <a:lnTo>
                  <a:pt x="1460852" y="2950311"/>
                </a:lnTo>
                <a:lnTo>
                  <a:pt x="1472924" y="2958852"/>
                </a:lnTo>
                <a:lnTo>
                  <a:pt x="1486267" y="2967394"/>
                </a:lnTo>
                <a:lnTo>
                  <a:pt x="1500563" y="2975619"/>
                </a:lnTo>
                <a:lnTo>
                  <a:pt x="1515494" y="2983211"/>
                </a:lnTo>
                <a:lnTo>
                  <a:pt x="1531061" y="2990487"/>
                </a:lnTo>
                <a:lnTo>
                  <a:pt x="1547263" y="2997763"/>
                </a:lnTo>
                <a:lnTo>
                  <a:pt x="1564101" y="3004723"/>
                </a:lnTo>
                <a:lnTo>
                  <a:pt x="1581574" y="3010734"/>
                </a:lnTo>
                <a:lnTo>
                  <a:pt x="1599682" y="3017061"/>
                </a:lnTo>
                <a:lnTo>
                  <a:pt x="1618108" y="3022755"/>
                </a:lnTo>
                <a:lnTo>
                  <a:pt x="1637170" y="3028133"/>
                </a:lnTo>
                <a:lnTo>
                  <a:pt x="1656866" y="3033195"/>
                </a:lnTo>
                <a:lnTo>
                  <a:pt x="1676881" y="3037940"/>
                </a:lnTo>
                <a:lnTo>
                  <a:pt x="1697213" y="3042369"/>
                </a:lnTo>
                <a:lnTo>
                  <a:pt x="1718180" y="3046481"/>
                </a:lnTo>
                <a:lnTo>
                  <a:pt x="1738830" y="3050277"/>
                </a:lnTo>
                <a:lnTo>
                  <a:pt x="1760116" y="3053757"/>
                </a:lnTo>
                <a:lnTo>
                  <a:pt x="1782036" y="3056604"/>
                </a:lnTo>
                <a:lnTo>
                  <a:pt x="1803639" y="3059135"/>
                </a:lnTo>
                <a:lnTo>
                  <a:pt x="1825877" y="3061666"/>
                </a:lnTo>
                <a:lnTo>
                  <a:pt x="1847798" y="3063564"/>
                </a:lnTo>
                <a:lnTo>
                  <a:pt x="1870036" y="3065146"/>
                </a:lnTo>
                <a:lnTo>
                  <a:pt x="1891957" y="3066411"/>
                </a:lnTo>
                <a:lnTo>
                  <a:pt x="1914513" y="3067360"/>
                </a:lnTo>
                <a:lnTo>
                  <a:pt x="1936751" y="3067993"/>
                </a:lnTo>
                <a:lnTo>
                  <a:pt x="1959307" y="3067993"/>
                </a:lnTo>
                <a:lnTo>
                  <a:pt x="1978051" y="3067993"/>
                </a:lnTo>
                <a:lnTo>
                  <a:pt x="1996794" y="3067360"/>
                </a:lnTo>
                <a:lnTo>
                  <a:pt x="2015538" y="3067044"/>
                </a:lnTo>
                <a:lnTo>
                  <a:pt x="2034599" y="3065779"/>
                </a:lnTo>
                <a:lnTo>
                  <a:pt x="2053025" y="3064830"/>
                </a:lnTo>
                <a:lnTo>
                  <a:pt x="2071769" y="3063564"/>
                </a:lnTo>
                <a:lnTo>
                  <a:pt x="2090513" y="3061982"/>
                </a:lnTo>
                <a:lnTo>
                  <a:pt x="2108621" y="3060084"/>
                </a:lnTo>
                <a:lnTo>
                  <a:pt x="2127365" y="3058186"/>
                </a:lnTo>
                <a:lnTo>
                  <a:pt x="2145473" y="3055655"/>
                </a:lnTo>
                <a:lnTo>
                  <a:pt x="2163581" y="3052808"/>
                </a:lnTo>
                <a:lnTo>
                  <a:pt x="2181372" y="3050277"/>
                </a:lnTo>
                <a:lnTo>
                  <a:pt x="2199163" y="3047114"/>
                </a:lnTo>
                <a:lnTo>
                  <a:pt x="2216318" y="3043950"/>
                </a:lnTo>
                <a:lnTo>
                  <a:pt x="2233473" y="3040471"/>
                </a:lnTo>
                <a:lnTo>
                  <a:pt x="2250311" y="3036358"/>
                </a:lnTo>
                <a:lnTo>
                  <a:pt x="2266830" y="3032562"/>
                </a:lnTo>
                <a:lnTo>
                  <a:pt x="2283668" y="3028133"/>
                </a:lnTo>
                <a:lnTo>
                  <a:pt x="2299235" y="3023704"/>
                </a:lnTo>
                <a:lnTo>
                  <a:pt x="2315119" y="3018642"/>
                </a:lnTo>
                <a:lnTo>
                  <a:pt x="2330051" y="3013897"/>
                </a:lnTo>
                <a:lnTo>
                  <a:pt x="2344982" y="3008519"/>
                </a:lnTo>
                <a:lnTo>
                  <a:pt x="2359278" y="3003141"/>
                </a:lnTo>
                <a:lnTo>
                  <a:pt x="2373574" y="2997447"/>
                </a:lnTo>
                <a:lnTo>
                  <a:pt x="2386917" y="2991753"/>
                </a:lnTo>
                <a:lnTo>
                  <a:pt x="2399942" y="2985426"/>
                </a:lnTo>
                <a:lnTo>
                  <a:pt x="2412650" y="2979099"/>
                </a:lnTo>
                <a:lnTo>
                  <a:pt x="2424722" y="2972455"/>
                </a:lnTo>
                <a:lnTo>
                  <a:pt x="2436159" y="2965179"/>
                </a:lnTo>
                <a:lnTo>
                  <a:pt x="2446961" y="2958220"/>
                </a:lnTo>
                <a:lnTo>
                  <a:pt x="2457444" y="2950627"/>
                </a:lnTo>
                <a:lnTo>
                  <a:pt x="2466975" y="2943351"/>
                </a:lnTo>
                <a:lnTo>
                  <a:pt x="2466975" y="3039838"/>
                </a:lnTo>
                <a:lnTo>
                  <a:pt x="2466657" y="3040471"/>
                </a:lnTo>
                <a:lnTo>
                  <a:pt x="2466340" y="3048063"/>
                </a:lnTo>
                <a:lnTo>
                  <a:pt x="2466022" y="3052808"/>
                </a:lnTo>
                <a:lnTo>
                  <a:pt x="2464751" y="3058186"/>
                </a:lnTo>
                <a:lnTo>
                  <a:pt x="2463480" y="3062615"/>
                </a:lnTo>
                <a:lnTo>
                  <a:pt x="2461892" y="3067993"/>
                </a:lnTo>
                <a:lnTo>
                  <a:pt x="2459986" y="3072422"/>
                </a:lnTo>
                <a:lnTo>
                  <a:pt x="2457444" y="3077167"/>
                </a:lnTo>
                <a:lnTo>
                  <a:pt x="2455220" y="3081912"/>
                </a:lnTo>
                <a:lnTo>
                  <a:pt x="2452361" y="3086658"/>
                </a:lnTo>
                <a:lnTo>
                  <a:pt x="2449184" y="3091403"/>
                </a:lnTo>
                <a:lnTo>
                  <a:pt x="2445690" y="3096148"/>
                </a:lnTo>
                <a:lnTo>
                  <a:pt x="2441878" y="3100893"/>
                </a:lnTo>
                <a:lnTo>
                  <a:pt x="2437748" y="3105322"/>
                </a:lnTo>
                <a:lnTo>
                  <a:pt x="2429170" y="3114180"/>
                </a:lnTo>
                <a:lnTo>
                  <a:pt x="2419322" y="3123038"/>
                </a:lnTo>
                <a:lnTo>
                  <a:pt x="2408202" y="3131579"/>
                </a:lnTo>
                <a:lnTo>
                  <a:pt x="2396130" y="3139804"/>
                </a:lnTo>
                <a:lnTo>
                  <a:pt x="2383423" y="3147713"/>
                </a:lnTo>
                <a:lnTo>
                  <a:pt x="2369127" y="3155622"/>
                </a:lnTo>
                <a:lnTo>
                  <a:pt x="2354195" y="3162898"/>
                </a:lnTo>
                <a:lnTo>
                  <a:pt x="2338311" y="3170490"/>
                </a:lnTo>
                <a:lnTo>
                  <a:pt x="2321791" y="3177134"/>
                </a:lnTo>
                <a:lnTo>
                  <a:pt x="2304636" y="3183777"/>
                </a:lnTo>
                <a:lnTo>
                  <a:pt x="2285892" y="3190104"/>
                </a:lnTo>
                <a:lnTo>
                  <a:pt x="2266830" y="3196431"/>
                </a:lnTo>
                <a:lnTo>
                  <a:pt x="2247134" y="3201809"/>
                </a:lnTo>
                <a:lnTo>
                  <a:pt x="2226802" y="3207503"/>
                </a:lnTo>
                <a:lnTo>
                  <a:pt x="2205516" y="3212248"/>
                </a:lnTo>
                <a:lnTo>
                  <a:pt x="2183278" y="3216677"/>
                </a:lnTo>
                <a:lnTo>
                  <a:pt x="2160722" y="3221106"/>
                </a:lnTo>
                <a:lnTo>
                  <a:pt x="2137848" y="3224586"/>
                </a:lnTo>
                <a:lnTo>
                  <a:pt x="2114340" y="3228382"/>
                </a:lnTo>
                <a:lnTo>
                  <a:pt x="2089877" y="3231229"/>
                </a:lnTo>
                <a:lnTo>
                  <a:pt x="2065415" y="3233760"/>
                </a:lnTo>
                <a:lnTo>
                  <a:pt x="2040000" y="3235975"/>
                </a:lnTo>
                <a:lnTo>
                  <a:pt x="2014267" y="3237556"/>
                </a:lnTo>
                <a:lnTo>
                  <a:pt x="1988217" y="3238822"/>
                </a:lnTo>
                <a:lnTo>
                  <a:pt x="1962166" y="3239771"/>
                </a:lnTo>
                <a:lnTo>
                  <a:pt x="1935480" y="3240087"/>
                </a:lnTo>
                <a:lnTo>
                  <a:pt x="1908159" y="3239771"/>
                </a:lnTo>
                <a:lnTo>
                  <a:pt x="1881155" y="3238822"/>
                </a:lnTo>
                <a:lnTo>
                  <a:pt x="1854469" y="3237556"/>
                </a:lnTo>
                <a:lnTo>
                  <a:pt x="1828419" y="3235658"/>
                </a:lnTo>
                <a:lnTo>
                  <a:pt x="1803004" y="3233760"/>
                </a:lnTo>
                <a:lnTo>
                  <a:pt x="1777588" y="3230913"/>
                </a:lnTo>
                <a:lnTo>
                  <a:pt x="1752809" y="3227750"/>
                </a:lnTo>
                <a:lnTo>
                  <a:pt x="1728664" y="3224270"/>
                </a:lnTo>
                <a:lnTo>
                  <a:pt x="1705155" y="3220474"/>
                </a:lnTo>
                <a:lnTo>
                  <a:pt x="1682282" y="3215728"/>
                </a:lnTo>
                <a:lnTo>
                  <a:pt x="1660043" y="3210983"/>
                </a:lnTo>
                <a:lnTo>
                  <a:pt x="1638440" y="3205921"/>
                </a:lnTo>
                <a:lnTo>
                  <a:pt x="1617791" y="3200227"/>
                </a:lnTo>
                <a:lnTo>
                  <a:pt x="1597776" y="3194533"/>
                </a:lnTo>
                <a:lnTo>
                  <a:pt x="1578397" y="3188206"/>
                </a:lnTo>
                <a:lnTo>
                  <a:pt x="1559653" y="3181563"/>
                </a:lnTo>
                <a:lnTo>
                  <a:pt x="1542498" y="3174287"/>
                </a:lnTo>
                <a:lnTo>
                  <a:pt x="1525343" y="3167327"/>
                </a:lnTo>
                <a:lnTo>
                  <a:pt x="1509776" y="3159734"/>
                </a:lnTo>
                <a:lnTo>
                  <a:pt x="1495162" y="3151826"/>
                </a:lnTo>
                <a:lnTo>
                  <a:pt x="1481184" y="3143601"/>
                </a:lnTo>
                <a:lnTo>
                  <a:pt x="1468159" y="3135376"/>
                </a:lnTo>
                <a:lnTo>
                  <a:pt x="1456404" y="3126834"/>
                </a:lnTo>
                <a:lnTo>
                  <a:pt x="1445603" y="3117660"/>
                </a:lnTo>
                <a:lnTo>
                  <a:pt x="1440837" y="3113547"/>
                </a:lnTo>
                <a:lnTo>
                  <a:pt x="1436390" y="3108802"/>
                </a:lnTo>
                <a:lnTo>
                  <a:pt x="1431942" y="3104373"/>
                </a:lnTo>
                <a:lnTo>
                  <a:pt x="1428130" y="3099628"/>
                </a:lnTo>
                <a:lnTo>
                  <a:pt x="1424318" y="3094883"/>
                </a:lnTo>
                <a:lnTo>
                  <a:pt x="1420823" y="3090138"/>
                </a:lnTo>
                <a:lnTo>
                  <a:pt x="1417646" y="3085392"/>
                </a:lnTo>
                <a:lnTo>
                  <a:pt x="1415105" y="3080331"/>
                </a:lnTo>
                <a:lnTo>
                  <a:pt x="1412563" y="3075585"/>
                </a:lnTo>
                <a:lnTo>
                  <a:pt x="1410339" y="3070524"/>
                </a:lnTo>
                <a:lnTo>
                  <a:pt x="1408115" y="3065779"/>
                </a:lnTo>
                <a:lnTo>
                  <a:pt x="1407162" y="3060717"/>
                </a:lnTo>
                <a:lnTo>
                  <a:pt x="1405892" y="3055655"/>
                </a:lnTo>
                <a:lnTo>
                  <a:pt x="1404621" y="3050594"/>
                </a:lnTo>
                <a:lnTo>
                  <a:pt x="1404303" y="3045532"/>
                </a:lnTo>
                <a:lnTo>
                  <a:pt x="1404303" y="3040471"/>
                </a:lnTo>
                <a:lnTo>
                  <a:pt x="1403350" y="3040471"/>
                </a:lnTo>
                <a:lnTo>
                  <a:pt x="1403350" y="2909186"/>
                </a:lnTo>
                <a:lnTo>
                  <a:pt x="1403350" y="2905389"/>
                </a:lnTo>
                <a:lnTo>
                  <a:pt x="1403985" y="2898113"/>
                </a:lnTo>
                <a:lnTo>
                  <a:pt x="1404938" y="2890837"/>
                </a:lnTo>
                <a:close/>
                <a:moveTo>
                  <a:pt x="2609850" y="2805112"/>
                </a:moveTo>
                <a:lnTo>
                  <a:pt x="2613342" y="2810827"/>
                </a:lnTo>
                <a:lnTo>
                  <a:pt x="2617468" y="2816860"/>
                </a:lnTo>
                <a:lnTo>
                  <a:pt x="2621594" y="2822257"/>
                </a:lnTo>
                <a:lnTo>
                  <a:pt x="2626038" y="2828290"/>
                </a:lnTo>
                <a:lnTo>
                  <a:pt x="2631117" y="2833687"/>
                </a:lnTo>
                <a:lnTo>
                  <a:pt x="2635878" y="2839402"/>
                </a:lnTo>
                <a:lnTo>
                  <a:pt x="2641274" y="2844800"/>
                </a:lnTo>
                <a:lnTo>
                  <a:pt x="2646988" y="2850515"/>
                </a:lnTo>
                <a:lnTo>
                  <a:pt x="2658732" y="2860675"/>
                </a:lnTo>
                <a:lnTo>
                  <a:pt x="2671746" y="2870835"/>
                </a:lnTo>
                <a:lnTo>
                  <a:pt x="2685712" y="2880677"/>
                </a:lnTo>
                <a:lnTo>
                  <a:pt x="2700631" y="2889885"/>
                </a:lnTo>
                <a:lnTo>
                  <a:pt x="2715867" y="2898775"/>
                </a:lnTo>
                <a:lnTo>
                  <a:pt x="2732372" y="2907665"/>
                </a:lnTo>
                <a:lnTo>
                  <a:pt x="2749830" y="2915920"/>
                </a:lnTo>
                <a:lnTo>
                  <a:pt x="2767923" y="2923857"/>
                </a:lnTo>
                <a:lnTo>
                  <a:pt x="2786650" y="2931160"/>
                </a:lnTo>
                <a:lnTo>
                  <a:pt x="2805695" y="2938780"/>
                </a:lnTo>
                <a:lnTo>
                  <a:pt x="2826009" y="2945447"/>
                </a:lnTo>
                <a:lnTo>
                  <a:pt x="2846959" y="2951797"/>
                </a:lnTo>
                <a:lnTo>
                  <a:pt x="2867591" y="2957512"/>
                </a:lnTo>
                <a:lnTo>
                  <a:pt x="2889492" y="2963545"/>
                </a:lnTo>
                <a:lnTo>
                  <a:pt x="2912029" y="2968625"/>
                </a:lnTo>
                <a:lnTo>
                  <a:pt x="2934248" y="2973705"/>
                </a:lnTo>
                <a:lnTo>
                  <a:pt x="2957102" y="2978150"/>
                </a:lnTo>
                <a:lnTo>
                  <a:pt x="2980908" y="2982595"/>
                </a:lnTo>
                <a:lnTo>
                  <a:pt x="3004396" y="2986087"/>
                </a:lnTo>
                <a:lnTo>
                  <a:pt x="3028203" y="2989580"/>
                </a:lnTo>
                <a:lnTo>
                  <a:pt x="3052644" y="2992437"/>
                </a:lnTo>
                <a:lnTo>
                  <a:pt x="3077084" y="2994977"/>
                </a:lnTo>
                <a:lnTo>
                  <a:pt x="3101525" y="2997200"/>
                </a:lnTo>
                <a:lnTo>
                  <a:pt x="3125966" y="2999105"/>
                </a:lnTo>
                <a:lnTo>
                  <a:pt x="3150725" y="3000375"/>
                </a:lnTo>
                <a:lnTo>
                  <a:pt x="3175800" y="3001327"/>
                </a:lnTo>
                <a:lnTo>
                  <a:pt x="3200559" y="3001962"/>
                </a:lnTo>
                <a:lnTo>
                  <a:pt x="3225317" y="3002280"/>
                </a:lnTo>
                <a:lnTo>
                  <a:pt x="3246266" y="3002280"/>
                </a:lnTo>
                <a:lnTo>
                  <a:pt x="3267216" y="3001962"/>
                </a:lnTo>
                <a:lnTo>
                  <a:pt x="3288165" y="3001010"/>
                </a:lnTo>
                <a:lnTo>
                  <a:pt x="3308797" y="2999740"/>
                </a:lnTo>
                <a:lnTo>
                  <a:pt x="3329429" y="2998787"/>
                </a:lnTo>
                <a:lnTo>
                  <a:pt x="3350378" y="2997200"/>
                </a:lnTo>
                <a:lnTo>
                  <a:pt x="3371010" y="2995612"/>
                </a:lnTo>
                <a:lnTo>
                  <a:pt x="3391325" y="2993707"/>
                </a:lnTo>
                <a:lnTo>
                  <a:pt x="3411957" y="2991167"/>
                </a:lnTo>
                <a:lnTo>
                  <a:pt x="3431954" y="2988310"/>
                </a:lnTo>
                <a:lnTo>
                  <a:pt x="3451951" y="2985770"/>
                </a:lnTo>
                <a:lnTo>
                  <a:pt x="3471948" y="2982595"/>
                </a:lnTo>
                <a:lnTo>
                  <a:pt x="3491628" y="2979102"/>
                </a:lnTo>
                <a:lnTo>
                  <a:pt x="3510990" y="2975292"/>
                </a:lnTo>
                <a:lnTo>
                  <a:pt x="3530035" y="2971482"/>
                </a:lnTo>
                <a:lnTo>
                  <a:pt x="3548763" y="2967037"/>
                </a:lnTo>
                <a:lnTo>
                  <a:pt x="3567173" y="2962275"/>
                </a:lnTo>
                <a:lnTo>
                  <a:pt x="3585265" y="2957512"/>
                </a:lnTo>
                <a:lnTo>
                  <a:pt x="3603041" y="2953067"/>
                </a:lnTo>
                <a:lnTo>
                  <a:pt x="3620498" y="2947352"/>
                </a:lnTo>
                <a:lnTo>
                  <a:pt x="3637004" y="2941955"/>
                </a:lnTo>
                <a:lnTo>
                  <a:pt x="3653510" y="2935922"/>
                </a:lnTo>
                <a:lnTo>
                  <a:pt x="3669698" y="2929890"/>
                </a:lnTo>
                <a:lnTo>
                  <a:pt x="3685251" y="2923857"/>
                </a:lnTo>
                <a:lnTo>
                  <a:pt x="3700170" y="2916872"/>
                </a:lnTo>
                <a:lnTo>
                  <a:pt x="3714770" y="2909887"/>
                </a:lnTo>
                <a:lnTo>
                  <a:pt x="3728419" y="2902902"/>
                </a:lnTo>
                <a:lnTo>
                  <a:pt x="3741751" y="2895282"/>
                </a:lnTo>
                <a:lnTo>
                  <a:pt x="3754765" y="2887980"/>
                </a:lnTo>
                <a:lnTo>
                  <a:pt x="3767144" y="2880042"/>
                </a:lnTo>
                <a:lnTo>
                  <a:pt x="3778571" y="2871787"/>
                </a:lnTo>
                <a:lnTo>
                  <a:pt x="3789363" y="2863532"/>
                </a:lnTo>
                <a:lnTo>
                  <a:pt x="3789363" y="2971165"/>
                </a:lnTo>
                <a:lnTo>
                  <a:pt x="3788728" y="2971482"/>
                </a:lnTo>
                <a:lnTo>
                  <a:pt x="3788728" y="2975927"/>
                </a:lnTo>
                <a:lnTo>
                  <a:pt x="3788411" y="2980055"/>
                </a:lnTo>
                <a:lnTo>
                  <a:pt x="3787776" y="2985770"/>
                </a:lnTo>
                <a:lnTo>
                  <a:pt x="3786506" y="2991167"/>
                </a:lnTo>
                <a:lnTo>
                  <a:pt x="3785237" y="2996247"/>
                </a:lnTo>
                <a:lnTo>
                  <a:pt x="3783332" y="3001962"/>
                </a:lnTo>
                <a:lnTo>
                  <a:pt x="3781428" y="3007360"/>
                </a:lnTo>
                <a:lnTo>
                  <a:pt x="3778571" y="3012758"/>
                </a:lnTo>
                <a:lnTo>
                  <a:pt x="3775714" y="3018155"/>
                </a:lnTo>
                <a:lnTo>
                  <a:pt x="3772540" y="3023235"/>
                </a:lnTo>
                <a:lnTo>
                  <a:pt x="3769048" y="3028633"/>
                </a:lnTo>
                <a:lnTo>
                  <a:pt x="3765557" y="3033713"/>
                </a:lnTo>
                <a:lnTo>
                  <a:pt x="3761113" y="3038793"/>
                </a:lnTo>
                <a:lnTo>
                  <a:pt x="3756987" y="3043555"/>
                </a:lnTo>
                <a:lnTo>
                  <a:pt x="3752226" y="3048635"/>
                </a:lnTo>
                <a:lnTo>
                  <a:pt x="3747147" y="3054033"/>
                </a:lnTo>
                <a:lnTo>
                  <a:pt x="3741433" y="3058795"/>
                </a:lnTo>
                <a:lnTo>
                  <a:pt x="3736037" y="3063240"/>
                </a:lnTo>
                <a:lnTo>
                  <a:pt x="3723658" y="3072765"/>
                </a:lnTo>
                <a:lnTo>
                  <a:pt x="3710327" y="3082290"/>
                </a:lnTo>
                <a:lnTo>
                  <a:pt x="3696043" y="3090863"/>
                </a:lnTo>
                <a:lnTo>
                  <a:pt x="3680490" y="3099753"/>
                </a:lnTo>
                <a:lnTo>
                  <a:pt x="3663667" y="3108325"/>
                </a:lnTo>
                <a:lnTo>
                  <a:pt x="3646526" y="3116263"/>
                </a:lnTo>
                <a:lnTo>
                  <a:pt x="3627799" y="3124200"/>
                </a:lnTo>
                <a:lnTo>
                  <a:pt x="3608754" y="3131503"/>
                </a:lnTo>
                <a:lnTo>
                  <a:pt x="3588122" y="3138170"/>
                </a:lnTo>
                <a:lnTo>
                  <a:pt x="3566855" y="3145155"/>
                </a:lnTo>
                <a:lnTo>
                  <a:pt x="3544636" y="3151188"/>
                </a:lnTo>
                <a:lnTo>
                  <a:pt x="3522417" y="3157538"/>
                </a:lnTo>
                <a:lnTo>
                  <a:pt x="3498611" y="3163253"/>
                </a:lnTo>
                <a:lnTo>
                  <a:pt x="3474170" y="3168333"/>
                </a:lnTo>
                <a:lnTo>
                  <a:pt x="3449412" y="3172778"/>
                </a:lnTo>
                <a:lnTo>
                  <a:pt x="3423701" y="3176905"/>
                </a:lnTo>
                <a:lnTo>
                  <a:pt x="3397356" y="3181033"/>
                </a:lnTo>
                <a:lnTo>
                  <a:pt x="3370376" y="3184208"/>
                </a:lnTo>
                <a:lnTo>
                  <a:pt x="3343395" y="3187383"/>
                </a:lnTo>
                <a:lnTo>
                  <a:pt x="3315146" y="3189605"/>
                </a:lnTo>
                <a:lnTo>
                  <a:pt x="3286896" y="3191193"/>
                </a:lnTo>
                <a:lnTo>
                  <a:pt x="3258011" y="3192780"/>
                </a:lnTo>
                <a:lnTo>
                  <a:pt x="3228491" y="3193415"/>
                </a:lnTo>
                <a:lnTo>
                  <a:pt x="3198972" y="3194050"/>
                </a:lnTo>
                <a:lnTo>
                  <a:pt x="3168500" y="3193415"/>
                </a:lnTo>
                <a:lnTo>
                  <a:pt x="3138663" y="3192780"/>
                </a:lnTo>
                <a:lnTo>
                  <a:pt x="3109143" y="3191193"/>
                </a:lnTo>
                <a:lnTo>
                  <a:pt x="3080259" y="3189288"/>
                </a:lnTo>
                <a:lnTo>
                  <a:pt x="3051374" y="3186748"/>
                </a:lnTo>
                <a:lnTo>
                  <a:pt x="3023441" y="3183573"/>
                </a:lnTo>
                <a:lnTo>
                  <a:pt x="2996144" y="3180080"/>
                </a:lnTo>
                <a:lnTo>
                  <a:pt x="2969481" y="3176270"/>
                </a:lnTo>
                <a:lnTo>
                  <a:pt x="2943453" y="3171825"/>
                </a:lnTo>
                <a:lnTo>
                  <a:pt x="2917742" y="3167063"/>
                </a:lnTo>
                <a:lnTo>
                  <a:pt x="2892984" y="3161665"/>
                </a:lnTo>
                <a:lnTo>
                  <a:pt x="2869178" y="3155633"/>
                </a:lnTo>
                <a:lnTo>
                  <a:pt x="2846007" y="3149918"/>
                </a:lnTo>
                <a:lnTo>
                  <a:pt x="2823470" y="3142933"/>
                </a:lnTo>
                <a:lnTo>
                  <a:pt x="2802203" y="3135948"/>
                </a:lnTo>
                <a:lnTo>
                  <a:pt x="2781889" y="3128328"/>
                </a:lnTo>
                <a:lnTo>
                  <a:pt x="2762527" y="3121025"/>
                </a:lnTo>
                <a:lnTo>
                  <a:pt x="2743799" y="3112770"/>
                </a:lnTo>
                <a:lnTo>
                  <a:pt x="2726024" y="3104515"/>
                </a:lnTo>
                <a:lnTo>
                  <a:pt x="2709518" y="3095625"/>
                </a:lnTo>
                <a:lnTo>
                  <a:pt x="2694600" y="3086735"/>
                </a:lnTo>
                <a:lnTo>
                  <a:pt x="2679999" y="3077210"/>
                </a:lnTo>
                <a:lnTo>
                  <a:pt x="2666985" y="3067685"/>
                </a:lnTo>
                <a:lnTo>
                  <a:pt x="2660954" y="3062923"/>
                </a:lnTo>
                <a:lnTo>
                  <a:pt x="2655240" y="3057843"/>
                </a:lnTo>
                <a:lnTo>
                  <a:pt x="2650162" y="3052763"/>
                </a:lnTo>
                <a:lnTo>
                  <a:pt x="2645083" y="3048000"/>
                </a:lnTo>
                <a:lnTo>
                  <a:pt x="2639687" y="3042603"/>
                </a:lnTo>
                <a:lnTo>
                  <a:pt x="2635561" y="3037205"/>
                </a:lnTo>
                <a:lnTo>
                  <a:pt x="2631434" y="3032125"/>
                </a:lnTo>
                <a:lnTo>
                  <a:pt x="2627625" y="3027045"/>
                </a:lnTo>
                <a:lnTo>
                  <a:pt x="2624134" y="3021648"/>
                </a:lnTo>
                <a:lnTo>
                  <a:pt x="2620960" y="3015933"/>
                </a:lnTo>
                <a:lnTo>
                  <a:pt x="2618103" y="3010535"/>
                </a:lnTo>
                <a:lnTo>
                  <a:pt x="2615881" y="3005137"/>
                </a:lnTo>
                <a:lnTo>
                  <a:pt x="2613659" y="2999422"/>
                </a:lnTo>
                <a:lnTo>
                  <a:pt x="2612072" y="2994025"/>
                </a:lnTo>
                <a:lnTo>
                  <a:pt x="2610485" y="2988310"/>
                </a:lnTo>
                <a:lnTo>
                  <a:pt x="2609850" y="2982912"/>
                </a:lnTo>
                <a:lnTo>
                  <a:pt x="2609215" y="2976880"/>
                </a:lnTo>
                <a:lnTo>
                  <a:pt x="2609215" y="2971482"/>
                </a:lnTo>
                <a:lnTo>
                  <a:pt x="2608580" y="2971482"/>
                </a:lnTo>
                <a:lnTo>
                  <a:pt x="2608580" y="2825115"/>
                </a:lnTo>
                <a:lnTo>
                  <a:pt x="2608263" y="2821305"/>
                </a:lnTo>
                <a:lnTo>
                  <a:pt x="2608580" y="2812732"/>
                </a:lnTo>
                <a:lnTo>
                  <a:pt x="2609850" y="2805112"/>
                </a:lnTo>
                <a:close/>
                <a:moveTo>
                  <a:pt x="3151360" y="2793804"/>
                </a:moveTo>
                <a:lnTo>
                  <a:pt x="3151360" y="2908645"/>
                </a:lnTo>
                <a:lnTo>
                  <a:pt x="3174848" y="2908962"/>
                </a:lnTo>
                <a:lnTo>
                  <a:pt x="3198972" y="2909280"/>
                </a:lnTo>
                <a:lnTo>
                  <a:pt x="3231983" y="2908962"/>
                </a:lnTo>
                <a:lnTo>
                  <a:pt x="3231983" y="2794121"/>
                </a:lnTo>
                <a:lnTo>
                  <a:pt x="3198972" y="2794755"/>
                </a:lnTo>
                <a:lnTo>
                  <a:pt x="3174848" y="2794121"/>
                </a:lnTo>
                <a:lnTo>
                  <a:pt x="3151360" y="2793804"/>
                </a:lnTo>
                <a:close/>
                <a:moveTo>
                  <a:pt x="2989478" y="2779528"/>
                </a:moveTo>
                <a:lnTo>
                  <a:pt x="2989478" y="2894687"/>
                </a:lnTo>
                <a:lnTo>
                  <a:pt x="3009158" y="2897542"/>
                </a:lnTo>
                <a:lnTo>
                  <a:pt x="3029472" y="2899762"/>
                </a:lnTo>
                <a:lnTo>
                  <a:pt x="3049469" y="2902300"/>
                </a:lnTo>
                <a:lnTo>
                  <a:pt x="3070419" y="2903887"/>
                </a:lnTo>
                <a:lnTo>
                  <a:pt x="3070419" y="2789045"/>
                </a:lnTo>
                <a:lnTo>
                  <a:pt x="3049469" y="2787142"/>
                </a:lnTo>
                <a:lnTo>
                  <a:pt x="3029472" y="2784921"/>
                </a:lnTo>
                <a:lnTo>
                  <a:pt x="3009158" y="2782383"/>
                </a:lnTo>
                <a:lnTo>
                  <a:pt x="2989478" y="2779528"/>
                </a:lnTo>
                <a:close/>
                <a:moveTo>
                  <a:pt x="2827597" y="2743045"/>
                </a:moveTo>
                <a:lnTo>
                  <a:pt x="2827597" y="2859790"/>
                </a:lnTo>
                <a:lnTo>
                  <a:pt x="2846959" y="2865500"/>
                </a:lnTo>
                <a:lnTo>
                  <a:pt x="2866956" y="2870576"/>
                </a:lnTo>
                <a:lnTo>
                  <a:pt x="2887588" y="2875969"/>
                </a:lnTo>
                <a:lnTo>
                  <a:pt x="2908220" y="2880411"/>
                </a:lnTo>
                <a:lnTo>
                  <a:pt x="2908220" y="2764618"/>
                </a:lnTo>
                <a:lnTo>
                  <a:pt x="2887588" y="2759542"/>
                </a:lnTo>
                <a:lnTo>
                  <a:pt x="2866956" y="2754466"/>
                </a:lnTo>
                <a:lnTo>
                  <a:pt x="2846959" y="2748755"/>
                </a:lnTo>
                <a:lnTo>
                  <a:pt x="2827597" y="2743045"/>
                </a:lnTo>
                <a:close/>
                <a:moveTo>
                  <a:pt x="1998663" y="2711450"/>
                </a:moveTo>
                <a:lnTo>
                  <a:pt x="2032589" y="2718179"/>
                </a:lnTo>
                <a:lnTo>
                  <a:pt x="2039311" y="2719781"/>
                </a:lnTo>
                <a:lnTo>
                  <a:pt x="2045072" y="2721383"/>
                </a:lnTo>
                <a:lnTo>
                  <a:pt x="2050513" y="2723306"/>
                </a:lnTo>
                <a:lnTo>
                  <a:pt x="2054674" y="2725228"/>
                </a:lnTo>
                <a:lnTo>
                  <a:pt x="2058834" y="2727791"/>
                </a:lnTo>
                <a:lnTo>
                  <a:pt x="2062675" y="2730034"/>
                </a:lnTo>
                <a:lnTo>
                  <a:pt x="2069716" y="2735161"/>
                </a:lnTo>
                <a:lnTo>
                  <a:pt x="2072597" y="2738045"/>
                </a:lnTo>
                <a:lnTo>
                  <a:pt x="2074517" y="2740287"/>
                </a:lnTo>
                <a:lnTo>
                  <a:pt x="2076118" y="2742851"/>
                </a:lnTo>
                <a:lnTo>
                  <a:pt x="2077398" y="2745734"/>
                </a:lnTo>
                <a:lnTo>
                  <a:pt x="2078038" y="2747977"/>
                </a:lnTo>
                <a:lnTo>
                  <a:pt x="2078038" y="2750861"/>
                </a:lnTo>
                <a:lnTo>
                  <a:pt x="2077718" y="2753104"/>
                </a:lnTo>
                <a:lnTo>
                  <a:pt x="2077078" y="2755988"/>
                </a:lnTo>
                <a:lnTo>
                  <a:pt x="2075478" y="2758231"/>
                </a:lnTo>
                <a:lnTo>
                  <a:pt x="2073877" y="2760794"/>
                </a:lnTo>
                <a:lnTo>
                  <a:pt x="2071317" y="2763037"/>
                </a:lnTo>
                <a:lnTo>
                  <a:pt x="2068756" y="2764959"/>
                </a:lnTo>
                <a:lnTo>
                  <a:pt x="2065876" y="2767522"/>
                </a:lnTo>
                <a:lnTo>
                  <a:pt x="2062355" y="2769445"/>
                </a:lnTo>
                <a:lnTo>
                  <a:pt x="2058194" y="2771047"/>
                </a:lnTo>
                <a:lnTo>
                  <a:pt x="2054354" y="2772649"/>
                </a:lnTo>
                <a:lnTo>
                  <a:pt x="2048272" y="2774572"/>
                </a:lnTo>
                <a:lnTo>
                  <a:pt x="2041871" y="2776174"/>
                </a:lnTo>
                <a:lnTo>
                  <a:pt x="2035790" y="2777776"/>
                </a:lnTo>
                <a:lnTo>
                  <a:pt x="2028429" y="2779057"/>
                </a:lnTo>
                <a:lnTo>
                  <a:pt x="2014026" y="2780659"/>
                </a:lnTo>
                <a:lnTo>
                  <a:pt x="1998663" y="2781300"/>
                </a:lnTo>
                <a:lnTo>
                  <a:pt x="1998663" y="2711450"/>
                </a:lnTo>
                <a:close/>
                <a:moveTo>
                  <a:pt x="3717945" y="2699583"/>
                </a:moveTo>
                <a:lnTo>
                  <a:pt x="3711914" y="2703073"/>
                </a:lnTo>
                <a:lnTo>
                  <a:pt x="3704931" y="2707197"/>
                </a:lnTo>
                <a:lnTo>
                  <a:pt x="3696678" y="2710686"/>
                </a:lnTo>
                <a:lnTo>
                  <a:pt x="3688425" y="2714493"/>
                </a:lnTo>
                <a:lnTo>
                  <a:pt x="3671285" y="2721155"/>
                </a:lnTo>
                <a:lnTo>
                  <a:pt x="3656684" y="2726866"/>
                </a:lnTo>
                <a:lnTo>
                  <a:pt x="3656684" y="2827749"/>
                </a:lnTo>
                <a:lnTo>
                  <a:pt x="3665254" y="2823307"/>
                </a:lnTo>
                <a:lnTo>
                  <a:pt x="3674142" y="2818549"/>
                </a:lnTo>
                <a:lnTo>
                  <a:pt x="3682394" y="2813790"/>
                </a:lnTo>
                <a:lnTo>
                  <a:pt x="3690647" y="2808714"/>
                </a:lnTo>
                <a:lnTo>
                  <a:pt x="3698582" y="2803321"/>
                </a:lnTo>
                <a:lnTo>
                  <a:pt x="3705566" y="2798245"/>
                </a:lnTo>
                <a:lnTo>
                  <a:pt x="3711914" y="2792535"/>
                </a:lnTo>
                <a:lnTo>
                  <a:pt x="3717945" y="2787776"/>
                </a:lnTo>
                <a:lnTo>
                  <a:pt x="3717945" y="2699583"/>
                </a:lnTo>
                <a:close/>
                <a:moveTo>
                  <a:pt x="2490788" y="2694304"/>
                </a:moveTo>
                <a:lnTo>
                  <a:pt x="2490788" y="2826893"/>
                </a:lnTo>
                <a:lnTo>
                  <a:pt x="2490471" y="2827210"/>
                </a:lnTo>
                <a:lnTo>
                  <a:pt x="2489836" y="2835140"/>
                </a:lnTo>
                <a:lnTo>
                  <a:pt x="2489519" y="2839898"/>
                </a:lnTo>
                <a:lnTo>
                  <a:pt x="2488250" y="2844973"/>
                </a:lnTo>
                <a:lnTo>
                  <a:pt x="2487298" y="2849731"/>
                </a:lnTo>
                <a:lnTo>
                  <a:pt x="2485711" y="2854807"/>
                </a:lnTo>
                <a:lnTo>
                  <a:pt x="2483490" y="2859565"/>
                </a:lnTo>
                <a:lnTo>
                  <a:pt x="2481269" y="2864323"/>
                </a:lnTo>
                <a:lnTo>
                  <a:pt x="2479048" y="2869080"/>
                </a:lnTo>
                <a:lnTo>
                  <a:pt x="2475874" y="2873838"/>
                </a:lnTo>
                <a:lnTo>
                  <a:pt x="2472701" y="2878279"/>
                </a:lnTo>
                <a:lnTo>
                  <a:pt x="2469528" y="2883037"/>
                </a:lnTo>
                <a:lnTo>
                  <a:pt x="2465403" y="2887795"/>
                </a:lnTo>
                <a:lnTo>
                  <a:pt x="2461595" y="2892236"/>
                </a:lnTo>
                <a:lnTo>
                  <a:pt x="2453028" y="2901435"/>
                </a:lnTo>
                <a:lnTo>
                  <a:pt x="2443191" y="2909999"/>
                </a:lnTo>
                <a:lnTo>
                  <a:pt x="2432086" y="2918563"/>
                </a:lnTo>
                <a:lnTo>
                  <a:pt x="2419710" y="2926811"/>
                </a:lnTo>
                <a:lnTo>
                  <a:pt x="2406701" y="2934740"/>
                </a:lnTo>
                <a:lnTo>
                  <a:pt x="2393056" y="2942670"/>
                </a:lnTo>
                <a:lnTo>
                  <a:pt x="2378143" y="2950283"/>
                </a:lnTo>
                <a:lnTo>
                  <a:pt x="2362277" y="2957579"/>
                </a:lnTo>
                <a:lnTo>
                  <a:pt x="2345777" y="2964240"/>
                </a:lnTo>
                <a:lnTo>
                  <a:pt x="2328325" y="2970901"/>
                </a:lnTo>
                <a:lnTo>
                  <a:pt x="2309921" y="2977245"/>
                </a:lnTo>
                <a:lnTo>
                  <a:pt x="2290882" y="2983589"/>
                </a:lnTo>
                <a:lnTo>
                  <a:pt x="2270892" y="2989298"/>
                </a:lnTo>
                <a:lnTo>
                  <a:pt x="2250267" y="2994691"/>
                </a:lnTo>
                <a:lnTo>
                  <a:pt x="2229324" y="2999449"/>
                </a:lnTo>
                <a:lnTo>
                  <a:pt x="2207430" y="3004207"/>
                </a:lnTo>
                <a:lnTo>
                  <a:pt x="2184901" y="3008330"/>
                </a:lnTo>
                <a:lnTo>
                  <a:pt x="2162054" y="3012137"/>
                </a:lnTo>
                <a:lnTo>
                  <a:pt x="2138256" y="3015626"/>
                </a:lnTo>
                <a:lnTo>
                  <a:pt x="2113823" y="3018798"/>
                </a:lnTo>
                <a:lnTo>
                  <a:pt x="2089390" y="3021018"/>
                </a:lnTo>
                <a:lnTo>
                  <a:pt x="2064323" y="3023556"/>
                </a:lnTo>
                <a:lnTo>
                  <a:pt x="2038621" y="3025142"/>
                </a:lnTo>
                <a:lnTo>
                  <a:pt x="2012601" y="3026093"/>
                </a:lnTo>
                <a:lnTo>
                  <a:pt x="1986582" y="3027045"/>
                </a:lnTo>
                <a:lnTo>
                  <a:pt x="1959928" y="3027362"/>
                </a:lnTo>
                <a:lnTo>
                  <a:pt x="1932639" y="3027045"/>
                </a:lnTo>
                <a:lnTo>
                  <a:pt x="1905350" y="3026093"/>
                </a:lnTo>
                <a:lnTo>
                  <a:pt x="1879014" y="3025142"/>
                </a:lnTo>
                <a:lnTo>
                  <a:pt x="1852994" y="3022921"/>
                </a:lnTo>
                <a:lnTo>
                  <a:pt x="1827292" y="3021018"/>
                </a:lnTo>
                <a:lnTo>
                  <a:pt x="1802224" y="3018481"/>
                </a:lnTo>
                <a:lnTo>
                  <a:pt x="1777157" y="3015309"/>
                </a:lnTo>
                <a:lnTo>
                  <a:pt x="1753359" y="3011502"/>
                </a:lnTo>
                <a:lnTo>
                  <a:pt x="1729560" y="3007379"/>
                </a:lnTo>
                <a:lnTo>
                  <a:pt x="1706714" y="3002938"/>
                </a:lnTo>
                <a:lnTo>
                  <a:pt x="1684502" y="2998180"/>
                </a:lnTo>
                <a:lnTo>
                  <a:pt x="1662925" y="2993105"/>
                </a:lnTo>
                <a:lnTo>
                  <a:pt x="1641983" y="2987712"/>
                </a:lnTo>
                <a:lnTo>
                  <a:pt x="1622309" y="2981686"/>
                </a:lnTo>
                <a:lnTo>
                  <a:pt x="1602953" y="2975342"/>
                </a:lnTo>
                <a:lnTo>
                  <a:pt x="1584549" y="2968681"/>
                </a:lnTo>
                <a:lnTo>
                  <a:pt x="1566780" y="2961702"/>
                </a:lnTo>
                <a:lnTo>
                  <a:pt x="1550280" y="2954407"/>
                </a:lnTo>
                <a:lnTo>
                  <a:pt x="1534414" y="2947111"/>
                </a:lnTo>
                <a:lnTo>
                  <a:pt x="1519501" y="2939181"/>
                </a:lnTo>
                <a:lnTo>
                  <a:pt x="1505539" y="2930934"/>
                </a:lnTo>
                <a:lnTo>
                  <a:pt x="1493164" y="2922687"/>
                </a:lnTo>
                <a:lnTo>
                  <a:pt x="1481106" y="2913805"/>
                </a:lnTo>
                <a:lnTo>
                  <a:pt x="1470635" y="2904924"/>
                </a:lnTo>
                <a:lnTo>
                  <a:pt x="1465875" y="2900483"/>
                </a:lnTo>
                <a:lnTo>
                  <a:pt x="1461116" y="2895725"/>
                </a:lnTo>
                <a:lnTo>
                  <a:pt x="1456673" y="2891284"/>
                </a:lnTo>
                <a:lnTo>
                  <a:pt x="1452866" y="2886844"/>
                </a:lnTo>
                <a:lnTo>
                  <a:pt x="1449375" y="2882086"/>
                </a:lnTo>
                <a:lnTo>
                  <a:pt x="1445885" y="2877328"/>
                </a:lnTo>
                <a:lnTo>
                  <a:pt x="1442712" y="2872252"/>
                </a:lnTo>
                <a:lnTo>
                  <a:pt x="1439856" y="2867494"/>
                </a:lnTo>
                <a:lnTo>
                  <a:pt x="1437000" y="2862737"/>
                </a:lnTo>
                <a:lnTo>
                  <a:pt x="1435096" y="2857661"/>
                </a:lnTo>
                <a:lnTo>
                  <a:pt x="1433192" y="2852269"/>
                </a:lnTo>
                <a:lnTo>
                  <a:pt x="1431606" y="2847828"/>
                </a:lnTo>
                <a:lnTo>
                  <a:pt x="1430337" y="2842436"/>
                </a:lnTo>
                <a:lnTo>
                  <a:pt x="1429702" y="2837361"/>
                </a:lnTo>
                <a:lnTo>
                  <a:pt x="1429385" y="2832286"/>
                </a:lnTo>
                <a:lnTo>
                  <a:pt x="1428750" y="2827210"/>
                </a:lnTo>
                <a:lnTo>
                  <a:pt x="1428750" y="2700014"/>
                </a:lnTo>
                <a:lnTo>
                  <a:pt x="1429702" y="2705406"/>
                </a:lnTo>
                <a:lnTo>
                  <a:pt x="1430654" y="2711433"/>
                </a:lnTo>
                <a:lnTo>
                  <a:pt x="1432240" y="2716825"/>
                </a:lnTo>
                <a:lnTo>
                  <a:pt x="1434462" y="2722218"/>
                </a:lnTo>
                <a:lnTo>
                  <a:pt x="1436683" y="2728245"/>
                </a:lnTo>
                <a:lnTo>
                  <a:pt x="1439539" y="2733320"/>
                </a:lnTo>
                <a:lnTo>
                  <a:pt x="1442712" y="2739029"/>
                </a:lnTo>
                <a:lnTo>
                  <a:pt x="1446202" y="2744422"/>
                </a:lnTo>
                <a:lnTo>
                  <a:pt x="1449692" y="2749497"/>
                </a:lnTo>
                <a:lnTo>
                  <a:pt x="1454135" y="2755206"/>
                </a:lnTo>
                <a:lnTo>
                  <a:pt x="1458894" y="2760282"/>
                </a:lnTo>
                <a:lnTo>
                  <a:pt x="1463654" y="2765357"/>
                </a:lnTo>
                <a:lnTo>
                  <a:pt x="1468731" y="2770432"/>
                </a:lnTo>
                <a:lnTo>
                  <a:pt x="1474125" y="2775507"/>
                </a:lnTo>
                <a:lnTo>
                  <a:pt x="1480154" y="2780265"/>
                </a:lnTo>
                <a:lnTo>
                  <a:pt x="1480154" y="2879231"/>
                </a:lnTo>
                <a:lnTo>
                  <a:pt x="1482375" y="2882086"/>
                </a:lnTo>
                <a:lnTo>
                  <a:pt x="1484914" y="2884623"/>
                </a:lnTo>
                <a:lnTo>
                  <a:pt x="1491895" y="2890650"/>
                </a:lnTo>
                <a:lnTo>
                  <a:pt x="1500145" y="2896994"/>
                </a:lnTo>
                <a:lnTo>
                  <a:pt x="1509664" y="2903338"/>
                </a:lnTo>
                <a:lnTo>
                  <a:pt x="1519818" y="2909682"/>
                </a:lnTo>
                <a:lnTo>
                  <a:pt x="1530924" y="2915709"/>
                </a:lnTo>
                <a:lnTo>
                  <a:pt x="1542030" y="2921735"/>
                </a:lnTo>
                <a:lnTo>
                  <a:pt x="1553136" y="2926811"/>
                </a:lnTo>
                <a:lnTo>
                  <a:pt x="1553136" y="2824673"/>
                </a:lnTo>
                <a:lnTo>
                  <a:pt x="1569953" y="2832286"/>
                </a:lnTo>
                <a:lnTo>
                  <a:pt x="1587723" y="2839264"/>
                </a:lnTo>
                <a:lnTo>
                  <a:pt x="1606127" y="2846242"/>
                </a:lnTo>
                <a:lnTo>
                  <a:pt x="1625482" y="2852269"/>
                </a:lnTo>
                <a:lnTo>
                  <a:pt x="1625482" y="2953772"/>
                </a:lnTo>
                <a:lnTo>
                  <a:pt x="1642935" y="2958847"/>
                </a:lnTo>
                <a:lnTo>
                  <a:pt x="1661021" y="2963605"/>
                </a:lnTo>
                <a:lnTo>
                  <a:pt x="1679425" y="2968363"/>
                </a:lnTo>
                <a:lnTo>
                  <a:pt x="1698464" y="2972487"/>
                </a:lnTo>
                <a:lnTo>
                  <a:pt x="1698464" y="2871618"/>
                </a:lnTo>
                <a:lnTo>
                  <a:pt x="1716233" y="2875424"/>
                </a:lnTo>
                <a:lnTo>
                  <a:pt x="1734320" y="2878914"/>
                </a:lnTo>
                <a:lnTo>
                  <a:pt x="1752407" y="2882086"/>
                </a:lnTo>
                <a:lnTo>
                  <a:pt x="1771445" y="2885258"/>
                </a:lnTo>
                <a:lnTo>
                  <a:pt x="1771445" y="2985175"/>
                </a:lnTo>
                <a:lnTo>
                  <a:pt x="1789215" y="2987712"/>
                </a:lnTo>
                <a:lnTo>
                  <a:pt x="1807301" y="2989933"/>
                </a:lnTo>
                <a:lnTo>
                  <a:pt x="1825388" y="2991836"/>
                </a:lnTo>
                <a:lnTo>
                  <a:pt x="1843792" y="2993422"/>
                </a:lnTo>
                <a:lnTo>
                  <a:pt x="1843792" y="2893505"/>
                </a:lnTo>
                <a:lnTo>
                  <a:pt x="1861879" y="2895091"/>
                </a:lnTo>
                <a:lnTo>
                  <a:pt x="1880283" y="2896042"/>
                </a:lnTo>
                <a:lnTo>
                  <a:pt x="1898369" y="2896994"/>
                </a:lnTo>
                <a:lnTo>
                  <a:pt x="1916773" y="2897628"/>
                </a:lnTo>
                <a:lnTo>
                  <a:pt x="1916773" y="2997546"/>
                </a:lnTo>
                <a:lnTo>
                  <a:pt x="1938033" y="2997863"/>
                </a:lnTo>
                <a:lnTo>
                  <a:pt x="1959928" y="2998180"/>
                </a:lnTo>
                <a:lnTo>
                  <a:pt x="1989755" y="2997863"/>
                </a:lnTo>
                <a:lnTo>
                  <a:pt x="1989755" y="2898263"/>
                </a:lnTo>
                <a:lnTo>
                  <a:pt x="2018630" y="2896994"/>
                </a:lnTo>
                <a:lnTo>
                  <a:pt x="2046553" y="2895408"/>
                </a:lnTo>
                <a:lnTo>
                  <a:pt x="2074159" y="2893505"/>
                </a:lnTo>
                <a:lnTo>
                  <a:pt x="2101448" y="2890967"/>
                </a:lnTo>
                <a:lnTo>
                  <a:pt x="2128102" y="2887795"/>
                </a:lnTo>
                <a:lnTo>
                  <a:pt x="2154122" y="2883989"/>
                </a:lnTo>
                <a:lnTo>
                  <a:pt x="2179189" y="2879865"/>
                </a:lnTo>
                <a:lnTo>
                  <a:pt x="2204257" y="2875424"/>
                </a:lnTo>
                <a:lnTo>
                  <a:pt x="2228372" y="2870032"/>
                </a:lnTo>
                <a:lnTo>
                  <a:pt x="2251219" y="2864640"/>
                </a:lnTo>
                <a:lnTo>
                  <a:pt x="2273430" y="2858613"/>
                </a:lnTo>
                <a:lnTo>
                  <a:pt x="2294690" y="2851952"/>
                </a:lnTo>
                <a:lnTo>
                  <a:pt x="2315633" y="2845291"/>
                </a:lnTo>
                <a:lnTo>
                  <a:pt x="2335306" y="2838312"/>
                </a:lnTo>
                <a:lnTo>
                  <a:pt x="2354027" y="2830382"/>
                </a:lnTo>
                <a:lnTo>
                  <a:pt x="2371797" y="2822452"/>
                </a:lnTo>
                <a:lnTo>
                  <a:pt x="2371797" y="2924590"/>
                </a:lnTo>
                <a:lnTo>
                  <a:pt x="2379729" y="2921101"/>
                </a:lnTo>
                <a:lnTo>
                  <a:pt x="2387028" y="2916660"/>
                </a:lnTo>
                <a:lnTo>
                  <a:pt x="2394643" y="2912219"/>
                </a:lnTo>
                <a:lnTo>
                  <a:pt x="2401941" y="2907461"/>
                </a:lnTo>
                <a:lnTo>
                  <a:pt x="2409239" y="2902703"/>
                </a:lnTo>
                <a:lnTo>
                  <a:pt x="2415585" y="2898263"/>
                </a:lnTo>
                <a:lnTo>
                  <a:pt x="2421297" y="2893505"/>
                </a:lnTo>
                <a:lnTo>
                  <a:pt x="2426374" y="2889064"/>
                </a:lnTo>
                <a:lnTo>
                  <a:pt x="2426374" y="2791050"/>
                </a:lnTo>
                <a:lnTo>
                  <a:pt x="2433989" y="2785340"/>
                </a:lnTo>
                <a:lnTo>
                  <a:pt x="2440653" y="2779948"/>
                </a:lnTo>
                <a:lnTo>
                  <a:pt x="2447316" y="2774238"/>
                </a:lnTo>
                <a:lnTo>
                  <a:pt x="2453345" y="2768529"/>
                </a:lnTo>
                <a:lnTo>
                  <a:pt x="2459057" y="2762819"/>
                </a:lnTo>
                <a:lnTo>
                  <a:pt x="2464451" y="2757110"/>
                </a:lnTo>
                <a:lnTo>
                  <a:pt x="2469211" y="2751083"/>
                </a:lnTo>
                <a:lnTo>
                  <a:pt x="2473336" y="2744739"/>
                </a:lnTo>
                <a:lnTo>
                  <a:pt x="2477461" y="2739029"/>
                </a:lnTo>
                <a:lnTo>
                  <a:pt x="2480634" y="2732685"/>
                </a:lnTo>
                <a:lnTo>
                  <a:pt x="2483490" y="2726341"/>
                </a:lnTo>
                <a:lnTo>
                  <a:pt x="2486028" y="2719997"/>
                </a:lnTo>
                <a:lnTo>
                  <a:pt x="2487932" y="2713654"/>
                </a:lnTo>
                <a:lnTo>
                  <a:pt x="2489519" y="2707310"/>
                </a:lnTo>
                <a:lnTo>
                  <a:pt x="2490471" y="2700966"/>
                </a:lnTo>
                <a:lnTo>
                  <a:pt x="2490788" y="2694304"/>
                </a:lnTo>
                <a:close/>
                <a:moveTo>
                  <a:pt x="2490470" y="2686155"/>
                </a:moveTo>
                <a:lnTo>
                  <a:pt x="2490788" y="2691795"/>
                </a:lnTo>
                <a:lnTo>
                  <a:pt x="2490470" y="2693988"/>
                </a:lnTo>
                <a:lnTo>
                  <a:pt x="2490470" y="2690542"/>
                </a:lnTo>
                <a:lnTo>
                  <a:pt x="2490470" y="2686155"/>
                </a:lnTo>
                <a:close/>
                <a:moveTo>
                  <a:pt x="2490416" y="2685242"/>
                </a:moveTo>
                <a:lnTo>
                  <a:pt x="2490470" y="2685528"/>
                </a:lnTo>
                <a:lnTo>
                  <a:pt x="2490470" y="2686155"/>
                </a:lnTo>
                <a:lnTo>
                  <a:pt x="2490416" y="2685242"/>
                </a:lnTo>
                <a:close/>
                <a:moveTo>
                  <a:pt x="1427957" y="2683026"/>
                </a:moveTo>
                <a:lnTo>
                  <a:pt x="1427516" y="2686071"/>
                </a:lnTo>
                <a:lnTo>
                  <a:pt x="1427516" y="2690943"/>
                </a:lnTo>
                <a:lnTo>
                  <a:pt x="1427516" y="2693987"/>
                </a:lnTo>
                <a:lnTo>
                  <a:pt x="1427163" y="2692161"/>
                </a:lnTo>
                <a:lnTo>
                  <a:pt x="1427163" y="2686680"/>
                </a:lnTo>
                <a:lnTo>
                  <a:pt x="1427957" y="2683026"/>
                </a:lnTo>
                <a:close/>
                <a:moveTo>
                  <a:pt x="1430338" y="2671762"/>
                </a:moveTo>
                <a:lnTo>
                  <a:pt x="1428927" y="2676633"/>
                </a:lnTo>
                <a:lnTo>
                  <a:pt x="1428221" y="2681809"/>
                </a:lnTo>
                <a:lnTo>
                  <a:pt x="1427957" y="2683026"/>
                </a:lnTo>
                <a:lnTo>
                  <a:pt x="1428221" y="2681200"/>
                </a:lnTo>
                <a:lnTo>
                  <a:pt x="1428927" y="2676329"/>
                </a:lnTo>
                <a:lnTo>
                  <a:pt x="1430338" y="2671762"/>
                </a:lnTo>
                <a:close/>
                <a:moveTo>
                  <a:pt x="2487613" y="2670175"/>
                </a:moveTo>
                <a:lnTo>
                  <a:pt x="2489200" y="2675815"/>
                </a:lnTo>
                <a:lnTo>
                  <a:pt x="2490153" y="2680828"/>
                </a:lnTo>
                <a:lnTo>
                  <a:pt x="2490416" y="2685242"/>
                </a:lnTo>
                <a:lnTo>
                  <a:pt x="2489518" y="2680515"/>
                </a:lnTo>
                <a:lnTo>
                  <a:pt x="2488883" y="2675502"/>
                </a:lnTo>
                <a:lnTo>
                  <a:pt x="2487613" y="2670175"/>
                </a:lnTo>
                <a:close/>
                <a:moveTo>
                  <a:pt x="2665715" y="2659293"/>
                </a:moveTo>
                <a:lnTo>
                  <a:pt x="2665715" y="2777307"/>
                </a:lnTo>
                <a:lnTo>
                  <a:pt x="2668254" y="2780162"/>
                </a:lnTo>
                <a:lnTo>
                  <a:pt x="2671429" y="2783335"/>
                </a:lnTo>
                <a:lnTo>
                  <a:pt x="2678729" y="2789362"/>
                </a:lnTo>
                <a:lnTo>
                  <a:pt x="2687934" y="2796659"/>
                </a:lnTo>
                <a:lnTo>
                  <a:pt x="2698726" y="2803638"/>
                </a:lnTo>
                <a:lnTo>
                  <a:pt x="2710153" y="2810935"/>
                </a:lnTo>
                <a:lnTo>
                  <a:pt x="2722215" y="2817914"/>
                </a:lnTo>
                <a:lnTo>
                  <a:pt x="2734594" y="2824259"/>
                </a:lnTo>
                <a:lnTo>
                  <a:pt x="2746656" y="2829969"/>
                </a:lnTo>
                <a:lnTo>
                  <a:pt x="2746656" y="2711004"/>
                </a:lnTo>
                <a:lnTo>
                  <a:pt x="2734594" y="2705293"/>
                </a:lnTo>
                <a:lnTo>
                  <a:pt x="2723167" y="2699266"/>
                </a:lnTo>
                <a:lnTo>
                  <a:pt x="2712058" y="2692921"/>
                </a:lnTo>
                <a:lnTo>
                  <a:pt x="2701583" y="2686259"/>
                </a:lnTo>
                <a:lnTo>
                  <a:pt x="2691743" y="2679914"/>
                </a:lnTo>
                <a:lnTo>
                  <a:pt x="2682538" y="2673252"/>
                </a:lnTo>
                <a:lnTo>
                  <a:pt x="2673650" y="2666273"/>
                </a:lnTo>
                <a:lnTo>
                  <a:pt x="2665715" y="2659293"/>
                </a:lnTo>
                <a:close/>
                <a:moveTo>
                  <a:pt x="1925638" y="2592387"/>
                </a:moveTo>
                <a:lnTo>
                  <a:pt x="1925638" y="2662237"/>
                </a:lnTo>
                <a:lnTo>
                  <a:pt x="1911407" y="2659674"/>
                </a:lnTo>
                <a:lnTo>
                  <a:pt x="1894963" y="2655829"/>
                </a:lnTo>
                <a:lnTo>
                  <a:pt x="1887057" y="2653907"/>
                </a:lnTo>
                <a:lnTo>
                  <a:pt x="1880100" y="2652304"/>
                </a:lnTo>
                <a:lnTo>
                  <a:pt x="1873459" y="2650062"/>
                </a:lnTo>
                <a:lnTo>
                  <a:pt x="1867451" y="2647498"/>
                </a:lnTo>
                <a:lnTo>
                  <a:pt x="1861442" y="2644935"/>
                </a:lnTo>
                <a:lnTo>
                  <a:pt x="1856383" y="2641090"/>
                </a:lnTo>
                <a:lnTo>
                  <a:pt x="1853220" y="2639168"/>
                </a:lnTo>
                <a:lnTo>
                  <a:pt x="1851007" y="2636925"/>
                </a:lnTo>
                <a:lnTo>
                  <a:pt x="1848793" y="2634041"/>
                </a:lnTo>
                <a:lnTo>
                  <a:pt x="1847844" y="2631798"/>
                </a:lnTo>
                <a:lnTo>
                  <a:pt x="1846579" y="2628914"/>
                </a:lnTo>
                <a:lnTo>
                  <a:pt x="1846263" y="2626671"/>
                </a:lnTo>
                <a:lnTo>
                  <a:pt x="1846263" y="2623788"/>
                </a:lnTo>
                <a:lnTo>
                  <a:pt x="1846579" y="2621224"/>
                </a:lnTo>
                <a:lnTo>
                  <a:pt x="1847528" y="2618661"/>
                </a:lnTo>
                <a:lnTo>
                  <a:pt x="1848477" y="2616098"/>
                </a:lnTo>
                <a:lnTo>
                  <a:pt x="1850374" y="2613855"/>
                </a:lnTo>
                <a:lnTo>
                  <a:pt x="1852588" y="2611292"/>
                </a:lnTo>
                <a:lnTo>
                  <a:pt x="1855118" y="2609369"/>
                </a:lnTo>
                <a:lnTo>
                  <a:pt x="1858280" y="2607447"/>
                </a:lnTo>
                <a:lnTo>
                  <a:pt x="1861759" y="2605524"/>
                </a:lnTo>
                <a:lnTo>
                  <a:pt x="1865870" y="2603922"/>
                </a:lnTo>
                <a:lnTo>
                  <a:pt x="1872194" y="2601359"/>
                </a:lnTo>
                <a:lnTo>
                  <a:pt x="1878835" y="2599436"/>
                </a:lnTo>
                <a:lnTo>
                  <a:pt x="1885792" y="2597834"/>
                </a:lnTo>
                <a:lnTo>
                  <a:pt x="1893382" y="2596232"/>
                </a:lnTo>
                <a:lnTo>
                  <a:pt x="1901288" y="2594951"/>
                </a:lnTo>
                <a:lnTo>
                  <a:pt x="1909194" y="2593989"/>
                </a:lnTo>
                <a:lnTo>
                  <a:pt x="1925638" y="2592387"/>
                </a:lnTo>
                <a:close/>
                <a:moveTo>
                  <a:pt x="3178346" y="2558733"/>
                </a:moveTo>
                <a:lnTo>
                  <a:pt x="3178346" y="2673668"/>
                </a:lnTo>
                <a:lnTo>
                  <a:pt x="3201835" y="2674303"/>
                </a:lnTo>
                <a:lnTo>
                  <a:pt x="3225959" y="2674303"/>
                </a:lnTo>
                <a:lnTo>
                  <a:pt x="3258970" y="2673986"/>
                </a:lnTo>
                <a:lnTo>
                  <a:pt x="3258970" y="2559368"/>
                </a:lnTo>
                <a:lnTo>
                  <a:pt x="3225641" y="2559686"/>
                </a:lnTo>
                <a:lnTo>
                  <a:pt x="3201835" y="2559368"/>
                </a:lnTo>
                <a:lnTo>
                  <a:pt x="3178346" y="2558733"/>
                </a:lnTo>
                <a:close/>
                <a:moveTo>
                  <a:pt x="2609850" y="2552700"/>
                </a:moveTo>
                <a:lnTo>
                  <a:pt x="2613342" y="2559045"/>
                </a:lnTo>
                <a:lnTo>
                  <a:pt x="2617468" y="2564438"/>
                </a:lnTo>
                <a:lnTo>
                  <a:pt x="2621594" y="2570466"/>
                </a:lnTo>
                <a:lnTo>
                  <a:pt x="2626038" y="2576176"/>
                </a:lnTo>
                <a:lnTo>
                  <a:pt x="2631117" y="2581886"/>
                </a:lnTo>
                <a:lnTo>
                  <a:pt x="2635878" y="2587280"/>
                </a:lnTo>
                <a:lnTo>
                  <a:pt x="2641274" y="2592673"/>
                </a:lnTo>
                <a:lnTo>
                  <a:pt x="2646988" y="2598383"/>
                </a:lnTo>
                <a:lnTo>
                  <a:pt x="2658732" y="2608535"/>
                </a:lnTo>
                <a:lnTo>
                  <a:pt x="2671746" y="2618686"/>
                </a:lnTo>
                <a:lnTo>
                  <a:pt x="2685712" y="2628204"/>
                </a:lnTo>
                <a:lnTo>
                  <a:pt x="2700631" y="2637721"/>
                </a:lnTo>
                <a:lnTo>
                  <a:pt x="2715867" y="2646921"/>
                </a:lnTo>
                <a:lnTo>
                  <a:pt x="2732372" y="2655486"/>
                </a:lnTo>
                <a:lnTo>
                  <a:pt x="2749830" y="2663735"/>
                </a:lnTo>
                <a:lnTo>
                  <a:pt x="2767923" y="2671666"/>
                </a:lnTo>
                <a:lnTo>
                  <a:pt x="2786650" y="2679280"/>
                </a:lnTo>
                <a:lnTo>
                  <a:pt x="2805695" y="2686576"/>
                </a:lnTo>
                <a:lnTo>
                  <a:pt x="2826009" y="2693238"/>
                </a:lnTo>
                <a:lnTo>
                  <a:pt x="2846959" y="2699583"/>
                </a:lnTo>
                <a:lnTo>
                  <a:pt x="2867591" y="2705611"/>
                </a:lnTo>
                <a:lnTo>
                  <a:pt x="2889492" y="2711321"/>
                </a:lnTo>
                <a:lnTo>
                  <a:pt x="2912029" y="2716714"/>
                </a:lnTo>
                <a:lnTo>
                  <a:pt x="2934248" y="2721790"/>
                </a:lnTo>
                <a:lnTo>
                  <a:pt x="2957102" y="2725914"/>
                </a:lnTo>
                <a:lnTo>
                  <a:pt x="2980908" y="2730355"/>
                </a:lnTo>
                <a:lnTo>
                  <a:pt x="3004396" y="2733845"/>
                </a:lnTo>
                <a:lnTo>
                  <a:pt x="3028203" y="2737335"/>
                </a:lnTo>
                <a:lnTo>
                  <a:pt x="3052644" y="2740190"/>
                </a:lnTo>
                <a:lnTo>
                  <a:pt x="3077084" y="2743045"/>
                </a:lnTo>
                <a:lnTo>
                  <a:pt x="3101525" y="2744949"/>
                </a:lnTo>
                <a:lnTo>
                  <a:pt x="3125966" y="2746852"/>
                </a:lnTo>
                <a:lnTo>
                  <a:pt x="3150725" y="2748121"/>
                </a:lnTo>
                <a:lnTo>
                  <a:pt x="3175800" y="2749390"/>
                </a:lnTo>
                <a:lnTo>
                  <a:pt x="3200559" y="2750024"/>
                </a:lnTo>
                <a:lnTo>
                  <a:pt x="3225317" y="2750024"/>
                </a:lnTo>
                <a:lnTo>
                  <a:pt x="3246266" y="2750024"/>
                </a:lnTo>
                <a:lnTo>
                  <a:pt x="3267216" y="2749707"/>
                </a:lnTo>
                <a:lnTo>
                  <a:pt x="3288165" y="2748755"/>
                </a:lnTo>
                <a:lnTo>
                  <a:pt x="3308797" y="2747804"/>
                </a:lnTo>
                <a:lnTo>
                  <a:pt x="3329429" y="2746535"/>
                </a:lnTo>
                <a:lnTo>
                  <a:pt x="3350378" y="2744949"/>
                </a:lnTo>
                <a:lnTo>
                  <a:pt x="3371010" y="2743362"/>
                </a:lnTo>
                <a:lnTo>
                  <a:pt x="3391325" y="2741459"/>
                </a:lnTo>
                <a:lnTo>
                  <a:pt x="3411957" y="2738921"/>
                </a:lnTo>
                <a:lnTo>
                  <a:pt x="3431954" y="2736383"/>
                </a:lnTo>
                <a:lnTo>
                  <a:pt x="3451951" y="2733528"/>
                </a:lnTo>
                <a:lnTo>
                  <a:pt x="3471948" y="2730355"/>
                </a:lnTo>
                <a:lnTo>
                  <a:pt x="3491628" y="2726866"/>
                </a:lnTo>
                <a:lnTo>
                  <a:pt x="3510990" y="2723376"/>
                </a:lnTo>
                <a:lnTo>
                  <a:pt x="3530035" y="2719252"/>
                </a:lnTo>
                <a:lnTo>
                  <a:pt x="3548763" y="2715128"/>
                </a:lnTo>
                <a:lnTo>
                  <a:pt x="3567173" y="2710369"/>
                </a:lnTo>
                <a:lnTo>
                  <a:pt x="3585265" y="2705611"/>
                </a:lnTo>
                <a:lnTo>
                  <a:pt x="3603041" y="2700852"/>
                </a:lnTo>
                <a:lnTo>
                  <a:pt x="3620498" y="2695142"/>
                </a:lnTo>
                <a:lnTo>
                  <a:pt x="3637004" y="2689749"/>
                </a:lnTo>
                <a:lnTo>
                  <a:pt x="3653510" y="2683721"/>
                </a:lnTo>
                <a:lnTo>
                  <a:pt x="3669698" y="2678011"/>
                </a:lnTo>
                <a:lnTo>
                  <a:pt x="3685251" y="2671349"/>
                </a:lnTo>
                <a:lnTo>
                  <a:pt x="3700170" y="2665004"/>
                </a:lnTo>
                <a:lnTo>
                  <a:pt x="3714770" y="2657707"/>
                </a:lnTo>
                <a:lnTo>
                  <a:pt x="3728419" y="2650728"/>
                </a:lnTo>
                <a:lnTo>
                  <a:pt x="3741751" y="2643114"/>
                </a:lnTo>
                <a:lnTo>
                  <a:pt x="3754765" y="2635818"/>
                </a:lnTo>
                <a:lnTo>
                  <a:pt x="3767144" y="2627886"/>
                </a:lnTo>
                <a:lnTo>
                  <a:pt x="3778571" y="2619638"/>
                </a:lnTo>
                <a:lnTo>
                  <a:pt x="3789363" y="2611073"/>
                </a:lnTo>
                <a:lnTo>
                  <a:pt x="3789363" y="2718935"/>
                </a:lnTo>
                <a:lnTo>
                  <a:pt x="3788728" y="2718935"/>
                </a:lnTo>
                <a:lnTo>
                  <a:pt x="3788411" y="2728135"/>
                </a:lnTo>
                <a:lnTo>
                  <a:pt x="3787776" y="2733528"/>
                </a:lnTo>
                <a:lnTo>
                  <a:pt x="3786506" y="2738921"/>
                </a:lnTo>
                <a:lnTo>
                  <a:pt x="3785237" y="2744314"/>
                </a:lnTo>
                <a:lnTo>
                  <a:pt x="3783332" y="2749707"/>
                </a:lnTo>
                <a:lnTo>
                  <a:pt x="3781428" y="2755100"/>
                </a:lnTo>
                <a:lnTo>
                  <a:pt x="3778571" y="2760811"/>
                </a:lnTo>
                <a:lnTo>
                  <a:pt x="3775714" y="2765886"/>
                </a:lnTo>
                <a:lnTo>
                  <a:pt x="3772540" y="2770962"/>
                </a:lnTo>
                <a:lnTo>
                  <a:pt x="3769048" y="2776355"/>
                </a:lnTo>
                <a:lnTo>
                  <a:pt x="3765557" y="2781749"/>
                </a:lnTo>
                <a:lnTo>
                  <a:pt x="3761113" y="2786824"/>
                </a:lnTo>
                <a:lnTo>
                  <a:pt x="3756987" y="2791583"/>
                </a:lnTo>
                <a:lnTo>
                  <a:pt x="3752226" y="2796659"/>
                </a:lnTo>
                <a:lnTo>
                  <a:pt x="3747147" y="2801735"/>
                </a:lnTo>
                <a:lnTo>
                  <a:pt x="3741433" y="2806493"/>
                </a:lnTo>
                <a:lnTo>
                  <a:pt x="3736037" y="2811252"/>
                </a:lnTo>
                <a:lnTo>
                  <a:pt x="3723658" y="2820769"/>
                </a:lnTo>
                <a:lnTo>
                  <a:pt x="3710327" y="2829969"/>
                </a:lnTo>
                <a:lnTo>
                  <a:pt x="3696043" y="2838852"/>
                </a:lnTo>
                <a:lnTo>
                  <a:pt x="3680490" y="2847418"/>
                </a:lnTo>
                <a:lnTo>
                  <a:pt x="3663667" y="2855983"/>
                </a:lnTo>
                <a:lnTo>
                  <a:pt x="3646526" y="2863914"/>
                </a:lnTo>
                <a:lnTo>
                  <a:pt x="3627799" y="2871845"/>
                </a:lnTo>
                <a:lnTo>
                  <a:pt x="3608754" y="2879459"/>
                </a:lnTo>
                <a:lnTo>
                  <a:pt x="3588122" y="2886121"/>
                </a:lnTo>
                <a:lnTo>
                  <a:pt x="3566855" y="2892783"/>
                </a:lnTo>
                <a:lnTo>
                  <a:pt x="3544636" y="2899128"/>
                </a:lnTo>
                <a:lnTo>
                  <a:pt x="3522417" y="2905473"/>
                </a:lnTo>
                <a:lnTo>
                  <a:pt x="3498611" y="2910866"/>
                </a:lnTo>
                <a:lnTo>
                  <a:pt x="3474170" y="2915942"/>
                </a:lnTo>
                <a:lnTo>
                  <a:pt x="3449412" y="2920383"/>
                </a:lnTo>
                <a:lnTo>
                  <a:pt x="3423701" y="2924824"/>
                </a:lnTo>
                <a:lnTo>
                  <a:pt x="3397356" y="2928631"/>
                </a:lnTo>
                <a:lnTo>
                  <a:pt x="3370376" y="2931804"/>
                </a:lnTo>
                <a:lnTo>
                  <a:pt x="3343395" y="2934976"/>
                </a:lnTo>
                <a:lnTo>
                  <a:pt x="3315146" y="2937197"/>
                </a:lnTo>
                <a:lnTo>
                  <a:pt x="3286896" y="2938783"/>
                </a:lnTo>
                <a:lnTo>
                  <a:pt x="3258011" y="2940369"/>
                </a:lnTo>
                <a:lnTo>
                  <a:pt x="3228491" y="2941321"/>
                </a:lnTo>
                <a:lnTo>
                  <a:pt x="3198972" y="2941638"/>
                </a:lnTo>
                <a:lnTo>
                  <a:pt x="3168500" y="2941321"/>
                </a:lnTo>
                <a:lnTo>
                  <a:pt x="3138663" y="2940369"/>
                </a:lnTo>
                <a:lnTo>
                  <a:pt x="3109143" y="2938783"/>
                </a:lnTo>
                <a:lnTo>
                  <a:pt x="3080259" y="2936880"/>
                </a:lnTo>
                <a:lnTo>
                  <a:pt x="3051374" y="2934659"/>
                </a:lnTo>
                <a:lnTo>
                  <a:pt x="3023441" y="2931487"/>
                </a:lnTo>
                <a:lnTo>
                  <a:pt x="2996144" y="2927997"/>
                </a:lnTo>
                <a:lnTo>
                  <a:pt x="2969481" y="2923873"/>
                </a:lnTo>
                <a:lnTo>
                  <a:pt x="2943453" y="2919431"/>
                </a:lnTo>
                <a:lnTo>
                  <a:pt x="2917742" y="2914355"/>
                </a:lnTo>
                <a:lnTo>
                  <a:pt x="2892984" y="2909280"/>
                </a:lnTo>
                <a:lnTo>
                  <a:pt x="2869178" y="2903252"/>
                </a:lnTo>
                <a:lnTo>
                  <a:pt x="2846007" y="2897224"/>
                </a:lnTo>
                <a:lnTo>
                  <a:pt x="2823470" y="2890880"/>
                </a:lnTo>
                <a:lnTo>
                  <a:pt x="2802203" y="2883583"/>
                </a:lnTo>
                <a:lnTo>
                  <a:pt x="2781889" y="2876286"/>
                </a:lnTo>
                <a:lnTo>
                  <a:pt x="2762527" y="2868673"/>
                </a:lnTo>
                <a:lnTo>
                  <a:pt x="2743799" y="2860424"/>
                </a:lnTo>
                <a:lnTo>
                  <a:pt x="2726024" y="2852176"/>
                </a:lnTo>
                <a:lnTo>
                  <a:pt x="2709518" y="2843611"/>
                </a:lnTo>
                <a:lnTo>
                  <a:pt x="2694600" y="2834411"/>
                </a:lnTo>
                <a:lnTo>
                  <a:pt x="2679999" y="2824893"/>
                </a:lnTo>
                <a:lnTo>
                  <a:pt x="2666985" y="2815376"/>
                </a:lnTo>
                <a:lnTo>
                  <a:pt x="2660954" y="2810935"/>
                </a:lnTo>
                <a:lnTo>
                  <a:pt x="2655240" y="2805542"/>
                </a:lnTo>
                <a:lnTo>
                  <a:pt x="2650162" y="2800466"/>
                </a:lnTo>
                <a:lnTo>
                  <a:pt x="2645083" y="2795390"/>
                </a:lnTo>
                <a:lnTo>
                  <a:pt x="2639687" y="2790314"/>
                </a:lnTo>
                <a:lnTo>
                  <a:pt x="2635561" y="2785238"/>
                </a:lnTo>
                <a:lnTo>
                  <a:pt x="2631434" y="2780162"/>
                </a:lnTo>
                <a:lnTo>
                  <a:pt x="2627625" y="2774452"/>
                </a:lnTo>
                <a:lnTo>
                  <a:pt x="2624134" y="2769376"/>
                </a:lnTo>
                <a:lnTo>
                  <a:pt x="2620960" y="2763983"/>
                </a:lnTo>
                <a:lnTo>
                  <a:pt x="2618103" y="2758273"/>
                </a:lnTo>
                <a:lnTo>
                  <a:pt x="2615881" y="2752880"/>
                </a:lnTo>
                <a:lnTo>
                  <a:pt x="2613659" y="2747169"/>
                </a:lnTo>
                <a:lnTo>
                  <a:pt x="2612072" y="2741776"/>
                </a:lnTo>
                <a:lnTo>
                  <a:pt x="2610485" y="2736383"/>
                </a:lnTo>
                <a:lnTo>
                  <a:pt x="2609850" y="2730355"/>
                </a:lnTo>
                <a:lnTo>
                  <a:pt x="2609215" y="2724962"/>
                </a:lnTo>
                <a:lnTo>
                  <a:pt x="2609215" y="2718935"/>
                </a:lnTo>
                <a:lnTo>
                  <a:pt x="2608580" y="2719252"/>
                </a:lnTo>
                <a:lnTo>
                  <a:pt x="2608580" y="2573004"/>
                </a:lnTo>
                <a:lnTo>
                  <a:pt x="2608263" y="2569197"/>
                </a:lnTo>
                <a:lnTo>
                  <a:pt x="2608580" y="2560949"/>
                </a:lnTo>
                <a:lnTo>
                  <a:pt x="2609850" y="2552700"/>
                </a:lnTo>
                <a:close/>
                <a:moveTo>
                  <a:pt x="3016148" y="2544763"/>
                </a:moveTo>
                <a:lnTo>
                  <a:pt x="3016148" y="2660333"/>
                </a:lnTo>
                <a:lnTo>
                  <a:pt x="3035827" y="2662556"/>
                </a:lnTo>
                <a:lnTo>
                  <a:pt x="3056142" y="2665096"/>
                </a:lnTo>
                <a:lnTo>
                  <a:pt x="3076456" y="2667318"/>
                </a:lnTo>
                <a:lnTo>
                  <a:pt x="3097406" y="2669223"/>
                </a:lnTo>
                <a:lnTo>
                  <a:pt x="3097406" y="2553971"/>
                </a:lnTo>
                <a:lnTo>
                  <a:pt x="3076456" y="2552066"/>
                </a:lnTo>
                <a:lnTo>
                  <a:pt x="3056142" y="2549843"/>
                </a:lnTo>
                <a:lnTo>
                  <a:pt x="3035827" y="2547303"/>
                </a:lnTo>
                <a:lnTo>
                  <a:pt x="3016148" y="2544763"/>
                </a:lnTo>
                <a:close/>
                <a:moveTo>
                  <a:pt x="1938656" y="2540386"/>
                </a:moveTo>
                <a:lnTo>
                  <a:pt x="1936433" y="2540705"/>
                </a:lnTo>
                <a:lnTo>
                  <a:pt x="1933576" y="2540705"/>
                </a:lnTo>
                <a:lnTo>
                  <a:pt x="1931036" y="2541342"/>
                </a:lnTo>
                <a:lnTo>
                  <a:pt x="1929130" y="2542299"/>
                </a:lnTo>
                <a:lnTo>
                  <a:pt x="1927543" y="2542936"/>
                </a:lnTo>
                <a:lnTo>
                  <a:pt x="1926273" y="2543892"/>
                </a:lnTo>
                <a:lnTo>
                  <a:pt x="1925638" y="2545167"/>
                </a:lnTo>
                <a:lnTo>
                  <a:pt x="1925320" y="2546123"/>
                </a:lnTo>
                <a:lnTo>
                  <a:pt x="1925320" y="2565247"/>
                </a:lnTo>
                <a:lnTo>
                  <a:pt x="1910398" y="2566522"/>
                </a:lnTo>
                <a:lnTo>
                  <a:pt x="1895158" y="2568116"/>
                </a:lnTo>
                <a:lnTo>
                  <a:pt x="1881188" y="2570028"/>
                </a:lnTo>
                <a:lnTo>
                  <a:pt x="1867218" y="2572897"/>
                </a:lnTo>
                <a:lnTo>
                  <a:pt x="1853883" y="2575447"/>
                </a:lnTo>
                <a:lnTo>
                  <a:pt x="1841183" y="2578634"/>
                </a:lnTo>
                <a:lnTo>
                  <a:pt x="1829436" y="2582778"/>
                </a:lnTo>
                <a:lnTo>
                  <a:pt x="1818323" y="2586602"/>
                </a:lnTo>
                <a:lnTo>
                  <a:pt x="1810703" y="2590108"/>
                </a:lnTo>
                <a:lnTo>
                  <a:pt x="1803718" y="2594252"/>
                </a:lnTo>
                <a:lnTo>
                  <a:pt x="1797368" y="2598077"/>
                </a:lnTo>
                <a:lnTo>
                  <a:pt x="1791970" y="2601902"/>
                </a:lnTo>
                <a:lnTo>
                  <a:pt x="1787208" y="2606045"/>
                </a:lnTo>
                <a:lnTo>
                  <a:pt x="1783398" y="2610507"/>
                </a:lnTo>
                <a:lnTo>
                  <a:pt x="1780223" y="2614651"/>
                </a:lnTo>
                <a:lnTo>
                  <a:pt x="1777683" y="2619113"/>
                </a:lnTo>
                <a:lnTo>
                  <a:pt x="1776096" y="2623894"/>
                </a:lnTo>
                <a:lnTo>
                  <a:pt x="1775460" y="2628038"/>
                </a:lnTo>
                <a:lnTo>
                  <a:pt x="1775460" y="2632500"/>
                </a:lnTo>
                <a:lnTo>
                  <a:pt x="1776096" y="2637281"/>
                </a:lnTo>
                <a:lnTo>
                  <a:pt x="1777683" y="2641743"/>
                </a:lnTo>
                <a:lnTo>
                  <a:pt x="1780223" y="2645887"/>
                </a:lnTo>
                <a:lnTo>
                  <a:pt x="1783716" y="2650349"/>
                </a:lnTo>
                <a:lnTo>
                  <a:pt x="1787526" y="2654811"/>
                </a:lnTo>
                <a:lnTo>
                  <a:pt x="1792288" y="2658317"/>
                </a:lnTo>
                <a:lnTo>
                  <a:pt x="1797368" y="2661823"/>
                </a:lnTo>
                <a:lnTo>
                  <a:pt x="1803400" y="2665329"/>
                </a:lnTo>
                <a:lnTo>
                  <a:pt x="1809750" y="2668517"/>
                </a:lnTo>
                <a:lnTo>
                  <a:pt x="1816736" y="2671704"/>
                </a:lnTo>
                <a:lnTo>
                  <a:pt x="1824356" y="2674573"/>
                </a:lnTo>
                <a:lnTo>
                  <a:pt x="1832610" y="2677441"/>
                </a:lnTo>
                <a:lnTo>
                  <a:pt x="1840866" y="2679354"/>
                </a:lnTo>
                <a:lnTo>
                  <a:pt x="1872933" y="2686047"/>
                </a:lnTo>
                <a:lnTo>
                  <a:pt x="1925320" y="2696565"/>
                </a:lnTo>
                <a:lnTo>
                  <a:pt x="1925320" y="2778798"/>
                </a:lnTo>
                <a:lnTo>
                  <a:pt x="1911668" y="2777204"/>
                </a:lnTo>
                <a:lnTo>
                  <a:pt x="1899603" y="2774973"/>
                </a:lnTo>
                <a:lnTo>
                  <a:pt x="1885316" y="2772742"/>
                </a:lnTo>
                <a:lnTo>
                  <a:pt x="1870393" y="2769236"/>
                </a:lnTo>
                <a:lnTo>
                  <a:pt x="1856740" y="2765093"/>
                </a:lnTo>
                <a:lnTo>
                  <a:pt x="1844676" y="2760949"/>
                </a:lnTo>
                <a:lnTo>
                  <a:pt x="1841183" y="2759674"/>
                </a:lnTo>
                <a:lnTo>
                  <a:pt x="1838008" y="2758399"/>
                </a:lnTo>
                <a:lnTo>
                  <a:pt x="1835786" y="2757443"/>
                </a:lnTo>
                <a:lnTo>
                  <a:pt x="1835150" y="2756805"/>
                </a:lnTo>
                <a:lnTo>
                  <a:pt x="1831658" y="2754893"/>
                </a:lnTo>
                <a:lnTo>
                  <a:pt x="1829753" y="2753618"/>
                </a:lnTo>
                <a:lnTo>
                  <a:pt x="1827848" y="2752662"/>
                </a:lnTo>
                <a:lnTo>
                  <a:pt x="1822768" y="2751387"/>
                </a:lnTo>
                <a:lnTo>
                  <a:pt x="1817688" y="2750431"/>
                </a:lnTo>
                <a:lnTo>
                  <a:pt x="1811656" y="2750112"/>
                </a:lnTo>
                <a:lnTo>
                  <a:pt x="1805623" y="2751068"/>
                </a:lnTo>
                <a:lnTo>
                  <a:pt x="1799908" y="2751706"/>
                </a:lnTo>
                <a:lnTo>
                  <a:pt x="1793876" y="2752981"/>
                </a:lnTo>
                <a:lnTo>
                  <a:pt x="1787843" y="2754893"/>
                </a:lnTo>
                <a:lnTo>
                  <a:pt x="1782763" y="2756805"/>
                </a:lnTo>
                <a:lnTo>
                  <a:pt x="1778636" y="2759355"/>
                </a:lnTo>
                <a:lnTo>
                  <a:pt x="1774508" y="2761586"/>
                </a:lnTo>
                <a:lnTo>
                  <a:pt x="1771650" y="2764455"/>
                </a:lnTo>
                <a:lnTo>
                  <a:pt x="1770698" y="2765730"/>
                </a:lnTo>
                <a:lnTo>
                  <a:pt x="1769746" y="2766686"/>
                </a:lnTo>
                <a:lnTo>
                  <a:pt x="1769428" y="2767961"/>
                </a:lnTo>
                <a:lnTo>
                  <a:pt x="1769428" y="2769555"/>
                </a:lnTo>
                <a:lnTo>
                  <a:pt x="1769428" y="2770830"/>
                </a:lnTo>
                <a:lnTo>
                  <a:pt x="1770380" y="2772105"/>
                </a:lnTo>
                <a:lnTo>
                  <a:pt x="1771016" y="2773061"/>
                </a:lnTo>
                <a:lnTo>
                  <a:pt x="1772603" y="2774336"/>
                </a:lnTo>
                <a:lnTo>
                  <a:pt x="1778000" y="2777842"/>
                </a:lnTo>
                <a:lnTo>
                  <a:pt x="1784668" y="2781348"/>
                </a:lnTo>
                <a:lnTo>
                  <a:pt x="1791970" y="2784535"/>
                </a:lnTo>
                <a:lnTo>
                  <a:pt x="1799273" y="2787723"/>
                </a:lnTo>
                <a:lnTo>
                  <a:pt x="1807846" y="2790591"/>
                </a:lnTo>
                <a:lnTo>
                  <a:pt x="1816418" y="2792822"/>
                </a:lnTo>
                <a:lnTo>
                  <a:pt x="1825943" y="2795691"/>
                </a:lnTo>
                <a:lnTo>
                  <a:pt x="1835786" y="2797603"/>
                </a:lnTo>
                <a:lnTo>
                  <a:pt x="1845946" y="2799516"/>
                </a:lnTo>
                <a:lnTo>
                  <a:pt x="1856740" y="2801747"/>
                </a:lnTo>
                <a:lnTo>
                  <a:pt x="1878648" y="2804934"/>
                </a:lnTo>
                <a:lnTo>
                  <a:pt x="1901508" y="2806846"/>
                </a:lnTo>
                <a:lnTo>
                  <a:pt x="1925320" y="2808440"/>
                </a:lnTo>
                <a:lnTo>
                  <a:pt x="1925320" y="2827245"/>
                </a:lnTo>
                <a:lnTo>
                  <a:pt x="1925638" y="2828520"/>
                </a:lnTo>
                <a:lnTo>
                  <a:pt x="1926273" y="2829476"/>
                </a:lnTo>
                <a:lnTo>
                  <a:pt x="1927543" y="2830433"/>
                </a:lnTo>
                <a:lnTo>
                  <a:pt x="1929130" y="2831389"/>
                </a:lnTo>
                <a:lnTo>
                  <a:pt x="1931036" y="2832026"/>
                </a:lnTo>
                <a:lnTo>
                  <a:pt x="1933576" y="2832664"/>
                </a:lnTo>
                <a:lnTo>
                  <a:pt x="1938656" y="2832982"/>
                </a:lnTo>
                <a:lnTo>
                  <a:pt x="1985328" y="2832982"/>
                </a:lnTo>
                <a:lnTo>
                  <a:pt x="1990726" y="2832664"/>
                </a:lnTo>
                <a:lnTo>
                  <a:pt x="1992630" y="2832026"/>
                </a:lnTo>
                <a:lnTo>
                  <a:pt x="1995170" y="2831389"/>
                </a:lnTo>
                <a:lnTo>
                  <a:pt x="1996758" y="2830433"/>
                </a:lnTo>
                <a:lnTo>
                  <a:pt x="1997710" y="2829476"/>
                </a:lnTo>
                <a:lnTo>
                  <a:pt x="1998663" y="2828520"/>
                </a:lnTo>
                <a:lnTo>
                  <a:pt x="1998980" y="2827245"/>
                </a:lnTo>
                <a:lnTo>
                  <a:pt x="1998980" y="2808121"/>
                </a:lnTo>
                <a:lnTo>
                  <a:pt x="2013586" y="2806846"/>
                </a:lnTo>
                <a:lnTo>
                  <a:pt x="2027873" y="2805572"/>
                </a:lnTo>
                <a:lnTo>
                  <a:pt x="2041526" y="2803978"/>
                </a:lnTo>
                <a:lnTo>
                  <a:pt x="2054543" y="2801747"/>
                </a:lnTo>
                <a:lnTo>
                  <a:pt x="2067243" y="2799197"/>
                </a:lnTo>
                <a:lnTo>
                  <a:pt x="2078673" y="2796966"/>
                </a:lnTo>
                <a:lnTo>
                  <a:pt x="2089786" y="2793778"/>
                </a:lnTo>
                <a:lnTo>
                  <a:pt x="2099310" y="2790272"/>
                </a:lnTo>
                <a:lnTo>
                  <a:pt x="2106930" y="2787085"/>
                </a:lnTo>
                <a:lnTo>
                  <a:pt x="2114233" y="2783898"/>
                </a:lnTo>
                <a:lnTo>
                  <a:pt x="2120900" y="2779754"/>
                </a:lnTo>
                <a:lnTo>
                  <a:pt x="2126933" y="2776248"/>
                </a:lnTo>
                <a:lnTo>
                  <a:pt x="2132013" y="2772423"/>
                </a:lnTo>
                <a:lnTo>
                  <a:pt x="2136776" y="2768280"/>
                </a:lnTo>
                <a:lnTo>
                  <a:pt x="2140586" y="2764136"/>
                </a:lnTo>
                <a:lnTo>
                  <a:pt x="2143760" y="2759674"/>
                </a:lnTo>
                <a:lnTo>
                  <a:pt x="2145983" y="2755212"/>
                </a:lnTo>
                <a:lnTo>
                  <a:pt x="2147570" y="2751068"/>
                </a:lnTo>
                <a:lnTo>
                  <a:pt x="2148840" y="2746606"/>
                </a:lnTo>
                <a:lnTo>
                  <a:pt x="2149158" y="2742144"/>
                </a:lnTo>
                <a:lnTo>
                  <a:pt x="2148523" y="2737363"/>
                </a:lnTo>
                <a:lnTo>
                  <a:pt x="2147253" y="2733219"/>
                </a:lnTo>
                <a:lnTo>
                  <a:pt x="2145030" y="2728757"/>
                </a:lnTo>
                <a:lnTo>
                  <a:pt x="2141856" y="2723976"/>
                </a:lnTo>
                <a:lnTo>
                  <a:pt x="2140268" y="2721745"/>
                </a:lnTo>
                <a:lnTo>
                  <a:pt x="2137728" y="2719833"/>
                </a:lnTo>
                <a:lnTo>
                  <a:pt x="2132648" y="2715370"/>
                </a:lnTo>
                <a:lnTo>
                  <a:pt x="2126298" y="2711227"/>
                </a:lnTo>
                <a:lnTo>
                  <a:pt x="2119630" y="2707721"/>
                </a:lnTo>
                <a:lnTo>
                  <a:pt x="2111693" y="2704215"/>
                </a:lnTo>
                <a:lnTo>
                  <a:pt x="2103438" y="2701027"/>
                </a:lnTo>
                <a:lnTo>
                  <a:pt x="2094548" y="2697840"/>
                </a:lnTo>
                <a:lnTo>
                  <a:pt x="2084706" y="2694653"/>
                </a:lnTo>
                <a:lnTo>
                  <a:pt x="2074863" y="2692103"/>
                </a:lnTo>
                <a:lnTo>
                  <a:pt x="2064068" y="2689553"/>
                </a:lnTo>
                <a:lnTo>
                  <a:pt x="2042796" y="2684772"/>
                </a:lnTo>
                <a:lnTo>
                  <a:pt x="2020570" y="2680310"/>
                </a:lnTo>
                <a:lnTo>
                  <a:pt x="1998980" y="2676485"/>
                </a:lnTo>
                <a:lnTo>
                  <a:pt x="1998980" y="2594571"/>
                </a:lnTo>
                <a:lnTo>
                  <a:pt x="2018030" y="2596802"/>
                </a:lnTo>
                <a:lnTo>
                  <a:pt x="2025016" y="2598077"/>
                </a:lnTo>
                <a:lnTo>
                  <a:pt x="2032000" y="2599670"/>
                </a:lnTo>
                <a:lnTo>
                  <a:pt x="2047240" y="2603495"/>
                </a:lnTo>
                <a:lnTo>
                  <a:pt x="2061846" y="2607958"/>
                </a:lnTo>
                <a:lnTo>
                  <a:pt x="2073593" y="2612420"/>
                </a:lnTo>
                <a:lnTo>
                  <a:pt x="2080260" y="2614970"/>
                </a:lnTo>
                <a:lnTo>
                  <a:pt x="2082483" y="2616245"/>
                </a:lnTo>
                <a:lnTo>
                  <a:pt x="2083118" y="2616245"/>
                </a:lnTo>
                <a:lnTo>
                  <a:pt x="2086610" y="2618794"/>
                </a:lnTo>
                <a:lnTo>
                  <a:pt x="2088516" y="2619751"/>
                </a:lnTo>
                <a:lnTo>
                  <a:pt x="2090420" y="2621026"/>
                </a:lnTo>
                <a:lnTo>
                  <a:pt x="2095183" y="2622300"/>
                </a:lnTo>
                <a:lnTo>
                  <a:pt x="2100898" y="2622938"/>
                </a:lnTo>
                <a:lnTo>
                  <a:pt x="2106613" y="2622938"/>
                </a:lnTo>
                <a:lnTo>
                  <a:pt x="2112646" y="2622619"/>
                </a:lnTo>
                <a:lnTo>
                  <a:pt x="2118360" y="2621982"/>
                </a:lnTo>
                <a:lnTo>
                  <a:pt x="2124393" y="2620388"/>
                </a:lnTo>
                <a:lnTo>
                  <a:pt x="2129790" y="2618794"/>
                </a:lnTo>
                <a:lnTo>
                  <a:pt x="2135188" y="2616563"/>
                </a:lnTo>
                <a:lnTo>
                  <a:pt x="2139633" y="2614332"/>
                </a:lnTo>
                <a:lnTo>
                  <a:pt x="2143760" y="2612101"/>
                </a:lnTo>
                <a:lnTo>
                  <a:pt x="2146618" y="2609232"/>
                </a:lnTo>
                <a:lnTo>
                  <a:pt x="2147570" y="2607958"/>
                </a:lnTo>
                <a:lnTo>
                  <a:pt x="2148523" y="2606683"/>
                </a:lnTo>
                <a:lnTo>
                  <a:pt x="2148840" y="2605089"/>
                </a:lnTo>
                <a:lnTo>
                  <a:pt x="2148840" y="2604133"/>
                </a:lnTo>
                <a:lnTo>
                  <a:pt x="2148523" y="2602858"/>
                </a:lnTo>
                <a:lnTo>
                  <a:pt x="2148206" y="2601583"/>
                </a:lnTo>
                <a:lnTo>
                  <a:pt x="2146936" y="2600627"/>
                </a:lnTo>
                <a:lnTo>
                  <a:pt x="2145666" y="2599352"/>
                </a:lnTo>
                <a:lnTo>
                  <a:pt x="2141220" y="2596483"/>
                </a:lnTo>
                <a:lnTo>
                  <a:pt x="2136776" y="2593615"/>
                </a:lnTo>
                <a:lnTo>
                  <a:pt x="2131060" y="2591383"/>
                </a:lnTo>
                <a:lnTo>
                  <a:pt x="2125663" y="2588515"/>
                </a:lnTo>
                <a:lnTo>
                  <a:pt x="2112646" y="2583734"/>
                </a:lnTo>
                <a:lnTo>
                  <a:pt x="2098358" y="2579590"/>
                </a:lnTo>
                <a:lnTo>
                  <a:pt x="2083436" y="2575766"/>
                </a:lnTo>
                <a:lnTo>
                  <a:pt x="2067878" y="2572259"/>
                </a:lnTo>
                <a:lnTo>
                  <a:pt x="2052638" y="2569710"/>
                </a:lnTo>
                <a:lnTo>
                  <a:pt x="2038033" y="2567479"/>
                </a:lnTo>
                <a:lnTo>
                  <a:pt x="2018666" y="2565566"/>
                </a:lnTo>
                <a:lnTo>
                  <a:pt x="1998980" y="2564291"/>
                </a:lnTo>
                <a:lnTo>
                  <a:pt x="1998980" y="2546123"/>
                </a:lnTo>
                <a:lnTo>
                  <a:pt x="1998663" y="2545167"/>
                </a:lnTo>
                <a:lnTo>
                  <a:pt x="1997710" y="2543892"/>
                </a:lnTo>
                <a:lnTo>
                  <a:pt x="1996758" y="2542936"/>
                </a:lnTo>
                <a:lnTo>
                  <a:pt x="1995170" y="2542299"/>
                </a:lnTo>
                <a:lnTo>
                  <a:pt x="1992630" y="2541342"/>
                </a:lnTo>
                <a:lnTo>
                  <a:pt x="1990726" y="2540705"/>
                </a:lnTo>
                <a:lnTo>
                  <a:pt x="1987868" y="2540705"/>
                </a:lnTo>
                <a:lnTo>
                  <a:pt x="1985328" y="2540386"/>
                </a:lnTo>
                <a:lnTo>
                  <a:pt x="1938656" y="2540386"/>
                </a:lnTo>
                <a:close/>
                <a:moveTo>
                  <a:pt x="1959293" y="2522537"/>
                </a:moveTo>
                <a:lnTo>
                  <a:pt x="1982788" y="2522856"/>
                </a:lnTo>
                <a:lnTo>
                  <a:pt x="2005966" y="2523493"/>
                </a:lnTo>
                <a:lnTo>
                  <a:pt x="2028826" y="2524450"/>
                </a:lnTo>
                <a:lnTo>
                  <a:pt x="2051368" y="2526043"/>
                </a:lnTo>
                <a:lnTo>
                  <a:pt x="2073910" y="2527637"/>
                </a:lnTo>
                <a:lnTo>
                  <a:pt x="2095500" y="2529868"/>
                </a:lnTo>
                <a:lnTo>
                  <a:pt x="2116773" y="2532737"/>
                </a:lnTo>
                <a:lnTo>
                  <a:pt x="2137728" y="2535605"/>
                </a:lnTo>
                <a:lnTo>
                  <a:pt x="2158048" y="2538793"/>
                </a:lnTo>
                <a:lnTo>
                  <a:pt x="2177733" y="2542299"/>
                </a:lnTo>
                <a:lnTo>
                  <a:pt x="2197100" y="2546123"/>
                </a:lnTo>
                <a:lnTo>
                  <a:pt x="2215516" y="2550586"/>
                </a:lnTo>
                <a:lnTo>
                  <a:pt x="2233613" y="2555367"/>
                </a:lnTo>
                <a:lnTo>
                  <a:pt x="2251076" y="2560148"/>
                </a:lnTo>
                <a:lnTo>
                  <a:pt x="2267586" y="2565247"/>
                </a:lnTo>
                <a:lnTo>
                  <a:pt x="2283778" y="2570666"/>
                </a:lnTo>
                <a:lnTo>
                  <a:pt x="2298700" y="2576403"/>
                </a:lnTo>
                <a:lnTo>
                  <a:pt x="2313306" y="2582140"/>
                </a:lnTo>
                <a:lnTo>
                  <a:pt x="2326640" y="2588515"/>
                </a:lnTo>
                <a:lnTo>
                  <a:pt x="2339658" y="2594889"/>
                </a:lnTo>
                <a:lnTo>
                  <a:pt x="2351723" y="2601583"/>
                </a:lnTo>
                <a:lnTo>
                  <a:pt x="2362518" y="2608914"/>
                </a:lnTo>
                <a:lnTo>
                  <a:pt x="2372996" y="2615607"/>
                </a:lnTo>
                <a:lnTo>
                  <a:pt x="2381886" y="2622938"/>
                </a:lnTo>
                <a:lnTo>
                  <a:pt x="2390140" y="2630587"/>
                </a:lnTo>
                <a:lnTo>
                  <a:pt x="2397443" y="2638237"/>
                </a:lnTo>
                <a:lnTo>
                  <a:pt x="2403793" y="2645568"/>
                </a:lnTo>
                <a:lnTo>
                  <a:pt x="2406016" y="2649711"/>
                </a:lnTo>
                <a:lnTo>
                  <a:pt x="2408873" y="2653855"/>
                </a:lnTo>
                <a:lnTo>
                  <a:pt x="2410778" y="2657998"/>
                </a:lnTo>
                <a:lnTo>
                  <a:pt x="2412683" y="2661823"/>
                </a:lnTo>
                <a:lnTo>
                  <a:pt x="2414270" y="2665967"/>
                </a:lnTo>
                <a:lnTo>
                  <a:pt x="2415540" y="2670110"/>
                </a:lnTo>
                <a:lnTo>
                  <a:pt x="2416810" y="2674254"/>
                </a:lnTo>
                <a:lnTo>
                  <a:pt x="2417446" y="2678397"/>
                </a:lnTo>
                <a:lnTo>
                  <a:pt x="2417763" y="2682541"/>
                </a:lnTo>
                <a:lnTo>
                  <a:pt x="2417763" y="2686684"/>
                </a:lnTo>
                <a:lnTo>
                  <a:pt x="2417763" y="2691147"/>
                </a:lnTo>
                <a:lnTo>
                  <a:pt x="2417446" y="2694971"/>
                </a:lnTo>
                <a:lnTo>
                  <a:pt x="2416810" y="2699434"/>
                </a:lnTo>
                <a:lnTo>
                  <a:pt x="2415540" y="2703896"/>
                </a:lnTo>
                <a:lnTo>
                  <a:pt x="2414270" y="2707721"/>
                </a:lnTo>
                <a:lnTo>
                  <a:pt x="2412683" y="2711864"/>
                </a:lnTo>
                <a:lnTo>
                  <a:pt x="2410778" y="2716008"/>
                </a:lnTo>
                <a:lnTo>
                  <a:pt x="2408873" y="2720151"/>
                </a:lnTo>
                <a:lnTo>
                  <a:pt x="2406016" y="2723976"/>
                </a:lnTo>
                <a:lnTo>
                  <a:pt x="2403793" y="2728120"/>
                </a:lnTo>
                <a:lnTo>
                  <a:pt x="2397443" y="2735769"/>
                </a:lnTo>
                <a:lnTo>
                  <a:pt x="2390140" y="2743419"/>
                </a:lnTo>
                <a:lnTo>
                  <a:pt x="2381886" y="2751068"/>
                </a:lnTo>
                <a:lnTo>
                  <a:pt x="2372996" y="2758080"/>
                </a:lnTo>
                <a:lnTo>
                  <a:pt x="2362518" y="2765093"/>
                </a:lnTo>
                <a:lnTo>
                  <a:pt x="2351723" y="2772105"/>
                </a:lnTo>
                <a:lnTo>
                  <a:pt x="2339658" y="2778798"/>
                </a:lnTo>
                <a:lnTo>
                  <a:pt x="2326640" y="2785173"/>
                </a:lnTo>
                <a:lnTo>
                  <a:pt x="2313306" y="2791229"/>
                </a:lnTo>
                <a:lnTo>
                  <a:pt x="2298700" y="2797284"/>
                </a:lnTo>
                <a:lnTo>
                  <a:pt x="2283778" y="2803340"/>
                </a:lnTo>
                <a:lnTo>
                  <a:pt x="2267586" y="2808440"/>
                </a:lnTo>
                <a:lnTo>
                  <a:pt x="2251076" y="2813540"/>
                </a:lnTo>
                <a:lnTo>
                  <a:pt x="2233613" y="2818640"/>
                </a:lnTo>
                <a:lnTo>
                  <a:pt x="2215516" y="2823102"/>
                </a:lnTo>
                <a:lnTo>
                  <a:pt x="2197100" y="2827245"/>
                </a:lnTo>
                <a:lnTo>
                  <a:pt x="2177733" y="2831389"/>
                </a:lnTo>
                <a:lnTo>
                  <a:pt x="2158048" y="2834895"/>
                </a:lnTo>
                <a:lnTo>
                  <a:pt x="2137728" y="2838401"/>
                </a:lnTo>
                <a:lnTo>
                  <a:pt x="2116773" y="2841270"/>
                </a:lnTo>
                <a:lnTo>
                  <a:pt x="2095500" y="2844138"/>
                </a:lnTo>
                <a:lnTo>
                  <a:pt x="2073910" y="2846051"/>
                </a:lnTo>
                <a:lnTo>
                  <a:pt x="2051368" y="2847963"/>
                </a:lnTo>
                <a:lnTo>
                  <a:pt x="2028826" y="2849238"/>
                </a:lnTo>
                <a:lnTo>
                  <a:pt x="2005966" y="2850513"/>
                </a:lnTo>
                <a:lnTo>
                  <a:pt x="1982788" y="2851150"/>
                </a:lnTo>
                <a:lnTo>
                  <a:pt x="1959293" y="2851150"/>
                </a:lnTo>
                <a:lnTo>
                  <a:pt x="1935480" y="2851150"/>
                </a:lnTo>
                <a:lnTo>
                  <a:pt x="1912303" y="2850513"/>
                </a:lnTo>
                <a:lnTo>
                  <a:pt x="1889443" y="2849238"/>
                </a:lnTo>
                <a:lnTo>
                  <a:pt x="1866900" y="2847963"/>
                </a:lnTo>
                <a:lnTo>
                  <a:pt x="1844358" y="2846051"/>
                </a:lnTo>
                <a:lnTo>
                  <a:pt x="1822768" y="2844138"/>
                </a:lnTo>
                <a:lnTo>
                  <a:pt x="1801496" y="2841270"/>
                </a:lnTo>
                <a:lnTo>
                  <a:pt x="1780540" y="2838401"/>
                </a:lnTo>
                <a:lnTo>
                  <a:pt x="1760220" y="2834895"/>
                </a:lnTo>
                <a:lnTo>
                  <a:pt x="1740536" y="2831389"/>
                </a:lnTo>
                <a:lnTo>
                  <a:pt x="1721168" y="2827245"/>
                </a:lnTo>
                <a:lnTo>
                  <a:pt x="1702753" y="2823102"/>
                </a:lnTo>
                <a:lnTo>
                  <a:pt x="1684656" y="2818640"/>
                </a:lnTo>
                <a:lnTo>
                  <a:pt x="1667193" y="2813540"/>
                </a:lnTo>
                <a:lnTo>
                  <a:pt x="1650683" y="2808440"/>
                </a:lnTo>
                <a:lnTo>
                  <a:pt x="1634490" y="2803340"/>
                </a:lnTo>
                <a:lnTo>
                  <a:pt x="1619568" y="2797284"/>
                </a:lnTo>
                <a:lnTo>
                  <a:pt x="1604963" y="2791229"/>
                </a:lnTo>
                <a:lnTo>
                  <a:pt x="1591628" y="2785173"/>
                </a:lnTo>
                <a:lnTo>
                  <a:pt x="1578610" y="2778798"/>
                </a:lnTo>
                <a:lnTo>
                  <a:pt x="1566863" y="2772105"/>
                </a:lnTo>
                <a:lnTo>
                  <a:pt x="1555750" y="2765093"/>
                </a:lnTo>
                <a:lnTo>
                  <a:pt x="1545273" y="2758080"/>
                </a:lnTo>
                <a:lnTo>
                  <a:pt x="1536383" y="2751068"/>
                </a:lnTo>
                <a:lnTo>
                  <a:pt x="1528128" y="2743419"/>
                </a:lnTo>
                <a:lnTo>
                  <a:pt x="1520826" y="2735769"/>
                </a:lnTo>
                <a:lnTo>
                  <a:pt x="1514793" y="2728120"/>
                </a:lnTo>
                <a:lnTo>
                  <a:pt x="1511936" y="2723976"/>
                </a:lnTo>
                <a:lnTo>
                  <a:pt x="1509396" y="2720151"/>
                </a:lnTo>
                <a:lnTo>
                  <a:pt x="1507490" y="2716008"/>
                </a:lnTo>
                <a:lnTo>
                  <a:pt x="1505586" y="2711864"/>
                </a:lnTo>
                <a:lnTo>
                  <a:pt x="1503998" y="2707721"/>
                </a:lnTo>
                <a:lnTo>
                  <a:pt x="1502410" y="2703896"/>
                </a:lnTo>
                <a:lnTo>
                  <a:pt x="1501776" y="2699434"/>
                </a:lnTo>
                <a:lnTo>
                  <a:pt x="1500823" y="2694971"/>
                </a:lnTo>
                <a:lnTo>
                  <a:pt x="1500506" y="2691147"/>
                </a:lnTo>
                <a:lnTo>
                  <a:pt x="1500188" y="2686684"/>
                </a:lnTo>
                <a:lnTo>
                  <a:pt x="1500506" y="2682541"/>
                </a:lnTo>
                <a:lnTo>
                  <a:pt x="1500823" y="2678397"/>
                </a:lnTo>
                <a:lnTo>
                  <a:pt x="1501776" y="2674254"/>
                </a:lnTo>
                <a:lnTo>
                  <a:pt x="1502410" y="2670110"/>
                </a:lnTo>
                <a:lnTo>
                  <a:pt x="1503998" y="2665967"/>
                </a:lnTo>
                <a:lnTo>
                  <a:pt x="1505586" y="2661823"/>
                </a:lnTo>
                <a:lnTo>
                  <a:pt x="1507490" y="2657998"/>
                </a:lnTo>
                <a:lnTo>
                  <a:pt x="1509396" y="2653855"/>
                </a:lnTo>
                <a:lnTo>
                  <a:pt x="1511936" y="2649711"/>
                </a:lnTo>
                <a:lnTo>
                  <a:pt x="1514793" y="2645568"/>
                </a:lnTo>
                <a:lnTo>
                  <a:pt x="1520826" y="2638237"/>
                </a:lnTo>
                <a:lnTo>
                  <a:pt x="1528128" y="2630587"/>
                </a:lnTo>
                <a:lnTo>
                  <a:pt x="1536383" y="2622938"/>
                </a:lnTo>
                <a:lnTo>
                  <a:pt x="1545273" y="2615607"/>
                </a:lnTo>
                <a:lnTo>
                  <a:pt x="1555750" y="2608914"/>
                </a:lnTo>
                <a:lnTo>
                  <a:pt x="1566863" y="2601583"/>
                </a:lnTo>
                <a:lnTo>
                  <a:pt x="1578610" y="2594889"/>
                </a:lnTo>
                <a:lnTo>
                  <a:pt x="1591628" y="2588515"/>
                </a:lnTo>
                <a:lnTo>
                  <a:pt x="1604963" y="2582140"/>
                </a:lnTo>
                <a:lnTo>
                  <a:pt x="1619568" y="2576403"/>
                </a:lnTo>
                <a:lnTo>
                  <a:pt x="1634490" y="2570666"/>
                </a:lnTo>
                <a:lnTo>
                  <a:pt x="1650683" y="2565247"/>
                </a:lnTo>
                <a:lnTo>
                  <a:pt x="1667193" y="2560148"/>
                </a:lnTo>
                <a:lnTo>
                  <a:pt x="1684656" y="2555367"/>
                </a:lnTo>
                <a:lnTo>
                  <a:pt x="1702753" y="2550586"/>
                </a:lnTo>
                <a:lnTo>
                  <a:pt x="1721168" y="2546123"/>
                </a:lnTo>
                <a:lnTo>
                  <a:pt x="1740536" y="2542299"/>
                </a:lnTo>
                <a:lnTo>
                  <a:pt x="1760220" y="2538793"/>
                </a:lnTo>
                <a:lnTo>
                  <a:pt x="1780540" y="2535605"/>
                </a:lnTo>
                <a:lnTo>
                  <a:pt x="1801496" y="2532737"/>
                </a:lnTo>
                <a:lnTo>
                  <a:pt x="1822768" y="2529868"/>
                </a:lnTo>
                <a:lnTo>
                  <a:pt x="1844358" y="2527637"/>
                </a:lnTo>
                <a:lnTo>
                  <a:pt x="1866900" y="2526043"/>
                </a:lnTo>
                <a:lnTo>
                  <a:pt x="1889443" y="2524450"/>
                </a:lnTo>
                <a:lnTo>
                  <a:pt x="1912303" y="2523493"/>
                </a:lnTo>
                <a:lnTo>
                  <a:pt x="1935480" y="2522856"/>
                </a:lnTo>
                <a:lnTo>
                  <a:pt x="1959293" y="2522537"/>
                </a:lnTo>
                <a:close/>
                <a:moveTo>
                  <a:pt x="2854584" y="2507933"/>
                </a:moveTo>
                <a:lnTo>
                  <a:pt x="2854584" y="2625091"/>
                </a:lnTo>
                <a:lnTo>
                  <a:pt x="2873946" y="2630488"/>
                </a:lnTo>
                <a:lnTo>
                  <a:pt x="2893626" y="2636203"/>
                </a:lnTo>
                <a:lnTo>
                  <a:pt x="2914258" y="2640966"/>
                </a:lnTo>
                <a:lnTo>
                  <a:pt x="2935524" y="2645728"/>
                </a:lnTo>
                <a:lnTo>
                  <a:pt x="2935524" y="2529523"/>
                </a:lnTo>
                <a:lnTo>
                  <a:pt x="2914258" y="2524761"/>
                </a:lnTo>
                <a:lnTo>
                  <a:pt x="2893626" y="2519363"/>
                </a:lnTo>
                <a:lnTo>
                  <a:pt x="2873946" y="2513965"/>
                </a:lnTo>
                <a:lnTo>
                  <a:pt x="2854584" y="2507933"/>
                </a:lnTo>
                <a:close/>
                <a:moveTo>
                  <a:pt x="2692385" y="2444750"/>
                </a:moveTo>
                <a:lnTo>
                  <a:pt x="2692385" y="2542223"/>
                </a:lnTo>
                <a:lnTo>
                  <a:pt x="2695241" y="2545081"/>
                </a:lnTo>
                <a:lnTo>
                  <a:pt x="2698098" y="2548256"/>
                </a:lnTo>
                <a:lnTo>
                  <a:pt x="2705399" y="2554923"/>
                </a:lnTo>
                <a:lnTo>
                  <a:pt x="2714921" y="2561591"/>
                </a:lnTo>
                <a:lnTo>
                  <a:pt x="2725078" y="2568576"/>
                </a:lnTo>
                <a:lnTo>
                  <a:pt x="2737140" y="2576196"/>
                </a:lnTo>
                <a:lnTo>
                  <a:pt x="2748884" y="2582863"/>
                </a:lnTo>
                <a:lnTo>
                  <a:pt x="2761581" y="2589213"/>
                </a:lnTo>
                <a:lnTo>
                  <a:pt x="2773325" y="2595246"/>
                </a:lnTo>
                <a:lnTo>
                  <a:pt x="2773325" y="2486343"/>
                </a:lnTo>
                <a:lnTo>
                  <a:pt x="2758407" y="2480628"/>
                </a:lnTo>
                <a:lnTo>
                  <a:pt x="2744441" y="2475230"/>
                </a:lnTo>
                <a:lnTo>
                  <a:pt x="2732379" y="2469198"/>
                </a:lnTo>
                <a:lnTo>
                  <a:pt x="2721269" y="2464118"/>
                </a:lnTo>
                <a:lnTo>
                  <a:pt x="2712064" y="2458720"/>
                </a:lnTo>
                <a:lnTo>
                  <a:pt x="2704446" y="2453958"/>
                </a:lnTo>
                <a:lnTo>
                  <a:pt x="2697781" y="2449195"/>
                </a:lnTo>
                <a:lnTo>
                  <a:pt x="2692385" y="2444750"/>
                </a:lnTo>
                <a:close/>
                <a:moveTo>
                  <a:pt x="3744614" y="2439353"/>
                </a:moveTo>
                <a:lnTo>
                  <a:pt x="3737949" y="2444433"/>
                </a:lnTo>
                <a:lnTo>
                  <a:pt x="3730648" y="2449195"/>
                </a:lnTo>
                <a:lnTo>
                  <a:pt x="3722713" y="2454275"/>
                </a:lnTo>
                <a:lnTo>
                  <a:pt x="3715095" y="2459038"/>
                </a:lnTo>
                <a:lnTo>
                  <a:pt x="3706524" y="2462848"/>
                </a:lnTo>
                <a:lnTo>
                  <a:pt x="3698907" y="2466975"/>
                </a:lnTo>
                <a:lnTo>
                  <a:pt x="3691289" y="2470468"/>
                </a:lnTo>
                <a:lnTo>
                  <a:pt x="3683671" y="2473325"/>
                </a:lnTo>
                <a:lnTo>
                  <a:pt x="3683671" y="2592706"/>
                </a:lnTo>
                <a:lnTo>
                  <a:pt x="3692558" y="2588578"/>
                </a:lnTo>
                <a:lnTo>
                  <a:pt x="3701128" y="2583816"/>
                </a:lnTo>
                <a:lnTo>
                  <a:pt x="3709381" y="2579053"/>
                </a:lnTo>
                <a:lnTo>
                  <a:pt x="3717634" y="2573973"/>
                </a:lnTo>
                <a:lnTo>
                  <a:pt x="3725252" y="2568258"/>
                </a:lnTo>
                <a:lnTo>
                  <a:pt x="3732235" y="2563178"/>
                </a:lnTo>
                <a:lnTo>
                  <a:pt x="3738901" y="2557781"/>
                </a:lnTo>
                <a:lnTo>
                  <a:pt x="3744614" y="2553018"/>
                </a:lnTo>
                <a:lnTo>
                  <a:pt x="3744614" y="2439353"/>
                </a:lnTo>
                <a:close/>
                <a:moveTo>
                  <a:pt x="3151360" y="2322195"/>
                </a:moveTo>
                <a:lnTo>
                  <a:pt x="3151360" y="2437130"/>
                </a:lnTo>
                <a:lnTo>
                  <a:pt x="3174848" y="2437765"/>
                </a:lnTo>
                <a:lnTo>
                  <a:pt x="3198972" y="2437765"/>
                </a:lnTo>
                <a:lnTo>
                  <a:pt x="3215477" y="2437765"/>
                </a:lnTo>
                <a:lnTo>
                  <a:pt x="3231983" y="2437448"/>
                </a:lnTo>
                <a:lnTo>
                  <a:pt x="3231983" y="2322512"/>
                </a:lnTo>
                <a:lnTo>
                  <a:pt x="3198972" y="2323147"/>
                </a:lnTo>
                <a:lnTo>
                  <a:pt x="3174848" y="2323147"/>
                </a:lnTo>
                <a:lnTo>
                  <a:pt x="3151360" y="2322195"/>
                </a:lnTo>
                <a:close/>
                <a:moveTo>
                  <a:pt x="3815080" y="2317750"/>
                </a:moveTo>
                <a:lnTo>
                  <a:pt x="3816033" y="2325370"/>
                </a:lnTo>
                <a:lnTo>
                  <a:pt x="3816350" y="2332673"/>
                </a:lnTo>
                <a:lnTo>
                  <a:pt x="3816350" y="2483803"/>
                </a:lnTo>
                <a:lnTo>
                  <a:pt x="3816033" y="2484438"/>
                </a:lnTo>
                <a:lnTo>
                  <a:pt x="3815398" y="2493010"/>
                </a:lnTo>
                <a:lnTo>
                  <a:pt x="3814763" y="2498408"/>
                </a:lnTo>
                <a:lnTo>
                  <a:pt x="3813493" y="2504123"/>
                </a:lnTo>
                <a:lnTo>
                  <a:pt x="3811906" y="2509520"/>
                </a:lnTo>
                <a:lnTo>
                  <a:pt x="3810319" y="2514600"/>
                </a:lnTo>
                <a:lnTo>
                  <a:pt x="3808097" y="2520316"/>
                </a:lnTo>
                <a:lnTo>
                  <a:pt x="3805558" y="2525713"/>
                </a:lnTo>
                <a:lnTo>
                  <a:pt x="3803019" y="2530793"/>
                </a:lnTo>
                <a:lnTo>
                  <a:pt x="3799844" y="2536508"/>
                </a:lnTo>
                <a:lnTo>
                  <a:pt x="3796036" y="2541588"/>
                </a:lnTo>
                <a:lnTo>
                  <a:pt x="3792226" y="2546668"/>
                </a:lnTo>
                <a:lnTo>
                  <a:pt x="3788418" y="2551748"/>
                </a:lnTo>
                <a:lnTo>
                  <a:pt x="3783974" y="2556828"/>
                </a:lnTo>
                <a:lnTo>
                  <a:pt x="3779212" y="2561591"/>
                </a:lnTo>
                <a:lnTo>
                  <a:pt x="3774134" y="2566671"/>
                </a:lnTo>
                <a:lnTo>
                  <a:pt x="3768420" y="2571433"/>
                </a:lnTo>
                <a:lnTo>
                  <a:pt x="3763024" y="2576513"/>
                </a:lnTo>
                <a:lnTo>
                  <a:pt x="3750963" y="2586038"/>
                </a:lnTo>
                <a:lnTo>
                  <a:pt x="3737314" y="2595246"/>
                </a:lnTo>
                <a:lnTo>
                  <a:pt x="3722713" y="2604136"/>
                </a:lnTo>
                <a:lnTo>
                  <a:pt x="3707477" y="2613026"/>
                </a:lnTo>
                <a:lnTo>
                  <a:pt x="3690971" y="2621281"/>
                </a:lnTo>
                <a:lnTo>
                  <a:pt x="3673513" y="2628901"/>
                </a:lnTo>
                <a:lnTo>
                  <a:pt x="3655103" y="2636838"/>
                </a:lnTo>
                <a:lnTo>
                  <a:pt x="3635424" y="2644458"/>
                </a:lnTo>
                <a:lnTo>
                  <a:pt x="3615109" y="2651443"/>
                </a:lnTo>
                <a:lnTo>
                  <a:pt x="3593842" y="2658111"/>
                </a:lnTo>
                <a:lnTo>
                  <a:pt x="3571941" y="2664461"/>
                </a:lnTo>
                <a:lnTo>
                  <a:pt x="3549087" y="2670493"/>
                </a:lnTo>
                <a:lnTo>
                  <a:pt x="3525281" y="2675891"/>
                </a:lnTo>
                <a:lnTo>
                  <a:pt x="3501157" y="2680971"/>
                </a:lnTo>
                <a:lnTo>
                  <a:pt x="3476082" y="2685733"/>
                </a:lnTo>
                <a:lnTo>
                  <a:pt x="3450371" y="2689861"/>
                </a:lnTo>
                <a:lnTo>
                  <a:pt x="3424343" y="2693671"/>
                </a:lnTo>
                <a:lnTo>
                  <a:pt x="3397680" y="2697163"/>
                </a:lnTo>
                <a:lnTo>
                  <a:pt x="3370065" y="2700021"/>
                </a:lnTo>
                <a:lnTo>
                  <a:pt x="3341815" y="2702561"/>
                </a:lnTo>
                <a:lnTo>
                  <a:pt x="3313565" y="2704466"/>
                </a:lnTo>
                <a:lnTo>
                  <a:pt x="3284680" y="2705736"/>
                </a:lnTo>
                <a:lnTo>
                  <a:pt x="3255478" y="2706371"/>
                </a:lnTo>
                <a:lnTo>
                  <a:pt x="3225959" y="2706688"/>
                </a:lnTo>
                <a:lnTo>
                  <a:pt x="3195487" y="2706371"/>
                </a:lnTo>
                <a:lnTo>
                  <a:pt x="3165650" y="2705736"/>
                </a:lnTo>
                <a:lnTo>
                  <a:pt x="3136130" y="2704148"/>
                </a:lnTo>
                <a:lnTo>
                  <a:pt x="3106928" y="2701926"/>
                </a:lnTo>
                <a:lnTo>
                  <a:pt x="3078678" y="2699703"/>
                </a:lnTo>
                <a:lnTo>
                  <a:pt x="3050428" y="2696528"/>
                </a:lnTo>
                <a:lnTo>
                  <a:pt x="3022813" y="2693353"/>
                </a:lnTo>
                <a:lnTo>
                  <a:pt x="2996150" y="2688908"/>
                </a:lnTo>
                <a:lnTo>
                  <a:pt x="2970122" y="2684781"/>
                </a:lnTo>
                <a:lnTo>
                  <a:pt x="2944729" y="2680018"/>
                </a:lnTo>
                <a:lnTo>
                  <a:pt x="2919971" y="2674303"/>
                </a:lnTo>
                <a:lnTo>
                  <a:pt x="2895847" y="2668588"/>
                </a:lnTo>
                <a:lnTo>
                  <a:pt x="2872994" y="2662556"/>
                </a:lnTo>
                <a:lnTo>
                  <a:pt x="2850775" y="2655888"/>
                </a:lnTo>
                <a:lnTo>
                  <a:pt x="2829190" y="2648903"/>
                </a:lnTo>
                <a:lnTo>
                  <a:pt x="2808876" y="2641601"/>
                </a:lnTo>
                <a:lnTo>
                  <a:pt x="2789196" y="2633663"/>
                </a:lnTo>
                <a:lnTo>
                  <a:pt x="2770469" y="2625408"/>
                </a:lnTo>
                <a:lnTo>
                  <a:pt x="2753328" y="2617153"/>
                </a:lnTo>
                <a:lnTo>
                  <a:pt x="2736823" y="2608581"/>
                </a:lnTo>
                <a:lnTo>
                  <a:pt x="2721269" y="2599373"/>
                </a:lnTo>
                <a:lnTo>
                  <a:pt x="2706986" y="2590483"/>
                </a:lnTo>
                <a:lnTo>
                  <a:pt x="2693972" y="2580641"/>
                </a:lnTo>
                <a:lnTo>
                  <a:pt x="2688258" y="2575878"/>
                </a:lnTo>
                <a:lnTo>
                  <a:pt x="2682227" y="2570798"/>
                </a:lnTo>
                <a:lnTo>
                  <a:pt x="2676831" y="2566036"/>
                </a:lnTo>
                <a:lnTo>
                  <a:pt x="2671753" y="2560956"/>
                </a:lnTo>
                <a:lnTo>
                  <a:pt x="2666991" y="2555558"/>
                </a:lnTo>
                <a:lnTo>
                  <a:pt x="2662548" y="2550161"/>
                </a:lnTo>
                <a:lnTo>
                  <a:pt x="2658104" y="2545081"/>
                </a:lnTo>
                <a:lnTo>
                  <a:pt x="2654612" y="2540001"/>
                </a:lnTo>
                <a:lnTo>
                  <a:pt x="2651121" y="2534286"/>
                </a:lnTo>
                <a:lnTo>
                  <a:pt x="2647947" y="2528888"/>
                </a:lnTo>
                <a:lnTo>
                  <a:pt x="2645090" y="2523808"/>
                </a:lnTo>
                <a:lnTo>
                  <a:pt x="2642868" y="2518093"/>
                </a:lnTo>
                <a:lnTo>
                  <a:pt x="2640329" y="2512695"/>
                </a:lnTo>
                <a:lnTo>
                  <a:pt x="2638742" y="2506663"/>
                </a:lnTo>
                <a:lnTo>
                  <a:pt x="2637789" y="2501265"/>
                </a:lnTo>
                <a:lnTo>
                  <a:pt x="2636520" y="2495868"/>
                </a:lnTo>
                <a:lnTo>
                  <a:pt x="2636202" y="2489835"/>
                </a:lnTo>
                <a:lnTo>
                  <a:pt x="2635885" y="2484438"/>
                </a:lnTo>
                <a:lnTo>
                  <a:pt x="2635250" y="2484438"/>
                </a:lnTo>
                <a:lnTo>
                  <a:pt x="2635250" y="2375535"/>
                </a:lnTo>
                <a:lnTo>
                  <a:pt x="2646360" y="2383790"/>
                </a:lnTo>
                <a:lnTo>
                  <a:pt x="2657786" y="2392045"/>
                </a:lnTo>
                <a:lnTo>
                  <a:pt x="2670166" y="2399983"/>
                </a:lnTo>
                <a:lnTo>
                  <a:pt x="2683180" y="2407285"/>
                </a:lnTo>
                <a:lnTo>
                  <a:pt x="2696511" y="2414905"/>
                </a:lnTo>
                <a:lnTo>
                  <a:pt x="2710160" y="2421890"/>
                </a:lnTo>
                <a:lnTo>
                  <a:pt x="2724761" y="2429193"/>
                </a:lnTo>
                <a:lnTo>
                  <a:pt x="2740314" y="2435860"/>
                </a:lnTo>
                <a:lnTo>
                  <a:pt x="2755550" y="2442210"/>
                </a:lnTo>
                <a:lnTo>
                  <a:pt x="2771738" y="2448243"/>
                </a:lnTo>
                <a:lnTo>
                  <a:pt x="2788244" y="2453958"/>
                </a:lnTo>
                <a:lnTo>
                  <a:pt x="2805384" y="2459673"/>
                </a:lnTo>
                <a:lnTo>
                  <a:pt x="2822525" y="2465070"/>
                </a:lnTo>
                <a:lnTo>
                  <a:pt x="2840300" y="2470150"/>
                </a:lnTo>
                <a:lnTo>
                  <a:pt x="2858393" y="2474913"/>
                </a:lnTo>
                <a:lnTo>
                  <a:pt x="2877120" y="2479675"/>
                </a:lnTo>
                <a:lnTo>
                  <a:pt x="2895530" y="2483803"/>
                </a:lnTo>
                <a:lnTo>
                  <a:pt x="2914892" y="2487930"/>
                </a:lnTo>
                <a:lnTo>
                  <a:pt x="2934255" y="2491423"/>
                </a:lnTo>
                <a:lnTo>
                  <a:pt x="2953617" y="2494915"/>
                </a:lnTo>
                <a:lnTo>
                  <a:pt x="2973614" y="2498090"/>
                </a:lnTo>
                <a:lnTo>
                  <a:pt x="2993294" y="2501265"/>
                </a:lnTo>
                <a:lnTo>
                  <a:pt x="3013926" y="2503488"/>
                </a:lnTo>
                <a:lnTo>
                  <a:pt x="3033923" y="2506028"/>
                </a:lnTo>
                <a:lnTo>
                  <a:pt x="3054555" y="2508250"/>
                </a:lnTo>
                <a:lnTo>
                  <a:pt x="3074869" y="2509838"/>
                </a:lnTo>
                <a:lnTo>
                  <a:pt x="3095819" y="2511425"/>
                </a:lnTo>
                <a:lnTo>
                  <a:pt x="3116451" y="2512695"/>
                </a:lnTo>
                <a:lnTo>
                  <a:pt x="3137400" y="2513965"/>
                </a:lnTo>
                <a:lnTo>
                  <a:pt x="3158032" y="2514600"/>
                </a:lnTo>
                <a:lnTo>
                  <a:pt x="3178981" y="2514918"/>
                </a:lnTo>
                <a:lnTo>
                  <a:pt x="3199613" y="2514918"/>
                </a:lnTo>
                <a:lnTo>
                  <a:pt x="3224372" y="2514918"/>
                </a:lnTo>
                <a:lnTo>
                  <a:pt x="3249765" y="2514283"/>
                </a:lnTo>
                <a:lnTo>
                  <a:pt x="3274523" y="2513330"/>
                </a:lnTo>
                <a:lnTo>
                  <a:pt x="3299282" y="2511743"/>
                </a:lnTo>
                <a:lnTo>
                  <a:pt x="3324040" y="2510473"/>
                </a:lnTo>
                <a:lnTo>
                  <a:pt x="3348481" y="2507933"/>
                </a:lnTo>
                <a:lnTo>
                  <a:pt x="3372922" y="2505710"/>
                </a:lnTo>
                <a:lnTo>
                  <a:pt x="3397680" y="2502535"/>
                </a:lnTo>
                <a:lnTo>
                  <a:pt x="3421486" y="2499360"/>
                </a:lnTo>
                <a:lnTo>
                  <a:pt x="3445292" y="2495233"/>
                </a:lnTo>
                <a:lnTo>
                  <a:pt x="3468464" y="2491423"/>
                </a:lnTo>
                <a:lnTo>
                  <a:pt x="3491635" y="2486978"/>
                </a:lnTo>
                <a:lnTo>
                  <a:pt x="3514171" y="2481898"/>
                </a:lnTo>
                <a:lnTo>
                  <a:pt x="3536390" y="2476818"/>
                </a:lnTo>
                <a:lnTo>
                  <a:pt x="3557974" y="2471420"/>
                </a:lnTo>
                <a:lnTo>
                  <a:pt x="3579241" y="2465070"/>
                </a:lnTo>
                <a:lnTo>
                  <a:pt x="3599873" y="2458720"/>
                </a:lnTo>
                <a:lnTo>
                  <a:pt x="3619870" y="2452053"/>
                </a:lnTo>
                <a:lnTo>
                  <a:pt x="3639233" y="2444750"/>
                </a:lnTo>
                <a:lnTo>
                  <a:pt x="3657643" y="2437448"/>
                </a:lnTo>
                <a:lnTo>
                  <a:pt x="3676053" y="2429510"/>
                </a:lnTo>
                <a:lnTo>
                  <a:pt x="3692876" y="2421255"/>
                </a:lnTo>
                <a:lnTo>
                  <a:pt x="3709381" y="2412365"/>
                </a:lnTo>
                <a:lnTo>
                  <a:pt x="3724935" y="2403475"/>
                </a:lnTo>
                <a:lnTo>
                  <a:pt x="3739853" y="2393950"/>
                </a:lnTo>
                <a:lnTo>
                  <a:pt x="3753502" y="2384108"/>
                </a:lnTo>
                <a:lnTo>
                  <a:pt x="3766198" y="2374265"/>
                </a:lnTo>
                <a:lnTo>
                  <a:pt x="3772547" y="2368550"/>
                </a:lnTo>
                <a:lnTo>
                  <a:pt x="3777943" y="2363470"/>
                </a:lnTo>
                <a:lnTo>
                  <a:pt x="3783656" y="2358073"/>
                </a:lnTo>
                <a:lnTo>
                  <a:pt x="3789052" y="2352675"/>
                </a:lnTo>
                <a:lnTo>
                  <a:pt x="3793814" y="2346960"/>
                </a:lnTo>
                <a:lnTo>
                  <a:pt x="3798575" y="2341563"/>
                </a:lnTo>
                <a:lnTo>
                  <a:pt x="3803336" y="2335530"/>
                </a:lnTo>
                <a:lnTo>
                  <a:pt x="3807145" y="2329498"/>
                </a:lnTo>
                <a:lnTo>
                  <a:pt x="3811271" y="2323783"/>
                </a:lnTo>
                <a:lnTo>
                  <a:pt x="3815080" y="2317750"/>
                </a:lnTo>
                <a:close/>
                <a:moveTo>
                  <a:pt x="2989478" y="2307907"/>
                </a:moveTo>
                <a:lnTo>
                  <a:pt x="2989478" y="2423478"/>
                </a:lnTo>
                <a:lnTo>
                  <a:pt x="3009158" y="2426018"/>
                </a:lnTo>
                <a:lnTo>
                  <a:pt x="3029472" y="2428240"/>
                </a:lnTo>
                <a:lnTo>
                  <a:pt x="3049469" y="2430780"/>
                </a:lnTo>
                <a:lnTo>
                  <a:pt x="3070419" y="2432685"/>
                </a:lnTo>
                <a:lnTo>
                  <a:pt x="3070419" y="2317432"/>
                </a:lnTo>
                <a:lnTo>
                  <a:pt x="3049469" y="2315527"/>
                </a:lnTo>
                <a:lnTo>
                  <a:pt x="3029472" y="2313305"/>
                </a:lnTo>
                <a:lnTo>
                  <a:pt x="3009158" y="2310765"/>
                </a:lnTo>
                <a:lnTo>
                  <a:pt x="2989478" y="2307907"/>
                </a:lnTo>
                <a:close/>
                <a:moveTo>
                  <a:pt x="2827597" y="2271395"/>
                </a:moveTo>
                <a:lnTo>
                  <a:pt x="2827597" y="2388553"/>
                </a:lnTo>
                <a:lnTo>
                  <a:pt x="2846959" y="2393950"/>
                </a:lnTo>
                <a:lnTo>
                  <a:pt x="2866956" y="2399665"/>
                </a:lnTo>
                <a:lnTo>
                  <a:pt x="2887588" y="2404428"/>
                </a:lnTo>
                <a:lnTo>
                  <a:pt x="2908220" y="2408873"/>
                </a:lnTo>
                <a:lnTo>
                  <a:pt x="2908220" y="2292985"/>
                </a:lnTo>
                <a:lnTo>
                  <a:pt x="2887588" y="2288222"/>
                </a:lnTo>
                <a:lnTo>
                  <a:pt x="2866956" y="2282825"/>
                </a:lnTo>
                <a:lnTo>
                  <a:pt x="2846959" y="2277110"/>
                </a:lnTo>
                <a:lnTo>
                  <a:pt x="2827597" y="2271395"/>
                </a:lnTo>
                <a:close/>
                <a:moveTo>
                  <a:pt x="3717945" y="2227897"/>
                </a:moveTo>
                <a:lnTo>
                  <a:pt x="3711914" y="2232025"/>
                </a:lnTo>
                <a:lnTo>
                  <a:pt x="3704931" y="2235517"/>
                </a:lnTo>
                <a:lnTo>
                  <a:pt x="3696678" y="2239327"/>
                </a:lnTo>
                <a:lnTo>
                  <a:pt x="3688425" y="2242820"/>
                </a:lnTo>
                <a:lnTo>
                  <a:pt x="3671285" y="2249487"/>
                </a:lnTo>
                <a:lnTo>
                  <a:pt x="3656684" y="2255202"/>
                </a:lnTo>
                <a:lnTo>
                  <a:pt x="3656684" y="2356167"/>
                </a:lnTo>
                <a:lnTo>
                  <a:pt x="3665254" y="2351722"/>
                </a:lnTo>
                <a:lnTo>
                  <a:pt x="3674142" y="2347595"/>
                </a:lnTo>
                <a:lnTo>
                  <a:pt x="3682394" y="2342197"/>
                </a:lnTo>
                <a:lnTo>
                  <a:pt x="3690647" y="2337117"/>
                </a:lnTo>
                <a:lnTo>
                  <a:pt x="3698582" y="2331720"/>
                </a:lnTo>
                <a:lnTo>
                  <a:pt x="3705566" y="2326640"/>
                </a:lnTo>
                <a:lnTo>
                  <a:pt x="3711914" y="2321560"/>
                </a:lnTo>
                <a:lnTo>
                  <a:pt x="3717945" y="2316162"/>
                </a:lnTo>
                <a:lnTo>
                  <a:pt x="3717945" y="2227897"/>
                </a:lnTo>
                <a:close/>
                <a:moveTo>
                  <a:pt x="2665715" y="2187575"/>
                </a:moveTo>
                <a:lnTo>
                  <a:pt x="2665715" y="2305685"/>
                </a:lnTo>
                <a:lnTo>
                  <a:pt x="2668254" y="2308542"/>
                </a:lnTo>
                <a:lnTo>
                  <a:pt x="2671429" y="2311717"/>
                </a:lnTo>
                <a:lnTo>
                  <a:pt x="2678729" y="2318385"/>
                </a:lnTo>
                <a:lnTo>
                  <a:pt x="2687934" y="2325052"/>
                </a:lnTo>
                <a:lnTo>
                  <a:pt x="2698726" y="2332037"/>
                </a:lnTo>
                <a:lnTo>
                  <a:pt x="2710153" y="2339657"/>
                </a:lnTo>
                <a:lnTo>
                  <a:pt x="2722215" y="2346325"/>
                </a:lnTo>
                <a:lnTo>
                  <a:pt x="2734594" y="2352675"/>
                </a:lnTo>
                <a:lnTo>
                  <a:pt x="2746656" y="2358390"/>
                </a:lnTo>
                <a:lnTo>
                  <a:pt x="2746656" y="2239327"/>
                </a:lnTo>
                <a:lnTo>
                  <a:pt x="2734594" y="2233612"/>
                </a:lnTo>
                <a:lnTo>
                  <a:pt x="2723167" y="2227580"/>
                </a:lnTo>
                <a:lnTo>
                  <a:pt x="2712058" y="2221230"/>
                </a:lnTo>
                <a:lnTo>
                  <a:pt x="2701583" y="2214562"/>
                </a:lnTo>
                <a:lnTo>
                  <a:pt x="2691743" y="2208212"/>
                </a:lnTo>
                <a:lnTo>
                  <a:pt x="2682538" y="2201545"/>
                </a:lnTo>
                <a:lnTo>
                  <a:pt x="2673650" y="2194560"/>
                </a:lnTo>
                <a:lnTo>
                  <a:pt x="2665715" y="2187575"/>
                </a:lnTo>
                <a:close/>
                <a:moveTo>
                  <a:pt x="2609850" y="2081212"/>
                </a:moveTo>
                <a:lnTo>
                  <a:pt x="2613342" y="2087245"/>
                </a:lnTo>
                <a:lnTo>
                  <a:pt x="2617468" y="2092960"/>
                </a:lnTo>
                <a:lnTo>
                  <a:pt x="2621594" y="2098675"/>
                </a:lnTo>
                <a:lnTo>
                  <a:pt x="2626038" y="2104390"/>
                </a:lnTo>
                <a:lnTo>
                  <a:pt x="2631117" y="2110105"/>
                </a:lnTo>
                <a:lnTo>
                  <a:pt x="2635878" y="2115502"/>
                </a:lnTo>
                <a:lnTo>
                  <a:pt x="2641274" y="2120900"/>
                </a:lnTo>
                <a:lnTo>
                  <a:pt x="2646988" y="2126615"/>
                </a:lnTo>
                <a:lnTo>
                  <a:pt x="2658732" y="2136775"/>
                </a:lnTo>
                <a:lnTo>
                  <a:pt x="2671746" y="2146935"/>
                </a:lnTo>
                <a:lnTo>
                  <a:pt x="2685712" y="2157095"/>
                </a:lnTo>
                <a:lnTo>
                  <a:pt x="2700631" y="2165985"/>
                </a:lnTo>
                <a:lnTo>
                  <a:pt x="2715867" y="2175192"/>
                </a:lnTo>
                <a:lnTo>
                  <a:pt x="2732372" y="2183765"/>
                </a:lnTo>
                <a:lnTo>
                  <a:pt x="2749830" y="2192020"/>
                </a:lnTo>
                <a:lnTo>
                  <a:pt x="2767923" y="2199957"/>
                </a:lnTo>
                <a:lnTo>
                  <a:pt x="2786650" y="2207895"/>
                </a:lnTo>
                <a:lnTo>
                  <a:pt x="2805695" y="2214880"/>
                </a:lnTo>
                <a:lnTo>
                  <a:pt x="2826009" y="2221547"/>
                </a:lnTo>
                <a:lnTo>
                  <a:pt x="2846959" y="2227897"/>
                </a:lnTo>
                <a:lnTo>
                  <a:pt x="2867591" y="2234247"/>
                </a:lnTo>
                <a:lnTo>
                  <a:pt x="2889492" y="2239645"/>
                </a:lnTo>
                <a:lnTo>
                  <a:pt x="2912029" y="2245042"/>
                </a:lnTo>
                <a:lnTo>
                  <a:pt x="2934248" y="2250122"/>
                </a:lnTo>
                <a:lnTo>
                  <a:pt x="2957102" y="2254250"/>
                </a:lnTo>
                <a:lnTo>
                  <a:pt x="2980908" y="2258695"/>
                </a:lnTo>
                <a:lnTo>
                  <a:pt x="3004396" y="2262187"/>
                </a:lnTo>
                <a:lnTo>
                  <a:pt x="3028203" y="2265680"/>
                </a:lnTo>
                <a:lnTo>
                  <a:pt x="3052644" y="2268537"/>
                </a:lnTo>
                <a:lnTo>
                  <a:pt x="3077084" y="2271395"/>
                </a:lnTo>
                <a:lnTo>
                  <a:pt x="3101525" y="2273300"/>
                </a:lnTo>
                <a:lnTo>
                  <a:pt x="3125966" y="2275205"/>
                </a:lnTo>
                <a:lnTo>
                  <a:pt x="3150725" y="2276792"/>
                </a:lnTo>
                <a:lnTo>
                  <a:pt x="3175800" y="2277745"/>
                </a:lnTo>
                <a:lnTo>
                  <a:pt x="3200559" y="2278380"/>
                </a:lnTo>
                <a:lnTo>
                  <a:pt x="3225317" y="2278380"/>
                </a:lnTo>
                <a:lnTo>
                  <a:pt x="3246266" y="2278380"/>
                </a:lnTo>
                <a:lnTo>
                  <a:pt x="3267216" y="2278062"/>
                </a:lnTo>
                <a:lnTo>
                  <a:pt x="3288165" y="2277110"/>
                </a:lnTo>
                <a:lnTo>
                  <a:pt x="3308797" y="2276157"/>
                </a:lnTo>
                <a:lnTo>
                  <a:pt x="3329429" y="2274887"/>
                </a:lnTo>
                <a:lnTo>
                  <a:pt x="3350378" y="2273300"/>
                </a:lnTo>
                <a:lnTo>
                  <a:pt x="3371010" y="2271712"/>
                </a:lnTo>
                <a:lnTo>
                  <a:pt x="3391325" y="2269807"/>
                </a:lnTo>
                <a:lnTo>
                  <a:pt x="3411957" y="2267267"/>
                </a:lnTo>
                <a:lnTo>
                  <a:pt x="3431954" y="2264727"/>
                </a:lnTo>
                <a:lnTo>
                  <a:pt x="3451951" y="2261870"/>
                </a:lnTo>
                <a:lnTo>
                  <a:pt x="3471948" y="2258695"/>
                </a:lnTo>
                <a:lnTo>
                  <a:pt x="3491628" y="2255202"/>
                </a:lnTo>
                <a:lnTo>
                  <a:pt x="3510990" y="2251710"/>
                </a:lnTo>
                <a:lnTo>
                  <a:pt x="3530035" y="2247582"/>
                </a:lnTo>
                <a:lnTo>
                  <a:pt x="3548763" y="2243455"/>
                </a:lnTo>
                <a:lnTo>
                  <a:pt x="3567173" y="2239010"/>
                </a:lnTo>
                <a:lnTo>
                  <a:pt x="3585265" y="2233930"/>
                </a:lnTo>
                <a:lnTo>
                  <a:pt x="3603041" y="2229167"/>
                </a:lnTo>
                <a:lnTo>
                  <a:pt x="3620498" y="2223452"/>
                </a:lnTo>
                <a:lnTo>
                  <a:pt x="3637004" y="2218055"/>
                </a:lnTo>
                <a:lnTo>
                  <a:pt x="3653510" y="2212022"/>
                </a:lnTo>
                <a:lnTo>
                  <a:pt x="3669698" y="2206307"/>
                </a:lnTo>
                <a:lnTo>
                  <a:pt x="3685251" y="2199957"/>
                </a:lnTo>
                <a:lnTo>
                  <a:pt x="3700170" y="2193290"/>
                </a:lnTo>
                <a:lnTo>
                  <a:pt x="3714770" y="2185987"/>
                </a:lnTo>
                <a:lnTo>
                  <a:pt x="3728419" y="2179002"/>
                </a:lnTo>
                <a:lnTo>
                  <a:pt x="3741751" y="2171382"/>
                </a:lnTo>
                <a:lnTo>
                  <a:pt x="3754765" y="2164080"/>
                </a:lnTo>
                <a:lnTo>
                  <a:pt x="3767144" y="2156142"/>
                </a:lnTo>
                <a:lnTo>
                  <a:pt x="3778571" y="2147887"/>
                </a:lnTo>
                <a:lnTo>
                  <a:pt x="3789363" y="2139632"/>
                </a:lnTo>
                <a:lnTo>
                  <a:pt x="3789363" y="2247265"/>
                </a:lnTo>
                <a:lnTo>
                  <a:pt x="3788728" y="2247582"/>
                </a:lnTo>
                <a:lnTo>
                  <a:pt x="3788728" y="2252027"/>
                </a:lnTo>
                <a:lnTo>
                  <a:pt x="3788411" y="2256472"/>
                </a:lnTo>
                <a:lnTo>
                  <a:pt x="3787776" y="2261870"/>
                </a:lnTo>
                <a:lnTo>
                  <a:pt x="3786506" y="2267267"/>
                </a:lnTo>
                <a:lnTo>
                  <a:pt x="3785237" y="2272982"/>
                </a:lnTo>
                <a:lnTo>
                  <a:pt x="3783332" y="2278062"/>
                </a:lnTo>
                <a:lnTo>
                  <a:pt x="3781428" y="2283460"/>
                </a:lnTo>
                <a:lnTo>
                  <a:pt x="3778571" y="2289175"/>
                </a:lnTo>
                <a:lnTo>
                  <a:pt x="3775714" y="2294255"/>
                </a:lnTo>
                <a:lnTo>
                  <a:pt x="3772540" y="2299335"/>
                </a:lnTo>
                <a:lnTo>
                  <a:pt x="3769048" y="2304732"/>
                </a:lnTo>
                <a:lnTo>
                  <a:pt x="3765557" y="2310130"/>
                </a:lnTo>
                <a:lnTo>
                  <a:pt x="3761113" y="2315210"/>
                </a:lnTo>
                <a:lnTo>
                  <a:pt x="3756987" y="2320290"/>
                </a:lnTo>
                <a:lnTo>
                  <a:pt x="3752226" y="2325052"/>
                </a:lnTo>
                <a:lnTo>
                  <a:pt x="3747147" y="2330132"/>
                </a:lnTo>
                <a:lnTo>
                  <a:pt x="3741433" y="2334895"/>
                </a:lnTo>
                <a:lnTo>
                  <a:pt x="3736037" y="2339975"/>
                </a:lnTo>
                <a:lnTo>
                  <a:pt x="3723658" y="2349500"/>
                </a:lnTo>
                <a:lnTo>
                  <a:pt x="3710327" y="2358390"/>
                </a:lnTo>
                <a:lnTo>
                  <a:pt x="3696043" y="2367598"/>
                </a:lnTo>
                <a:lnTo>
                  <a:pt x="3680490" y="2376170"/>
                </a:lnTo>
                <a:lnTo>
                  <a:pt x="3663667" y="2384425"/>
                </a:lnTo>
                <a:lnTo>
                  <a:pt x="3646526" y="2392363"/>
                </a:lnTo>
                <a:lnTo>
                  <a:pt x="3627799" y="2400300"/>
                </a:lnTo>
                <a:lnTo>
                  <a:pt x="3608754" y="2407920"/>
                </a:lnTo>
                <a:lnTo>
                  <a:pt x="3588122" y="2414905"/>
                </a:lnTo>
                <a:lnTo>
                  <a:pt x="3566855" y="2421573"/>
                </a:lnTo>
                <a:lnTo>
                  <a:pt x="3544636" y="2427923"/>
                </a:lnTo>
                <a:lnTo>
                  <a:pt x="3522417" y="2433955"/>
                </a:lnTo>
                <a:lnTo>
                  <a:pt x="3498611" y="2439353"/>
                </a:lnTo>
                <a:lnTo>
                  <a:pt x="3474170" y="2444433"/>
                </a:lnTo>
                <a:lnTo>
                  <a:pt x="3449412" y="2449195"/>
                </a:lnTo>
                <a:lnTo>
                  <a:pt x="3423701" y="2453323"/>
                </a:lnTo>
                <a:lnTo>
                  <a:pt x="3397356" y="2457133"/>
                </a:lnTo>
                <a:lnTo>
                  <a:pt x="3370376" y="2460625"/>
                </a:lnTo>
                <a:lnTo>
                  <a:pt x="3343395" y="2463483"/>
                </a:lnTo>
                <a:lnTo>
                  <a:pt x="3315146" y="2465705"/>
                </a:lnTo>
                <a:lnTo>
                  <a:pt x="3286896" y="2467928"/>
                </a:lnTo>
                <a:lnTo>
                  <a:pt x="3258011" y="2468880"/>
                </a:lnTo>
                <a:lnTo>
                  <a:pt x="3228491" y="2469833"/>
                </a:lnTo>
                <a:lnTo>
                  <a:pt x="3198972" y="2470150"/>
                </a:lnTo>
                <a:lnTo>
                  <a:pt x="3168500" y="2469833"/>
                </a:lnTo>
                <a:lnTo>
                  <a:pt x="3138663" y="2468880"/>
                </a:lnTo>
                <a:lnTo>
                  <a:pt x="3109143" y="2467293"/>
                </a:lnTo>
                <a:lnTo>
                  <a:pt x="3080259" y="2465388"/>
                </a:lnTo>
                <a:lnTo>
                  <a:pt x="3051374" y="2463165"/>
                </a:lnTo>
                <a:lnTo>
                  <a:pt x="3023441" y="2459990"/>
                </a:lnTo>
                <a:lnTo>
                  <a:pt x="2996144" y="2456815"/>
                </a:lnTo>
                <a:lnTo>
                  <a:pt x="2969481" y="2452370"/>
                </a:lnTo>
                <a:lnTo>
                  <a:pt x="2943453" y="2447925"/>
                </a:lnTo>
                <a:lnTo>
                  <a:pt x="2917742" y="2443480"/>
                </a:lnTo>
                <a:lnTo>
                  <a:pt x="2892984" y="2437765"/>
                </a:lnTo>
                <a:lnTo>
                  <a:pt x="2869178" y="2432050"/>
                </a:lnTo>
                <a:lnTo>
                  <a:pt x="2846007" y="2426018"/>
                </a:lnTo>
                <a:lnTo>
                  <a:pt x="2823470" y="2419350"/>
                </a:lnTo>
                <a:lnTo>
                  <a:pt x="2802203" y="2412048"/>
                </a:lnTo>
                <a:lnTo>
                  <a:pt x="2781889" y="2405063"/>
                </a:lnTo>
                <a:lnTo>
                  <a:pt x="2762527" y="2397125"/>
                </a:lnTo>
                <a:lnTo>
                  <a:pt x="2743799" y="2389188"/>
                </a:lnTo>
                <a:lnTo>
                  <a:pt x="2726024" y="2380615"/>
                </a:lnTo>
                <a:lnTo>
                  <a:pt x="2709518" y="2372043"/>
                </a:lnTo>
                <a:lnTo>
                  <a:pt x="2694600" y="2362835"/>
                </a:lnTo>
                <a:lnTo>
                  <a:pt x="2679999" y="2353945"/>
                </a:lnTo>
                <a:lnTo>
                  <a:pt x="2666985" y="2343785"/>
                </a:lnTo>
                <a:lnTo>
                  <a:pt x="2660954" y="2339340"/>
                </a:lnTo>
                <a:lnTo>
                  <a:pt x="2655240" y="2333942"/>
                </a:lnTo>
                <a:lnTo>
                  <a:pt x="2650162" y="2328862"/>
                </a:lnTo>
                <a:lnTo>
                  <a:pt x="2645083" y="2324100"/>
                </a:lnTo>
                <a:lnTo>
                  <a:pt x="2639687" y="2319020"/>
                </a:lnTo>
                <a:lnTo>
                  <a:pt x="2635561" y="2313622"/>
                </a:lnTo>
                <a:lnTo>
                  <a:pt x="2631434" y="2308542"/>
                </a:lnTo>
                <a:lnTo>
                  <a:pt x="2627625" y="2303145"/>
                </a:lnTo>
                <a:lnTo>
                  <a:pt x="2624134" y="2297747"/>
                </a:lnTo>
                <a:lnTo>
                  <a:pt x="2620960" y="2292350"/>
                </a:lnTo>
                <a:lnTo>
                  <a:pt x="2618103" y="2286635"/>
                </a:lnTo>
                <a:lnTo>
                  <a:pt x="2615881" y="2281555"/>
                </a:lnTo>
                <a:lnTo>
                  <a:pt x="2613659" y="2275840"/>
                </a:lnTo>
                <a:lnTo>
                  <a:pt x="2612072" y="2270125"/>
                </a:lnTo>
                <a:lnTo>
                  <a:pt x="2610485" y="2264727"/>
                </a:lnTo>
                <a:lnTo>
                  <a:pt x="2609850" y="2259012"/>
                </a:lnTo>
                <a:lnTo>
                  <a:pt x="2609215" y="2253297"/>
                </a:lnTo>
                <a:lnTo>
                  <a:pt x="2609215" y="2247582"/>
                </a:lnTo>
                <a:lnTo>
                  <a:pt x="2608580" y="2247582"/>
                </a:lnTo>
                <a:lnTo>
                  <a:pt x="2608580" y="2101215"/>
                </a:lnTo>
                <a:lnTo>
                  <a:pt x="2608263" y="2097405"/>
                </a:lnTo>
                <a:lnTo>
                  <a:pt x="2608580" y="2089150"/>
                </a:lnTo>
                <a:lnTo>
                  <a:pt x="2609850" y="2081212"/>
                </a:lnTo>
                <a:close/>
                <a:moveTo>
                  <a:pt x="3270250" y="1882775"/>
                </a:moveTo>
                <a:lnTo>
                  <a:pt x="3307579" y="1890615"/>
                </a:lnTo>
                <a:lnTo>
                  <a:pt x="3314856" y="1892183"/>
                </a:lnTo>
                <a:lnTo>
                  <a:pt x="3321499" y="1894064"/>
                </a:lnTo>
                <a:lnTo>
                  <a:pt x="3326877" y="1895945"/>
                </a:lnTo>
                <a:lnTo>
                  <a:pt x="3331622" y="1898141"/>
                </a:lnTo>
                <a:lnTo>
                  <a:pt x="3336367" y="1900649"/>
                </a:lnTo>
                <a:lnTo>
                  <a:pt x="3340164" y="1902844"/>
                </a:lnTo>
                <a:lnTo>
                  <a:pt x="3348389" y="1908802"/>
                </a:lnTo>
                <a:lnTo>
                  <a:pt x="3351236" y="1911625"/>
                </a:lnTo>
                <a:lnTo>
                  <a:pt x="3353767" y="1914133"/>
                </a:lnTo>
                <a:lnTo>
                  <a:pt x="3355665" y="1916955"/>
                </a:lnTo>
                <a:lnTo>
                  <a:pt x="3356930" y="1919778"/>
                </a:lnTo>
                <a:lnTo>
                  <a:pt x="3357563" y="1922913"/>
                </a:lnTo>
                <a:lnTo>
                  <a:pt x="3357563" y="1925422"/>
                </a:lnTo>
                <a:lnTo>
                  <a:pt x="3357247" y="1928244"/>
                </a:lnTo>
                <a:lnTo>
                  <a:pt x="3355981" y="1931066"/>
                </a:lnTo>
                <a:lnTo>
                  <a:pt x="3354716" y="1933889"/>
                </a:lnTo>
                <a:lnTo>
                  <a:pt x="3352818" y="1936397"/>
                </a:lnTo>
                <a:lnTo>
                  <a:pt x="3350603" y="1939220"/>
                </a:lnTo>
                <a:lnTo>
                  <a:pt x="3347440" y="1941415"/>
                </a:lnTo>
                <a:lnTo>
                  <a:pt x="3344276" y="1943923"/>
                </a:lnTo>
                <a:lnTo>
                  <a:pt x="3340164" y="1945805"/>
                </a:lnTo>
                <a:lnTo>
                  <a:pt x="3336051" y="1947686"/>
                </a:lnTo>
                <a:lnTo>
                  <a:pt x="3331306" y="1949568"/>
                </a:lnTo>
                <a:lnTo>
                  <a:pt x="3324979" y="1951763"/>
                </a:lnTo>
                <a:lnTo>
                  <a:pt x="3318335" y="1953644"/>
                </a:lnTo>
                <a:lnTo>
                  <a:pt x="3310743" y="1955212"/>
                </a:lnTo>
                <a:lnTo>
                  <a:pt x="3303467" y="1956466"/>
                </a:lnTo>
                <a:lnTo>
                  <a:pt x="3295558" y="1957094"/>
                </a:lnTo>
                <a:lnTo>
                  <a:pt x="3287333" y="1958034"/>
                </a:lnTo>
                <a:lnTo>
                  <a:pt x="3270250" y="1958975"/>
                </a:lnTo>
                <a:lnTo>
                  <a:pt x="3270250" y="1882775"/>
                </a:lnTo>
                <a:close/>
                <a:moveTo>
                  <a:pt x="2635250" y="1862137"/>
                </a:moveTo>
                <a:lnTo>
                  <a:pt x="2635885" y="1868810"/>
                </a:lnTo>
                <a:lnTo>
                  <a:pt x="2636520" y="1875166"/>
                </a:lnTo>
                <a:lnTo>
                  <a:pt x="2637789" y="1881521"/>
                </a:lnTo>
                <a:lnTo>
                  <a:pt x="2639694" y="1887559"/>
                </a:lnTo>
                <a:lnTo>
                  <a:pt x="2641598" y="1893914"/>
                </a:lnTo>
                <a:lnTo>
                  <a:pt x="2644455" y="1900270"/>
                </a:lnTo>
                <a:lnTo>
                  <a:pt x="2647629" y="1906307"/>
                </a:lnTo>
                <a:lnTo>
                  <a:pt x="2650803" y="1912663"/>
                </a:lnTo>
                <a:lnTo>
                  <a:pt x="2654612" y="1918383"/>
                </a:lnTo>
                <a:lnTo>
                  <a:pt x="2659056" y="1924420"/>
                </a:lnTo>
                <a:lnTo>
                  <a:pt x="2663817" y="1930458"/>
                </a:lnTo>
                <a:lnTo>
                  <a:pt x="2668896" y="1936178"/>
                </a:lnTo>
                <a:lnTo>
                  <a:pt x="2673975" y="1941898"/>
                </a:lnTo>
                <a:lnTo>
                  <a:pt x="2680005" y="1947618"/>
                </a:lnTo>
                <a:lnTo>
                  <a:pt x="2686354" y="1953338"/>
                </a:lnTo>
                <a:lnTo>
                  <a:pt x="2692385" y="1958740"/>
                </a:lnTo>
                <a:lnTo>
                  <a:pt x="2692385" y="2069006"/>
                </a:lnTo>
                <a:lnTo>
                  <a:pt x="2695241" y="2071549"/>
                </a:lnTo>
                <a:lnTo>
                  <a:pt x="2698098" y="2074726"/>
                </a:lnTo>
                <a:lnTo>
                  <a:pt x="2705399" y="2081400"/>
                </a:lnTo>
                <a:lnTo>
                  <a:pt x="2714921" y="2088391"/>
                </a:lnTo>
                <a:lnTo>
                  <a:pt x="2725078" y="2095699"/>
                </a:lnTo>
                <a:lnTo>
                  <a:pt x="2737140" y="2103008"/>
                </a:lnTo>
                <a:lnTo>
                  <a:pt x="2748884" y="2109681"/>
                </a:lnTo>
                <a:lnTo>
                  <a:pt x="2761581" y="2116354"/>
                </a:lnTo>
                <a:lnTo>
                  <a:pt x="2773325" y="2121757"/>
                </a:lnTo>
                <a:lnTo>
                  <a:pt x="2773325" y="2007994"/>
                </a:lnTo>
                <a:lnTo>
                  <a:pt x="2792370" y="2016256"/>
                </a:lnTo>
                <a:lnTo>
                  <a:pt x="2812050" y="2024201"/>
                </a:lnTo>
                <a:lnTo>
                  <a:pt x="2832999" y="2031827"/>
                </a:lnTo>
                <a:lnTo>
                  <a:pt x="2854584" y="2038818"/>
                </a:lnTo>
                <a:lnTo>
                  <a:pt x="2854584" y="2151945"/>
                </a:lnTo>
                <a:lnTo>
                  <a:pt x="2873946" y="2157347"/>
                </a:lnTo>
                <a:lnTo>
                  <a:pt x="2893626" y="2162749"/>
                </a:lnTo>
                <a:lnTo>
                  <a:pt x="2914258" y="2167516"/>
                </a:lnTo>
                <a:lnTo>
                  <a:pt x="2935524" y="2172282"/>
                </a:lnTo>
                <a:lnTo>
                  <a:pt x="2935524" y="2060744"/>
                </a:lnTo>
                <a:lnTo>
                  <a:pt x="2955204" y="2064558"/>
                </a:lnTo>
                <a:lnTo>
                  <a:pt x="2974884" y="2068371"/>
                </a:lnTo>
                <a:lnTo>
                  <a:pt x="2995198" y="2071549"/>
                </a:lnTo>
                <a:lnTo>
                  <a:pt x="3016148" y="2075362"/>
                </a:lnTo>
                <a:lnTo>
                  <a:pt x="3016148" y="2186900"/>
                </a:lnTo>
                <a:lnTo>
                  <a:pt x="3035827" y="2189442"/>
                </a:lnTo>
                <a:lnTo>
                  <a:pt x="3056142" y="2191666"/>
                </a:lnTo>
                <a:lnTo>
                  <a:pt x="3076456" y="2194208"/>
                </a:lnTo>
                <a:lnTo>
                  <a:pt x="3097406" y="2196115"/>
                </a:lnTo>
                <a:lnTo>
                  <a:pt x="3097406" y="2084577"/>
                </a:lnTo>
                <a:lnTo>
                  <a:pt x="3117085" y="2086166"/>
                </a:lnTo>
                <a:lnTo>
                  <a:pt x="3137400" y="2087437"/>
                </a:lnTo>
                <a:lnTo>
                  <a:pt x="3157715" y="2088708"/>
                </a:lnTo>
                <a:lnTo>
                  <a:pt x="3178346" y="2089344"/>
                </a:lnTo>
                <a:lnTo>
                  <a:pt x="3178346" y="2200246"/>
                </a:lnTo>
                <a:lnTo>
                  <a:pt x="3201835" y="2201199"/>
                </a:lnTo>
                <a:lnTo>
                  <a:pt x="3225959" y="2201199"/>
                </a:lnTo>
                <a:lnTo>
                  <a:pt x="3258970" y="2200882"/>
                </a:lnTo>
                <a:lnTo>
                  <a:pt x="3258970" y="2089344"/>
                </a:lnTo>
                <a:lnTo>
                  <a:pt x="3291029" y="2088708"/>
                </a:lnTo>
                <a:lnTo>
                  <a:pt x="3322135" y="2087119"/>
                </a:lnTo>
                <a:lnTo>
                  <a:pt x="3352925" y="2084577"/>
                </a:lnTo>
                <a:lnTo>
                  <a:pt x="3383396" y="2082035"/>
                </a:lnTo>
                <a:lnTo>
                  <a:pt x="3412916" y="2078540"/>
                </a:lnTo>
                <a:lnTo>
                  <a:pt x="3441801" y="2074091"/>
                </a:lnTo>
                <a:lnTo>
                  <a:pt x="3470051" y="2069642"/>
                </a:lnTo>
                <a:lnTo>
                  <a:pt x="3497348" y="2064558"/>
                </a:lnTo>
                <a:lnTo>
                  <a:pt x="3524011" y="2058520"/>
                </a:lnTo>
                <a:lnTo>
                  <a:pt x="3549722" y="2052482"/>
                </a:lnTo>
                <a:lnTo>
                  <a:pt x="3574480" y="2046127"/>
                </a:lnTo>
                <a:lnTo>
                  <a:pt x="3598604" y="2038500"/>
                </a:lnTo>
                <a:lnTo>
                  <a:pt x="3621457" y="2030874"/>
                </a:lnTo>
                <a:lnTo>
                  <a:pt x="3643042" y="2023247"/>
                </a:lnTo>
                <a:lnTo>
                  <a:pt x="3663991" y="2014350"/>
                </a:lnTo>
                <a:lnTo>
                  <a:pt x="3683671" y="2005770"/>
                </a:lnTo>
                <a:lnTo>
                  <a:pt x="3683671" y="2119532"/>
                </a:lnTo>
                <a:lnTo>
                  <a:pt x="3692558" y="2115083"/>
                </a:lnTo>
                <a:lnTo>
                  <a:pt x="3701128" y="2110635"/>
                </a:lnTo>
                <a:lnTo>
                  <a:pt x="3709381" y="2105550"/>
                </a:lnTo>
                <a:lnTo>
                  <a:pt x="3717634" y="2100466"/>
                </a:lnTo>
                <a:lnTo>
                  <a:pt x="3725252" y="2095064"/>
                </a:lnTo>
                <a:lnTo>
                  <a:pt x="3732235" y="2089979"/>
                </a:lnTo>
                <a:lnTo>
                  <a:pt x="3738901" y="2084577"/>
                </a:lnTo>
                <a:lnTo>
                  <a:pt x="3744614" y="2079493"/>
                </a:lnTo>
                <a:lnTo>
                  <a:pt x="3744614" y="1970179"/>
                </a:lnTo>
                <a:lnTo>
                  <a:pt x="3752867" y="1964142"/>
                </a:lnTo>
                <a:lnTo>
                  <a:pt x="3760802" y="1958104"/>
                </a:lnTo>
                <a:lnTo>
                  <a:pt x="3767786" y="1951749"/>
                </a:lnTo>
                <a:lnTo>
                  <a:pt x="3774769" y="1945393"/>
                </a:lnTo>
                <a:lnTo>
                  <a:pt x="3781117" y="1939038"/>
                </a:lnTo>
                <a:lnTo>
                  <a:pt x="3786830" y="1932365"/>
                </a:lnTo>
                <a:lnTo>
                  <a:pt x="3792226" y="1925691"/>
                </a:lnTo>
                <a:lnTo>
                  <a:pt x="3796988" y="1919018"/>
                </a:lnTo>
                <a:lnTo>
                  <a:pt x="3801432" y="1912027"/>
                </a:lnTo>
                <a:lnTo>
                  <a:pt x="3805240" y="1905354"/>
                </a:lnTo>
                <a:lnTo>
                  <a:pt x="3808415" y="1898363"/>
                </a:lnTo>
                <a:lnTo>
                  <a:pt x="3811271" y="1891372"/>
                </a:lnTo>
                <a:lnTo>
                  <a:pt x="3813176" y="1884063"/>
                </a:lnTo>
                <a:lnTo>
                  <a:pt x="3814763" y="1877072"/>
                </a:lnTo>
                <a:lnTo>
                  <a:pt x="3816033" y="1869446"/>
                </a:lnTo>
                <a:lnTo>
                  <a:pt x="3816350" y="1862455"/>
                </a:lnTo>
                <a:lnTo>
                  <a:pt x="3816350" y="2010536"/>
                </a:lnTo>
                <a:lnTo>
                  <a:pt x="3816033" y="2010854"/>
                </a:lnTo>
                <a:lnTo>
                  <a:pt x="3815398" y="2019434"/>
                </a:lnTo>
                <a:lnTo>
                  <a:pt x="3814763" y="2025154"/>
                </a:lnTo>
                <a:lnTo>
                  <a:pt x="3813493" y="2030556"/>
                </a:lnTo>
                <a:lnTo>
                  <a:pt x="3811906" y="2036276"/>
                </a:lnTo>
                <a:lnTo>
                  <a:pt x="3810319" y="2041678"/>
                </a:lnTo>
                <a:lnTo>
                  <a:pt x="3808097" y="2046762"/>
                </a:lnTo>
                <a:lnTo>
                  <a:pt x="3805558" y="2052482"/>
                </a:lnTo>
                <a:lnTo>
                  <a:pt x="3803019" y="2057567"/>
                </a:lnTo>
                <a:lnTo>
                  <a:pt x="3799844" y="2062969"/>
                </a:lnTo>
                <a:lnTo>
                  <a:pt x="3796036" y="2068053"/>
                </a:lnTo>
                <a:lnTo>
                  <a:pt x="3792226" y="2073137"/>
                </a:lnTo>
                <a:lnTo>
                  <a:pt x="3788418" y="2078540"/>
                </a:lnTo>
                <a:lnTo>
                  <a:pt x="3783974" y="2083624"/>
                </a:lnTo>
                <a:lnTo>
                  <a:pt x="3779212" y="2088391"/>
                </a:lnTo>
                <a:lnTo>
                  <a:pt x="3774134" y="2093475"/>
                </a:lnTo>
                <a:lnTo>
                  <a:pt x="3768420" y="2098241"/>
                </a:lnTo>
                <a:lnTo>
                  <a:pt x="3763024" y="2103326"/>
                </a:lnTo>
                <a:lnTo>
                  <a:pt x="3750963" y="2112859"/>
                </a:lnTo>
                <a:lnTo>
                  <a:pt x="3737314" y="2121757"/>
                </a:lnTo>
                <a:lnTo>
                  <a:pt x="3722713" y="2130972"/>
                </a:lnTo>
                <a:lnTo>
                  <a:pt x="3707477" y="2139552"/>
                </a:lnTo>
                <a:lnTo>
                  <a:pt x="3690971" y="2147814"/>
                </a:lnTo>
                <a:lnTo>
                  <a:pt x="3673513" y="2156076"/>
                </a:lnTo>
                <a:lnTo>
                  <a:pt x="3655103" y="2163702"/>
                </a:lnTo>
                <a:lnTo>
                  <a:pt x="3635424" y="2171011"/>
                </a:lnTo>
                <a:lnTo>
                  <a:pt x="3615109" y="2178320"/>
                </a:lnTo>
                <a:lnTo>
                  <a:pt x="3593842" y="2184993"/>
                </a:lnTo>
                <a:lnTo>
                  <a:pt x="3571941" y="2191349"/>
                </a:lnTo>
                <a:lnTo>
                  <a:pt x="3549087" y="2197068"/>
                </a:lnTo>
                <a:lnTo>
                  <a:pt x="3525281" y="2202788"/>
                </a:lnTo>
                <a:lnTo>
                  <a:pt x="3501157" y="2207873"/>
                </a:lnTo>
                <a:lnTo>
                  <a:pt x="3476082" y="2212639"/>
                </a:lnTo>
                <a:lnTo>
                  <a:pt x="3450371" y="2217088"/>
                </a:lnTo>
                <a:lnTo>
                  <a:pt x="3424343" y="2220584"/>
                </a:lnTo>
                <a:lnTo>
                  <a:pt x="3397680" y="2224079"/>
                </a:lnTo>
                <a:lnTo>
                  <a:pt x="3370065" y="2226939"/>
                </a:lnTo>
                <a:lnTo>
                  <a:pt x="3341815" y="2229163"/>
                </a:lnTo>
                <a:lnTo>
                  <a:pt x="3313565" y="2231070"/>
                </a:lnTo>
                <a:lnTo>
                  <a:pt x="3284680" y="2232341"/>
                </a:lnTo>
                <a:lnTo>
                  <a:pt x="3255478" y="2233294"/>
                </a:lnTo>
                <a:lnTo>
                  <a:pt x="3225959" y="2233612"/>
                </a:lnTo>
                <a:lnTo>
                  <a:pt x="3195487" y="2233294"/>
                </a:lnTo>
                <a:lnTo>
                  <a:pt x="3165650" y="2232341"/>
                </a:lnTo>
                <a:lnTo>
                  <a:pt x="3136130" y="2231070"/>
                </a:lnTo>
                <a:lnTo>
                  <a:pt x="3106928" y="2229163"/>
                </a:lnTo>
                <a:lnTo>
                  <a:pt x="3078678" y="2226303"/>
                </a:lnTo>
                <a:lnTo>
                  <a:pt x="3050428" y="2223761"/>
                </a:lnTo>
                <a:lnTo>
                  <a:pt x="3022813" y="2220266"/>
                </a:lnTo>
                <a:lnTo>
                  <a:pt x="2996150" y="2216135"/>
                </a:lnTo>
                <a:lnTo>
                  <a:pt x="2970122" y="2211368"/>
                </a:lnTo>
                <a:lnTo>
                  <a:pt x="2944729" y="2206602"/>
                </a:lnTo>
                <a:lnTo>
                  <a:pt x="2919971" y="2201199"/>
                </a:lnTo>
                <a:lnTo>
                  <a:pt x="2895847" y="2195797"/>
                </a:lnTo>
                <a:lnTo>
                  <a:pt x="2872994" y="2189442"/>
                </a:lnTo>
                <a:lnTo>
                  <a:pt x="2850775" y="2182769"/>
                </a:lnTo>
                <a:lnTo>
                  <a:pt x="2829190" y="2175460"/>
                </a:lnTo>
                <a:lnTo>
                  <a:pt x="2808876" y="2168469"/>
                </a:lnTo>
                <a:lnTo>
                  <a:pt x="2789196" y="2160525"/>
                </a:lnTo>
                <a:lnTo>
                  <a:pt x="2770469" y="2152580"/>
                </a:lnTo>
                <a:lnTo>
                  <a:pt x="2753328" y="2144001"/>
                </a:lnTo>
                <a:lnTo>
                  <a:pt x="2736823" y="2135103"/>
                </a:lnTo>
                <a:lnTo>
                  <a:pt x="2721269" y="2126205"/>
                </a:lnTo>
                <a:lnTo>
                  <a:pt x="2706986" y="2116990"/>
                </a:lnTo>
                <a:lnTo>
                  <a:pt x="2693972" y="2107139"/>
                </a:lnTo>
                <a:lnTo>
                  <a:pt x="2688258" y="2102372"/>
                </a:lnTo>
                <a:lnTo>
                  <a:pt x="2682227" y="2097288"/>
                </a:lnTo>
                <a:lnTo>
                  <a:pt x="2676831" y="2092522"/>
                </a:lnTo>
                <a:lnTo>
                  <a:pt x="2671753" y="2087437"/>
                </a:lnTo>
                <a:lnTo>
                  <a:pt x="2666991" y="2082353"/>
                </a:lnTo>
                <a:lnTo>
                  <a:pt x="2662548" y="2076951"/>
                </a:lnTo>
                <a:lnTo>
                  <a:pt x="2658104" y="2071549"/>
                </a:lnTo>
                <a:lnTo>
                  <a:pt x="2654612" y="2066464"/>
                </a:lnTo>
                <a:lnTo>
                  <a:pt x="2651121" y="2061062"/>
                </a:lnTo>
                <a:lnTo>
                  <a:pt x="2647947" y="2055342"/>
                </a:lnTo>
                <a:lnTo>
                  <a:pt x="2645090" y="2050258"/>
                </a:lnTo>
                <a:lnTo>
                  <a:pt x="2642868" y="2044856"/>
                </a:lnTo>
                <a:lnTo>
                  <a:pt x="2640329" y="2039454"/>
                </a:lnTo>
                <a:lnTo>
                  <a:pt x="2638742" y="2033416"/>
                </a:lnTo>
                <a:lnTo>
                  <a:pt x="2637789" y="2027696"/>
                </a:lnTo>
                <a:lnTo>
                  <a:pt x="2636520" y="2022294"/>
                </a:lnTo>
                <a:lnTo>
                  <a:pt x="2636202" y="2016256"/>
                </a:lnTo>
                <a:lnTo>
                  <a:pt x="2635885" y="2010854"/>
                </a:lnTo>
                <a:lnTo>
                  <a:pt x="2635250" y="2010854"/>
                </a:lnTo>
                <a:lnTo>
                  <a:pt x="2635250" y="1862137"/>
                </a:lnTo>
                <a:close/>
                <a:moveTo>
                  <a:pt x="3815353" y="1849331"/>
                </a:moveTo>
                <a:lnTo>
                  <a:pt x="3816061" y="1854393"/>
                </a:lnTo>
                <a:lnTo>
                  <a:pt x="3816350" y="1860279"/>
                </a:lnTo>
                <a:lnTo>
                  <a:pt x="3816061" y="1862137"/>
                </a:lnTo>
                <a:lnTo>
                  <a:pt x="3816061" y="1859040"/>
                </a:lnTo>
                <a:lnTo>
                  <a:pt x="3815773" y="1853154"/>
                </a:lnTo>
                <a:lnTo>
                  <a:pt x="3815353" y="1849331"/>
                </a:lnTo>
                <a:close/>
                <a:moveTo>
                  <a:pt x="2636143" y="1848861"/>
                </a:moveTo>
                <a:lnTo>
                  <a:pt x="2635885" y="1853247"/>
                </a:lnTo>
                <a:lnTo>
                  <a:pt x="2635250" y="1859280"/>
                </a:lnTo>
                <a:lnTo>
                  <a:pt x="2635250" y="1854517"/>
                </a:lnTo>
                <a:lnTo>
                  <a:pt x="2636143" y="1848861"/>
                </a:lnTo>
                <a:close/>
                <a:moveTo>
                  <a:pt x="3814618" y="1842622"/>
                </a:moveTo>
                <a:lnTo>
                  <a:pt x="3815195" y="1847888"/>
                </a:lnTo>
                <a:lnTo>
                  <a:pt x="3815353" y="1849331"/>
                </a:lnTo>
                <a:lnTo>
                  <a:pt x="3815195" y="1848198"/>
                </a:lnTo>
                <a:lnTo>
                  <a:pt x="3814618" y="1842622"/>
                </a:lnTo>
                <a:close/>
                <a:moveTo>
                  <a:pt x="2638425" y="1836737"/>
                </a:moveTo>
                <a:lnTo>
                  <a:pt x="2636838" y="1842770"/>
                </a:lnTo>
                <a:lnTo>
                  <a:pt x="2636202" y="1848485"/>
                </a:lnTo>
                <a:lnTo>
                  <a:pt x="2636143" y="1848861"/>
                </a:lnTo>
                <a:lnTo>
                  <a:pt x="2636202" y="1847850"/>
                </a:lnTo>
                <a:lnTo>
                  <a:pt x="2636838" y="1842452"/>
                </a:lnTo>
                <a:lnTo>
                  <a:pt x="2638425" y="1836737"/>
                </a:lnTo>
                <a:close/>
                <a:moveTo>
                  <a:pt x="3187700" y="1751012"/>
                </a:moveTo>
                <a:lnTo>
                  <a:pt x="3187700" y="1827212"/>
                </a:lnTo>
                <a:lnTo>
                  <a:pt x="3172031" y="1824063"/>
                </a:lnTo>
                <a:lnTo>
                  <a:pt x="3153163" y="1820285"/>
                </a:lnTo>
                <a:lnTo>
                  <a:pt x="3144209" y="1818396"/>
                </a:lnTo>
                <a:lnTo>
                  <a:pt x="3136535" y="1816191"/>
                </a:lnTo>
                <a:lnTo>
                  <a:pt x="3129179" y="1813987"/>
                </a:lnTo>
                <a:lnTo>
                  <a:pt x="3122144" y="1811153"/>
                </a:lnTo>
                <a:lnTo>
                  <a:pt x="3115749" y="1808005"/>
                </a:lnTo>
                <a:lnTo>
                  <a:pt x="3109673" y="1804541"/>
                </a:lnTo>
                <a:lnTo>
                  <a:pt x="3106475" y="1801707"/>
                </a:lnTo>
                <a:lnTo>
                  <a:pt x="3103917" y="1799503"/>
                </a:lnTo>
                <a:lnTo>
                  <a:pt x="3101998" y="1796669"/>
                </a:lnTo>
                <a:lnTo>
                  <a:pt x="3100399" y="1793835"/>
                </a:lnTo>
                <a:lnTo>
                  <a:pt x="3099120" y="1791001"/>
                </a:lnTo>
                <a:lnTo>
                  <a:pt x="3098800" y="1788167"/>
                </a:lnTo>
                <a:lnTo>
                  <a:pt x="3098800" y="1785334"/>
                </a:lnTo>
                <a:lnTo>
                  <a:pt x="3099120" y="1782500"/>
                </a:lnTo>
                <a:lnTo>
                  <a:pt x="3099759" y="1779351"/>
                </a:lnTo>
                <a:lnTo>
                  <a:pt x="3101358" y="1777147"/>
                </a:lnTo>
                <a:lnTo>
                  <a:pt x="3103597" y="1774313"/>
                </a:lnTo>
                <a:lnTo>
                  <a:pt x="3105835" y="1771794"/>
                </a:lnTo>
                <a:lnTo>
                  <a:pt x="3108713" y="1769275"/>
                </a:lnTo>
                <a:lnTo>
                  <a:pt x="3112231" y="1767386"/>
                </a:lnTo>
                <a:lnTo>
                  <a:pt x="3116068" y="1765182"/>
                </a:lnTo>
                <a:lnTo>
                  <a:pt x="3120545" y="1763607"/>
                </a:lnTo>
                <a:lnTo>
                  <a:pt x="3127581" y="1760773"/>
                </a:lnTo>
                <a:lnTo>
                  <a:pt x="3135255" y="1758884"/>
                </a:lnTo>
                <a:lnTo>
                  <a:pt x="3143250" y="1756680"/>
                </a:lnTo>
                <a:lnTo>
                  <a:pt x="3151564" y="1755106"/>
                </a:lnTo>
                <a:lnTo>
                  <a:pt x="3160199" y="1753531"/>
                </a:lnTo>
                <a:lnTo>
                  <a:pt x="3169472" y="1752587"/>
                </a:lnTo>
                <a:lnTo>
                  <a:pt x="3178426" y="1751642"/>
                </a:lnTo>
                <a:lnTo>
                  <a:pt x="3187700" y="1751012"/>
                </a:lnTo>
                <a:close/>
                <a:moveTo>
                  <a:pt x="3203106" y="1692876"/>
                </a:moveTo>
                <a:lnTo>
                  <a:pt x="3200250" y="1693193"/>
                </a:lnTo>
                <a:lnTo>
                  <a:pt x="3197710" y="1693827"/>
                </a:lnTo>
                <a:lnTo>
                  <a:pt x="3194854" y="1694144"/>
                </a:lnTo>
                <a:lnTo>
                  <a:pt x="3192949" y="1694778"/>
                </a:lnTo>
                <a:lnTo>
                  <a:pt x="3191045" y="1696045"/>
                </a:lnTo>
                <a:lnTo>
                  <a:pt x="3189458" y="1697313"/>
                </a:lnTo>
                <a:lnTo>
                  <a:pt x="3188506" y="1698581"/>
                </a:lnTo>
                <a:lnTo>
                  <a:pt x="3188188" y="1699532"/>
                </a:lnTo>
                <a:lnTo>
                  <a:pt x="3188188" y="1720450"/>
                </a:lnTo>
                <a:lnTo>
                  <a:pt x="3171684" y="1721718"/>
                </a:lnTo>
                <a:lnTo>
                  <a:pt x="3155179" y="1723620"/>
                </a:lnTo>
                <a:lnTo>
                  <a:pt x="3139309" y="1726155"/>
                </a:lnTo>
                <a:lnTo>
                  <a:pt x="3123756" y="1728691"/>
                </a:lnTo>
                <a:lnTo>
                  <a:pt x="3108838" y="1731860"/>
                </a:lnTo>
                <a:lnTo>
                  <a:pt x="3095190" y="1735347"/>
                </a:lnTo>
                <a:lnTo>
                  <a:pt x="3081542" y="1739784"/>
                </a:lnTo>
                <a:lnTo>
                  <a:pt x="3069480" y="1744538"/>
                </a:lnTo>
                <a:lnTo>
                  <a:pt x="3061228" y="1748342"/>
                </a:lnTo>
                <a:lnTo>
                  <a:pt x="3053293" y="1752462"/>
                </a:lnTo>
                <a:lnTo>
                  <a:pt x="3046310" y="1756582"/>
                </a:lnTo>
                <a:lnTo>
                  <a:pt x="3040280" y="1761019"/>
                </a:lnTo>
                <a:lnTo>
                  <a:pt x="3034884" y="1765774"/>
                </a:lnTo>
                <a:lnTo>
                  <a:pt x="3030440" y="1770528"/>
                </a:lnTo>
                <a:lnTo>
                  <a:pt x="3026949" y="1775282"/>
                </a:lnTo>
                <a:lnTo>
                  <a:pt x="3024092" y="1780353"/>
                </a:lnTo>
                <a:lnTo>
                  <a:pt x="3022505" y="1785107"/>
                </a:lnTo>
                <a:lnTo>
                  <a:pt x="3021235" y="1790179"/>
                </a:lnTo>
                <a:lnTo>
                  <a:pt x="3021235" y="1794933"/>
                </a:lnTo>
                <a:lnTo>
                  <a:pt x="3022505" y="1800004"/>
                </a:lnTo>
                <a:lnTo>
                  <a:pt x="3024092" y="1805075"/>
                </a:lnTo>
                <a:lnTo>
                  <a:pt x="3026949" y="1809829"/>
                </a:lnTo>
                <a:lnTo>
                  <a:pt x="3030758" y="1814583"/>
                </a:lnTo>
                <a:lnTo>
                  <a:pt x="3035519" y="1819338"/>
                </a:lnTo>
                <a:lnTo>
                  <a:pt x="3040597" y="1823775"/>
                </a:lnTo>
                <a:lnTo>
                  <a:pt x="3046310" y="1827578"/>
                </a:lnTo>
                <a:lnTo>
                  <a:pt x="3052976" y="1831065"/>
                </a:lnTo>
                <a:lnTo>
                  <a:pt x="3059958" y="1835185"/>
                </a:lnTo>
                <a:lnTo>
                  <a:pt x="3067893" y="1838354"/>
                </a:lnTo>
                <a:lnTo>
                  <a:pt x="3076146" y="1841524"/>
                </a:lnTo>
                <a:lnTo>
                  <a:pt x="3084716" y="1844059"/>
                </a:lnTo>
                <a:lnTo>
                  <a:pt x="3094555" y="1846595"/>
                </a:lnTo>
                <a:lnTo>
                  <a:pt x="3130104" y="1853885"/>
                </a:lnTo>
                <a:lnTo>
                  <a:pt x="3188188" y="1865929"/>
                </a:lnTo>
                <a:lnTo>
                  <a:pt x="3188188" y="1956259"/>
                </a:lnTo>
                <a:lnTo>
                  <a:pt x="3173588" y="1954357"/>
                </a:lnTo>
                <a:lnTo>
                  <a:pt x="3159305" y="1952455"/>
                </a:lnTo>
                <a:lnTo>
                  <a:pt x="3152005" y="1951187"/>
                </a:lnTo>
                <a:lnTo>
                  <a:pt x="3144070" y="1949603"/>
                </a:lnTo>
                <a:lnTo>
                  <a:pt x="3127565" y="1945799"/>
                </a:lnTo>
                <a:lnTo>
                  <a:pt x="3111695" y="1941362"/>
                </a:lnTo>
                <a:lnTo>
                  <a:pt x="3098681" y="1936608"/>
                </a:lnTo>
                <a:lnTo>
                  <a:pt x="3095190" y="1935657"/>
                </a:lnTo>
                <a:lnTo>
                  <a:pt x="3091699" y="1934072"/>
                </a:lnTo>
                <a:lnTo>
                  <a:pt x="3088842" y="1932805"/>
                </a:lnTo>
                <a:lnTo>
                  <a:pt x="3088524" y="1932488"/>
                </a:lnTo>
                <a:lnTo>
                  <a:pt x="3084398" y="1929952"/>
                </a:lnTo>
                <a:lnTo>
                  <a:pt x="3082176" y="1928684"/>
                </a:lnTo>
                <a:lnTo>
                  <a:pt x="3079637" y="1927733"/>
                </a:lnTo>
                <a:lnTo>
                  <a:pt x="3077415" y="1926783"/>
                </a:lnTo>
                <a:lnTo>
                  <a:pt x="3074559" y="1926149"/>
                </a:lnTo>
                <a:lnTo>
                  <a:pt x="3068211" y="1925198"/>
                </a:lnTo>
                <a:lnTo>
                  <a:pt x="3061863" y="1924881"/>
                </a:lnTo>
                <a:lnTo>
                  <a:pt x="3055197" y="1925515"/>
                </a:lnTo>
                <a:lnTo>
                  <a:pt x="3048532" y="1926466"/>
                </a:lnTo>
                <a:lnTo>
                  <a:pt x="3042184" y="1928050"/>
                </a:lnTo>
                <a:lnTo>
                  <a:pt x="3035836" y="1929952"/>
                </a:lnTo>
                <a:lnTo>
                  <a:pt x="3030123" y="1932488"/>
                </a:lnTo>
                <a:lnTo>
                  <a:pt x="3025044" y="1934706"/>
                </a:lnTo>
                <a:lnTo>
                  <a:pt x="3020918" y="1937559"/>
                </a:lnTo>
                <a:lnTo>
                  <a:pt x="3017427" y="1940728"/>
                </a:lnTo>
                <a:lnTo>
                  <a:pt x="3016157" y="1941679"/>
                </a:lnTo>
                <a:lnTo>
                  <a:pt x="3015522" y="1943264"/>
                </a:lnTo>
                <a:lnTo>
                  <a:pt x="3015205" y="1944849"/>
                </a:lnTo>
                <a:lnTo>
                  <a:pt x="3015205" y="1946116"/>
                </a:lnTo>
                <a:lnTo>
                  <a:pt x="3015205" y="1947701"/>
                </a:lnTo>
                <a:lnTo>
                  <a:pt x="3015840" y="1948969"/>
                </a:lnTo>
                <a:lnTo>
                  <a:pt x="3017109" y="1950554"/>
                </a:lnTo>
                <a:lnTo>
                  <a:pt x="3018696" y="1951504"/>
                </a:lnTo>
                <a:lnTo>
                  <a:pt x="3025044" y="1955625"/>
                </a:lnTo>
                <a:lnTo>
                  <a:pt x="3032027" y="1959428"/>
                </a:lnTo>
                <a:lnTo>
                  <a:pt x="3039962" y="1962915"/>
                </a:lnTo>
                <a:lnTo>
                  <a:pt x="3048532" y="1966084"/>
                </a:lnTo>
                <a:lnTo>
                  <a:pt x="3057737" y="1969253"/>
                </a:lnTo>
                <a:lnTo>
                  <a:pt x="3067576" y="1972106"/>
                </a:lnTo>
                <a:lnTo>
                  <a:pt x="3077733" y="1974959"/>
                </a:lnTo>
                <a:lnTo>
                  <a:pt x="3088842" y="1977177"/>
                </a:lnTo>
                <a:lnTo>
                  <a:pt x="3100268" y="1979713"/>
                </a:lnTo>
                <a:lnTo>
                  <a:pt x="3111695" y="1981614"/>
                </a:lnTo>
                <a:lnTo>
                  <a:pt x="3123756" y="1983516"/>
                </a:lnTo>
                <a:lnTo>
                  <a:pt x="3136452" y="1985101"/>
                </a:lnTo>
                <a:lnTo>
                  <a:pt x="3149148" y="1986369"/>
                </a:lnTo>
                <a:lnTo>
                  <a:pt x="3162162" y="1987636"/>
                </a:lnTo>
                <a:lnTo>
                  <a:pt x="3188188" y="1989538"/>
                </a:lnTo>
                <a:lnTo>
                  <a:pt x="3188188" y="2009823"/>
                </a:lnTo>
                <a:lnTo>
                  <a:pt x="3188506" y="2011407"/>
                </a:lnTo>
                <a:lnTo>
                  <a:pt x="3189458" y="2012675"/>
                </a:lnTo>
                <a:lnTo>
                  <a:pt x="3191045" y="2013626"/>
                </a:lnTo>
                <a:lnTo>
                  <a:pt x="3192949" y="2014577"/>
                </a:lnTo>
                <a:lnTo>
                  <a:pt x="3194854" y="2015528"/>
                </a:lnTo>
                <a:lnTo>
                  <a:pt x="3197710" y="2015845"/>
                </a:lnTo>
                <a:lnTo>
                  <a:pt x="3200250" y="2016162"/>
                </a:lnTo>
                <a:lnTo>
                  <a:pt x="3203106" y="2016479"/>
                </a:lnTo>
                <a:lnTo>
                  <a:pt x="3254843" y="2016479"/>
                </a:lnTo>
                <a:lnTo>
                  <a:pt x="3258017" y="2016162"/>
                </a:lnTo>
                <a:lnTo>
                  <a:pt x="3260556" y="2015845"/>
                </a:lnTo>
                <a:lnTo>
                  <a:pt x="3263413" y="2015528"/>
                </a:lnTo>
                <a:lnTo>
                  <a:pt x="3265317" y="2014577"/>
                </a:lnTo>
                <a:lnTo>
                  <a:pt x="3267539" y="2013626"/>
                </a:lnTo>
                <a:lnTo>
                  <a:pt x="3269126" y="2012675"/>
                </a:lnTo>
                <a:lnTo>
                  <a:pt x="3269761" y="2011407"/>
                </a:lnTo>
                <a:lnTo>
                  <a:pt x="3270078" y="2009823"/>
                </a:lnTo>
                <a:lnTo>
                  <a:pt x="3270078" y="1988587"/>
                </a:lnTo>
                <a:lnTo>
                  <a:pt x="3286265" y="1987636"/>
                </a:lnTo>
                <a:lnTo>
                  <a:pt x="3302136" y="1986369"/>
                </a:lnTo>
                <a:lnTo>
                  <a:pt x="3317371" y="1984467"/>
                </a:lnTo>
                <a:lnTo>
                  <a:pt x="3331971" y="1981931"/>
                </a:lnTo>
                <a:lnTo>
                  <a:pt x="3345937" y="1979079"/>
                </a:lnTo>
                <a:lnTo>
                  <a:pt x="3358950" y="1976543"/>
                </a:lnTo>
                <a:lnTo>
                  <a:pt x="3370694" y="1973057"/>
                </a:lnTo>
                <a:lnTo>
                  <a:pt x="3381486" y="1968937"/>
                </a:lnTo>
                <a:lnTo>
                  <a:pt x="3390056" y="1965450"/>
                </a:lnTo>
                <a:lnTo>
                  <a:pt x="3398308" y="1961964"/>
                </a:lnTo>
                <a:lnTo>
                  <a:pt x="3405291" y="1957843"/>
                </a:lnTo>
                <a:lnTo>
                  <a:pt x="3411956" y="1953723"/>
                </a:lnTo>
                <a:lnTo>
                  <a:pt x="3417670" y="1949286"/>
                </a:lnTo>
                <a:lnTo>
                  <a:pt x="3422748" y="1944849"/>
                </a:lnTo>
                <a:lnTo>
                  <a:pt x="3427192" y="1940094"/>
                </a:lnTo>
                <a:lnTo>
                  <a:pt x="3430683" y="1935657"/>
                </a:lnTo>
                <a:lnTo>
                  <a:pt x="3433540" y="1930903"/>
                </a:lnTo>
                <a:lnTo>
                  <a:pt x="3435444" y="1926149"/>
                </a:lnTo>
                <a:lnTo>
                  <a:pt x="3436396" y="1921078"/>
                </a:lnTo>
                <a:lnTo>
                  <a:pt x="3437031" y="1916323"/>
                </a:lnTo>
                <a:lnTo>
                  <a:pt x="3436079" y="1910935"/>
                </a:lnTo>
                <a:lnTo>
                  <a:pt x="3434492" y="1905864"/>
                </a:lnTo>
                <a:lnTo>
                  <a:pt x="3432270" y="1901110"/>
                </a:lnTo>
                <a:lnTo>
                  <a:pt x="3429096" y="1896039"/>
                </a:lnTo>
                <a:lnTo>
                  <a:pt x="3426557" y="1893820"/>
                </a:lnTo>
                <a:lnTo>
                  <a:pt x="3424335" y="1890968"/>
                </a:lnTo>
                <a:lnTo>
                  <a:pt x="3418304" y="1886530"/>
                </a:lnTo>
                <a:lnTo>
                  <a:pt x="3411639" y="1882093"/>
                </a:lnTo>
                <a:lnTo>
                  <a:pt x="3404339" y="1877973"/>
                </a:lnTo>
                <a:lnTo>
                  <a:pt x="3395451" y="1874169"/>
                </a:lnTo>
                <a:lnTo>
                  <a:pt x="3385929" y="1870683"/>
                </a:lnTo>
                <a:lnTo>
                  <a:pt x="3375772" y="1866880"/>
                </a:lnTo>
                <a:lnTo>
                  <a:pt x="3365298" y="1863710"/>
                </a:lnTo>
                <a:lnTo>
                  <a:pt x="3354189" y="1860541"/>
                </a:lnTo>
                <a:lnTo>
                  <a:pt x="3342763" y="1858005"/>
                </a:lnTo>
                <a:lnTo>
                  <a:pt x="3318640" y="1852300"/>
                </a:lnTo>
                <a:lnTo>
                  <a:pt x="3294200" y="1847546"/>
                </a:lnTo>
                <a:lnTo>
                  <a:pt x="3270078" y="1843426"/>
                </a:lnTo>
                <a:lnTo>
                  <a:pt x="3270078" y="1752779"/>
                </a:lnTo>
                <a:lnTo>
                  <a:pt x="3291026" y="1755631"/>
                </a:lnTo>
                <a:lnTo>
                  <a:pt x="3298961" y="1756582"/>
                </a:lnTo>
                <a:lnTo>
                  <a:pt x="3306896" y="1758801"/>
                </a:lnTo>
                <a:lnTo>
                  <a:pt x="3323719" y="1762921"/>
                </a:lnTo>
                <a:lnTo>
                  <a:pt x="3339589" y="1767992"/>
                </a:lnTo>
                <a:lnTo>
                  <a:pt x="3352920" y="1772746"/>
                </a:lnTo>
                <a:lnTo>
                  <a:pt x="3360537" y="1775599"/>
                </a:lnTo>
                <a:lnTo>
                  <a:pt x="3363076" y="1777184"/>
                </a:lnTo>
                <a:lnTo>
                  <a:pt x="3367203" y="1779402"/>
                </a:lnTo>
                <a:lnTo>
                  <a:pt x="3369424" y="1780670"/>
                </a:lnTo>
                <a:lnTo>
                  <a:pt x="3371964" y="1781938"/>
                </a:lnTo>
                <a:lnTo>
                  <a:pt x="3374186" y="1783206"/>
                </a:lnTo>
                <a:lnTo>
                  <a:pt x="3377042" y="1783523"/>
                </a:lnTo>
                <a:lnTo>
                  <a:pt x="3383390" y="1784157"/>
                </a:lnTo>
                <a:lnTo>
                  <a:pt x="3389738" y="1784790"/>
                </a:lnTo>
                <a:lnTo>
                  <a:pt x="3396404" y="1784157"/>
                </a:lnTo>
                <a:lnTo>
                  <a:pt x="3403069" y="1783206"/>
                </a:lnTo>
                <a:lnTo>
                  <a:pt x="3409417" y="1781621"/>
                </a:lnTo>
                <a:lnTo>
                  <a:pt x="3415765" y="1779402"/>
                </a:lnTo>
                <a:lnTo>
                  <a:pt x="3421478" y="1777184"/>
                </a:lnTo>
                <a:lnTo>
                  <a:pt x="3426557" y="1774965"/>
                </a:lnTo>
                <a:lnTo>
                  <a:pt x="3430683" y="1772113"/>
                </a:lnTo>
                <a:lnTo>
                  <a:pt x="3434174" y="1769260"/>
                </a:lnTo>
                <a:lnTo>
                  <a:pt x="3435127" y="1767675"/>
                </a:lnTo>
                <a:lnTo>
                  <a:pt x="3436079" y="1766091"/>
                </a:lnTo>
                <a:lnTo>
                  <a:pt x="3436396" y="1765140"/>
                </a:lnTo>
                <a:lnTo>
                  <a:pt x="3436396" y="1763555"/>
                </a:lnTo>
                <a:lnTo>
                  <a:pt x="3436079" y="1761970"/>
                </a:lnTo>
                <a:lnTo>
                  <a:pt x="3435761" y="1760702"/>
                </a:lnTo>
                <a:lnTo>
                  <a:pt x="3434492" y="1759118"/>
                </a:lnTo>
                <a:lnTo>
                  <a:pt x="3432905" y="1757850"/>
                </a:lnTo>
                <a:lnTo>
                  <a:pt x="3428144" y="1754997"/>
                </a:lnTo>
                <a:lnTo>
                  <a:pt x="3423065" y="1752145"/>
                </a:lnTo>
                <a:lnTo>
                  <a:pt x="3417352" y="1749292"/>
                </a:lnTo>
                <a:lnTo>
                  <a:pt x="3410369" y="1746440"/>
                </a:lnTo>
                <a:lnTo>
                  <a:pt x="3403386" y="1743587"/>
                </a:lnTo>
                <a:lnTo>
                  <a:pt x="3396404" y="1741369"/>
                </a:lnTo>
                <a:lnTo>
                  <a:pt x="3380534" y="1736614"/>
                </a:lnTo>
                <a:lnTo>
                  <a:pt x="3363711" y="1732177"/>
                </a:lnTo>
                <a:lnTo>
                  <a:pt x="3346572" y="1728374"/>
                </a:lnTo>
                <a:lnTo>
                  <a:pt x="3329749" y="1725204"/>
                </a:lnTo>
                <a:lnTo>
                  <a:pt x="3313562" y="1723303"/>
                </a:lnTo>
                <a:lnTo>
                  <a:pt x="3292296" y="1720767"/>
                </a:lnTo>
                <a:lnTo>
                  <a:pt x="3270078" y="1719182"/>
                </a:lnTo>
                <a:lnTo>
                  <a:pt x="3270078" y="1699532"/>
                </a:lnTo>
                <a:lnTo>
                  <a:pt x="3269761" y="1698581"/>
                </a:lnTo>
                <a:lnTo>
                  <a:pt x="3269126" y="1697313"/>
                </a:lnTo>
                <a:lnTo>
                  <a:pt x="3267539" y="1696045"/>
                </a:lnTo>
                <a:lnTo>
                  <a:pt x="3265317" y="1694778"/>
                </a:lnTo>
                <a:lnTo>
                  <a:pt x="3263413" y="1694144"/>
                </a:lnTo>
                <a:lnTo>
                  <a:pt x="3260556" y="1693827"/>
                </a:lnTo>
                <a:lnTo>
                  <a:pt x="3258017" y="1693193"/>
                </a:lnTo>
                <a:lnTo>
                  <a:pt x="3254843" y="1692876"/>
                </a:lnTo>
                <a:lnTo>
                  <a:pt x="3203106" y="1692876"/>
                </a:lnTo>
                <a:close/>
                <a:moveTo>
                  <a:pt x="3225959" y="1673225"/>
                </a:moveTo>
                <a:lnTo>
                  <a:pt x="3251986" y="1673542"/>
                </a:lnTo>
                <a:lnTo>
                  <a:pt x="3278013" y="1674493"/>
                </a:lnTo>
                <a:lnTo>
                  <a:pt x="3303722" y="1675444"/>
                </a:lnTo>
                <a:lnTo>
                  <a:pt x="3328480" y="1677028"/>
                </a:lnTo>
                <a:lnTo>
                  <a:pt x="3353237" y="1679247"/>
                </a:lnTo>
                <a:lnTo>
                  <a:pt x="3377360" y="1681466"/>
                </a:lnTo>
                <a:lnTo>
                  <a:pt x="3401165" y="1684318"/>
                </a:lnTo>
                <a:lnTo>
                  <a:pt x="3424335" y="1687805"/>
                </a:lnTo>
                <a:lnTo>
                  <a:pt x="3446870" y="1691291"/>
                </a:lnTo>
                <a:lnTo>
                  <a:pt x="3468771" y="1695411"/>
                </a:lnTo>
                <a:lnTo>
                  <a:pt x="3490037" y="1699532"/>
                </a:lnTo>
                <a:lnTo>
                  <a:pt x="3510668" y="1704286"/>
                </a:lnTo>
                <a:lnTo>
                  <a:pt x="3530664" y="1709357"/>
                </a:lnTo>
                <a:lnTo>
                  <a:pt x="3550026" y="1715062"/>
                </a:lnTo>
                <a:lnTo>
                  <a:pt x="3568752" y="1720450"/>
                </a:lnTo>
                <a:lnTo>
                  <a:pt x="3586527" y="1726789"/>
                </a:lnTo>
                <a:lnTo>
                  <a:pt x="3603349" y="1733128"/>
                </a:lnTo>
                <a:lnTo>
                  <a:pt x="3619219" y="1739467"/>
                </a:lnTo>
                <a:lnTo>
                  <a:pt x="3634454" y="1746440"/>
                </a:lnTo>
                <a:lnTo>
                  <a:pt x="3648738" y="1753413"/>
                </a:lnTo>
                <a:lnTo>
                  <a:pt x="3661751" y="1760702"/>
                </a:lnTo>
                <a:lnTo>
                  <a:pt x="3673812" y="1768626"/>
                </a:lnTo>
                <a:lnTo>
                  <a:pt x="3685239" y="1776550"/>
                </a:lnTo>
                <a:lnTo>
                  <a:pt x="3695713" y="1784157"/>
                </a:lnTo>
                <a:lnTo>
                  <a:pt x="3704600" y="1792397"/>
                </a:lnTo>
                <a:lnTo>
                  <a:pt x="3708726" y="1796834"/>
                </a:lnTo>
                <a:lnTo>
                  <a:pt x="3712535" y="1800955"/>
                </a:lnTo>
                <a:lnTo>
                  <a:pt x="3716027" y="1805075"/>
                </a:lnTo>
                <a:lnTo>
                  <a:pt x="3719518" y="1809512"/>
                </a:lnTo>
                <a:lnTo>
                  <a:pt x="3722375" y="1813950"/>
                </a:lnTo>
                <a:lnTo>
                  <a:pt x="3725231" y="1818704"/>
                </a:lnTo>
                <a:lnTo>
                  <a:pt x="3727453" y="1822824"/>
                </a:lnTo>
                <a:lnTo>
                  <a:pt x="3729357" y="1827261"/>
                </a:lnTo>
                <a:lnTo>
                  <a:pt x="3731579" y="1832015"/>
                </a:lnTo>
                <a:lnTo>
                  <a:pt x="3733166" y="1836136"/>
                </a:lnTo>
                <a:lnTo>
                  <a:pt x="3733801" y="1840890"/>
                </a:lnTo>
                <a:lnTo>
                  <a:pt x="3735071" y="1845644"/>
                </a:lnTo>
                <a:lnTo>
                  <a:pt x="3735388" y="1850081"/>
                </a:lnTo>
                <a:lnTo>
                  <a:pt x="3735388" y="1854836"/>
                </a:lnTo>
                <a:lnTo>
                  <a:pt x="3735388" y="1859590"/>
                </a:lnTo>
                <a:lnTo>
                  <a:pt x="3735071" y="1864344"/>
                </a:lnTo>
                <a:lnTo>
                  <a:pt x="3733801" y="1869098"/>
                </a:lnTo>
                <a:lnTo>
                  <a:pt x="3733166" y="1873219"/>
                </a:lnTo>
                <a:lnTo>
                  <a:pt x="3731579" y="1877973"/>
                </a:lnTo>
                <a:lnTo>
                  <a:pt x="3729357" y="1882727"/>
                </a:lnTo>
                <a:lnTo>
                  <a:pt x="3727453" y="1887164"/>
                </a:lnTo>
                <a:lnTo>
                  <a:pt x="3725231" y="1891285"/>
                </a:lnTo>
                <a:lnTo>
                  <a:pt x="3722375" y="1895722"/>
                </a:lnTo>
                <a:lnTo>
                  <a:pt x="3719518" y="1900476"/>
                </a:lnTo>
                <a:lnTo>
                  <a:pt x="3716027" y="1904913"/>
                </a:lnTo>
                <a:lnTo>
                  <a:pt x="3712535" y="1908717"/>
                </a:lnTo>
                <a:lnTo>
                  <a:pt x="3708726" y="1913154"/>
                </a:lnTo>
                <a:lnTo>
                  <a:pt x="3704600" y="1917274"/>
                </a:lnTo>
                <a:lnTo>
                  <a:pt x="3695713" y="1925515"/>
                </a:lnTo>
                <a:lnTo>
                  <a:pt x="3685239" y="1933438"/>
                </a:lnTo>
                <a:lnTo>
                  <a:pt x="3673812" y="1941362"/>
                </a:lnTo>
                <a:lnTo>
                  <a:pt x="3661751" y="1948969"/>
                </a:lnTo>
                <a:lnTo>
                  <a:pt x="3648738" y="1956259"/>
                </a:lnTo>
                <a:lnTo>
                  <a:pt x="3634454" y="1963548"/>
                </a:lnTo>
                <a:lnTo>
                  <a:pt x="3619219" y="1970521"/>
                </a:lnTo>
                <a:lnTo>
                  <a:pt x="3603349" y="1976860"/>
                </a:lnTo>
                <a:lnTo>
                  <a:pt x="3586527" y="1983199"/>
                </a:lnTo>
                <a:lnTo>
                  <a:pt x="3568752" y="1989538"/>
                </a:lnTo>
                <a:lnTo>
                  <a:pt x="3550026" y="1994926"/>
                </a:lnTo>
                <a:lnTo>
                  <a:pt x="3530664" y="2000631"/>
                </a:lnTo>
                <a:lnTo>
                  <a:pt x="3510668" y="2005702"/>
                </a:lnTo>
                <a:lnTo>
                  <a:pt x="3490037" y="2010457"/>
                </a:lnTo>
                <a:lnTo>
                  <a:pt x="3468771" y="2014577"/>
                </a:lnTo>
                <a:lnTo>
                  <a:pt x="3446870" y="2018697"/>
                </a:lnTo>
                <a:lnTo>
                  <a:pt x="3424335" y="2022184"/>
                </a:lnTo>
                <a:lnTo>
                  <a:pt x="3401165" y="2025670"/>
                </a:lnTo>
                <a:lnTo>
                  <a:pt x="3377360" y="2028523"/>
                </a:lnTo>
                <a:lnTo>
                  <a:pt x="3353237" y="2030741"/>
                </a:lnTo>
                <a:lnTo>
                  <a:pt x="3328480" y="2032643"/>
                </a:lnTo>
                <a:lnTo>
                  <a:pt x="3303722" y="2034228"/>
                </a:lnTo>
                <a:lnTo>
                  <a:pt x="3278013" y="2035495"/>
                </a:lnTo>
                <a:lnTo>
                  <a:pt x="3251986" y="2036446"/>
                </a:lnTo>
                <a:lnTo>
                  <a:pt x="3225959" y="2036763"/>
                </a:lnTo>
                <a:lnTo>
                  <a:pt x="3199615" y="2036446"/>
                </a:lnTo>
                <a:lnTo>
                  <a:pt x="3173905" y="2035495"/>
                </a:lnTo>
                <a:lnTo>
                  <a:pt x="3148196" y="2034228"/>
                </a:lnTo>
                <a:lnTo>
                  <a:pt x="3123121" y="2032643"/>
                </a:lnTo>
                <a:lnTo>
                  <a:pt x="3098681" y="2030741"/>
                </a:lnTo>
                <a:lnTo>
                  <a:pt x="3074241" y="2028523"/>
                </a:lnTo>
                <a:lnTo>
                  <a:pt x="3050436" y="2025670"/>
                </a:lnTo>
                <a:lnTo>
                  <a:pt x="3027584" y="2022184"/>
                </a:lnTo>
                <a:lnTo>
                  <a:pt x="3004731" y="2018697"/>
                </a:lnTo>
                <a:lnTo>
                  <a:pt x="2983147" y="2014577"/>
                </a:lnTo>
                <a:lnTo>
                  <a:pt x="2961564" y="2010457"/>
                </a:lnTo>
                <a:lnTo>
                  <a:pt x="2940933" y="2005702"/>
                </a:lnTo>
                <a:lnTo>
                  <a:pt x="2920937" y="2000631"/>
                </a:lnTo>
                <a:lnTo>
                  <a:pt x="2901575" y="1994926"/>
                </a:lnTo>
                <a:lnTo>
                  <a:pt x="2883483" y="1989538"/>
                </a:lnTo>
                <a:lnTo>
                  <a:pt x="2865709" y="1983199"/>
                </a:lnTo>
                <a:lnTo>
                  <a:pt x="2848569" y="1976860"/>
                </a:lnTo>
                <a:lnTo>
                  <a:pt x="2832382" y="1970521"/>
                </a:lnTo>
                <a:lnTo>
                  <a:pt x="2817464" y="1963548"/>
                </a:lnTo>
                <a:lnTo>
                  <a:pt x="2803181" y="1956259"/>
                </a:lnTo>
                <a:lnTo>
                  <a:pt x="2789850" y="1948969"/>
                </a:lnTo>
                <a:lnTo>
                  <a:pt x="2777789" y="1941362"/>
                </a:lnTo>
                <a:lnTo>
                  <a:pt x="2766362" y="1933438"/>
                </a:lnTo>
                <a:lnTo>
                  <a:pt x="2755888" y="1925515"/>
                </a:lnTo>
                <a:lnTo>
                  <a:pt x="2747001" y="1917274"/>
                </a:lnTo>
                <a:lnTo>
                  <a:pt x="2742875" y="1913154"/>
                </a:lnTo>
                <a:lnTo>
                  <a:pt x="2739066" y="1908717"/>
                </a:lnTo>
                <a:lnTo>
                  <a:pt x="2735574" y="1904913"/>
                </a:lnTo>
                <a:lnTo>
                  <a:pt x="2732400" y="1900476"/>
                </a:lnTo>
                <a:lnTo>
                  <a:pt x="2729226" y="1895722"/>
                </a:lnTo>
                <a:lnTo>
                  <a:pt x="2726370" y="1891285"/>
                </a:lnTo>
                <a:lnTo>
                  <a:pt x="2724148" y="1887164"/>
                </a:lnTo>
                <a:lnTo>
                  <a:pt x="2722244" y="1882727"/>
                </a:lnTo>
                <a:lnTo>
                  <a:pt x="2720022" y="1877973"/>
                </a:lnTo>
                <a:lnTo>
                  <a:pt x="2718435" y="1873219"/>
                </a:lnTo>
                <a:lnTo>
                  <a:pt x="2717800" y="1869098"/>
                </a:lnTo>
                <a:lnTo>
                  <a:pt x="2716530" y="1864344"/>
                </a:lnTo>
                <a:lnTo>
                  <a:pt x="2716213" y="1859590"/>
                </a:lnTo>
                <a:lnTo>
                  <a:pt x="2716213" y="1854836"/>
                </a:lnTo>
                <a:lnTo>
                  <a:pt x="2716213" y="1850081"/>
                </a:lnTo>
                <a:lnTo>
                  <a:pt x="2716530" y="1845644"/>
                </a:lnTo>
                <a:lnTo>
                  <a:pt x="2717800" y="1840890"/>
                </a:lnTo>
                <a:lnTo>
                  <a:pt x="2718435" y="1836136"/>
                </a:lnTo>
                <a:lnTo>
                  <a:pt x="2720022" y="1832015"/>
                </a:lnTo>
                <a:lnTo>
                  <a:pt x="2722244" y="1827261"/>
                </a:lnTo>
                <a:lnTo>
                  <a:pt x="2724148" y="1822824"/>
                </a:lnTo>
                <a:lnTo>
                  <a:pt x="2726370" y="1818704"/>
                </a:lnTo>
                <a:lnTo>
                  <a:pt x="2729226" y="1813950"/>
                </a:lnTo>
                <a:lnTo>
                  <a:pt x="2732400" y="1809512"/>
                </a:lnTo>
                <a:lnTo>
                  <a:pt x="2735574" y="1805075"/>
                </a:lnTo>
                <a:lnTo>
                  <a:pt x="2739066" y="1800955"/>
                </a:lnTo>
                <a:lnTo>
                  <a:pt x="2742875" y="1796834"/>
                </a:lnTo>
                <a:lnTo>
                  <a:pt x="2747001" y="1792397"/>
                </a:lnTo>
                <a:lnTo>
                  <a:pt x="2755888" y="1784157"/>
                </a:lnTo>
                <a:lnTo>
                  <a:pt x="2766362" y="1776550"/>
                </a:lnTo>
                <a:lnTo>
                  <a:pt x="2777789" y="1768626"/>
                </a:lnTo>
                <a:lnTo>
                  <a:pt x="2789850" y="1760702"/>
                </a:lnTo>
                <a:lnTo>
                  <a:pt x="2803181" y="1753413"/>
                </a:lnTo>
                <a:lnTo>
                  <a:pt x="2817464" y="1746440"/>
                </a:lnTo>
                <a:lnTo>
                  <a:pt x="2832382" y="1739467"/>
                </a:lnTo>
                <a:lnTo>
                  <a:pt x="2848569" y="1733128"/>
                </a:lnTo>
                <a:lnTo>
                  <a:pt x="2865709" y="1726789"/>
                </a:lnTo>
                <a:lnTo>
                  <a:pt x="2883483" y="1720450"/>
                </a:lnTo>
                <a:lnTo>
                  <a:pt x="2901575" y="1715062"/>
                </a:lnTo>
                <a:lnTo>
                  <a:pt x="2920937" y="1709357"/>
                </a:lnTo>
                <a:lnTo>
                  <a:pt x="2940933" y="1704286"/>
                </a:lnTo>
                <a:lnTo>
                  <a:pt x="2961564" y="1699532"/>
                </a:lnTo>
                <a:lnTo>
                  <a:pt x="2983147" y="1695411"/>
                </a:lnTo>
                <a:lnTo>
                  <a:pt x="3004731" y="1691291"/>
                </a:lnTo>
                <a:lnTo>
                  <a:pt x="3027584" y="1687805"/>
                </a:lnTo>
                <a:lnTo>
                  <a:pt x="3050436" y="1684318"/>
                </a:lnTo>
                <a:lnTo>
                  <a:pt x="3074241" y="1681466"/>
                </a:lnTo>
                <a:lnTo>
                  <a:pt x="3098681" y="1679247"/>
                </a:lnTo>
                <a:lnTo>
                  <a:pt x="3123121" y="1677028"/>
                </a:lnTo>
                <a:lnTo>
                  <a:pt x="3148196" y="1675444"/>
                </a:lnTo>
                <a:lnTo>
                  <a:pt x="3173905" y="1674493"/>
                </a:lnTo>
                <a:lnTo>
                  <a:pt x="3199615" y="1673542"/>
                </a:lnTo>
                <a:lnTo>
                  <a:pt x="3225959" y="1673225"/>
                </a:lnTo>
                <a:close/>
                <a:moveTo>
                  <a:pt x="3454389" y="0"/>
                </a:moveTo>
                <a:lnTo>
                  <a:pt x="3461374" y="0"/>
                </a:lnTo>
                <a:lnTo>
                  <a:pt x="3468995" y="635"/>
                </a:lnTo>
                <a:lnTo>
                  <a:pt x="3475981" y="1587"/>
                </a:lnTo>
                <a:lnTo>
                  <a:pt x="3482966" y="3174"/>
                </a:lnTo>
                <a:lnTo>
                  <a:pt x="3490270" y="5079"/>
                </a:lnTo>
                <a:lnTo>
                  <a:pt x="3497255" y="7300"/>
                </a:lnTo>
                <a:lnTo>
                  <a:pt x="3503923" y="9839"/>
                </a:lnTo>
                <a:lnTo>
                  <a:pt x="3510591" y="13013"/>
                </a:lnTo>
                <a:lnTo>
                  <a:pt x="3517259" y="16505"/>
                </a:lnTo>
                <a:lnTo>
                  <a:pt x="3523610" y="20314"/>
                </a:lnTo>
                <a:lnTo>
                  <a:pt x="3529643" y="24757"/>
                </a:lnTo>
                <a:lnTo>
                  <a:pt x="3535676" y="29518"/>
                </a:lnTo>
                <a:lnTo>
                  <a:pt x="3541074" y="34596"/>
                </a:lnTo>
                <a:lnTo>
                  <a:pt x="3546472" y="39992"/>
                </a:lnTo>
                <a:lnTo>
                  <a:pt x="3551235" y="45705"/>
                </a:lnTo>
                <a:lnTo>
                  <a:pt x="3555998" y="51418"/>
                </a:lnTo>
                <a:lnTo>
                  <a:pt x="3560443" y="57766"/>
                </a:lnTo>
                <a:lnTo>
                  <a:pt x="3564254" y="64113"/>
                </a:lnTo>
                <a:lnTo>
                  <a:pt x="3567746" y="70779"/>
                </a:lnTo>
                <a:lnTo>
                  <a:pt x="3570922" y="77444"/>
                </a:lnTo>
                <a:lnTo>
                  <a:pt x="3573462" y="84109"/>
                </a:lnTo>
                <a:lnTo>
                  <a:pt x="3575684" y="91410"/>
                </a:lnTo>
                <a:lnTo>
                  <a:pt x="3577590" y="98709"/>
                </a:lnTo>
                <a:lnTo>
                  <a:pt x="3579177" y="106009"/>
                </a:lnTo>
                <a:lnTo>
                  <a:pt x="3580448" y="113309"/>
                </a:lnTo>
                <a:lnTo>
                  <a:pt x="3580765" y="120927"/>
                </a:lnTo>
                <a:lnTo>
                  <a:pt x="3581400" y="128544"/>
                </a:lnTo>
                <a:lnTo>
                  <a:pt x="3580765" y="136162"/>
                </a:lnTo>
                <a:lnTo>
                  <a:pt x="3530913" y="1012801"/>
                </a:lnTo>
                <a:lnTo>
                  <a:pt x="3529960" y="1019149"/>
                </a:lnTo>
                <a:lnTo>
                  <a:pt x="3529326" y="1025814"/>
                </a:lnTo>
                <a:lnTo>
                  <a:pt x="3528055" y="1032162"/>
                </a:lnTo>
                <a:lnTo>
                  <a:pt x="3526785" y="1038510"/>
                </a:lnTo>
                <a:lnTo>
                  <a:pt x="3524880" y="1044541"/>
                </a:lnTo>
                <a:lnTo>
                  <a:pt x="3522975" y="1050254"/>
                </a:lnTo>
                <a:lnTo>
                  <a:pt x="3520434" y="1056284"/>
                </a:lnTo>
                <a:lnTo>
                  <a:pt x="3518212" y="1062315"/>
                </a:lnTo>
                <a:lnTo>
                  <a:pt x="3515354" y="1067710"/>
                </a:lnTo>
                <a:lnTo>
                  <a:pt x="3512179" y="1072789"/>
                </a:lnTo>
                <a:lnTo>
                  <a:pt x="3508686" y="1077867"/>
                </a:lnTo>
                <a:lnTo>
                  <a:pt x="3505193" y="1083263"/>
                </a:lnTo>
                <a:lnTo>
                  <a:pt x="3501700" y="1087706"/>
                </a:lnTo>
                <a:lnTo>
                  <a:pt x="3497572" y="1092467"/>
                </a:lnTo>
                <a:lnTo>
                  <a:pt x="3493445" y="1096910"/>
                </a:lnTo>
                <a:lnTo>
                  <a:pt x="3488999" y="1101354"/>
                </a:lnTo>
                <a:lnTo>
                  <a:pt x="3484554" y="1105163"/>
                </a:lnTo>
                <a:lnTo>
                  <a:pt x="3479791" y="1108654"/>
                </a:lnTo>
                <a:lnTo>
                  <a:pt x="3474710" y="1112463"/>
                </a:lnTo>
                <a:lnTo>
                  <a:pt x="3469630" y="1115319"/>
                </a:lnTo>
                <a:lnTo>
                  <a:pt x="3464550" y="1118493"/>
                </a:lnTo>
                <a:lnTo>
                  <a:pt x="3459152" y="1121350"/>
                </a:lnTo>
                <a:lnTo>
                  <a:pt x="3453436" y="1123889"/>
                </a:lnTo>
                <a:lnTo>
                  <a:pt x="3448038" y="1126111"/>
                </a:lnTo>
                <a:lnTo>
                  <a:pt x="3442005" y="1128015"/>
                </a:lnTo>
                <a:lnTo>
                  <a:pt x="3435972" y="1129602"/>
                </a:lnTo>
                <a:lnTo>
                  <a:pt x="3430256" y="1130871"/>
                </a:lnTo>
                <a:lnTo>
                  <a:pt x="3423906" y="1132141"/>
                </a:lnTo>
                <a:lnTo>
                  <a:pt x="3417873" y="1132776"/>
                </a:lnTo>
                <a:lnTo>
                  <a:pt x="3411522" y="1133093"/>
                </a:lnTo>
                <a:lnTo>
                  <a:pt x="3405490" y="1133093"/>
                </a:lnTo>
                <a:lnTo>
                  <a:pt x="3398504" y="1132776"/>
                </a:lnTo>
                <a:lnTo>
                  <a:pt x="3392471" y="1132458"/>
                </a:lnTo>
                <a:lnTo>
                  <a:pt x="3386120" y="1131189"/>
                </a:lnTo>
                <a:lnTo>
                  <a:pt x="3379770" y="1129919"/>
                </a:lnTo>
                <a:lnTo>
                  <a:pt x="3373736" y="1128332"/>
                </a:lnTo>
                <a:lnTo>
                  <a:pt x="3368021" y="1126745"/>
                </a:lnTo>
                <a:lnTo>
                  <a:pt x="3361988" y="1124524"/>
                </a:lnTo>
                <a:lnTo>
                  <a:pt x="3356590" y="1122302"/>
                </a:lnTo>
                <a:lnTo>
                  <a:pt x="3350874" y="1119763"/>
                </a:lnTo>
                <a:lnTo>
                  <a:pt x="3345476" y="1116589"/>
                </a:lnTo>
                <a:lnTo>
                  <a:pt x="3340396" y="1113415"/>
                </a:lnTo>
                <a:lnTo>
                  <a:pt x="3334998" y="1109924"/>
                </a:lnTo>
                <a:lnTo>
                  <a:pt x="3330553" y="1106432"/>
                </a:lnTo>
                <a:lnTo>
                  <a:pt x="3325790" y="1102306"/>
                </a:lnTo>
                <a:lnTo>
                  <a:pt x="3321344" y="1098497"/>
                </a:lnTo>
                <a:lnTo>
                  <a:pt x="3316899" y="1094054"/>
                </a:lnTo>
                <a:lnTo>
                  <a:pt x="3312771" y="1089293"/>
                </a:lnTo>
                <a:lnTo>
                  <a:pt x="3308961" y="1084849"/>
                </a:lnTo>
                <a:lnTo>
                  <a:pt x="3305150" y="1080089"/>
                </a:lnTo>
                <a:lnTo>
                  <a:pt x="3301975" y="1074693"/>
                </a:lnTo>
                <a:lnTo>
                  <a:pt x="3298482" y="1069615"/>
                </a:lnTo>
                <a:lnTo>
                  <a:pt x="3295625" y="1064219"/>
                </a:lnTo>
                <a:lnTo>
                  <a:pt x="3293084" y="1058823"/>
                </a:lnTo>
                <a:lnTo>
                  <a:pt x="3290544" y="1053110"/>
                </a:lnTo>
                <a:lnTo>
                  <a:pt x="3288639" y="1047397"/>
                </a:lnTo>
                <a:lnTo>
                  <a:pt x="3286734" y="1041367"/>
                </a:lnTo>
                <a:lnTo>
                  <a:pt x="3285146" y="1035019"/>
                </a:lnTo>
                <a:lnTo>
                  <a:pt x="3283558" y="1028988"/>
                </a:lnTo>
                <a:lnTo>
                  <a:pt x="3282606" y="1022640"/>
                </a:lnTo>
                <a:lnTo>
                  <a:pt x="3281971" y="1015975"/>
                </a:lnTo>
                <a:lnTo>
                  <a:pt x="3281654" y="1009627"/>
                </a:lnTo>
                <a:lnTo>
                  <a:pt x="3281018" y="1003597"/>
                </a:lnTo>
                <a:lnTo>
                  <a:pt x="3281654" y="996614"/>
                </a:lnTo>
                <a:lnTo>
                  <a:pt x="3306103" y="573529"/>
                </a:lnTo>
                <a:lnTo>
                  <a:pt x="3299118" y="568768"/>
                </a:lnTo>
                <a:lnTo>
                  <a:pt x="2057582" y="2162081"/>
                </a:lnTo>
                <a:lnTo>
                  <a:pt x="2052502" y="2168112"/>
                </a:lnTo>
                <a:lnTo>
                  <a:pt x="2047422" y="2173825"/>
                </a:lnTo>
                <a:lnTo>
                  <a:pt x="2042024" y="2178903"/>
                </a:lnTo>
                <a:lnTo>
                  <a:pt x="2036626" y="2183981"/>
                </a:lnTo>
                <a:lnTo>
                  <a:pt x="2030592" y="2188742"/>
                </a:lnTo>
                <a:lnTo>
                  <a:pt x="2024877" y="2193186"/>
                </a:lnTo>
                <a:lnTo>
                  <a:pt x="2018844" y="2197629"/>
                </a:lnTo>
                <a:lnTo>
                  <a:pt x="2012493" y="2201121"/>
                </a:lnTo>
                <a:lnTo>
                  <a:pt x="2006143" y="2204612"/>
                </a:lnTo>
                <a:lnTo>
                  <a:pt x="1999475" y="2207786"/>
                </a:lnTo>
                <a:lnTo>
                  <a:pt x="1992807" y="2210642"/>
                </a:lnTo>
                <a:lnTo>
                  <a:pt x="1986139" y="2213182"/>
                </a:lnTo>
                <a:lnTo>
                  <a:pt x="1979470" y="2215403"/>
                </a:lnTo>
                <a:lnTo>
                  <a:pt x="1972485" y="2217308"/>
                </a:lnTo>
                <a:lnTo>
                  <a:pt x="1965499" y="2218577"/>
                </a:lnTo>
                <a:lnTo>
                  <a:pt x="1958514" y="2219529"/>
                </a:lnTo>
                <a:lnTo>
                  <a:pt x="1951528" y="2220482"/>
                </a:lnTo>
                <a:lnTo>
                  <a:pt x="1944225" y="2221116"/>
                </a:lnTo>
                <a:lnTo>
                  <a:pt x="1937239" y="2221116"/>
                </a:lnTo>
                <a:lnTo>
                  <a:pt x="1929619" y="2221116"/>
                </a:lnTo>
                <a:lnTo>
                  <a:pt x="1922633" y="2220482"/>
                </a:lnTo>
                <a:lnTo>
                  <a:pt x="1915647" y="2219529"/>
                </a:lnTo>
                <a:lnTo>
                  <a:pt x="1908344" y="2218577"/>
                </a:lnTo>
                <a:lnTo>
                  <a:pt x="1901358" y="2216990"/>
                </a:lnTo>
                <a:lnTo>
                  <a:pt x="1894690" y="2214769"/>
                </a:lnTo>
                <a:lnTo>
                  <a:pt x="1887387" y="2212547"/>
                </a:lnTo>
                <a:lnTo>
                  <a:pt x="1880402" y="2210008"/>
                </a:lnTo>
                <a:lnTo>
                  <a:pt x="1873734" y="2207151"/>
                </a:lnTo>
                <a:lnTo>
                  <a:pt x="1867066" y="2203977"/>
                </a:lnTo>
                <a:lnTo>
                  <a:pt x="1860715" y="2199851"/>
                </a:lnTo>
                <a:lnTo>
                  <a:pt x="1854047" y="2196042"/>
                </a:lnTo>
                <a:lnTo>
                  <a:pt x="1847696" y="2191599"/>
                </a:lnTo>
                <a:lnTo>
                  <a:pt x="1229469" y="1731062"/>
                </a:lnTo>
                <a:lnTo>
                  <a:pt x="271487" y="2768937"/>
                </a:lnTo>
                <a:lnTo>
                  <a:pt x="266406" y="2774967"/>
                </a:lnTo>
                <a:lnTo>
                  <a:pt x="260691" y="2780680"/>
                </a:lnTo>
                <a:lnTo>
                  <a:pt x="254975" y="2785759"/>
                </a:lnTo>
                <a:lnTo>
                  <a:pt x="248942" y="2791154"/>
                </a:lnTo>
                <a:lnTo>
                  <a:pt x="242592" y="2795915"/>
                </a:lnTo>
                <a:lnTo>
                  <a:pt x="236241" y="2800041"/>
                </a:lnTo>
                <a:lnTo>
                  <a:pt x="230208" y="2804167"/>
                </a:lnTo>
                <a:lnTo>
                  <a:pt x="223223" y="2807659"/>
                </a:lnTo>
                <a:lnTo>
                  <a:pt x="216554" y="2810833"/>
                </a:lnTo>
                <a:lnTo>
                  <a:pt x="209886" y="2814007"/>
                </a:lnTo>
                <a:lnTo>
                  <a:pt x="202901" y="2816228"/>
                </a:lnTo>
                <a:lnTo>
                  <a:pt x="195915" y="2818767"/>
                </a:lnTo>
                <a:lnTo>
                  <a:pt x="188612" y="2820354"/>
                </a:lnTo>
                <a:lnTo>
                  <a:pt x="181309" y="2821941"/>
                </a:lnTo>
                <a:lnTo>
                  <a:pt x="174006" y="2822894"/>
                </a:lnTo>
                <a:lnTo>
                  <a:pt x="166703" y="2823846"/>
                </a:lnTo>
                <a:lnTo>
                  <a:pt x="159082" y="2824163"/>
                </a:lnTo>
                <a:lnTo>
                  <a:pt x="152096" y="2824163"/>
                </a:lnTo>
                <a:lnTo>
                  <a:pt x="144476" y="2823846"/>
                </a:lnTo>
                <a:lnTo>
                  <a:pt x="136855" y="2823528"/>
                </a:lnTo>
                <a:lnTo>
                  <a:pt x="129552" y="2822259"/>
                </a:lnTo>
                <a:lnTo>
                  <a:pt x="122249" y="2820672"/>
                </a:lnTo>
                <a:lnTo>
                  <a:pt x="114945" y="2819085"/>
                </a:lnTo>
                <a:lnTo>
                  <a:pt x="107642" y="2816546"/>
                </a:lnTo>
                <a:lnTo>
                  <a:pt x="100657" y="2814324"/>
                </a:lnTo>
                <a:lnTo>
                  <a:pt x="93671" y="2811467"/>
                </a:lnTo>
                <a:lnTo>
                  <a:pt x="87003" y="2807976"/>
                </a:lnTo>
                <a:lnTo>
                  <a:pt x="80335" y="2804485"/>
                </a:lnTo>
                <a:lnTo>
                  <a:pt x="73349" y="2800359"/>
                </a:lnTo>
                <a:lnTo>
                  <a:pt x="66681" y="2796233"/>
                </a:lnTo>
                <a:lnTo>
                  <a:pt x="60331" y="2791472"/>
                </a:lnTo>
                <a:lnTo>
                  <a:pt x="54298" y="2785759"/>
                </a:lnTo>
                <a:lnTo>
                  <a:pt x="48265" y="2780680"/>
                </a:lnTo>
                <a:lnTo>
                  <a:pt x="42867" y="2774967"/>
                </a:lnTo>
                <a:lnTo>
                  <a:pt x="37469" y="2768937"/>
                </a:lnTo>
                <a:lnTo>
                  <a:pt x="32388" y="2762906"/>
                </a:lnTo>
                <a:lnTo>
                  <a:pt x="28260" y="2756876"/>
                </a:lnTo>
                <a:lnTo>
                  <a:pt x="23815" y="2749893"/>
                </a:lnTo>
                <a:lnTo>
                  <a:pt x="19687" y="2743228"/>
                </a:lnTo>
                <a:lnTo>
                  <a:pt x="16194" y="2736563"/>
                </a:lnTo>
                <a:lnTo>
                  <a:pt x="13019" y="2729580"/>
                </a:lnTo>
                <a:lnTo>
                  <a:pt x="10479" y="2722280"/>
                </a:lnTo>
                <a:lnTo>
                  <a:pt x="7938" y="2715297"/>
                </a:lnTo>
                <a:lnTo>
                  <a:pt x="5716" y="2708315"/>
                </a:lnTo>
                <a:lnTo>
                  <a:pt x="3811" y="2700697"/>
                </a:lnTo>
                <a:lnTo>
                  <a:pt x="2540" y="2693080"/>
                </a:lnTo>
                <a:lnTo>
                  <a:pt x="1270" y="2685780"/>
                </a:lnTo>
                <a:lnTo>
                  <a:pt x="635" y="2678162"/>
                </a:lnTo>
                <a:lnTo>
                  <a:pt x="0" y="2670228"/>
                </a:lnTo>
                <a:lnTo>
                  <a:pt x="0" y="2662927"/>
                </a:lnTo>
                <a:lnTo>
                  <a:pt x="0" y="2655310"/>
                </a:lnTo>
                <a:lnTo>
                  <a:pt x="953" y="2648010"/>
                </a:lnTo>
                <a:lnTo>
                  <a:pt x="1588" y="2640075"/>
                </a:lnTo>
                <a:lnTo>
                  <a:pt x="3176" y="2632458"/>
                </a:lnTo>
                <a:lnTo>
                  <a:pt x="4763" y="2625158"/>
                </a:lnTo>
                <a:lnTo>
                  <a:pt x="6668" y="2617858"/>
                </a:lnTo>
                <a:lnTo>
                  <a:pt x="9526" y="2610558"/>
                </a:lnTo>
                <a:lnTo>
                  <a:pt x="12384" y="2603258"/>
                </a:lnTo>
                <a:lnTo>
                  <a:pt x="15559" y="2596275"/>
                </a:lnTo>
                <a:lnTo>
                  <a:pt x="19052" y="2588975"/>
                </a:lnTo>
                <a:lnTo>
                  <a:pt x="22545" y="2582310"/>
                </a:lnTo>
                <a:lnTo>
                  <a:pt x="26990" y="2575644"/>
                </a:lnTo>
                <a:lnTo>
                  <a:pt x="31753" y="2569297"/>
                </a:lnTo>
                <a:lnTo>
                  <a:pt x="36516" y="2562631"/>
                </a:lnTo>
                <a:lnTo>
                  <a:pt x="1086264" y="1414621"/>
                </a:lnTo>
                <a:lnTo>
                  <a:pt x="1091027" y="1408908"/>
                </a:lnTo>
                <a:lnTo>
                  <a:pt x="1096742" y="1403829"/>
                </a:lnTo>
                <a:lnTo>
                  <a:pt x="1101823" y="1398751"/>
                </a:lnTo>
                <a:lnTo>
                  <a:pt x="1107221" y="1393990"/>
                </a:lnTo>
                <a:lnTo>
                  <a:pt x="1113254" y="1389229"/>
                </a:lnTo>
                <a:lnTo>
                  <a:pt x="1119287" y="1385103"/>
                </a:lnTo>
                <a:lnTo>
                  <a:pt x="1125002" y="1381295"/>
                </a:lnTo>
                <a:lnTo>
                  <a:pt x="1131353" y="1377803"/>
                </a:lnTo>
                <a:lnTo>
                  <a:pt x="1137703" y="1374629"/>
                </a:lnTo>
                <a:lnTo>
                  <a:pt x="1144054" y="1371455"/>
                </a:lnTo>
                <a:lnTo>
                  <a:pt x="1150722" y="1368599"/>
                </a:lnTo>
                <a:lnTo>
                  <a:pt x="1157390" y="1366694"/>
                </a:lnTo>
                <a:lnTo>
                  <a:pt x="1164058" y="1364790"/>
                </a:lnTo>
                <a:lnTo>
                  <a:pt x="1170726" y="1362568"/>
                </a:lnTo>
                <a:lnTo>
                  <a:pt x="1177394" y="1361616"/>
                </a:lnTo>
                <a:lnTo>
                  <a:pt x="1184698" y="1360347"/>
                </a:lnTo>
                <a:lnTo>
                  <a:pt x="1191683" y="1360029"/>
                </a:lnTo>
                <a:lnTo>
                  <a:pt x="1198351" y="1359712"/>
                </a:lnTo>
                <a:lnTo>
                  <a:pt x="1205654" y="1359077"/>
                </a:lnTo>
                <a:lnTo>
                  <a:pt x="1212640" y="1359712"/>
                </a:lnTo>
                <a:lnTo>
                  <a:pt x="1219626" y="1360347"/>
                </a:lnTo>
                <a:lnTo>
                  <a:pt x="1226294" y="1361299"/>
                </a:lnTo>
                <a:lnTo>
                  <a:pt x="1233597" y="1362251"/>
                </a:lnTo>
                <a:lnTo>
                  <a:pt x="1240582" y="1363838"/>
                </a:lnTo>
                <a:lnTo>
                  <a:pt x="1247251" y="1365742"/>
                </a:lnTo>
                <a:lnTo>
                  <a:pt x="1253919" y="1368281"/>
                </a:lnTo>
                <a:lnTo>
                  <a:pt x="1260904" y="1371138"/>
                </a:lnTo>
                <a:lnTo>
                  <a:pt x="1267572" y="1373677"/>
                </a:lnTo>
                <a:lnTo>
                  <a:pt x="1274240" y="1376851"/>
                </a:lnTo>
                <a:lnTo>
                  <a:pt x="1280591" y="1380977"/>
                </a:lnTo>
                <a:lnTo>
                  <a:pt x="1286942" y="1384786"/>
                </a:lnTo>
                <a:lnTo>
                  <a:pt x="1292975" y="1389229"/>
                </a:lnTo>
                <a:lnTo>
                  <a:pt x="1907709" y="1846910"/>
                </a:lnTo>
                <a:lnTo>
                  <a:pt x="3043507" y="389124"/>
                </a:lnTo>
                <a:lnTo>
                  <a:pt x="3023186" y="374841"/>
                </a:lnTo>
                <a:lnTo>
                  <a:pt x="2660568" y="470377"/>
                </a:lnTo>
                <a:lnTo>
                  <a:pt x="2654853" y="471646"/>
                </a:lnTo>
                <a:lnTo>
                  <a:pt x="2648502" y="472598"/>
                </a:lnTo>
                <a:lnTo>
                  <a:pt x="2642152" y="473551"/>
                </a:lnTo>
                <a:lnTo>
                  <a:pt x="2635801" y="473868"/>
                </a:lnTo>
                <a:lnTo>
                  <a:pt x="2629450" y="474185"/>
                </a:lnTo>
                <a:lnTo>
                  <a:pt x="2623418" y="473868"/>
                </a:lnTo>
                <a:lnTo>
                  <a:pt x="2617384" y="473551"/>
                </a:lnTo>
                <a:lnTo>
                  <a:pt x="2611352" y="472598"/>
                </a:lnTo>
                <a:lnTo>
                  <a:pt x="2605318" y="471964"/>
                </a:lnTo>
                <a:lnTo>
                  <a:pt x="2599603" y="470377"/>
                </a:lnTo>
                <a:lnTo>
                  <a:pt x="2593570" y="468790"/>
                </a:lnTo>
                <a:lnTo>
                  <a:pt x="2587537" y="466885"/>
                </a:lnTo>
                <a:lnTo>
                  <a:pt x="2582139" y="464346"/>
                </a:lnTo>
                <a:lnTo>
                  <a:pt x="2576741" y="462124"/>
                </a:lnTo>
                <a:lnTo>
                  <a:pt x="2571660" y="459268"/>
                </a:lnTo>
                <a:lnTo>
                  <a:pt x="2565945" y="456094"/>
                </a:lnTo>
                <a:lnTo>
                  <a:pt x="2560864" y="452920"/>
                </a:lnTo>
                <a:lnTo>
                  <a:pt x="2556102" y="449429"/>
                </a:lnTo>
                <a:lnTo>
                  <a:pt x="2551339" y="445937"/>
                </a:lnTo>
                <a:lnTo>
                  <a:pt x="2546576" y="441811"/>
                </a:lnTo>
                <a:lnTo>
                  <a:pt x="2542448" y="437685"/>
                </a:lnTo>
                <a:lnTo>
                  <a:pt x="2538002" y="433242"/>
                </a:lnTo>
                <a:lnTo>
                  <a:pt x="2533875" y="428481"/>
                </a:lnTo>
                <a:lnTo>
                  <a:pt x="2530064" y="423402"/>
                </a:lnTo>
                <a:lnTo>
                  <a:pt x="2526572" y="418324"/>
                </a:lnTo>
                <a:lnTo>
                  <a:pt x="2523396" y="413246"/>
                </a:lnTo>
                <a:lnTo>
                  <a:pt x="2520221" y="407533"/>
                </a:lnTo>
                <a:lnTo>
                  <a:pt x="2517363" y="402137"/>
                </a:lnTo>
                <a:lnTo>
                  <a:pt x="2514823" y="396107"/>
                </a:lnTo>
                <a:lnTo>
                  <a:pt x="2512283" y="390394"/>
                </a:lnTo>
                <a:lnTo>
                  <a:pt x="2510378" y="384046"/>
                </a:lnTo>
                <a:lnTo>
                  <a:pt x="2508472" y="377698"/>
                </a:lnTo>
                <a:lnTo>
                  <a:pt x="2507202" y="371350"/>
                </a:lnTo>
                <a:lnTo>
                  <a:pt x="2505932" y="364685"/>
                </a:lnTo>
                <a:lnTo>
                  <a:pt x="2505297" y="358337"/>
                </a:lnTo>
                <a:lnTo>
                  <a:pt x="2504980" y="351989"/>
                </a:lnTo>
                <a:lnTo>
                  <a:pt x="2504344" y="345641"/>
                </a:lnTo>
                <a:lnTo>
                  <a:pt x="2504344" y="339293"/>
                </a:lnTo>
                <a:lnTo>
                  <a:pt x="2505297" y="332946"/>
                </a:lnTo>
                <a:lnTo>
                  <a:pt x="2505615" y="326915"/>
                </a:lnTo>
                <a:lnTo>
                  <a:pt x="2506885" y="320567"/>
                </a:lnTo>
                <a:lnTo>
                  <a:pt x="2508155" y="314537"/>
                </a:lnTo>
                <a:lnTo>
                  <a:pt x="2509425" y="308506"/>
                </a:lnTo>
                <a:lnTo>
                  <a:pt x="2511648" y="302793"/>
                </a:lnTo>
                <a:lnTo>
                  <a:pt x="2513870" y="296763"/>
                </a:lnTo>
                <a:lnTo>
                  <a:pt x="2516410" y="291367"/>
                </a:lnTo>
                <a:lnTo>
                  <a:pt x="2518633" y="285654"/>
                </a:lnTo>
                <a:lnTo>
                  <a:pt x="2521808" y="280576"/>
                </a:lnTo>
                <a:lnTo>
                  <a:pt x="2524984" y="275180"/>
                </a:lnTo>
                <a:lnTo>
                  <a:pt x="2528159" y="270102"/>
                </a:lnTo>
                <a:lnTo>
                  <a:pt x="2531970" y="265341"/>
                </a:lnTo>
                <a:lnTo>
                  <a:pt x="2535462" y="260580"/>
                </a:lnTo>
                <a:lnTo>
                  <a:pt x="2539908" y="256136"/>
                </a:lnTo>
                <a:lnTo>
                  <a:pt x="2544353" y="251693"/>
                </a:lnTo>
                <a:lnTo>
                  <a:pt x="2548481" y="247567"/>
                </a:lnTo>
                <a:lnTo>
                  <a:pt x="2553244" y="243441"/>
                </a:lnTo>
                <a:lnTo>
                  <a:pt x="2558642" y="239949"/>
                </a:lnTo>
                <a:lnTo>
                  <a:pt x="2563722" y="236458"/>
                </a:lnTo>
                <a:lnTo>
                  <a:pt x="2568803" y="233284"/>
                </a:lnTo>
                <a:lnTo>
                  <a:pt x="2574201" y="230428"/>
                </a:lnTo>
                <a:lnTo>
                  <a:pt x="2579916" y="227889"/>
                </a:lnTo>
                <a:lnTo>
                  <a:pt x="2585632" y="225349"/>
                </a:lnTo>
                <a:lnTo>
                  <a:pt x="2591982" y="223445"/>
                </a:lnTo>
                <a:lnTo>
                  <a:pt x="2598015" y="221541"/>
                </a:lnTo>
                <a:lnTo>
                  <a:pt x="3425176" y="4126"/>
                </a:lnTo>
                <a:lnTo>
                  <a:pt x="3432162" y="2222"/>
                </a:lnTo>
                <a:lnTo>
                  <a:pt x="3439782" y="952"/>
                </a:lnTo>
                <a:lnTo>
                  <a:pt x="3446768" y="318"/>
                </a:lnTo>
                <a:lnTo>
                  <a:pt x="3454389" y="0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1350">
              <a:solidFill>
                <a:srgbClr val="414455"/>
              </a:solidFill>
              <a:ea typeface="宋体" panose="02010600030101010101" pitchFamily="2" charset="-122"/>
            </a:endParaRPr>
          </a:p>
        </p:txBody>
      </p:sp>
      <p:sp>
        <p:nvSpPr>
          <p:cNvPr id="89" name="Freeform 27"/>
          <p:cNvSpPr/>
          <p:nvPr/>
        </p:nvSpPr>
        <p:spPr bwMode="auto">
          <a:xfrm>
            <a:off x="2941273" y="1725514"/>
            <a:ext cx="1306774" cy="1109827"/>
          </a:xfrm>
          <a:custGeom>
            <a:avLst/>
            <a:gdLst>
              <a:gd name="T0" fmla="*/ 172 w 223"/>
              <a:gd name="T1" fmla="*/ 172 h 190"/>
              <a:gd name="T2" fmla="*/ 50 w 223"/>
              <a:gd name="T3" fmla="*/ 122 h 190"/>
              <a:gd name="T4" fmla="*/ 0 w 223"/>
              <a:gd name="T5" fmla="*/ 0 h 190"/>
              <a:gd name="T6" fmla="*/ 22 w 223"/>
              <a:gd name="T7" fmla="*/ 0 h 190"/>
              <a:gd name="T8" fmla="*/ 66 w 223"/>
              <a:gd name="T9" fmla="*/ 106 h 190"/>
              <a:gd name="T10" fmla="*/ 172 w 223"/>
              <a:gd name="T11" fmla="*/ 150 h 190"/>
              <a:gd name="T12" fmla="*/ 172 w 223"/>
              <a:gd name="T13" fmla="*/ 132 h 190"/>
              <a:gd name="T14" fmla="*/ 223 w 223"/>
              <a:gd name="T15" fmla="*/ 163 h 190"/>
              <a:gd name="T16" fmla="*/ 172 w 223"/>
              <a:gd name="T17" fmla="*/ 190 h 190"/>
              <a:gd name="T18" fmla="*/ 172 w 223"/>
              <a:gd name="T19" fmla="*/ 172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3" h="190">
                <a:moveTo>
                  <a:pt x="172" y="172"/>
                </a:moveTo>
                <a:cubicBezTo>
                  <a:pt x="124" y="172"/>
                  <a:pt x="81" y="153"/>
                  <a:pt x="50" y="122"/>
                </a:cubicBezTo>
                <a:cubicBezTo>
                  <a:pt x="19" y="91"/>
                  <a:pt x="0" y="48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41"/>
                  <a:pt x="39" y="79"/>
                  <a:pt x="66" y="106"/>
                </a:cubicBezTo>
                <a:cubicBezTo>
                  <a:pt x="93" y="133"/>
                  <a:pt x="131" y="150"/>
                  <a:pt x="172" y="150"/>
                </a:cubicBezTo>
                <a:cubicBezTo>
                  <a:pt x="172" y="132"/>
                  <a:pt x="172" y="132"/>
                  <a:pt x="172" y="132"/>
                </a:cubicBezTo>
                <a:cubicBezTo>
                  <a:pt x="223" y="163"/>
                  <a:pt x="223" y="163"/>
                  <a:pt x="223" y="163"/>
                </a:cubicBezTo>
                <a:cubicBezTo>
                  <a:pt x="172" y="190"/>
                  <a:pt x="172" y="190"/>
                  <a:pt x="172" y="190"/>
                </a:cubicBezTo>
                <a:lnTo>
                  <a:pt x="172" y="172"/>
                </a:lnTo>
                <a:close/>
              </a:path>
            </a:pathLst>
          </a:custGeom>
          <a:solidFill>
            <a:srgbClr val="414455">
              <a:alpha val="50196"/>
            </a:srgbClr>
          </a:solidFill>
          <a:ln>
            <a:noFill/>
          </a:ln>
        </p:spPr>
        <p:txBody>
          <a:bodyPr vert="horz" wrap="square" lIns="56605" tIns="28302" rIns="56605" bIns="28302" numCol="1" anchor="t" anchorCtr="0" compatLnSpc="1"/>
          <a:lstStyle/>
          <a:p>
            <a:endParaRPr lang="zh-CN" altLang="en-US" sz="13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0" name="Freeform 28"/>
          <p:cNvSpPr/>
          <p:nvPr/>
        </p:nvSpPr>
        <p:spPr bwMode="auto">
          <a:xfrm>
            <a:off x="2279208" y="1725515"/>
            <a:ext cx="1968840" cy="1769791"/>
          </a:xfrm>
          <a:custGeom>
            <a:avLst/>
            <a:gdLst>
              <a:gd name="T0" fmla="*/ 285 w 336"/>
              <a:gd name="T1" fmla="*/ 285 h 303"/>
              <a:gd name="T2" fmla="*/ 84 w 336"/>
              <a:gd name="T3" fmla="*/ 202 h 303"/>
              <a:gd name="T4" fmla="*/ 0 w 336"/>
              <a:gd name="T5" fmla="*/ 0 h 303"/>
              <a:gd name="T6" fmla="*/ 23 w 336"/>
              <a:gd name="T7" fmla="*/ 0 h 303"/>
              <a:gd name="T8" fmla="*/ 100 w 336"/>
              <a:gd name="T9" fmla="*/ 186 h 303"/>
              <a:gd name="T10" fmla="*/ 285 w 336"/>
              <a:gd name="T11" fmla="*/ 262 h 303"/>
              <a:gd name="T12" fmla="*/ 285 w 336"/>
              <a:gd name="T13" fmla="*/ 245 h 303"/>
              <a:gd name="T14" fmla="*/ 336 w 336"/>
              <a:gd name="T15" fmla="*/ 275 h 303"/>
              <a:gd name="T16" fmla="*/ 285 w 336"/>
              <a:gd name="T17" fmla="*/ 303 h 303"/>
              <a:gd name="T18" fmla="*/ 285 w 336"/>
              <a:gd name="T19" fmla="*/ 285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6" h="303">
                <a:moveTo>
                  <a:pt x="285" y="285"/>
                </a:moveTo>
                <a:cubicBezTo>
                  <a:pt x="206" y="285"/>
                  <a:pt x="135" y="253"/>
                  <a:pt x="84" y="202"/>
                </a:cubicBezTo>
                <a:cubicBezTo>
                  <a:pt x="32" y="150"/>
                  <a:pt x="0" y="7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72"/>
                  <a:pt x="52" y="138"/>
                  <a:pt x="100" y="186"/>
                </a:cubicBezTo>
                <a:cubicBezTo>
                  <a:pt x="147" y="233"/>
                  <a:pt x="213" y="262"/>
                  <a:pt x="285" y="262"/>
                </a:cubicBezTo>
                <a:cubicBezTo>
                  <a:pt x="285" y="245"/>
                  <a:pt x="285" y="245"/>
                  <a:pt x="285" y="245"/>
                </a:cubicBezTo>
                <a:cubicBezTo>
                  <a:pt x="336" y="275"/>
                  <a:pt x="336" y="275"/>
                  <a:pt x="336" y="275"/>
                </a:cubicBezTo>
                <a:cubicBezTo>
                  <a:pt x="285" y="303"/>
                  <a:pt x="285" y="303"/>
                  <a:pt x="285" y="303"/>
                </a:cubicBezTo>
                <a:lnTo>
                  <a:pt x="285" y="285"/>
                </a:lnTo>
                <a:close/>
              </a:path>
            </a:pathLst>
          </a:custGeom>
          <a:solidFill>
            <a:srgbClr val="414455">
              <a:alpha val="50196"/>
            </a:srgbClr>
          </a:solidFill>
          <a:ln>
            <a:noFill/>
          </a:ln>
        </p:spPr>
        <p:txBody>
          <a:bodyPr vert="horz" wrap="square" lIns="56605" tIns="28302" rIns="56605" bIns="28302" numCol="1" anchor="t" anchorCtr="0" compatLnSpc="1"/>
          <a:lstStyle/>
          <a:p>
            <a:endParaRPr lang="zh-CN" altLang="en-US" sz="13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Freeform 29"/>
          <p:cNvSpPr/>
          <p:nvPr/>
        </p:nvSpPr>
        <p:spPr bwMode="auto">
          <a:xfrm>
            <a:off x="1636980" y="1725514"/>
            <a:ext cx="2611068" cy="2412453"/>
          </a:xfrm>
          <a:custGeom>
            <a:avLst/>
            <a:gdLst>
              <a:gd name="T0" fmla="*/ 395 w 446"/>
              <a:gd name="T1" fmla="*/ 395 h 413"/>
              <a:gd name="T2" fmla="*/ 116 w 446"/>
              <a:gd name="T3" fmla="*/ 279 h 413"/>
              <a:gd name="T4" fmla="*/ 0 w 446"/>
              <a:gd name="T5" fmla="*/ 0 h 413"/>
              <a:gd name="T6" fmla="*/ 23 w 446"/>
              <a:gd name="T7" fmla="*/ 0 h 413"/>
              <a:gd name="T8" fmla="*/ 132 w 446"/>
              <a:gd name="T9" fmla="*/ 263 h 413"/>
              <a:gd name="T10" fmla="*/ 395 w 446"/>
              <a:gd name="T11" fmla="*/ 373 h 413"/>
              <a:gd name="T12" fmla="*/ 395 w 446"/>
              <a:gd name="T13" fmla="*/ 355 h 413"/>
              <a:gd name="T14" fmla="*/ 446 w 446"/>
              <a:gd name="T15" fmla="*/ 385 h 413"/>
              <a:gd name="T16" fmla="*/ 395 w 446"/>
              <a:gd name="T17" fmla="*/ 413 h 413"/>
              <a:gd name="T18" fmla="*/ 395 w 446"/>
              <a:gd name="T19" fmla="*/ 3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6" h="413">
                <a:moveTo>
                  <a:pt x="395" y="395"/>
                </a:moveTo>
                <a:cubicBezTo>
                  <a:pt x="286" y="395"/>
                  <a:pt x="187" y="351"/>
                  <a:pt x="116" y="279"/>
                </a:cubicBezTo>
                <a:cubicBezTo>
                  <a:pt x="44" y="208"/>
                  <a:pt x="0" y="10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103"/>
                  <a:pt x="64" y="196"/>
                  <a:pt x="132" y="263"/>
                </a:cubicBezTo>
                <a:cubicBezTo>
                  <a:pt x="199" y="331"/>
                  <a:pt x="292" y="372"/>
                  <a:pt x="395" y="373"/>
                </a:cubicBezTo>
                <a:cubicBezTo>
                  <a:pt x="395" y="355"/>
                  <a:pt x="395" y="355"/>
                  <a:pt x="395" y="355"/>
                </a:cubicBezTo>
                <a:cubicBezTo>
                  <a:pt x="446" y="385"/>
                  <a:pt x="446" y="385"/>
                  <a:pt x="446" y="385"/>
                </a:cubicBezTo>
                <a:cubicBezTo>
                  <a:pt x="395" y="413"/>
                  <a:pt x="395" y="413"/>
                  <a:pt x="395" y="413"/>
                </a:cubicBezTo>
                <a:lnTo>
                  <a:pt x="395" y="395"/>
                </a:lnTo>
                <a:close/>
              </a:path>
            </a:pathLst>
          </a:custGeom>
          <a:solidFill>
            <a:srgbClr val="414455">
              <a:alpha val="50196"/>
            </a:srgbClr>
          </a:solidFill>
          <a:ln>
            <a:noFill/>
          </a:ln>
        </p:spPr>
        <p:txBody>
          <a:bodyPr vert="horz" wrap="square" lIns="56605" tIns="28302" rIns="56605" bIns="28302" numCol="1" anchor="t" anchorCtr="0" compatLnSpc="1"/>
          <a:lstStyle/>
          <a:p>
            <a:endParaRPr lang="zh-CN" altLang="en-US" sz="13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2898249" y="1566885"/>
            <a:ext cx="193989" cy="174903"/>
            <a:chOff x="3720691" y="2824413"/>
            <a:chExt cx="1341120" cy="1209172"/>
          </a:xfrm>
        </p:grpSpPr>
        <p:sp>
          <p:nvSpPr>
            <p:cNvPr id="93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94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2250346" y="1587418"/>
            <a:ext cx="193989" cy="174903"/>
            <a:chOff x="3720691" y="2824413"/>
            <a:chExt cx="1341120" cy="1209172"/>
          </a:xfrm>
        </p:grpSpPr>
        <p:sp>
          <p:nvSpPr>
            <p:cNvPr id="9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9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1602443" y="1587418"/>
            <a:ext cx="193989" cy="174903"/>
            <a:chOff x="3720691" y="2824413"/>
            <a:chExt cx="1341120" cy="1209172"/>
          </a:xfrm>
        </p:grpSpPr>
        <p:sp>
          <p:nvSpPr>
            <p:cNvPr id="99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00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4265273" y="2392576"/>
            <a:ext cx="327660" cy="570865"/>
          </a:xfrm>
          <a:prstGeom prst="rect">
            <a:avLst/>
          </a:prstGeom>
          <a:noFill/>
        </p:spPr>
        <p:txBody>
          <a:bodyPr wrap="none" lIns="56605" tIns="28302" rIns="56605" bIns="28302" rtlCol="0" anchor="ctr">
            <a:spAutoFit/>
          </a:bodyPr>
          <a:lstStyle/>
          <a:p>
            <a:r>
              <a:rPr lang="en-US" altLang="zh-CN" sz="3375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A</a:t>
            </a:r>
            <a:endParaRPr lang="zh-CN" altLang="en-US" sz="3375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265273" y="3039099"/>
            <a:ext cx="327660" cy="570865"/>
          </a:xfrm>
          <a:prstGeom prst="rect">
            <a:avLst/>
          </a:prstGeom>
          <a:noFill/>
        </p:spPr>
        <p:txBody>
          <a:bodyPr wrap="none" lIns="56605" tIns="28302" rIns="56605" bIns="28302" rtlCol="0" anchor="ctr">
            <a:spAutoFit/>
          </a:bodyPr>
          <a:lstStyle/>
          <a:p>
            <a:r>
              <a:rPr lang="en-US" altLang="zh-CN" sz="3375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B</a:t>
            </a:r>
            <a:endParaRPr lang="zh-CN" altLang="en-US" sz="3375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265273" y="3706687"/>
            <a:ext cx="327660" cy="570865"/>
          </a:xfrm>
          <a:prstGeom prst="rect">
            <a:avLst/>
          </a:prstGeom>
          <a:noFill/>
        </p:spPr>
        <p:txBody>
          <a:bodyPr wrap="none" lIns="56605" tIns="28302" rIns="56605" bIns="28302" rtlCol="0" anchor="ctr">
            <a:spAutoFit/>
          </a:bodyPr>
          <a:lstStyle/>
          <a:p>
            <a:r>
              <a:rPr lang="en-US" altLang="zh-CN" sz="3375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</a:t>
            </a:r>
            <a:endParaRPr lang="zh-CN" altLang="en-US" sz="3375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4747443" y="2386184"/>
            <a:ext cx="3280041" cy="631190"/>
          </a:xfrm>
          <a:prstGeom prst="rect">
            <a:avLst/>
          </a:prstGeom>
          <a:noFill/>
        </p:spPr>
        <p:txBody>
          <a:bodyPr wrap="square" lIns="56605" tIns="28302" rIns="56605" bIns="28302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文字，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录入上述图表的综合描述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747443" y="3077704"/>
            <a:ext cx="3280041" cy="631190"/>
          </a:xfrm>
          <a:prstGeom prst="rect">
            <a:avLst/>
          </a:prstGeom>
          <a:noFill/>
        </p:spPr>
        <p:txBody>
          <a:bodyPr wrap="square" lIns="56605" tIns="28302" rIns="56605" bIns="28302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文字，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录入上述图表的综合描述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747443" y="3769223"/>
            <a:ext cx="3280041" cy="631190"/>
          </a:xfrm>
          <a:prstGeom prst="rect">
            <a:avLst/>
          </a:prstGeom>
          <a:noFill/>
        </p:spPr>
        <p:txBody>
          <a:bodyPr wrap="square" lIns="56605" tIns="28302" rIns="56605" bIns="28302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录入上述图表的综合描述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3870104" y="1167871"/>
            <a:ext cx="208734" cy="138347"/>
            <a:chOff x="9482595" y="2565731"/>
            <a:chExt cx="278384" cy="184511"/>
          </a:xfrm>
        </p:grpSpPr>
        <p:sp>
          <p:nvSpPr>
            <p:cNvPr id="108" name="椭圆 107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500"/>
                            </p:stCondLst>
                            <p:childTnLst>
                              <p:par>
                                <p:cTn id="9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ldLvl="0" animBg="1"/>
      <p:bldP spid="84" grpId="0" bldLvl="0" animBg="1"/>
      <p:bldP spid="88" grpId="0" bldLvl="0" animBg="1"/>
      <p:bldP spid="89" grpId="0" bldLvl="0" animBg="1"/>
      <p:bldP spid="90" grpId="0" bldLvl="0" animBg="1"/>
      <p:bldP spid="91" grpId="0" bldLvl="0" animBg="1"/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37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83" name="Freeform 206"/>
          <p:cNvSpPr>
            <a:spLocks noChangeAspect="1" noEditPoints="1"/>
          </p:cNvSpPr>
          <p:nvPr/>
        </p:nvSpPr>
        <p:spPr bwMode="auto">
          <a:xfrm>
            <a:off x="584886" y="250547"/>
            <a:ext cx="207678" cy="251039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125501" y="1350647"/>
            <a:ext cx="502789" cy="453321"/>
            <a:chOff x="5424755" y="1340768"/>
            <a:chExt cx="670560" cy="604586"/>
          </a:xfrm>
        </p:grpSpPr>
        <p:grpSp>
          <p:nvGrpSpPr>
            <p:cNvPr id="15" name="组合 14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7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8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16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9" name="Freeform 126"/>
          <p:cNvSpPr>
            <a:spLocks noChangeAspect="1" noEditPoints="1"/>
          </p:cNvSpPr>
          <p:nvPr/>
        </p:nvSpPr>
        <p:spPr bwMode="auto">
          <a:xfrm>
            <a:off x="2275352" y="1456633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9"/>
          <p:cNvSpPr txBox="1"/>
          <p:nvPr/>
        </p:nvSpPr>
        <p:spPr>
          <a:xfrm>
            <a:off x="1818411" y="1927118"/>
            <a:ext cx="1025847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9"/>
          <p:cNvSpPr txBox="1"/>
          <p:nvPr/>
        </p:nvSpPr>
        <p:spPr>
          <a:xfrm>
            <a:off x="1764419" y="2160526"/>
            <a:ext cx="1241815" cy="81788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在此录入上述图表的描述说明，在此录入上述图表的描述说明。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818411" y="3132381"/>
            <a:ext cx="1025847" cy="125124"/>
            <a:chOff x="1921123" y="5180051"/>
            <a:chExt cx="1368152" cy="166876"/>
          </a:xfrm>
          <a:solidFill>
            <a:srgbClr val="414455"/>
          </a:solidFill>
        </p:grpSpPr>
        <p:sp>
          <p:nvSpPr>
            <p:cNvPr id="23" name="矩形 22"/>
            <p:cNvSpPr/>
            <p:nvPr/>
          </p:nvSpPr>
          <p:spPr>
            <a:xfrm>
              <a:off x="1921123" y="5301208"/>
              <a:ext cx="1368152" cy="45719"/>
            </a:xfrm>
            <a:prstGeom prst="rect">
              <a:avLst/>
            </a:prstGeom>
            <a:grpFill/>
            <a:ln>
              <a:solidFill>
                <a:srgbClr val="4144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2479185" y="5180051"/>
              <a:ext cx="252028" cy="144016"/>
            </a:xfrm>
            <a:prstGeom prst="triangle">
              <a:avLst/>
            </a:prstGeom>
            <a:grpFill/>
            <a:ln>
              <a:solidFill>
                <a:srgbClr val="4144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529291" y="1350647"/>
            <a:ext cx="502789" cy="453321"/>
            <a:chOff x="5424755" y="1340768"/>
            <a:chExt cx="670560" cy="604586"/>
          </a:xfrm>
        </p:grpSpPr>
        <p:grpSp>
          <p:nvGrpSpPr>
            <p:cNvPr id="26" name="组合 2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2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2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30" name="Freeform 261"/>
          <p:cNvSpPr/>
          <p:nvPr/>
        </p:nvSpPr>
        <p:spPr bwMode="auto">
          <a:xfrm>
            <a:off x="3657408" y="1479331"/>
            <a:ext cx="244343" cy="244343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文本框 9"/>
          <p:cNvSpPr txBox="1"/>
          <p:nvPr/>
        </p:nvSpPr>
        <p:spPr>
          <a:xfrm>
            <a:off x="3276193" y="1909978"/>
            <a:ext cx="1025847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9"/>
          <p:cNvSpPr txBox="1"/>
          <p:nvPr/>
        </p:nvSpPr>
        <p:spPr>
          <a:xfrm>
            <a:off x="3222201" y="2143385"/>
            <a:ext cx="1241815" cy="81788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在此录入上述图表的描述说明，在此录入上述图表的描述说明。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276193" y="3115240"/>
            <a:ext cx="1025847" cy="125124"/>
            <a:chOff x="1921123" y="5180051"/>
            <a:chExt cx="1368152" cy="166876"/>
          </a:xfrm>
          <a:solidFill>
            <a:srgbClr val="414455"/>
          </a:solidFill>
        </p:grpSpPr>
        <p:sp>
          <p:nvSpPr>
            <p:cNvPr id="34" name="矩形 33"/>
            <p:cNvSpPr/>
            <p:nvPr/>
          </p:nvSpPr>
          <p:spPr>
            <a:xfrm>
              <a:off x="1921123" y="5301208"/>
              <a:ext cx="1368152" cy="45719"/>
            </a:xfrm>
            <a:prstGeom prst="rect">
              <a:avLst/>
            </a:prstGeom>
            <a:grpFill/>
            <a:ln>
              <a:solidFill>
                <a:srgbClr val="4144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5" name="等腰三角形 34"/>
            <p:cNvSpPr/>
            <p:nvPr/>
          </p:nvSpPr>
          <p:spPr>
            <a:xfrm>
              <a:off x="2479185" y="5180051"/>
              <a:ext cx="252028" cy="144016"/>
            </a:xfrm>
            <a:prstGeom prst="triangle">
              <a:avLst/>
            </a:prstGeom>
            <a:grpFill/>
            <a:ln>
              <a:solidFill>
                <a:srgbClr val="4144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933082" y="1350647"/>
            <a:ext cx="502789" cy="453321"/>
            <a:chOff x="5424755" y="1340768"/>
            <a:chExt cx="670560" cy="604586"/>
          </a:xfrm>
        </p:grpSpPr>
        <p:grpSp>
          <p:nvGrpSpPr>
            <p:cNvPr id="37" name="组合 3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3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4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3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41" name="组合 40"/>
          <p:cNvGrpSpPr>
            <a:grpSpLocks noChangeAspect="1"/>
          </p:cNvGrpSpPr>
          <p:nvPr/>
        </p:nvGrpSpPr>
        <p:grpSpPr>
          <a:xfrm>
            <a:off x="5053767" y="1470456"/>
            <a:ext cx="265649" cy="227877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42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5" name="文本框 9"/>
          <p:cNvSpPr txBox="1"/>
          <p:nvPr/>
        </p:nvSpPr>
        <p:spPr>
          <a:xfrm>
            <a:off x="4679984" y="1909978"/>
            <a:ext cx="1025847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9"/>
          <p:cNvSpPr txBox="1"/>
          <p:nvPr/>
        </p:nvSpPr>
        <p:spPr>
          <a:xfrm>
            <a:off x="4625992" y="2143385"/>
            <a:ext cx="1241815" cy="81788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在此录入上述图表的描述说明，在此录入上述图表的描述说明。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679984" y="3115240"/>
            <a:ext cx="1025847" cy="125124"/>
            <a:chOff x="1921123" y="5180051"/>
            <a:chExt cx="1368152" cy="166876"/>
          </a:xfrm>
          <a:solidFill>
            <a:srgbClr val="414455"/>
          </a:solidFill>
        </p:grpSpPr>
        <p:sp>
          <p:nvSpPr>
            <p:cNvPr id="48" name="矩形 47"/>
            <p:cNvSpPr/>
            <p:nvPr/>
          </p:nvSpPr>
          <p:spPr>
            <a:xfrm>
              <a:off x="1921123" y="5301208"/>
              <a:ext cx="1368152" cy="45719"/>
            </a:xfrm>
            <a:prstGeom prst="rect">
              <a:avLst/>
            </a:prstGeom>
            <a:grpFill/>
            <a:ln>
              <a:solidFill>
                <a:srgbClr val="4144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2479185" y="5180051"/>
              <a:ext cx="252028" cy="144016"/>
            </a:xfrm>
            <a:prstGeom prst="triangle">
              <a:avLst/>
            </a:prstGeom>
            <a:grpFill/>
            <a:ln>
              <a:solidFill>
                <a:srgbClr val="4144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390864" y="1350647"/>
            <a:ext cx="502789" cy="453321"/>
            <a:chOff x="5424755" y="1340768"/>
            <a:chExt cx="670560" cy="604586"/>
          </a:xfrm>
        </p:grpSpPr>
        <p:grpSp>
          <p:nvGrpSpPr>
            <p:cNvPr id="51" name="组合 50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53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54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52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55" name="Freeform 206"/>
          <p:cNvSpPr>
            <a:spLocks noChangeAspect="1" noEditPoints="1"/>
          </p:cNvSpPr>
          <p:nvPr/>
        </p:nvSpPr>
        <p:spPr bwMode="auto">
          <a:xfrm>
            <a:off x="6530171" y="1441783"/>
            <a:ext cx="228407" cy="27609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9"/>
          <p:cNvSpPr txBox="1"/>
          <p:nvPr/>
        </p:nvSpPr>
        <p:spPr>
          <a:xfrm>
            <a:off x="6137766" y="1909978"/>
            <a:ext cx="1025847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9"/>
          <p:cNvSpPr txBox="1"/>
          <p:nvPr/>
        </p:nvSpPr>
        <p:spPr>
          <a:xfrm>
            <a:off x="6083774" y="2143385"/>
            <a:ext cx="1241815" cy="81788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在此录入上述图表的描述说明，在此录入上述图表的描述说明。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6137766" y="3115240"/>
            <a:ext cx="1025847" cy="125124"/>
            <a:chOff x="1921123" y="5180051"/>
            <a:chExt cx="1368152" cy="166876"/>
          </a:xfrm>
          <a:solidFill>
            <a:srgbClr val="414455"/>
          </a:solidFill>
        </p:grpSpPr>
        <p:sp>
          <p:nvSpPr>
            <p:cNvPr id="59" name="矩形 58"/>
            <p:cNvSpPr/>
            <p:nvPr/>
          </p:nvSpPr>
          <p:spPr>
            <a:xfrm>
              <a:off x="1921123" y="5301208"/>
              <a:ext cx="1368152" cy="45719"/>
            </a:xfrm>
            <a:prstGeom prst="rect">
              <a:avLst/>
            </a:prstGeom>
            <a:grpFill/>
            <a:ln>
              <a:solidFill>
                <a:srgbClr val="4144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0" name="等腰三角形 59"/>
            <p:cNvSpPr/>
            <p:nvPr/>
          </p:nvSpPr>
          <p:spPr>
            <a:xfrm>
              <a:off x="2479185" y="5180051"/>
              <a:ext cx="252028" cy="144016"/>
            </a:xfrm>
            <a:prstGeom prst="triangle">
              <a:avLst/>
            </a:prstGeom>
            <a:grpFill/>
            <a:ln>
              <a:solidFill>
                <a:srgbClr val="4144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017726" y="3689441"/>
            <a:ext cx="394805" cy="355962"/>
            <a:chOff x="5424755" y="1340768"/>
            <a:chExt cx="670560" cy="604586"/>
          </a:xfrm>
        </p:grpSpPr>
        <p:grpSp>
          <p:nvGrpSpPr>
            <p:cNvPr id="62" name="组合 6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68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70" name="文本框 9"/>
          <p:cNvSpPr txBox="1"/>
          <p:nvPr/>
        </p:nvSpPr>
        <p:spPr>
          <a:xfrm>
            <a:off x="1494459" y="370006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71" name="直接连接符 70"/>
          <p:cNvCxnSpPr/>
          <p:nvPr/>
        </p:nvCxnSpPr>
        <p:spPr>
          <a:xfrm>
            <a:off x="1548451" y="3970026"/>
            <a:ext cx="6123925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/>
          <p:cNvGrpSpPr/>
          <p:nvPr/>
        </p:nvGrpSpPr>
        <p:grpSpPr>
          <a:xfrm>
            <a:off x="7779502" y="3872233"/>
            <a:ext cx="193989" cy="174903"/>
            <a:chOff x="3720691" y="2824413"/>
            <a:chExt cx="1341120" cy="1209172"/>
          </a:xfrm>
        </p:grpSpPr>
        <p:sp>
          <p:nvSpPr>
            <p:cNvPr id="74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75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1476027" y="4080665"/>
            <a:ext cx="640726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6792903" y="1246030"/>
            <a:ext cx="208734" cy="138347"/>
            <a:chOff x="9482595" y="2565731"/>
            <a:chExt cx="278384" cy="184511"/>
          </a:xfrm>
        </p:grpSpPr>
        <p:sp>
          <p:nvSpPr>
            <p:cNvPr id="78" name="椭圆 77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9" name="椭圆 78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500"/>
                            </p:stCondLst>
                            <p:childTnLst>
                              <p:par>
                                <p:cTn id="1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6500"/>
                            </p:stCondLst>
                            <p:childTnLst>
                              <p:par>
                                <p:cTn id="12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ldLvl="0" animBg="1"/>
      <p:bldP spid="19" grpId="0" bldLvl="0" animBg="1"/>
      <p:bldP spid="20" grpId="0"/>
      <p:bldP spid="21" grpId="0"/>
      <p:bldP spid="30" grpId="0" bldLvl="0" animBg="1"/>
      <p:bldP spid="31" grpId="0"/>
      <p:bldP spid="32" grpId="0"/>
      <p:bldP spid="45" grpId="0"/>
      <p:bldP spid="46" grpId="0"/>
      <p:bldP spid="55" grpId="0" bldLvl="0" animBg="1"/>
      <p:bldP spid="56" grpId="0"/>
      <p:bldP spid="57" grpId="0"/>
      <p:bldP spid="70" grpId="0"/>
      <p:bldP spid="7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相关法律</a:t>
            </a:r>
            <a:endParaRPr lang="zh-CN" altLang="en-US" sz="135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38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83" name="Freeform 206"/>
          <p:cNvSpPr>
            <a:spLocks noChangeAspect="1" noEditPoints="1"/>
          </p:cNvSpPr>
          <p:nvPr/>
        </p:nvSpPr>
        <p:spPr bwMode="auto">
          <a:xfrm>
            <a:off x="584886" y="250547"/>
            <a:ext cx="207678" cy="251039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968267" y="1501845"/>
            <a:ext cx="1176039" cy="1060333"/>
            <a:chOff x="3720691" y="2824413"/>
            <a:chExt cx="1341120" cy="1209172"/>
          </a:xfrm>
        </p:grpSpPr>
        <p:sp>
          <p:nvSpPr>
            <p:cNvPr id="15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6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7" name="Freeform 5"/>
          <p:cNvSpPr/>
          <p:nvPr/>
        </p:nvSpPr>
        <p:spPr bwMode="auto">
          <a:xfrm rot="1855731">
            <a:off x="4048797" y="1580151"/>
            <a:ext cx="1014977" cy="91511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18" name="文本框 9"/>
          <p:cNvSpPr txBox="1"/>
          <p:nvPr/>
        </p:nvSpPr>
        <p:spPr>
          <a:xfrm>
            <a:off x="4151347" y="1775278"/>
            <a:ext cx="809879" cy="52387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algn="ctr"/>
            <a:r>
              <a:rPr lang="zh-CN" altLang="en-US" sz="150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en-US" altLang="zh-CN" sz="1500" b="1" dirty="0" smtClean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50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en-US" altLang="zh-CN" sz="150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098005" y="1967489"/>
            <a:ext cx="772099" cy="696135"/>
            <a:chOff x="3720691" y="2824413"/>
            <a:chExt cx="1341120" cy="1209172"/>
          </a:xfrm>
        </p:grpSpPr>
        <p:sp>
          <p:nvSpPr>
            <p:cNvPr id="2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652514" y="2680184"/>
            <a:ext cx="772099" cy="696135"/>
            <a:chOff x="3720691" y="2824413"/>
            <a:chExt cx="1341120" cy="1209172"/>
          </a:xfrm>
        </p:grpSpPr>
        <p:sp>
          <p:nvSpPr>
            <p:cNvPr id="23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626157" y="2680184"/>
            <a:ext cx="772099" cy="696135"/>
            <a:chOff x="3720691" y="2824413"/>
            <a:chExt cx="1341120" cy="1209172"/>
          </a:xfrm>
        </p:grpSpPr>
        <p:sp>
          <p:nvSpPr>
            <p:cNvPr id="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3691" y="1978289"/>
            <a:ext cx="772099" cy="696135"/>
            <a:chOff x="3720691" y="2824413"/>
            <a:chExt cx="1341120" cy="1209172"/>
          </a:xfrm>
        </p:grpSpPr>
        <p:sp>
          <p:nvSpPr>
            <p:cNvPr id="29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30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31" name="Freeform 66"/>
          <p:cNvSpPr>
            <a:spLocks noEditPoints="1"/>
          </p:cNvSpPr>
          <p:nvPr/>
        </p:nvSpPr>
        <p:spPr bwMode="auto">
          <a:xfrm>
            <a:off x="3908581" y="2908164"/>
            <a:ext cx="259966" cy="228368"/>
          </a:xfrm>
          <a:custGeom>
            <a:avLst/>
            <a:gdLst>
              <a:gd name="T0" fmla="*/ 180 w 200"/>
              <a:gd name="T1" fmla="*/ 176 h 176"/>
              <a:gd name="T2" fmla="*/ 20 w 200"/>
              <a:gd name="T3" fmla="*/ 176 h 176"/>
              <a:gd name="T4" fmla="*/ 0 w 200"/>
              <a:gd name="T5" fmla="*/ 156 h 176"/>
              <a:gd name="T6" fmla="*/ 0 w 200"/>
              <a:gd name="T7" fmla="*/ 20 h 176"/>
              <a:gd name="T8" fmla="*/ 20 w 200"/>
              <a:gd name="T9" fmla="*/ 0 h 176"/>
              <a:gd name="T10" fmla="*/ 180 w 200"/>
              <a:gd name="T11" fmla="*/ 0 h 176"/>
              <a:gd name="T12" fmla="*/ 200 w 200"/>
              <a:gd name="T13" fmla="*/ 20 h 176"/>
              <a:gd name="T14" fmla="*/ 200 w 200"/>
              <a:gd name="T15" fmla="*/ 156 h 176"/>
              <a:gd name="T16" fmla="*/ 180 w 200"/>
              <a:gd name="T17" fmla="*/ 176 h 176"/>
              <a:gd name="T18" fmla="*/ 36 w 200"/>
              <a:gd name="T19" fmla="*/ 160 h 176"/>
              <a:gd name="T20" fmla="*/ 164 w 200"/>
              <a:gd name="T21" fmla="*/ 160 h 176"/>
              <a:gd name="T22" fmla="*/ 182 w 200"/>
              <a:gd name="T23" fmla="*/ 147 h 176"/>
              <a:gd name="T24" fmla="*/ 131 w 200"/>
              <a:gd name="T25" fmla="*/ 103 h 176"/>
              <a:gd name="T26" fmla="*/ 100 w 200"/>
              <a:gd name="T27" fmla="*/ 129 h 176"/>
              <a:gd name="T28" fmla="*/ 69 w 200"/>
              <a:gd name="T29" fmla="*/ 103 h 176"/>
              <a:gd name="T30" fmla="*/ 18 w 200"/>
              <a:gd name="T31" fmla="*/ 148 h 176"/>
              <a:gd name="T32" fmla="*/ 36 w 200"/>
              <a:gd name="T33" fmla="*/ 160 h 176"/>
              <a:gd name="T34" fmla="*/ 145 w 200"/>
              <a:gd name="T35" fmla="*/ 90 h 176"/>
              <a:gd name="T36" fmla="*/ 184 w 200"/>
              <a:gd name="T37" fmla="*/ 125 h 176"/>
              <a:gd name="T38" fmla="*/ 184 w 200"/>
              <a:gd name="T39" fmla="*/ 56 h 176"/>
              <a:gd name="T40" fmla="*/ 145 w 200"/>
              <a:gd name="T41" fmla="*/ 90 h 176"/>
              <a:gd name="T42" fmla="*/ 55 w 200"/>
              <a:gd name="T43" fmla="*/ 90 h 176"/>
              <a:gd name="T44" fmla="*/ 16 w 200"/>
              <a:gd name="T45" fmla="*/ 55 h 176"/>
              <a:gd name="T46" fmla="*/ 16 w 200"/>
              <a:gd name="T47" fmla="*/ 126 h 176"/>
              <a:gd name="T48" fmla="*/ 55 w 200"/>
              <a:gd name="T49" fmla="*/ 90 h 176"/>
              <a:gd name="T50" fmla="*/ 164 w 200"/>
              <a:gd name="T51" fmla="*/ 16 h 176"/>
              <a:gd name="T52" fmla="*/ 36 w 200"/>
              <a:gd name="T53" fmla="*/ 16 h 176"/>
              <a:gd name="T54" fmla="*/ 16 w 200"/>
              <a:gd name="T55" fmla="*/ 31 h 176"/>
              <a:gd name="T56" fmla="*/ 100 w 200"/>
              <a:gd name="T57" fmla="*/ 106 h 176"/>
              <a:gd name="T58" fmla="*/ 183 w 200"/>
              <a:gd name="T59" fmla="*/ 33 h 176"/>
              <a:gd name="T60" fmla="*/ 164 w 200"/>
              <a:gd name="T61" fmla="*/ 1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0" h="176">
                <a:moveTo>
                  <a:pt x="180" y="176"/>
                </a:moveTo>
                <a:cubicBezTo>
                  <a:pt x="20" y="176"/>
                  <a:pt x="20" y="176"/>
                  <a:pt x="20" y="176"/>
                </a:cubicBezTo>
                <a:cubicBezTo>
                  <a:pt x="8" y="176"/>
                  <a:pt x="0" y="167"/>
                  <a:pt x="0" y="156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8" y="0"/>
                  <a:pt x="20" y="0"/>
                </a:cubicBezTo>
                <a:cubicBezTo>
                  <a:pt x="180" y="0"/>
                  <a:pt x="180" y="0"/>
                  <a:pt x="180" y="0"/>
                </a:cubicBezTo>
                <a:cubicBezTo>
                  <a:pt x="191" y="0"/>
                  <a:pt x="200" y="9"/>
                  <a:pt x="200" y="20"/>
                </a:cubicBezTo>
                <a:cubicBezTo>
                  <a:pt x="200" y="156"/>
                  <a:pt x="200" y="156"/>
                  <a:pt x="200" y="156"/>
                </a:cubicBezTo>
                <a:cubicBezTo>
                  <a:pt x="200" y="167"/>
                  <a:pt x="191" y="176"/>
                  <a:pt x="180" y="176"/>
                </a:cubicBezTo>
                <a:close/>
                <a:moveTo>
                  <a:pt x="36" y="160"/>
                </a:moveTo>
                <a:cubicBezTo>
                  <a:pt x="164" y="160"/>
                  <a:pt x="164" y="160"/>
                  <a:pt x="164" y="160"/>
                </a:cubicBezTo>
                <a:cubicBezTo>
                  <a:pt x="172" y="160"/>
                  <a:pt x="179" y="154"/>
                  <a:pt x="182" y="147"/>
                </a:cubicBezTo>
                <a:cubicBezTo>
                  <a:pt x="131" y="103"/>
                  <a:pt x="131" y="103"/>
                  <a:pt x="131" y="103"/>
                </a:cubicBezTo>
                <a:cubicBezTo>
                  <a:pt x="100" y="129"/>
                  <a:pt x="100" y="129"/>
                  <a:pt x="100" y="129"/>
                </a:cubicBezTo>
                <a:cubicBezTo>
                  <a:pt x="69" y="103"/>
                  <a:pt x="69" y="103"/>
                  <a:pt x="69" y="103"/>
                </a:cubicBezTo>
                <a:cubicBezTo>
                  <a:pt x="18" y="148"/>
                  <a:pt x="18" y="148"/>
                  <a:pt x="18" y="148"/>
                </a:cubicBezTo>
                <a:cubicBezTo>
                  <a:pt x="21" y="155"/>
                  <a:pt x="28" y="160"/>
                  <a:pt x="36" y="160"/>
                </a:cubicBezTo>
                <a:close/>
                <a:moveTo>
                  <a:pt x="145" y="90"/>
                </a:moveTo>
                <a:cubicBezTo>
                  <a:pt x="184" y="125"/>
                  <a:pt x="184" y="125"/>
                  <a:pt x="184" y="125"/>
                </a:cubicBezTo>
                <a:cubicBezTo>
                  <a:pt x="184" y="56"/>
                  <a:pt x="184" y="56"/>
                  <a:pt x="184" y="56"/>
                </a:cubicBezTo>
                <a:lnTo>
                  <a:pt x="145" y="90"/>
                </a:lnTo>
                <a:close/>
                <a:moveTo>
                  <a:pt x="55" y="90"/>
                </a:moveTo>
                <a:cubicBezTo>
                  <a:pt x="16" y="55"/>
                  <a:pt x="16" y="55"/>
                  <a:pt x="16" y="55"/>
                </a:cubicBezTo>
                <a:cubicBezTo>
                  <a:pt x="16" y="126"/>
                  <a:pt x="16" y="126"/>
                  <a:pt x="16" y="126"/>
                </a:cubicBezTo>
                <a:lnTo>
                  <a:pt x="55" y="90"/>
                </a:lnTo>
                <a:close/>
                <a:moveTo>
                  <a:pt x="164" y="16"/>
                </a:moveTo>
                <a:cubicBezTo>
                  <a:pt x="36" y="16"/>
                  <a:pt x="36" y="16"/>
                  <a:pt x="36" y="16"/>
                </a:cubicBezTo>
                <a:cubicBezTo>
                  <a:pt x="26" y="16"/>
                  <a:pt x="18" y="22"/>
                  <a:pt x="16" y="31"/>
                </a:cubicBezTo>
                <a:cubicBezTo>
                  <a:pt x="100" y="106"/>
                  <a:pt x="100" y="106"/>
                  <a:pt x="100" y="106"/>
                </a:cubicBezTo>
                <a:cubicBezTo>
                  <a:pt x="183" y="33"/>
                  <a:pt x="183" y="33"/>
                  <a:pt x="183" y="33"/>
                </a:cubicBezTo>
                <a:cubicBezTo>
                  <a:pt x="182" y="23"/>
                  <a:pt x="174" y="16"/>
                  <a:pt x="164" y="1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32" name="Freeform 123"/>
          <p:cNvSpPr>
            <a:spLocks noEditPoints="1"/>
          </p:cNvSpPr>
          <p:nvPr/>
        </p:nvSpPr>
        <p:spPr bwMode="auto">
          <a:xfrm>
            <a:off x="4865892" y="2864779"/>
            <a:ext cx="292627" cy="315136"/>
          </a:xfrm>
          <a:custGeom>
            <a:avLst/>
            <a:gdLst>
              <a:gd name="T0" fmla="*/ 173 w 186"/>
              <a:gd name="T1" fmla="*/ 88 h 200"/>
              <a:gd name="T2" fmla="*/ 112 w 186"/>
              <a:gd name="T3" fmla="*/ 36 h 200"/>
              <a:gd name="T4" fmla="*/ 146 w 186"/>
              <a:gd name="T5" fmla="*/ 18 h 200"/>
              <a:gd name="T6" fmla="*/ 186 w 186"/>
              <a:gd name="T7" fmla="*/ 59 h 200"/>
              <a:gd name="T8" fmla="*/ 173 w 186"/>
              <a:gd name="T9" fmla="*/ 88 h 200"/>
              <a:gd name="T10" fmla="*/ 95 w 186"/>
              <a:gd name="T11" fmla="*/ 20 h 200"/>
              <a:gd name="T12" fmla="*/ 95 w 186"/>
              <a:gd name="T13" fmla="*/ 45 h 200"/>
              <a:gd name="T14" fmla="*/ 165 w 186"/>
              <a:gd name="T15" fmla="*/ 118 h 200"/>
              <a:gd name="T16" fmla="*/ 151 w 186"/>
              <a:gd name="T17" fmla="*/ 162 h 200"/>
              <a:gd name="T18" fmla="*/ 168 w 186"/>
              <a:gd name="T19" fmla="*/ 191 h 200"/>
              <a:gd name="T20" fmla="*/ 154 w 186"/>
              <a:gd name="T21" fmla="*/ 199 h 200"/>
              <a:gd name="T22" fmla="*/ 139 w 186"/>
              <a:gd name="T23" fmla="*/ 174 h 200"/>
              <a:gd name="T24" fmla="*/ 92 w 186"/>
              <a:gd name="T25" fmla="*/ 191 h 200"/>
              <a:gd name="T26" fmla="*/ 46 w 186"/>
              <a:gd name="T27" fmla="*/ 174 h 200"/>
              <a:gd name="T28" fmla="*/ 31 w 186"/>
              <a:gd name="T29" fmla="*/ 200 h 200"/>
              <a:gd name="T30" fmla="*/ 17 w 186"/>
              <a:gd name="T31" fmla="*/ 192 h 200"/>
              <a:gd name="T32" fmla="*/ 34 w 186"/>
              <a:gd name="T33" fmla="*/ 162 h 200"/>
              <a:gd name="T34" fmla="*/ 19 w 186"/>
              <a:gd name="T35" fmla="*/ 118 h 200"/>
              <a:gd name="T36" fmla="*/ 89 w 186"/>
              <a:gd name="T37" fmla="*/ 45 h 200"/>
              <a:gd name="T38" fmla="*/ 89 w 186"/>
              <a:gd name="T39" fmla="*/ 20 h 200"/>
              <a:gd name="T40" fmla="*/ 82 w 186"/>
              <a:gd name="T41" fmla="*/ 10 h 200"/>
              <a:gd name="T42" fmla="*/ 92 w 186"/>
              <a:gd name="T43" fmla="*/ 0 h 200"/>
              <a:gd name="T44" fmla="*/ 102 w 186"/>
              <a:gd name="T45" fmla="*/ 10 h 200"/>
              <a:gd name="T46" fmla="*/ 95 w 186"/>
              <a:gd name="T47" fmla="*/ 20 h 200"/>
              <a:gd name="T48" fmla="*/ 36 w 186"/>
              <a:gd name="T49" fmla="*/ 118 h 200"/>
              <a:gd name="T50" fmla="*/ 92 w 186"/>
              <a:gd name="T51" fmla="*/ 175 h 200"/>
              <a:gd name="T52" fmla="*/ 149 w 186"/>
              <a:gd name="T53" fmla="*/ 118 h 200"/>
              <a:gd name="T54" fmla="*/ 92 w 186"/>
              <a:gd name="T55" fmla="*/ 61 h 200"/>
              <a:gd name="T56" fmla="*/ 36 w 186"/>
              <a:gd name="T57" fmla="*/ 118 h 200"/>
              <a:gd name="T58" fmla="*/ 109 w 186"/>
              <a:gd name="T59" fmla="*/ 130 h 200"/>
              <a:gd name="T60" fmla="*/ 89 w 186"/>
              <a:gd name="T61" fmla="*/ 130 h 200"/>
              <a:gd name="T62" fmla="*/ 82 w 186"/>
              <a:gd name="T63" fmla="*/ 124 h 200"/>
              <a:gd name="T64" fmla="*/ 82 w 186"/>
              <a:gd name="T65" fmla="*/ 96 h 200"/>
              <a:gd name="T66" fmla="*/ 89 w 186"/>
              <a:gd name="T67" fmla="*/ 90 h 200"/>
              <a:gd name="T68" fmla="*/ 96 w 186"/>
              <a:gd name="T69" fmla="*/ 96 h 200"/>
              <a:gd name="T70" fmla="*/ 96 w 186"/>
              <a:gd name="T71" fmla="*/ 117 h 200"/>
              <a:gd name="T72" fmla="*/ 109 w 186"/>
              <a:gd name="T73" fmla="*/ 117 h 200"/>
              <a:gd name="T74" fmla="*/ 116 w 186"/>
              <a:gd name="T75" fmla="*/ 124 h 200"/>
              <a:gd name="T76" fmla="*/ 109 w 186"/>
              <a:gd name="T77" fmla="*/ 130 h 200"/>
              <a:gd name="T78" fmla="*/ 12 w 186"/>
              <a:gd name="T79" fmla="*/ 88 h 200"/>
              <a:gd name="T80" fmla="*/ 0 w 186"/>
              <a:gd name="T81" fmla="*/ 59 h 200"/>
              <a:gd name="T82" fmla="*/ 40 w 186"/>
              <a:gd name="T83" fmla="*/ 18 h 200"/>
              <a:gd name="T84" fmla="*/ 73 w 186"/>
              <a:gd name="T85" fmla="*/ 36 h 200"/>
              <a:gd name="T86" fmla="*/ 12 w 186"/>
              <a:gd name="T87" fmla="*/ 88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86" h="200">
                <a:moveTo>
                  <a:pt x="173" y="88"/>
                </a:moveTo>
                <a:cubicBezTo>
                  <a:pt x="164" y="62"/>
                  <a:pt x="141" y="42"/>
                  <a:pt x="112" y="36"/>
                </a:cubicBezTo>
                <a:cubicBezTo>
                  <a:pt x="120" y="25"/>
                  <a:pt x="132" y="18"/>
                  <a:pt x="146" y="18"/>
                </a:cubicBezTo>
                <a:cubicBezTo>
                  <a:pt x="168" y="18"/>
                  <a:pt x="186" y="36"/>
                  <a:pt x="186" y="59"/>
                </a:cubicBezTo>
                <a:cubicBezTo>
                  <a:pt x="186" y="70"/>
                  <a:pt x="181" y="81"/>
                  <a:pt x="173" y="88"/>
                </a:cubicBezTo>
                <a:close/>
                <a:moveTo>
                  <a:pt x="95" y="20"/>
                </a:moveTo>
                <a:cubicBezTo>
                  <a:pt x="95" y="45"/>
                  <a:pt x="95" y="45"/>
                  <a:pt x="95" y="45"/>
                </a:cubicBezTo>
                <a:cubicBezTo>
                  <a:pt x="134" y="47"/>
                  <a:pt x="165" y="79"/>
                  <a:pt x="165" y="118"/>
                </a:cubicBezTo>
                <a:cubicBezTo>
                  <a:pt x="165" y="134"/>
                  <a:pt x="160" y="150"/>
                  <a:pt x="151" y="162"/>
                </a:cubicBezTo>
                <a:cubicBezTo>
                  <a:pt x="168" y="191"/>
                  <a:pt x="168" y="191"/>
                  <a:pt x="168" y="191"/>
                </a:cubicBezTo>
                <a:cubicBezTo>
                  <a:pt x="154" y="199"/>
                  <a:pt x="154" y="199"/>
                  <a:pt x="154" y="199"/>
                </a:cubicBezTo>
                <a:cubicBezTo>
                  <a:pt x="139" y="174"/>
                  <a:pt x="139" y="174"/>
                  <a:pt x="139" y="174"/>
                </a:cubicBezTo>
                <a:cubicBezTo>
                  <a:pt x="126" y="185"/>
                  <a:pt x="110" y="191"/>
                  <a:pt x="92" y="191"/>
                </a:cubicBezTo>
                <a:cubicBezTo>
                  <a:pt x="75" y="191"/>
                  <a:pt x="58" y="185"/>
                  <a:pt x="46" y="174"/>
                </a:cubicBezTo>
                <a:cubicBezTo>
                  <a:pt x="31" y="200"/>
                  <a:pt x="31" y="200"/>
                  <a:pt x="31" y="200"/>
                </a:cubicBezTo>
                <a:cubicBezTo>
                  <a:pt x="17" y="192"/>
                  <a:pt x="17" y="192"/>
                  <a:pt x="17" y="192"/>
                </a:cubicBezTo>
                <a:cubicBezTo>
                  <a:pt x="34" y="162"/>
                  <a:pt x="34" y="162"/>
                  <a:pt x="34" y="162"/>
                </a:cubicBezTo>
                <a:cubicBezTo>
                  <a:pt x="25" y="150"/>
                  <a:pt x="19" y="135"/>
                  <a:pt x="19" y="118"/>
                </a:cubicBezTo>
                <a:cubicBezTo>
                  <a:pt x="19" y="79"/>
                  <a:pt x="50" y="47"/>
                  <a:pt x="89" y="45"/>
                </a:cubicBezTo>
                <a:cubicBezTo>
                  <a:pt x="89" y="20"/>
                  <a:pt x="89" y="20"/>
                  <a:pt x="89" y="20"/>
                </a:cubicBezTo>
                <a:cubicBezTo>
                  <a:pt x="85" y="18"/>
                  <a:pt x="82" y="15"/>
                  <a:pt x="82" y="10"/>
                </a:cubicBezTo>
                <a:cubicBezTo>
                  <a:pt x="82" y="5"/>
                  <a:pt x="86" y="0"/>
                  <a:pt x="92" y="0"/>
                </a:cubicBezTo>
                <a:cubicBezTo>
                  <a:pt x="98" y="0"/>
                  <a:pt x="102" y="5"/>
                  <a:pt x="102" y="10"/>
                </a:cubicBezTo>
                <a:cubicBezTo>
                  <a:pt x="102" y="15"/>
                  <a:pt x="99" y="18"/>
                  <a:pt x="95" y="20"/>
                </a:cubicBezTo>
                <a:close/>
                <a:moveTo>
                  <a:pt x="36" y="118"/>
                </a:moveTo>
                <a:cubicBezTo>
                  <a:pt x="36" y="149"/>
                  <a:pt x="61" y="175"/>
                  <a:pt x="92" y="175"/>
                </a:cubicBezTo>
                <a:cubicBezTo>
                  <a:pt x="124" y="175"/>
                  <a:pt x="149" y="149"/>
                  <a:pt x="149" y="118"/>
                </a:cubicBezTo>
                <a:cubicBezTo>
                  <a:pt x="149" y="87"/>
                  <a:pt x="124" y="61"/>
                  <a:pt x="92" y="61"/>
                </a:cubicBezTo>
                <a:cubicBezTo>
                  <a:pt x="61" y="61"/>
                  <a:pt x="36" y="87"/>
                  <a:pt x="36" y="118"/>
                </a:cubicBezTo>
                <a:close/>
                <a:moveTo>
                  <a:pt x="109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5" y="130"/>
                  <a:pt x="82" y="127"/>
                  <a:pt x="82" y="124"/>
                </a:cubicBezTo>
                <a:cubicBezTo>
                  <a:pt x="82" y="96"/>
                  <a:pt x="82" y="96"/>
                  <a:pt x="82" y="96"/>
                </a:cubicBezTo>
                <a:cubicBezTo>
                  <a:pt x="82" y="93"/>
                  <a:pt x="85" y="90"/>
                  <a:pt x="89" y="90"/>
                </a:cubicBezTo>
                <a:cubicBezTo>
                  <a:pt x="93" y="90"/>
                  <a:pt x="96" y="93"/>
                  <a:pt x="96" y="96"/>
                </a:cubicBezTo>
                <a:cubicBezTo>
                  <a:pt x="96" y="117"/>
                  <a:pt x="96" y="117"/>
                  <a:pt x="96" y="117"/>
                </a:cubicBezTo>
                <a:cubicBezTo>
                  <a:pt x="109" y="117"/>
                  <a:pt x="109" y="117"/>
                  <a:pt x="109" y="117"/>
                </a:cubicBezTo>
                <a:cubicBezTo>
                  <a:pt x="113" y="117"/>
                  <a:pt x="116" y="120"/>
                  <a:pt x="116" y="124"/>
                </a:cubicBezTo>
                <a:cubicBezTo>
                  <a:pt x="116" y="127"/>
                  <a:pt x="113" y="130"/>
                  <a:pt x="109" y="130"/>
                </a:cubicBezTo>
                <a:close/>
                <a:moveTo>
                  <a:pt x="12" y="88"/>
                </a:moveTo>
                <a:cubicBezTo>
                  <a:pt x="4" y="81"/>
                  <a:pt x="0" y="70"/>
                  <a:pt x="0" y="59"/>
                </a:cubicBezTo>
                <a:cubicBezTo>
                  <a:pt x="0" y="36"/>
                  <a:pt x="18" y="18"/>
                  <a:pt x="40" y="18"/>
                </a:cubicBezTo>
                <a:cubicBezTo>
                  <a:pt x="54" y="18"/>
                  <a:pt x="66" y="25"/>
                  <a:pt x="73" y="36"/>
                </a:cubicBezTo>
                <a:cubicBezTo>
                  <a:pt x="45" y="42"/>
                  <a:pt x="22" y="62"/>
                  <a:pt x="12" y="88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33" name="Freeform 78"/>
          <p:cNvSpPr>
            <a:spLocks noEditPoints="1"/>
          </p:cNvSpPr>
          <p:nvPr/>
        </p:nvSpPr>
        <p:spPr bwMode="auto">
          <a:xfrm>
            <a:off x="5479945" y="2181820"/>
            <a:ext cx="226090" cy="289072"/>
          </a:xfrm>
          <a:custGeom>
            <a:avLst/>
            <a:gdLst>
              <a:gd name="T0" fmla="*/ 153 w 154"/>
              <a:gd name="T1" fmla="*/ 85 h 197"/>
              <a:gd name="T2" fmla="*/ 78 w 154"/>
              <a:gd name="T3" fmla="*/ 197 h 197"/>
              <a:gd name="T4" fmla="*/ 4 w 154"/>
              <a:gd name="T5" fmla="*/ 101 h 197"/>
              <a:gd name="T6" fmla="*/ 0 w 154"/>
              <a:gd name="T7" fmla="*/ 77 h 197"/>
              <a:gd name="T8" fmla="*/ 77 w 154"/>
              <a:gd name="T9" fmla="*/ 0 h 197"/>
              <a:gd name="T10" fmla="*/ 154 w 154"/>
              <a:gd name="T11" fmla="*/ 77 h 197"/>
              <a:gd name="T12" fmla="*/ 153 w 154"/>
              <a:gd name="T13" fmla="*/ 85 h 197"/>
              <a:gd name="T14" fmla="*/ 77 w 154"/>
              <a:gd name="T15" fmla="*/ 28 h 197"/>
              <a:gd name="T16" fmla="*/ 34 w 154"/>
              <a:gd name="T17" fmla="*/ 71 h 197"/>
              <a:gd name="T18" fmla="*/ 77 w 154"/>
              <a:gd name="T19" fmla="*/ 114 h 197"/>
              <a:gd name="T20" fmla="*/ 120 w 154"/>
              <a:gd name="T21" fmla="*/ 71 h 197"/>
              <a:gd name="T22" fmla="*/ 77 w 154"/>
              <a:gd name="T23" fmla="*/ 28 h 197"/>
              <a:gd name="T24" fmla="*/ 97 w 154"/>
              <a:gd name="T25" fmla="*/ 99 h 197"/>
              <a:gd name="T26" fmla="*/ 77 w 154"/>
              <a:gd name="T27" fmla="*/ 89 h 197"/>
              <a:gd name="T28" fmla="*/ 58 w 154"/>
              <a:gd name="T29" fmla="*/ 99 h 197"/>
              <a:gd name="T30" fmla="*/ 60 w 154"/>
              <a:gd name="T31" fmla="*/ 77 h 197"/>
              <a:gd name="T32" fmla="*/ 46 w 154"/>
              <a:gd name="T33" fmla="*/ 61 h 197"/>
              <a:gd name="T34" fmla="*/ 67 w 154"/>
              <a:gd name="T35" fmla="*/ 57 h 197"/>
              <a:gd name="T36" fmla="*/ 77 w 154"/>
              <a:gd name="T37" fmla="*/ 38 h 197"/>
              <a:gd name="T38" fmla="*/ 88 w 154"/>
              <a:gd name="T39" fmla="*/ 57 h 197"/>
              <a:gd name="T40" fmla="*/ 109 w 154"/>
              <a:gd name="T41" fmla="*/ 61 h 197"/>
              <a:gd name="T42" fmla="*/ 94 w 154"/>
              <a:gd name="T43" fmla="*/ 77 h 197"/>
              <a:gd name="T44" fmla="*/ 97 w 154"/>
              <a:gd name="T45" fmla="*/ 99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54" h="197">
                <a:moveTo>
                  <a:pt x="153" y="85"/>
                </a:moveTo>
                <a:cubicBezTo>
                  <a:pt x="151" y="153"/>
                  <a:pt x="78" y="197"/>
                  <a:pt x="78" y="197"/>
                </a:cubicBezTo>
                <a:cubicBezTo>
                  <a:pt x="78" y="197"/>
                  <a:pt x="16" y="159"/>
                  <a:pt x="4" y="101"/>
                </a:cubicBezTo>
                <a:cubicBezTo>
                  <a:pt x="1" y="93"/>
                  <a:pt x="0" y="85"/>
                  <a:pt x="0" y="77"/>
                </a:cubicBezTo>
                <a:cubicBezTo>
                  <a:pt x="0" y="34"/>
                  <a:pt x="34" y="0"/>
                  <a:pt x="77" y="0"/>
                </a:cubicBezTo>
                <a:cubicBezTo>
                  <a:pt x="119" y="0"/>
                  <a:pt x="154" y="34"/>
                  <a:pt x="154" y="77"/>
                </a:cubicBezTo>
                <a:cubicBezTo>
                  <a:pt x="154" y="79"/>
                  <a:pt x="154" y="82"/>
                  <a:pt x="153" y="85"/>
                </a:cubicBezTo>
                <a:close/>
                <a:moveTo>
                  <a:pt x="77" y="28"/>
                </a:moveTo>
                <a:cubicBezTo>
                  <a:pt x="53" y="28"/>
                  <a:pt x="34" y="47"/>
                  <a:pt x="34" y="71"/>
                </a:cubicBezTo>
                <a:cubicBezTo>
                  <a:pt x="34" y="94"/>
                  <a:pt x="53" y="114"/>
                  <a:pt x="77" y="114"/>
                </a:cubicBezTo>
                <a:cubicBezTo>
                  <a:pt x="101" y="114"/>
                  <a:pt x="120" y="94"/>
                  <a:pt x="120" y="71"/>
                </a:cubicBezTo>
                <a:cubicBezTo>
                  <a:pt x="120" y="47"/>
                  <a:pt x="101" y="28"/>
                  <a:pt x="77" y="28"/>
                </a:cubicBezTo>
                <a:close/>
                <a:moveTo>
                  <a:pt x="97" y="99"/>
                </a:moveTo>
                <a:cubicBezTo>
                  <a:pt x="77" y="89"/>
                  <a:pt x="77" y="89"/>
                  <a:pt x="77" y="89"/>
                </a:cubicBezTo>
                <a:cubicBezTo>
                  <a:pt x="58" y="99"/>
                  <a:pt x="58" y="99"/>
                  <a:pt x="58" y="99"/>
                </a:cubicBezTo>
                <a:cubicBezTo>
                  <a:pt x="60" y="77"/>
                  <a:pt x="60" y="77"/>
                  <a:pt x="60" y="77"/>
                </a:cubicBezTo>
                <a:cubicBezTo>
                  <a:pt x="46" y="61"/>
                  <a:pt x="46" y="61"/>
                  <a:pt x="46" y="61"/>
                </a:cubicBezTo>
                <a:cubicBezTo>
                  <a:pt x="67" y="57"/>
                  <a:pt x="67" y="57"/>
                  <a:pt x="67" y="57"/>
                </a:cubicBezTo>
                <a:cubicBezTo>
                  <a:pt x="77" y="38"/>
                  <a:pt x="77" y="38"/>
                  <a:pt x="77" y="38"/>
                </a:cubicBezTo>
                <a:cubicBezTo>
                  <a:pt x="88" y="57"/>
                  <a:pt x="88" y="57"/>
                  <a:pt x="88" y="57"/>
                </a:cubicBezTo>
                <a:cubicBezTo>
                  <a:pt x="109" y="61"/>
                  <a:pt x="109" y="61"/>
                  <a:pt x="109" y="61"/>
                </a:cubicBezTo>
                <a:cubicBezTo>
                  <a:pt x="94" y="77"/>
                  <a:pt x="94" y="77"/>
                  <a:pt x="94" y="77"/>
                </a:cubicBezTo>
                <a:lnTo>
                  <a:pt x="97" y="99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34" name="Freeform 6"/>
          <p:cNvSpPr>
            <a:spLocks noEditPoints="1"/>
          </p:cNvSpPr>
          <p:nvPr/>
        </p:nvSpPr>
        <p:spPr bwMode="auto">
          <a:xfrm>
            <a:off x="3319048" y="2137379"/>
            <a:ext cx="330012" cy="333720"/>
          </a:xfrm>
          <a:custGeom>
            <a:avLst/>
            <a:gdLst>
              <a:gd name="T0" fmla="*/ 99 w 197"/>
              <a:gd name="T1" fmla="*/ 30 h 199"/>
              <a:gd name="T2" fmla="*/ 106 w 197"/>
              <a:gd name="T3" fmla="*/ 15 h 199"/>
              <a:gd name="T4" fmla="*/ 99 w 197"/>
              <a:gd name="T5" fmla="*/ 0 h 199"/>
              <a:gd name="T6" fmla="*/ 91 w 197"/>
              <a:gd name="T7" fmla="*/ 15 h 199"/>
              <a:gd name="T8" fmla="*/ 99 w 197"/>
              <a:gd name="T9" fmla="*/ 30 h 199"/>
              <a:gd name="T10" fmla="*/ 64 w 197"/>
              <a:gd name="T11" fmla="*/ 39 h 199"/>
              <a:gd name="T12" fmla="*/ 63 w 197"/>
              <a:gd name="T13" fmla="*/ 22 h 199"/>
              <a:gd name="T14" fmla="*/ 49 w 197"/>
              <a:gd name="T15" fmla="*/ 13 h 199"/>
              <a:gd name="T16" fmla="*/ 50 w 197"/>
              <a:gd name="T17" fmla="*/ 30 h 199"/>
              <a:gd name="T18" fmla="*/ 64 w 197"/>
              <a:gd name="T19" fmla="*/ 39 h 199"/>
              <a:gd name="T20" fmla="*/ 175 w 197"/>
              <a:gd name="T21" fmla="*/ 63 h 199"/>
              <a:gd name="T22" fmla="*/ 184 w 197"/>
              <a:gd name="T23" fmla="*/ 49 h 199"/>
              <a:gd name="T24" fmla="*/ 167 w 197"/>
              <a:gd name="T25" fmla="*/ 50 h 199"/>
              <a:gd name="T26" fmla="*/ 158 w 197"/>
              <a:gd name="T27" fmla="*/ 64 h 199"/>
              <a:gd name="T28" fmla="*/ 175 w 197"/>
              <a:gd name="T29" fmla="*/ 63 h 199"/>
              <a:gd name="T30" fmla="*/ 133 w 197"/>
              <a:gd name="T31" fmla="*/ 39 h 199"/>
              <a:gd name="T32" fmla="*/ 147 w 197"/>
              <a:gd name="T33" fmla="*/ 30 h 199"/>
              <a:gd name="T34" fmla="*/ 148 w 197"/>
              <a:gd name="T35" fmla="*/ 13 h 199"/>
              <a:gd name="T36" fmla="*/ 134 w 197"/>
              <a:gd name="T37" fmla="*/ 22 h 199"/>
              <a:gd name="T38" fmla="*/ 133 w 197"/>
              <a:gd name="T39" fmla="*/ 39 h 199"/>
              <a:gd name="T40" fmla="*/ 47 w 197"/>
              <a:gd name="T41" fmla="*/ 119 h 199"/>
              <a:gd name="T42" fmla="*/ 100 w 197"/>
              <a:gd name="T43" fmla="*/ 74 h 199"/>
              <a:gd name="T44" fmla="*/ 153 w 197"/>
              <a:gd name="T45" fmla="*/ 123 h 199"/>
              <a:gd name="T46" fmla="*/ 155 w 197"/>
              <a:gd name="T47" fmla="*/ 123 h 199"/>
              <a:gd name="T48" fmla="*/ 161 w 197"/>
              <a:gd name="T49" fmla="*/ 99 h 199"/>
              <a:gd name="T50" fmla="*/ 101 w 197"/>
              <a:gd name="T51" fmla="*/ 39 h 199"/>
              <a:gd name="T52" fmla="*/ 40 w 197"/>
              <a:gd name="T53" fmla="*/ 99 h 199"/>
              <a:gd name="T54" fmla="*/ 45 w 197"/>
              <a:gd name="T55" fmla="*/ 119 h 199"/>
              <a:gd name="T56" fmla="*/ 47 w 197"/>
              <a:gd name="T57" fmla="*/ 119 h 199"/>
              <a:gd name="T58" fmla="*/ 22 w 197"/>
              <a:gd name="T59" fmla="*/ 63 h 199"/>
              <a:gd name="T60" fmla="*/ 39 w 197"/>
              <a:gd name="T61" fmla="*/ 64 h 199"/>
              <a:gd name="T62" fmla="*/ 30 w 197"/>
              <a:gd name="T63" fmla="*/ 50 h 199"/>
              <a:gd name="T64" fmla="*/ 13 w 197"/>
              <a:gd name="T65" fmla="*/ 49 h 199"/>
              <a:gd name="T66" fmla="*/ 22 w 197"/>
              <a:gd name="T67" fmla="*/ 63 h 199"/>
              <a:gd name="T68" fmla="*/ 183 w 197"/>
              <a:gd name="T69" fmla="*/ 91 h 199"/>
              <a:gd name="T70" fmla="*/ 168 w 197"/>
              <a:gd name="T71" fmla="*/ 99 h 199"/>
              <a:gd name="T72" fmla="*/ 183 w 197"/>
              <a:gd name="T73" fmla="*/ 107 h 199"/>
              <a:gd name="T74" fmla="*/ 197 w 197"/>
              <a:gd name="T75" fmla="*/ 99 h 199"/>
              <a:gd name="T76" fmla="*/ 183 w 197"/>
              <a:gd name="T77" fmla="*/ 91 h 199"/>
              <a:gd name="T78" fmla="*/ 29 w 197"/>
              <a:gd name="T79" fmla="*/ 99 h 199"/>
              <a:gd name="T80" fmla="*/ 15 w 197"/>
              <a:gd name="T81" fmla="*/ 91 h 199"/>
              <a:gd name="T82" fmla="*/ 0 w 197"/>
              <a:gd name="T83" fmla="*/ 99 h 199"/>
              <a:gd name="T84" fmla="*/ 15 w 197"/>
              <a:gd name="T85" fmla="*/ 107 h 199"/>
              <a:gd name="T86" fmla="*/ 29 w 197"/>
              <a:gd name="T87" fmla="*/ 99 h 199"/>
              <a:gd name="T88" fmla="*/ 176 w 197"/>
              <a:gd name="T89" fmla="*/ 158 h 199"/>
              <a:gd name="T90" fmla="*/ 175 w 197"/>
              <a:gd name="T91" fmla="*/ 158 h 199"/>
              <a:gd name="T92" fmla="*/ 175 w 197"/>
              <a:gd name="T93" fmla="*/ 157 h 199"/>
              <a:gd name="T94" fmla="*/ 147 w 197"/>
              <a:gd name="T95" fmla="*/ 129 h 199"/>
              <a:gd name="T96" fmla="*/ 144 w 197"/>
              <a:gd name="T97" fmla="*/ 130 h 199"/>
              <a:gd name="T98" fmla="*/ 102 w 197"/>
              <a:gd name="T99" fmla="*/ 89 h 199"/>
              <a:gd name="T100" fmla="*/ 61 w 197"/>
              <a:gd name="T101" fmla="*/ 127 h 199"/>
              <a:gd name="T102" fmla="*/ 41 w 197"/>
              <a:gd name="T103" fmla="*/ 140 h 199"/>
              <a:gd name="T104" fmla="*/ 42 w 197"/>
              <a:gd name="T105" fmla="*/ 141 h 199"/>
              <a:gd name="T106" fmla="*/ 16 w 197"/>
              <a:gd name="T107" fmla="*/ 169 h 199"/>
              <a:gd name="T108" fmla="*/ 43 w 197"/>
              <a:gd name="T109" fmla="*/ 199 h 199"/>
              <a:gd name="T110" fmla="*/ 176 w 197"/>
              <a:gd name="T111" fmla="*/ 199 h 199"/>
              <a:gd name="T112" fmla="*/ 195 w 197"/>
              <a:gd name="T113" fmla="*/ 177 h 199"/>
              <a:gd name="T114" fmla="*/ 176 w 197"/>
              <a:gd name="T115" fmla="*/ 158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97" h="199">
                <a:moveTo>
                  <a:pt x="99" y="30"/>
                </a:moveTo>
                <a:cubicBezTo>
                  <a:pt x="103" y="30"/>
                  <a:pt x="106" y="23"/>
                  <a:pt x="106" y="15"/>
                </a:cubicBezTo>
                <a:cubicBezTo>
                  <a:pt x="106" y="7"/>
                  <a:pt x="103" y="0"/>
                  <a:pt x="99" y="0"/>
                </a:cubicBezTo>
                <a:cubicBezTo>
                  <a:pt x="94" y="0"/>
                  <a:pt x="91" y="7"/>
                  <a:pt x="91" y="15"/>
                </a:cubicBezTo>
                <a:cubicBezTo>
                  <a:pt x="91" y="23"/>
                  <a:pt x="94" y="30"/>
                  <a:pt x="99" y="30"/>
                </a:cubicBezTo>
                <a:close/>
                <a:moveTo>
                  <a:pt x="64" y="39"/>
                </a:moveTo>
                <a:cubicBezTo>
                  <a:pt x="68" y="37"/>
                  <a:pt x="67" y="29"/>
                  <a:pt x="63" y="22"/>
                </a:cubicBezTo>
                <a:cubicBezTo>
                  <a:pt x="59" y="15"/>
                  <a:pt x="53" y="11"/>
                  <a:pt x="49" y="13"/>
                </a:cubicBezTo>
                <a:cubicBezTo>
                  <a:pt x="45" y="15"/>
                  <a:pt x="46" y="23"/>
                  <a:pt x="50" y="30"/>
                </a:cubicBezTo>
                <a:cubicBezTo>
                  <a:pt x="54" y="37"/>
                  <a:pt x="60" y="41"/>
                  <a:pt x="64" y="39"/>
                </a:cubicBezTo>
                <a:close/>
                <a:moveTo>
                  <a:pt x="175" y="63"/>
                </a:moveTo>
                <a:cubicBezTo>
                  <a:pt x="182" y="59"/>
                  <a:pt x="186" y="53"/>
                  <a:pt x="184" y="49"/>
                </a:cubicBezTo>
                <a:cubicBezTo>
                  <a:pt x="182" y="46"/>
                  <a:pt x="175" y="46"/>
                  <a:pt x="167" y="50"/>
                </a:cubicBezTo>
                <a:cubicBezTo>
                  <a:pt x="160" y="54"/>
                  <a:pt x="156" y="61"/>
                  <a:pt x="158" y="64"/>
                </a:cubicBezTo>
                <a:cubicBezTo>
                  <a:pt x="161" y="68"/>
                  <a:pt x="168" y="68"/>
                  <a:pt x="175" y="63"/>
                </a:cubicBezTo>
                <a:close/>
                <a:moveTo>
                  <a:pt x="133" y="39"/>
                </a:moveTo>
                <a:cubicBezTo>
                  <a:pt x="137" y="41"/>
                  <a:pt x="143" y="37"/>
                  <a:pt x="147" y="30"/>
                </a:cubicBezTo>
                <a:cubicBezTo>
                  <a:pt x="151" y="23"/>
                  <a:pt x="152" y="15"/>
                  <a:pt x="148" y="13"/>
                </a:cubicBezTo>
                <a:cubicBezTo>
                  <a:pt x="144" y="11"/>
                  <a:pt x="138" y="15"/>
                  <a:pt x="134" y="22"/>
                </a:cubicBezTo>
                <a:cubicBezTo>
                  <a:pt x="130" y="29"/>
                  <a:pt x="129" y="37"/>
                  <a:pt x="133" y="39"/>
                </a:cubicBezTo>
                <a:close/>
                <a:moveTo>
                  <a:pt x="47" y="119"/>
                </a:moveTo>
                <a:cubicBezTo>
                  <a:pt x="50" y="92"/>
                  <a:pt x="73" y="74"/>
                  <a:pt x="100" y="74"/>
                </a:cubicBezTo>
                <a:cubicBezTo>
                  <a:pt x="129" y="74"/>
                  <a:pt x="153" y="95"/>
                  <a:pt x="153" y="123"/>
                </a:cubicBezTo>
                <a:cubicBezTo>
                  <a:pt x="154" y="123"/>
                  <a:pt x="155" y="123"/>
                  <a:pt x="155" y="123"/>
                </a:cubicBezTo>
                <a:cubicBezTo>
                  <a:pt x="159" y="115"/>
                  <a:pt x="161" y="109"/>
                  <a:pt x="161" y="99"/>
                </a:cubicBezTo>
                <a:cubicBezTo>
                  <a:pt x="161" y="66"/>
                  <a:pt x="134" y="39"/>
                  <a:pt x="101" y="39"/>
                </a:cubicBezTo>
                <a:cubicBezTo>
                  <a:pt x="67" y="39"/>
                  <a:pt x="40" y="66"/>
                  <a:pt x="40" y="99"/>
                </a:cubicBezTo>
                <a:cubicBezTo>
                  <a:pt x="40" y="107"/>
                  <a:pt x="42" y="112"/>
                  <a:pt x="45" y="119"/>
                </a:cubicBezTo>
                <a:cubicBezTo>
                  <a:pt x="45" y="119"/>
                  <a:pt x="46" y="119"/>
                  <a:pt x="47" y="119"/>
                </a:cubicBezTo>
                <a:close/>
                <a:moveTo>
                  <a:pt x="22" y="63"/>
                </a:moveTo>
                <a:cubicBezTo>
                  <a:pt x="29" y="68"/>
                  <a:pt x="37" y="68"/>
                  <a:pt x="39" y="64"/>
                </a:cubicBezTo>
                <a:cubicBezTo>
                  <a:pt x="41" y="61"/>
                  <a:pt x="37" y="54"/>
                  <a:pt x="30" y="50"/>
                </a:cubicBezTo>
                <a:cubicBezTo>
                  <a:pt x="23" y="46"/>
                  <a:pt x="15" y="46"/>
                  <a:pt x="13" y="49"/>
                </a:cubicBezTo>
                <a:cubicBezTo>
                  <a:pt x="11" y="53"/>
                  <a:pt x="15" y="59"/>
                  <a:pt x="22" y="63"/>
                </a:cubicBezTo>
                <a:close/>
                <a:moveTo>
                  <a:pt x="183" y="91"/>
                </a:moveTo>
                <a:cubicBezTo>
                  <a:pt x="174" y="91"/>
                  <a:pt x="168" y="95"/>
                  <a:pt x="168" y="99"/>
                </a:cubicBezTo>
                <a:cubicBezTo>
                  <a:pt x="168" y="103"/>
                  <a:pt x="174" y="107"/>
                  <a:pt x="183" y="107"/>
                </a:cubicBezTo>
                <a:cubicBezTo>
                  <a:pt x="191" y="107"/>
                  <a:pt x="197" y="103"/>
                  <a:pt x="197" y="99"/>
                </a:cubicBezTo>
                <a:cubicBezTo>
                  <a:pt x="197" y="95"/>
                  <a:pt x="191" y="91"/>
                  <a:pt x="183" y="91"/>
                </a:cubicBezTo>
                <a:close/>
                <a:moveTo>
                  <a:pt x="29" y="99"/>
                </a:moveTo>
                <a:cubicBezTo>
                  <a:pt x="29" y="95"/>
                  <a:pt x="23" y="91"/>
                  <a:pt x="15" y="91"/>
                </a:cubicBezTo>
                <a:cubicBezTo>
                  <a:pt x="6" y="91"/>
                  <a:pt x="0" y="95"/>
                  <a:pt x="0" y="99"/>
                </a:cubicBezTo>
                <a:cubicBezTo>
                  <a:pt x="0" y="103"/>
                  <a:pt x="6" y="107"/>
                  <a:pt x="15" y="107"/>
                </a:cubicBezTo>
                <a:cubicBezTo>
                  <a:pt x="23" y="107"/>
                  <a:pt x="29" y="103"/>
                  <a:pt x="29" y="99"/>
                </a:cubicBezTo>
                <a:close/>
                <a:moveTo>
                  <a:pt x="176" y="158"/>
                </a:moveTo>
                <a:cubicBezTo>
                  <a:pt x="175" y="158"/>
                  <a:pt x="175" y="158"/>
                  <a:pt x="175" y="158"/>
                </a:cubicBezTo>
                <a:cubicBezTo>
                  <a:pt x="175" y="158"/>
                  <a:pt x="175" y="157"/>
                  <a:pt x="175" y="157"/>
                </a:cubicBezTo>
                <a:cubicBezTo>
                  <a:pt x="175" y="142"/>
                  <a:pt x="162" y="129"/>
                  <a:pt x="147" y="129"/>
                </a:cubicBezTo>
                <a:cubicBezTo>
                  <a:pt x="146" y="129"/>
                  <a:pt x="145" y="129"/>
                  <a:pt x="144" y="130"/>
                </a:cubicBezTo>
                <a:cubicBezTo>
                  <a:pt x="143" y="107"/>
                  <a:pt x="125" y="89"/>
                  <a:pt x="102" y="89"/>
                </a:cubicBezTo>
                <a:cubicBezTo>
                  <a:pt x="74" y="89"/>
                  <a:pt x="63" y="106"/>
                  <a:pt x="61" y="127"/>
                </a:cubicBezTo>
                <a:cubicBezTo>
                  <a:pt x="55" y="128"/>
                  <a:pt x="43" y="125"/>
                  <a:pt x="41" y="140"/>
                </a:cubicBezTo>
                <a:cubicBezTo>
                  <a:pt x="41" y="141"/>
                  <a:pt x="41" y="141"/>
                  <a:pt x="42" y="141"/>
                </a:cubicBezTo>
                <a:cubicBezTo>
                  <a:pt x="27" y="142"/>
                  <a:pt x="16" y="154"/>
                  <a:pt x="16" y="169"/>
                </a:cubicBezTo>
                <a:cubicBezTo>
                  <a:pt x="16" y="184"/>
                  <a:pt x="28" y="199"/>
                  <a:pt x="43" y="199"/>
                </a:cubicBezTo>
                <a:cubicBezTo>
                  <a:pt x="90" y="199"/>
                  <a:pt x="152" y="199"/>
                  <a:pt x="176" y="199"/>
                </a:cubicBezTo>
                <a:cubicBezTo>
                  <a:pt x="186" y="199"/>
                  <a:pt x="195" y="188"/>
                  <a:pt x="195" y="177"/>
                </a:cubicBezTo>
                <a:cubicBezTo>
                  <a:pt x="195" y="167"/>
                  <a:pt x="186" y="158"/>
                  <a:pt x="176" y="158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35" name="矩形 34"/>
          <p:cNvSpPr/>
          <p:nvPr/>
        </p:nvSpPr>
        <p:spPr>
          <a:xfrm>
            <a:off x="1271557" y="2003194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47"/>
          <p:cNvSpPr>
            <a:spLocks noChangeArrowheads="1"/>
          </p:cNvSpPr>
          <p:nvPr/>
        </p:nvSpPr>
        <p:spPr bwMode="auto">
          <a:xfrm>
            <a:off x="1271042" y="2245380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73452" y="3083033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47"/>
          <p:cNvSpPr>
            <a:spLocks noChangeArrowheads="1"/>
          </p:cNvSpPr>
          <p:nvPr/>
        </p:nvSpPr>
        <p:spPr bwMode="auto">
          <a:xfrm>
            <a:off x="1972937" y="3325219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536920" y="3083033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47"/>
          <p:cNvSpPr>
            <a:spLocks noChangeArrowheads="1"/>
          </p:cNvSpPr>
          <p:nvPr/>
        </p:nvSpPr>
        <p:spPr bwMode="auto">
          <a:xfrm>
            <a:off x="5536405" y="3325219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192273" y="2003194"/>
            <a:ext cx="1788668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7"/>
          <p:cNvSpPr>
            <a:spLocks noChangeArrowheads="1"/>
          </p:cNvSpPr>
          <p:nvPr/>
        </p:nvSpPr>
        <p:spPr bwMode="auto">
          <a:xfrm>
            <a:off x="6191758" y="2245380"/>
            <a:ext cx="1727742" cy="64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录入上述图表的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描述明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，在此录入上述图表的描述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说。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895951" y="1438369"/>
            <a:ext cx="208734" cy="138347"/>
            <a:chOff x="9482595" y="2565731"/>
            <a:chExt cx="278384" cy="184511"/>
          </a:xfrm>
        </p:grpSpPr>
        <p:sp>
          <p:nvSpPr>
            <p:cNvPr id="44" name="椭圆 43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5" name="椭圆 44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ldLvl="0" animBg="1"/>
      <p:bldP spid="17" grpId="0" bldLvl="0" animBg="1"/>
      <p:bldP spid="18" grpId="0"/>
      <p:bldP spid="31" grpId="0" bldLvl="0" animBg="1"/>
      <p:bldP spid="32" grpId="0" bldLvl="0" animBg="1"/>
      <p:bldP spid="33" grpId="0" bldLvl="0" animBg="1"/>
      <p:bldP spid="34" grpId="0" bldLvl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2842160"/>
            <a:ext cx="9144000" cy="1295807"/>
          </a:xfrm>
          <a:prstGeom prst="rect">
            <a:avLst/>
          </a:prstGeom>
          <a:solidFill>
            <a:schemeClr val="bg1">
              <a:lumMod val="50000"/>
              <a:alpha val="1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矩形 1"/>
          <p:cNvSpPr/>
          <p:nvPr/>
        </p:nvSpPr>
        <p:spPr>
          <a:xfrm>
            <a:off x="0" y="1222402"/>
            <a:ext cx="9144000" cy="1295807"/>
          </a:xfrm>
          <a:prstGeom prst="rect">
            <a:avLst/>
          </a:prstGeom>
          <a:solidFill>
            <a:schemeClr val="bg1">
              <a:lumMod val="50000"/>
              <a:alpha val="1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3" name="文本框 9"/>
          <p:cNvSpPr txBox="1"/>
          <p:nvPr/>
        </p:nvSpPr>
        <p:spPr>
          <a:xfrm>
            <a:off x="952374" y="231626"/>
            <a:ext cx="1403790" cy="27114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cxnSp>
        <p:nvCxnSpPr>
          <p:cNvPr id="124" name="直接连接符 123"/>
          <p:cNvCxnSpPr/>
          <p:nvPr/>
        </p:nvCxnSpPr>
        <p:spPr>
          <a:xfrm>
            <a:off x="1006366" y="501586"/>
            <a:ext cx="7291077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>
            <a:off x="8427406" y="345603"/>
            <a:ext cx="193989" cy="174903"/>
            <a:chOff x="3720691" y="2824413"/>
            <a:chExt cx="1341120" cy="1209172"/>
          </a:xfrm>
        </p:grpSpPr>
        <p:sp>
          <p:nvSpPr>
            <p:cNvPr id="126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27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13" name="文本框 9"/>
          <p:cNvSpPr txBox="1"/>
          <p:nvPr/>
        </p:nvSpPr>
        <p:spPr>
          <a:xfrm>
            <a:off x="8027484" y="250547"/>
            <a:ext cx="323952" cy="25654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/>
            <a:r>
              <a:rPr lang="en-US" altLang="zh-CN" sz="135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39</a:t>
            </a:r>
            <a:endParaRPr lang="zh-CN" altLang="en-US" sz="135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14620" y="142563"/>
            <a:ext cx="502789" cy="453321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7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83" name="Freeform 206"/>
          <p:cNvSpPr>
            <a:spLocks noChangeAspect="1" noEditPoints="1"/>
          </p:cNvSpPr>
          <p:nvPr/>
        </p:nvSpPr>
        <p:spPr bwMode="auto">
          <a:xfrm>
            <a:off x="584886" y="250547"/>
            <a:ext cx="207678" cy="251039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4"/>
          <p:cNvSpPr txBox="1">
            <a:spLocks noChangeArrowheads="1"/>
          </p:cNvSpPr>
          <p:nvPr/>
        </p:nvSpPr>
        <p:spPr bwMode="auto">
          <a:xfrm>
            <a:off x="2628290" y="857910"/>
            <a:ext cx="3925630" cy="25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62" tIns="34281" rIns="68562" bIns="3428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800" b="0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特别鸣谢</a:t>
            </a:r>
            <a:endParaRPr lang="zh-CN" sz="1800" b="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弧形 14"/>
          <p:cNvSpPr/>
          <p:nvPr/>
        </p:nvSpPr>
        <p:spPr>
          <a:xfrm>
            <a:off x="3654137" y="790466"/>
            <a:ext cx="377944" cy="377944"/>
          </a:xfrm>
          <a:prstGeom prst="arc">
            <a:avLst>
              <a:gd name="adj1" fmla="val 18916496"/>
              <a:gd name="adj2" fmla="val 2632855"/>
            </a:avLst>
          </a:prstGeom>
          <a:ln>
            <a:solidFill>
              <a:srgbClr val="41445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矩形 15"/>
          <p:cNvSpPr/>
          <p:nvPr/>
        </p:nvSpPr>
        <p:spPr>
          <a:xfrm>
            <a:off x="3801167" y="1270095"/>
            <a:ext cx="4388292" cy="1130300"/>
          </a:xfrm>
          <a:prstGeom prst="rect">
            <a:avLst/>
          </a:prstGeom>
        </p:spPr>
        <p:txBody>
          <a:bodyPr wrap="square" lIns="68556" tIns="34278" rIns="68556" bIns="34278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</a:t>
            </a:r>
            <a:r>
              <a:rPr lang="zh-CN" altLang="en-US" sz="1050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论文是在我的指导老师 </a:t>
            </a:r>
            <a:r>
              <a:rPr lang="zh-CN" altLang="en-US" sz="105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李某某</a:t>
            </a:r>
            <a:r>
              <a:rPr lang="zh-CN" altLang="en-US" sz="1050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</a:t>
            </a: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的亲切关怀与细心的指导</a:t>
            </a:r>
            <a:r>
              <a:rPr lang="zh-CN" altLang="en-US" sz="1050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下完成的。从最初课题的选择到最终论文的完成，李老师始终都给予了细心的指导和不懈的支持，并且在耐心的指导论文之余，老师不断的开拓我的视野，启发我的思考，让我体会到了独立完成项目的乐趣。</a:t>
            </a:r>
            <a:endParaRPr lang="zh-CN" altLang="en-US" sz="1050" kern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15564" y="2896152"/>
            <a:ext cx="1888466" cy="1194120"/>
          </a:xfrm>
          <a:prstGeom prst="rect">
            <a:avLst/>
          </a:prstGeom>
          <a:blipFill>
            <a:blip r:embed="rId3" cstate="print"/>
            <a:srcRect/>
            <a:stretch>
              <a:fillRect t="-4511" b="-1801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矩形 17"/>
          <p:cNvSpPr/>
          <p:nvPr/>
        </p:nvSpPr>
        <p:spPr>
          <a:xfrm>
            <a:off x="1715564" y="1270095"/>
            <a:ext cx="1888466" cy="1194121"/>
          </a:xfrm>
          <a:prstGeom prst="rect">
            <a:avLst/>
          </a:prstGeom>
          <a:blipFill>
            <a:blip r:embed="rId4" cstate="print"/>
            <a:srcRect/>
            <a:stretch>
              <a:fillRect t="-3047" b="-304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矩形 19"/>
          <p:cNvSpPr/>
          <p:nvPr/>
        </p:nvSpPr>
        <p:spPr>
          <a:xfrm>
            <a:off x="3801167" y="2896152"/>
            <a:ext cx="4250181" cy="1130300"/>
          </a:xfrm>
          <a:prstGeom prst="rect">
            <a:avLst/>
          </a:prstGeom>
        </p:spPr>
        <p:txBody>
          <a:bodyPr wrap="square" lIns="68556" tIns="34278" rIns="68556" bIns="34278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</a:t>
            </a:r>
            <a:r>
              <a:rPr lang="zh-CN" altLang="en-US" sz="1050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能够得以顺利的完成，也与项目团队中其他同学的帮助是分不开的。虽然他们没有直接参与我的论文写作，但是无论在开题时，还是在研究过程中，他们都给我提供了很多意见，一系列可行性的建议。他们是</a:t>
            </a:r>
            <a:r>
              <a:rPr lang="en-US" altLang="zh-CN" sz="1050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050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等，也向他们表示我深深地感谢！</a:t>
            </a:r>
            <a:endParaRPr lang="zh-CN" altLang="en-US" sz="1050" kern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600145" y="2757805"/>
            <a:ext cx="208734" cy="138347"/>
            <a:chOff x="9482595" y="2565731"/>
            <a:chExt cx="278384" cy="184511"/>
          </a:xfrm>
        </p:grpSpPr>
        <p:sp>
          <p:nvSpPr>
            <p:cNvPr id="24" name="椭圆 23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椭圆 24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" accel="1000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0" accel="1000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5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9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0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" grpId="0" bldLvl="0" animBg="1"/>
      <p:bldP spid="83" grpId="0" bldLvl="0" animBg="1"/>
      <p:bldP spid="14" grpId="0" bldLvl="0" animBg="1"/>
      <p:bldP spid="15" grpId="0" bldLvl="0" animBg="1"/>
      <p:bldP spid="16" grpId="0"/>
      <p:bldP spid="17" grpId="0" bldLvl="0" animBg="1"/>
      <p:bldP spid="18" grpId="0" bldLvl="0" animBg="1"/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17314" y="1437748"/>
            <a:ext cx="9161314" cy="2375645"/>
          </a:xfrm>
          <a:prstGeom prst="rect">
            <a:avLst/>
          </a:prstGeom>
          <a:solidFill>
            <a:schemeClr val="tx1">
              <a:lumMod val="95000"/>
              <a:lumOff val="5000"/>
              <a:alpha val="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6" name="组合 15"/>
          <p:cNvGrpSpPr/>
          <p:nvPr/>
        </p:nvGrpSpPr>
        <p:grpSpPr>
          <a:xfrm>
            <a:off x="2047177" y="2118878"/>
            <a:ext cx="1005578" cy="906643"/>
            <a:chOff x="3720691" y="2824413"/>
            <a:chExt cx="1341120" cy="1209172"/>
          </a:xfrm>
        </p:grpSpPr>
        <p:sp>
          <p:nvSpPr>
            <p:cNvPr id="8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17" name="Freeform 89"/>
          <p:cNvSpPr>
            <a:spLocks noEditPoints="1"/>
          </p:cNvSpPr>
          <p:nvPr/>
        </p:nvSpPr>
        <p:spPr bwMode="auto">
          <a:xfrm>
            <a:off x="2435606" y="2381193"/>
            <a:ext cx="237184" cy="382013"/>
          </a:xfrm>
          <a:custGeom>
            <a:avLst/>
            <a:gdLst>
              <a:gd name="T0" fmla="*/ 70 w 124"/>
              <a:gd name="T1" fmla="*/ 160 h 200"/>
              <a:gd name="T2" fmla="*/ 70 w 124"/>
              <a:gd name="T3" fmla="*/ 184 h 200"/>
              <a:gd name="T4" fmla="*/ 97 w 124"/>
              <a:gd name="T5" fmla="*/ 184 h 200"/>
              <a:gd name="T6" fmla="*/ 97 w 124"/>
              <a:gd name="T7" fmla="*/ 200 h 200"/>
              <a:gd name="T8" fmla="*/ 25 w 124"/>
              <a:gd name="T9" fmla="*/ 200 h 200"/>
              <a:gd name="T10" fmla="*/ 25 w 124"/>
              <a:gd name="T11" fmla="*/ 184 h 200"/>
              <a:gd name="T12" fmla="*/ 53 w 124"/>
              <a:gd name="T13" fmla="*/ 184 h 200"/>
              <a:gd name="T14" fmla="*/ 53 w 124"/>
              <a:gd name="T15" fmla="*/ 160 h 200"/>
              <a:gd name="T16" fmla="*/ 0 w 124"/>
              <a:gd name="T17" fmla="*/ 98 h 200"/>
              <a:gd name="T18" fmla="*/ 0 w 124"/>
              <a:gd name="T19" fmla="*/ 76 h 200"/>
              <a:gd name="T20" fmla="*/ 17 w 124"/>
              <a:gd name="T21" fmla="*/ 76 h 200"/>
              <a:gd name="T22" fmla="*/ 17 w 124"/>
              <a:gd name="T23" fmla="*/ 98 h 200"/>
              <a:gd name="T24" fmla="*/ 30 w 124"/>
              <a:gd name="T25" fmla="*/ 130 h 200"/>
              <a:gd name="T26" fmla="*/ 62 w 124"/>
              <a:gd name="T27" fmla="*/ 144 h 200"/>
              <a:gd name="T28" fmla="*/ 94 w 124"/>
              <a:gd name="T29" fmla="*/ 130 h 200"/>
              <a:gd name="T30" fmla="*/ 105 w 124"/>
              <a:gd name="T31" fmla="*/ 98 h 200"/>
              <a:gd name="T32" fmla="*/ 105 w 124"/>
              <a:gd name="T33" fmla="*/ 76 h 200"/>
              <a:gd name="T34" fmla="*/ 124 w 124"/>
              <a:gd name="T35" fmla="*/ 76 h 200"/>
              <a:gd name="T36" fmla="*/ 124 w 124"/>
              <a:gd name="T37" fmla="*/ 98 h 200"/>
              <a:gd name="T38" fmla="*/ 70 w 124"/>
              <a:gd name="T39" fmla="*/ 160 h 200"/>
              <a:gd name="T40" fmla="*/ 63 w 124"/>
              <a:gd name="T41" fmla="*/ 132 h 200"/>
              <a:gd name="T42" fmla="*/ 29 w 124"/>
              <a:gd name="T43" fmla="*/ 97 h 200"/>
              <a:gd name="T44" fmla="*/ 29 w 124"/>
              <a:gd name="T45" fmla="*/ 88 h 200"/>
              <a:gd name="T46" fmla="*/ 77 w 124"/>
              <a:gd name="T47" fmla="*/ 88 h 200"/>
              <a:gd name="T48" fmla="*/ 77 w 124"/>
              <a:gd name="T49" fmla="*/ 80 h 200"/>
              <a:gd name="T50" fmla="*/ 29 w 124"/>
              <a:gd name="T51" fmla="*/ 80 h 200"/>
              <a:gd name="T52" fmla="*/ 29 w 124"/>
              <a:gd name="T53" fmla="*/ 64 h 200"/>
              <a:gd name="T54" fmla="*/ 77 w 124"/>
              <a:gd name="T55" fmla="*/ 64 h 200"/>
              <a:gd name="T56" fmla="*/ 77 w 124"/>
              <a:gd name="T57" fmla="*/ 56 h 200"/>
              <a:gd name="T58" fmla="*/ 29 w 124"/>
              <a:gd name="T59" fmla="*/ 56 h 200"/>
              <a:gd name="T60" fmla="*/ 29 w 124"/>
              <a:gd name="T61" fmla="*/ 44 h 200"/>
              <a:gd name="T62" fmla="*/ 77 w 124"/>
              <a:gd name="T63" fmla="*/ 44 h 200"/>
              <a:gd name="T64" fmla="*/ 77 w 124"/>
              <a:gd name="T65" fmla="*/ 36 h 200"/>
              <a:gd name="T66" fmla="*/ 29 w 124"/>
              <a:gd name="T67" fmla="*/ 36 h 200"/>
              <a:gd name="T68" fmla="*/ 63 w 124"/>
              <a:gd name="T69" fmla="*/ 0 h 200"/>
              <a:gd name="T70" fmla="*/ 97 w 124"/>
              <a:gd name="T71" fmla="*/ 36 h 200"/>
              <a:gd name="T72" fmla="*/ 97 w 124"/>
              <a:gd name="T73" fmla="*/ 97 h 200"/>
              <a:gd name="T74" fmla="*/ 63 w 124"/>
              <a:gd name="T75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4" h="200">
                <a:moveTo>
                  <a:pt x="70" y="160"/>
                </a:moveTo>
                <a:cubicBezTo>
                  <a:pt x="70" y="184"/>
                  <a:pt x="70" y="184"/>
                  <a:pt x="70" y="184"/>
                </a:cubicBezTo>
                <a:cubicBezTo>
                  <a:pt x="97" y="184"/>
                  <a:pt x="97" y="184"/>
                  <a:pt x="97" y="184"/>
                </a:cubicBezTo>
                <a:cubicBezTo>
                  <a:pt x="97" y="200"/>
                  <a:pt x="97" y="200"/>
                  <a:pt x="97" y="200"/>
                </a:cubicBezTo>
                <a:cubicBezTo>
                  <a:pt x="25" y="200"/>
                  <a:pt x="25" y="200"/>
                  <a:pt x="25" y="200"/>
                </a:cubicBezTo>
                <a:cubicBezTo>
                  <a:pt x="25" y="184"/>
                  <a:pt x="25" y="184"/>
                  <a:pt x="25" y="184"/>
                </a:cubicBezTo>
                <a:cubicBezTo>
                  <a:pt x="53" y="184"/>
                  <a:pt x="53" y="184"/>
                  <a:pt x="53" y="184"/>
                </a:cubicBezTo>
                <a:cubicBezTo>
                  <a:pt x="53" y="160"/>
                  <a:pt x="53" y="160"/>
                  <a:pt x="53" y="160"/>
                </a:cubicBezTo>
                <a:cubicBezTo>
                  <a:pt x="23" y="156"/>
                  <a:pt x="0" y="130"/>
                  <a:pt x="0" y="98"/>
                </a:cubicBezTo>
                <a:cubicBezTo>
                  <a:pt x="0" y="76"/>
                  <a:pt x="0" y="76"/>
                  <a:pt x="0" y="76"/>
                </a:cubicBezTo>
                <a:cubicBezTo>
                  <a:pt x="17" y="76"/>
                  <a:pt x="17" y="76"/>
                  <a:pt x="17" y="76"/>
                </a:cubicBezTo>
                <a:cubicBezTo>
                  <a:pt x="17" y="98"/>
                  <a:pt x="17" y="98"/>
                  <a:pt x="17" y="98"/>
                </a:cubicBezTo>
                <a:cubicBezTo>
                  <a:pt x="17" y="111"/>
                  <a:pt x="22" y="122"/>
                  <a:pt x="30" y="130"/>
                </a:cubicBezTo>
                <a:cubicBezTo>
                  <a:pt x="38" y="139"/>
                  <a:pt x="49" y="144"/>
                  <a:pt x="62" y="144"/>
                </a:cubicBezTo>
                <a:cubicBezTo>
                  <a:pt x="75" y="144"/>
                  <a:pt x="86" y="139"/>
                  <a:pt x="94" y="130"/>
                </a:cubicBezTo>
                <a:cubicBezTo>
                  <a:pt x="102" y="122"/>
                  <a:pt x="105" y="111"/>
                  <a:pt x="105" y="98"/>
                </a:cubicBezTo>
                <a:cubicBezTo>
                  <a:pt x="105" y="76"/>
                  <a:pt x="105" y="76"/>
                  <a:pt x="105" y="76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98"/>
                  <a:pt x="124" y="98"/>
                  <a:pt x="124" y="98"/>
                </a:cubicBezTo>
                <a:cubicBezTo>
                  <a:pt x="124" y="130"/>
                  <a:pt x="100" y="156"/>
                  <a:pt x="70" y="160"/>
                </a:cubicBezTo>
                <a:close/>
                <a:moveTo>
                  <a:pt x="63" y="132"/>
                </a:moveTo>
                <a:cubicBezTo>
                  <a:pt x="45" y="132"/>
                  <a:pt x="29" y="116"/>
                  <a:pt x="29" y="97"/>
                </a:cubicBezTo>
                <a:cubicBezTo>
                  <a:pt x="29" y="88"/>
                  <a:pt x="29" y="88"/>
                  <a:pt x="29" y="88"/>
                </a:cubicBezTo>
                <a:cubicBezTo>
                  <a:pt x="77" y="88"/>
                  <a:pt x="77" y="88"/>
                  <a:pt x="77" y="88"/>
                </a:cubicBezTo>
                <a:cubicBezTo>
                  <a:pt x="77" y="80"/>
                  <a:pt x="77" y="80"/>
                  <a:pt x="77" y="80"/>
                </a:cubicBezTo>
                <a:cubicBezTo>
                  <a:pt x="29" y="80"/>
                  <a:pt x="29" y="80"/>
                  <a:pt x="29" y="80"/>
                </a:cubicBezTo>
                <a:cubicBezTo>
                  <a:pt x="29" y="64"/>
                  <a:pt x="29" y="64"/>
                  <a:pt x="29" y="64"/>
                </a:cubicBezTo>
                <a:cubicBezTo>
                  <a:pt x="77" y="64"/>
                  <a:pt x="77" y="64"/>
                  <a:pt x="77" y="64"/>
                </a:cubicBezTo>
                <a:cubicBezTo>
                  <a:pt x="77" y="56"/>
                  <a:pt x="77" y="56"/>
                  <a:pt x="77" y="56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44"/>
                  <a:pt x="29" y="44"/>
                  <a:pt x="29" y="44"/>
                </a:cubicBezTo>
                <a:cubicBezTo>
                  <a:pt x="77" y="44"/>
                  <a:pt x="77" y="44"/>
                  <a:pt x="77" y="44"/>
                </a:cubicBezTo>
                <a:cubicBezTo>
                  <a:pt x="77" y="36"/>
                  <a:pt x="77" y="36"/>
                  <a:pt x="77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30" y="17"/>
                  <a:pt x="46" y="0"/>
                  <a:pt x="63" y="0"/>
                </a:cubicBezTo>
                <a:cubicBezTo>
                  <a:pt x="82" y="0"/>
                  <a:pt x="97" y="16"/>
                  <a:pt x="97" y="36"/>
                </a:cubicBezTo>
                <a:cubicBezTo>
                  <a:pt x="97" y="97"/>
                  <a:pt x="97" y="97"/>
                  <a:pt x="97" y="97"/>
                </a:cubicBezTo>
                <a:cubicBezTo>
                  <a:pt x="97" y="116"/>
                  <a:pt x="82" y="132"/>
                  <a:pt x="63" y="132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19" name="TextBox 7"/>
          <p:cNvSpPr>
            <a:spLocks noChangeArrowheads="1"/>
          </p:cNvSpPr>
          <p:nvPr/>
        </p:nvSpPr>
        <p:spPr bwMode="auto">
          <a:xfrm>
            <a:off x="3181481" y="2302241"/>
            <a:ext cx="4102914" cy="807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950" b="1" dirty="0" smtClean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谢谢您的指导</a:t>
            </a:r>
            <a:endParaRPr lang="zh-CN" altLang="en-US" sz="49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TextBox 7"/>
          <p:cNvSpPr>
            <a:spLocks noChangeArrowheads="1"/>
          </p:cNvSpPr>
          <p:nvPr/>
        </p:nvSpPr>
        <p:spPr bwMode="auto">
          <a:xfrm>
            <a:off x="3181481" y="2094980"/>
            <a:ext cx="3832954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500" dirty="0" smtClean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LilyUPC" panose="020B0604020202020204" pitchFamily="34" charset="-34"/>
                <a:sym typeface="微软雅黑" panose="020B0503020204020204" pitchFamily="34" charset="-122"/>
              </a:rPr>
              <a:t>THANK YOU FOR YOUR GUIDANCE.</a:t>
            </a:r>
            <a:endParaRPr lang="zh-CN" altLang="en-US" sz="1500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LilyUPC" panose="020B0604020202020204" pitchFamily="34" charset="-34"/>
              <a:sym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643726" y="1978289"/>
            <a:ext cx="208734" cy="138347"/>
            <a:chOff x="9482595" y="2565731"/>
            <a:chExt cx="278384" cy="184511"/>
          </a:xfrm>
        </p:grpSpPr>
        <p:sp>
          <p:nvSpPr>
            <p:cNvPr id="22" name="椭圆 21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椭圆 22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5" name="Freeform 5"/>
          <p:cNvSpPr/>
          <p:nvPr/>
        </p:nvSpPr>
        <p:spPr bwMode="auto">
          <a:xfrm rot="1855731">
            <a:off x="2119771" y="2177029"/>
            <a:ext cx="867861" cy="782476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414455"/>
            </a:solidFill>
            <a:prstDash val="sysDash"/>
            <a:miter lim="800000"/>
          </a:ln>
          <a:effectLst/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14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9" decel="50000" autoRev="1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4" fill="hold">
                                          <p:stCondLst>
                                            <p:cond delay="21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625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9" grpId="0"/>
      <p:bldP spid="20" grpId="0"/>
      <p:bldP spid="25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5862</Words>
  <Application>Microsoft Office PowerPoint</Application>
  <PresentationFormat>全屏显示(16:9)</PresentationFormat>
  <Paragraphs>530</Paragraphs>
  <Slides>40</Slides>
  <Notes>39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1" baseType="lpstr">
      <vt:lpstr>Office 主题​​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</vt:vector>
  </TitlesOfParts>
  <Company>http://www.deepbbs.org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深度联盟http://www.deepbbs.org</dc:creator>
  <cp:lastModifiedBy>Administrator</cp:lastModifiedBy>
  <cp:revision>308</cp:revision>
  <dcterms:created xsi:type="dcterms:W3CDTF">2015-11-26T04:19:00Z</dcterms:created>
  <dcterms:modified xsi:type="dcterms:W3CDTF">2017-02-27T10:38:24Z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2052-10.1.0.6028</vt:lpwstr>
  </property>
</Properties>
</file>